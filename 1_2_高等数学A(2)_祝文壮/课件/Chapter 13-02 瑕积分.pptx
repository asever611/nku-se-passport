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92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23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1E949-261D-49D9-B258-542DE2B3771F}" type="datetimeFigureOut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836E6-FE0A-40F1-8384-82132DCF9D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956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8775-A5FC-4A5C-A5B3-6C12519604D5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373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1C7C4-D870-4CC4-A48C-70D18C12A872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58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43C9-9649-4A40-9458-0930231185D2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820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41067-29CA-4741-9768-54C1F7BA0D22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302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4AB2-45D2-44D5-84F7-195491DA6EE8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143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A25A1-C676-475B-A504-B96604647376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26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0BF13-70B5-4426-A152-3DB6C950DBCB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488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52C2A-ECAD-43D8-A54E-EB3D9681ECD6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959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73F96-F98A-463D-9A1F-0F42CFD95C69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05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E290-2AEB-42E7-9789-E68B949A62A7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780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0A46B-2836-49C7-81C6-A0522A7E1D6D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369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9297C-A314-4112-BBBE-B21AE9BC71C6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581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11.bin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9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17.wmf"/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7.bin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6.wmf"/><Relationship Id="rId5" Type="http://schemas.openxmlformats.org/officeDocument/2006/relationships/image" Target="../media/image13.wmf"/><Relationship Id="rId15" Type="http://schemas.openxmlformats.org/officeDocument/2006/relationships/image" Target="../media/image18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5.wmf"/><Relationship Id="rId14" Type="http://schemas.openxmlformats.org/officeDocument/2006/relationships/oleObject" Target="../embeddings/oleObject18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6.wmf"/><Relationship Id="rId18" Type="http://schemas.openxmlformats.org/officeDocument/2006/relationships/oleObject" Target="../embeddings/oleObject29.bin"/><Relationship Id="rId3" Type="http://schemas.openxmlformats.org/officeDocument/2006/relationships/image" Target="../media/image21.wmf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28.wmf"/><Relationship Id="rId2" Type="http://schemas.openxmlformats.org/officeDocument/2006/relationships/oleObject" Target="../embeddings/oleObject21.bin"/><Relationship Id="rId16" Type="http://schemas.openxmlformats.org/officeDocument/2006/relationships/oleObject" Target="../embeddings/oleObject2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5" Type="http://schemas.openxmlformats.org/officeDocument/2006/relationships/image" Target="../media/image27.wmf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29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4.wmf"/><Relationship Id="rId14" Type="http://schemas.openxmlformats.org/officeDocument/2006/relationships/oleObject" Target="../embeddings/oleObject2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35.wmf"/><Relationship Id="rId3" Type="http://schemas.openxmlformats.org/officeDocument/2006/relationships/image" Target="../media/image30.wmf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35.bin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4.wmf"/><Relationship Id="rId5" Type="http://schemas.openxmlformats.org/officeDocument/2006/relationships/image" Target="../media/image31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7" Type="http://schemas.openxmlformats.org/officeDocument/2006/relationships/image" Target="../media/image38.e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image" Target="../media/image39.wmf"/><Relationship Id="rId7" Type="http://schemas.openxmlformats.org/officeDocument/2006/relationships/image" Target="../media/image41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3.wmf"/><Relationship Id="rId5" Type="http://schemas.openxmlformats.org/officeDocument/2006/relationships/image" Target="../media/image40.wmf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49.wmf"/><Relationship Id="rId3" Type="http://schemas.openxmlformats.org/officeDocument/2006/relationships/image" Target="../media/image44.wmf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49.bin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48.wmf"/><Relationship Id="rId5" Type="http://schemas.openxmlformats.org/officeDocument/2006/relationships/image" Target="../media/image45.wmf"/><Relationship Id="rId15" Type="http://schemas.openxmlformats.org/officeDocument/2006/relationships/image" Target="../media/image50.wmf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5.bin"/><Relationship Id="rId9" Type="http://schemas.openxmlformats.org/officeDocument/2006/relationships/image" Target="../media/image47.wmf"/><Relationship Id="rId14" Type="http://schemas.openxmlformats.org/officeDocument/2006/relationships/oleObject" Target="../embeddings/oleObject5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56.wmf"/><Relationship Id="rId3" Type="http://schemas.openxmlformats.org/officeDocument/2006/relationships/image" Target="../media/image51.wmf"/><Relationship Id="rId7" Type="http://schemas.openxmlformats.org/officeDocument/2006/relationships/image" Target="../media/image53.wmf"/><Relationship Id="rId12" Type="http://schemas.openxmlformats.org/officeDocument/2006/relationships/oleObject" Target="../embeddings/oleObject56.bin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55.wmf"/><Relationship Id="rId5" Type="http://schemas.openxmlformats.org/officeDocument/2006/relationships/image" Target="../media/image52.wmf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5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wmf"/><Relationship Id="rId4" Type="http://schemas.openxmlformats.org/officeDocument/2006/relationships/oleObject" Target="../embeddings/oleObject5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64.wmf"/><Relationship Id="rId3" Type="http://schemas.openxmlformats.org/officeDocument/2006/relationships/image" Target="../media/image59.wmf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64.bin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63.wmf"/><Relationship Id="rId5" Type="http://schemas.openxmlformats.org/officeDocument/2006/relationships/image" Target="../media/image60.wmf"/><Relationship Id="rId10" Type="http://schemas.openxmlformats.org/officeDocument/2006/relationships/oleObject" Target="../embeddings/oleObject63.bin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2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3" Type="http://schemas.openxmlformats.org/officeDocument/2006/relationships/image" Target="../media/image66.wmf"/><Relationship Id="rId7" Type="http://schemas.openxmlformats.org/officeDocument/2006/relationships/image" Target="../media/image68.w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8.bin"/><Relationship Id="rId5" Type="http://schemas.openxmlformats.org/officeDocument/2006/relationships/image" Target="../media/image67.wmf"/><Relationship Id="rId4" Type="http://schemas.openxmlformats.org/officeDocument/2006/relationships/oleObject" Target="../embeddings/oleObject67.bin"/><Relationship Id="rId9" Type="http://schemas.openxmlformats.org/officeDocument/2006/relationships/image" Target="../media/image69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13" Type="http://schemas.openxmlformats.org/officeDocument/2006/relationships/image" Target="../media/image75.wmf"/><Relationship Id="rId3" Type="http://schemas.openxmlformats.org/officeDocument/2006/relationships/image" Target="../media/image70.wmf"/><Relationship Id="rId7" Type="http://schemas.openxmlformats.org/officeDocument/2006/relationships/image" Target="../media/image72.wmf"/><Relationship Id="rId12" Type="http://schemas.openxmlformats.org/officeDocument/2006/relationships/oleObject" Target="../embeddings/oleObject75.bin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74.wmf"/><Relationship Id="rId5" Type="http://schemas.openxmlformats.org/officeDocument/2006/relationships/image" Target="../media/image71.wmf"/><Relationship Id="rId15" Type="http://schemas.openxmlformats.org/officeDocument/2006/relationships/image" Target="../media/image76.wmf"/><Relationship Id="rId10" Type="http://schemas.openxmlformats.org/officeDocument/2006/relationships/oleObject" Target="../embeddings/oleObject74.bin"/><Relationship Id="rId4" Type="http://schemas.openxmlformats.org/officeDocument/2006/relationships/oleObject" Target="../embeddings/oleObject71.bin"/><Relationship Id="rId9" Type="http://schemas.openxmlformats.org/officeDocument/2006/relationships/image" Target="../media/image73.wmf"/><Relationship Id="rId14" Type="http://schemas.openxmlformats.org/officeDocument/2006/relationships/oleObject" Target="../embeddings/oleObject76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3" Type="http://schemas.openxmlformats.org/officeDocument/2006/relationships/image" Target="../media/image77.wmf"/><Relationship Id="rId7" Type="http://schemas.openxmlformats.org/officeDocument/2006/relationships/image" Target="../media/image75.wmf"/><Relationship Id="rId2" Type="http://schemas.openxmlformats.org/officeDocument/2006/relationships/oleObject" Target="../embeddings/oleObject7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79.wmf"/><Relationship Id="rId5" Type="http://schemas.openxmlformats.org/officeDocument/2006/relationships/image" Target="../media/image78.wmf"/><Relationship Id="rId10" Type="http://schemas.openxmlformats.org/officeDocument/2006/relationships/oleObject" Target="../embeddings/oleObject81.bin"/><Relationship Id="rId4" Type="http://schemas.openxmlformats.org/officeDocument/2006/relationships/oleObject" Target="../embeddings/oleObject78.bin"/><Relationship Id="rId9" Type="http://schemas.openxmlformats.org/officeDocument/2006/relationships/image" Target="../media/image76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13" Type="http://schemas.openxmlformats.org/officeDocument/2006/relationships/image" Target="../media/image65.wmf"/><Relationship Id="rId3" Type="http://schemas.openxmlformats.org/officeDocument/2006/relationships/image" Target="../media/image80.wmf"/><Relationship Id="rId7" Type="http://schemas.openxmlformats.org/officeDocument/2006/relationships/image" Target="../media/image82.wmf"/><Relationship Id="rId12" Type="http://schemas.openxmlformats.org/officeDocument/2006/relationships/oleObject" Target="../embeddings/oleObject87.bin"/><Relationship Id="rId2" Type="http://schemas.openxmlformats.org/officeDocument/2006/relationships/oleObject" Target="../embeddings/oleObject82.bin"/><Relationship Id="rId16" Type="http://schemas.openxmlformats.org/officeDocument/2006/relationships/image" Target="../media/image86.jpe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84.wmf"/><Relationship Id="rId5" Type="http://schemas.openxmlformats.org/officeDocument/2006/relationships/image" Target="../media/image81.wmf"/><Relationship Id="rId15" Type="http://schemas.openxmlformats.org/officeDocument/2006/relationships/image" Target="../media/image85.wmf"/><Relationship Id="rId10" Type="http://schemas.openxmlformats.org/officeDocument/2006/relationships/oleObject" Target="../embeddings/oleObject86.bin"/><Relationship Id="rId4" Type="http://schemas.openxmlformats.org/officeDocument/2006/relationships/oleObject" Target="../embeddings/oleObject83.bin"/><Relationship Id="rId9" Type="http://schemas.openxmlformats.org/officeDocument/2006/relationships/image" Target="../media/image83.wmf"/><Relationship Id="rId14" Type="http://schemas.openxmlformats.org/officeDocument/2006/relationships/oleObject" Target="../embeddings/oleObject88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3" Type="http://schemas.openxmlformats.org/officeDocument/2006/relationships/image" Target="../media/image87.wmf"/><Relationship Id="rId7" Type="http://schemas.openxmlformats.org/officeDocument/2006/relationships/image" Target="../media/image89.wmf"/><Relationship Id="rId2" Type="http://schemas.openxmlformats.org/officeDocument/2006/relationships/oleObject" Target="../embeddings/oleObject8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1.bin"/><Relationship Id="rId11" Type="http://schemas.openxmlformats.org/officeDocument/2006/relationships/image" Target="../media/image91.wmf"/><Relationship Id="rId5" Type="http://schemas.openxmlformats.org/officeDocument/2006/relationships/image" Target="../media/image88.wmf"/><Relationship Id="rId10" Type="http://schemas.openxmlformats.org/officeDocument/2006/relationships/oleObject" Target="../embeddings/oleObject93.bin"/><Relationship Id="rId4" Type="http://schemas.openxmlformats.org/officeDocument/2006/relationships/oleObject" Target="../embeddings/oleObject90.bin"/><Relationship Id="rId9" Type="http://schemas.openxmlformats.org/officeDocument/2006/relationships/image" Target="../media/image90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.bin"/><Relationship Id="rId3" Type="http://schemas.openxmlformats.org/officeDocument/2006/relationships/image" Target="../media/image92.wmf"/><Relationship Id="rId7" Type="http://schemas.openxmlformats.org/officeDocument/2006/relationships/image" Target="../media/image94.wmf"/><Relationship Id="rId2" Type="http://schemas.openxmlformats.org/officeDocument/2006/relationships/oleObject" Target="../embeddings/oleObject9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6.bin"/><Relationship Id="rId11" Type="http://schemas.openxmlformats.org/officeDocument/2006/relationships/image" Target="../media/image96.wmf"/><Relationship Id="rId5" Type="http://schemas.openxmlformats.org/officeDocument/2006/relationships/image" Target="../media/image93.wmf"/><Relationship Id="rId10" Type="http://schemas.openxmlformats.org/officeDocument/2006/relationships/oleObject" Target="../embeddings/oleObject98.bin"/><Relationship Id="rId4" Type="http://schemas.openxmlformats.org/officeDocument/2006/relationships/oleObject" Target="../embeddings/oleObject95.bin"/><Relationship Id="rId9" Type="http://schemas.openxmlformats.org/officeDocument/2006/relationships/image" Target="../media/image95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13" Type="http://schemas.openxmlformats.org/officeDocument/2006/relationships/image" Target="../media/image102.wmf"/><Relationship Id="rId3" Type="http://schemas.openxmlformats.org/officeDocument/2006/relationships/image" Target="../media/image97.wmf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104.bin"/><Relationship Id="rId2" Type="http://schemas.openxmlformats.org/officeDocument/2006/relationships/oleObject" Target="../embeddings/oleObject9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101.wmf"/><Relationship Id="rId5" Type="http://schemas.openxmlformats.org/officeDocument/2006/relationships/image" Target="../media/image98.wmf"/><Relationship Id="rId10" Type="http://schemas.openxmlformats.org/officeDocument/2006/relationships/oleObject" Target="../embeddings/oleObject103.bin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100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13" Type="http://schemas.openxmlformats.org/officeDocument/2006/relationships/image" Target="../media/image108.wmf"/><Relationship Id="rId18" Type="http://schemas.openxmlformats.org/officeDocument/2006/relationships/oleObject" Target="../embeddings/oleObject113.bin"/><Relationship Id="rId3" Type="http://schemas.openxmlformats.org/officeDocument/2006/relationships/image" Target="../media/image103.wmf"/><Relationship Id="rId21" Type="http://schemas.openxmlformats.org/officeDocument/2006/relationships/image" Target="../media/image112.wmf"/><Relationship Id="rId7" Type="http://schemas.openxmlformats.org/officeDocument/2006/relationships/image" Target="../media/image105.wmf"/><Relationship Id="rId12" Type="http://schemas.openxmlformats.org/officeDocument/2006/relationships/oleObject" Target="../embeddings/oleObject110.bin"/><Relationship Id="rId17" Type="http://schemas.openxmlformats.org/officeDocument/2006/relationships/image" Target="../media/image110.wmf"/><Relationship Id="rId25" Type="http://schemas.openxmlformats.org/officeDocument/2006/relationships/image" Target="../media/image114.wmf"/><Relationship Id="rId2" Type="http://schemas.openxmlformats.org/officeDocument/2006/relationships/oleObject" Target="../embeddings/oleObject105.bin"/><Relationship Id="rId16" Type="http://schemas.openxmlformats.org/officeDocument/2006/relationships/oleObject" Target="../embeddings/oleObject112.bin"/><Relationship Id="rId20" Type="http://schemas.openxmlformats.org/officeDocument/2006/relationships/oleObject" Target="../embeddings/oleObject1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107.wmf"/><Relationship Id="rId24" Type="http://schemas.openxmlformats.org/officeDocument/2006/relationships/oleObject" Target="../embeddings/oleObject116.bin"/><Relationship Id="rId5" Type="http://schemas.openxmlformats.org/officeDocument/2006/relationships/image" Target="../media/image104.wmf"/><Relationship Id="rId15" Type="http://schemas.openxmlformats.org/officeDocument/2006/relationships/image" Target="../media/image109.wmf"/><Relationship Id="rId23" Type="http://schemas.openxmlformats.org/officeDocument/2006/relationships/image" Target="../media/image113.wmf"/><Relationship Id="rId10" Type="http://schemas.openxmlformats.org/officeDocument/2006/relationships/oleObject" Target="../embeddings/oleObject109.bin"/><Relationship Id="rId19" Type="http://schemas.openxmlformats.org/officeDocument/2006/relationships/image" Target="../media/image111.wmf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106.wmf"/><Relationship Id="rId14" Type="http://schemas.openxmlformats.org/officeDocument/2006/relationships/oleObject" Target="../embeddings/oleObject111.bin"/><Relationship Id="rId22" Type="http://schemas.openxmlformats.org/officeDocument/2006/relationships/oleObject" Target="../embeddings/oleObject115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13" Type="http://schemas.openxmlformats.org/officeDocument/2006/relationships/image" Target="../media/image120.wmf"/><Relationship Id="rId3" Type="http://schemas.openxmlformats.org/officeDocument/2006/relationships/image" Target="../media/image115.wmf"/><Relationship Id="rId7" Type="http://schemas.openxmlformats.org/officeDocument/2006/relationships/image" Target="../media/image117.wmf"/><Relationship Id="rId12" Type="http://schemas.openxmlformats.org/officeDocument/2006/relationships/oleObject" Target="../embeddings/oleObject122.bin"/><Relationship Id="rId17" Type="http://schemas.openxmlformats.org/officeDocument/2006/relationships/image" Target="../media/image122.wmf"/><Relationship Id="rId2" Type="http://schemas.openxmlformats.org/officeDocument/2006/relationships/oleObject" Target="../embeddings/oleObject117.bin"/><Relationship Id="rId16" Type="http://schemas.openxmlformats.org/officeDocument/2006/relationships/oleObject" Target="../embeddings/oleObject1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9.bin"/><Relationship Id="rId11" Type="http://schemas.openxmlformats.org/officeDocument/2006/relationships/image" Target="../media/image119.wmf"/><Relationship Id="rId5" Type="http://schemas.openxmlformats.org/officeDocument/2006/relationships/image" Target="../media/image116.wmf"/><Relationship Id="rId15" Type="http://schemas.openxmlformats.org/officeDocument/2006/relationships/image" Target="../media/image121.wmf"/><Relationship Id="rId10" Type="http://schemas.openxmlformats.org/officeDocument/2006/relationships/oleObject" Target="../embeddings/oleObject121.bin"/><Relationship Id="rId4" Type="http://schemas.openxmlformats.org/officeDocument/2006/relationships/oleObject" Target="../embeddings/oleObject118.bin"/><Relationship Id="rId9" Type="http://schemas.openxmlformats.org/officeDocument/2006/relationships/image" Target="../media/image118.wmf"/><Relationship Id="rId14" Type="http://schemas.openxmlformats.org/officeDocument/2006/relationships/oleObject" Target="../embeddings/oleObject123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13" Type="http://schemas.openxmlformats.org/officeDocument/2006/relationships/image" Target="../media/image128.wmf"/><Relationship Id="rId3" Type="http://schemas.openxmlformats.org/officeDocument/2006/relationships/image" Target="../media/image123.wmf"/><Relationship Id="rId7" Type="http://schemas.openxmlformats.org/officeDocument/2006/relationships/image" Target="../media/image125.wmf"/><Relationship Id="rId12" Type="http://schemas.openxmlformats.org/officeDocument/2006/relationships/oleObject" Target="../embeddings/oleObject130.bin"/><Relationship Id="rId2" Type="http://schemas.openxmlformats.org/officeDocument/2006/relationships/oleObject" Target="../embeddings/oleObject12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127.wmf"/><Relationship Id="rId5" Type="http://schemas.openxmlformats.org/officeDocument/2006/relationships/image" Target="../media/image124.wmf"/><Relationship Id="rId15" Type="http://schemas.openxmlformats.org/officeDocument/2006/relationships/image" Target="../media/image129.wmf"/><Relationship Id="rId10" Type="http://schemas.openxmlformats.org/officeDocument/2006/relationships/oleObject" Target="../embeddings/oleObject129.bin"/><Relationship Id="rId4" Type="http://schemas.openxmlformats.org/officeDocument/2006/relationships/oleObject" Target="../embeddings/oleObject126.bin"/><Relationship Id="rId9" Type="http://schemas.openxmlformats.org/officeDocument/2006/relationships/image" Target="../media/image126.wmf"/><Relationship Id="rId14" Type="http://schemas.openxmlformats.org/officeDocument/2006/relationships/oleObject" Target="../embeddings/oleObject131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13" Type="http://schemas.openxmlformats.org/officeDocument/2006/relationships/image" Target="../media/image135.wmf"/><Relationship Id="rId3" Type="http://schemas.openxmlformats.org/officeDocument/2006/relationships/image" Target="../media/image130.wmf"/><Relationship Id="rId7" Type="http://schemas.openxmlformats.org/officeDocument/2006/relationships/image" Target="../media/image132.wmf"/><Relationship Id="rId12" Type="http://schemas.openxmlformats.org/officeDocument/2006/relationships/oleObject" Target="../embeddings/oleObject137.bin"/><Relationship Id="rId17" Type="http://schemas.openxmlformats.org/officeDocument/2006/relationships/image" Target="../media/image137.wmf"/><Relationship Id="rId2" Type="http://schemas.openxmlformats.org/officeDocument/2006/relationships/oleObject" Target="../embeddings/oleObject132.bin"/><Relationship Id="rId16" Type="http://schemas.openxmlformats.org/officeDocument/2006/relationships/oleObject" Target="../embeddings/oleObject13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4.bin"/><Relationship Id="rId11" Type="http://schemas.openxmlformats.org/officeDocument/2006/relationships/image" Target="../media/image134.wmf"/><Relationship Id="rId5" Type="http://schemas.openxmlformats.org/officeDocument/2006/relationships/image" Target="../media/image131.wmf"/><Relationship Id="rId15" Type="http://schemas.openxmlformats.org/officeDocument/2006/relationships/image" Target="../media/image136.wmf"/><Relationship Id="rId10" Type="http://schemas.openxmlformats.org/officeDocument/2006/relationships/oleObject" Target="../embeddings/oleObject136.bin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33.wmf"/><Relationship Id="rId14" Type="http://schemas.openxmlformats.org/officeDocument/2006/relationships/oleObject" Target="../embeddings/oleObject138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3.bin"/><Relationship Id="rId3" Type="http://schemas.openxmlformats.org/officeDocument/2006/relationships/image" Target="../media/image138.wmf"/><Relationship Id="rId7" Type="http://schemas.openxmlformats.org/officeDocument/2006/relationships/image" Target="../media/image140.wmf"/><Relationship Id="rId2" Type="http://schemas.openxmlformats.org/officeDocument/2006/relationships/oleObject" Target="../embeddings/oleObject14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2.bin"/><Relationship Id="rId5" Type="http://schemas.openxmlformats.org/officeDocument/2006/relationships/image" Target="../media/image139.wmf"/><Relationship Id="rId4" Type="http://schemas.openxmlformats.org/officeDocument/2006/relationships/oleObject" Target="../embeddings/oleObject141.bin"/><Relationship Id="rId9" Type="http://schemas.openxmlformats.org/officeDocument/2006/relationships/image" Target="../media/image141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13" Type="http://schemas.openxmlformats.org/officeDocument/2006/relationships/image" Target="../media/image147.wmf"/><Relationship Id="rId3" Type="http://schemas.openxmlformats.org/officeDocument/2006/relationships/image" Target="../media/image142.wmf"/><Relationship Id="rId7" Type="http://schemas.openxmlformats.org/officeDocument/2006/relationships/image" Target="../media/image144.wmf"/><Relationship Id="rId12" Type="http://schemas.openxmlformats.org/officeDocument/2006/relationships/oleObject" Target="../embeddings/oleObject149.bin"/><Relationship Id="rId17" Type="http://schemas.openxmlformats.org/officeDocument/2006/relationships/image" Target="../media/image149.wmf"/><Relationship Id="rId2" Type="http://schemas.openxmlformats.org/officeDocument/2006/relationships/oleObject" Target="../embeddings/oleObject144.bin"/><Relationship Id="rId16" Type="http://schemas.openxmlformats.org/officeDocument/2006/relationships/oleObject" Target="../embeddings/oleObject15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6.bin"/><Relationship Id="rId11" Type="http://schemas.openxmlformats.org/officeDocument/2006/relationships/image" Target="../media/image146.wmf"/><Relationship Id="rId5" Type="http://schemas.openxmlformats.org/officeDocument/2006/relationships/image" Target="../media/image143.wmf"/><Relationship Id="rId15" Type="http://schemas.openxmlformats.org/officeDocument/2006/relationships/image" Target="../media/image148.wmf"/><Relationship Id="rId10" Type="http://schemas.openxmlformats.org/officeDocument/2006/relationships/oleObject" Target="../embeddings/oleObject148.bin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145.wmf"/><Relationship Id="rId14" Type="http://schemas.openxmlformats.org/officeDocument/2006/relationships/oleObject" Target="../embeddings/oleObject150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5.bin"/><Relationship Id="rId13" Type="http://schemas.openxmlformats.org/officeDocument/2006/relationships/image" Target="../media/image155.wmf"/><Relationship Id="rId18" Type="http://schemas.openxmlformats.org/officeDocument/2006/relationships/oleObject" Target="../embeddings/oleObject160.bin"/><Relationship Id="rId3" Type="http://schemas.openxmlformats.org/officeDocument/2006/relationships/image" Target="../media/image150.wmf"/><Relationship Id="rId21" Type="http://schemas.openxmlformats.org/officeDocument/2006/relationships/image" Target="../media/image159.wmf"/><Relationship Id="rId7" Type="http://schemas.openxmlformats.org/officeDocument/2006/relationships/image" Target="../media/image152.wmf"/><Relationship Id="rId12" Type="http://schemas.openxmlformats.org/officeDocument/2006/relationships/oleObject" Target="../embeddings/oleObject157.bin"/><Relationship Id="rId17" Type="http://schemas.openxmlformats.org/officeDocument/2006/relationships/image" Target="../media/image157.wmf"/><Relationship Id="rId2" Type="http://schemas.openxmlformats.org/officeDocument/2006/relationships/oleObject" Target="../embeddings/oleObject152.bin"/><Relationship Id="rId16" Type="http://schemas.openxmlformats.org/officeDocument/2006/relationships/oleObject" Target="../embeddings/oleObject159.bin"/><Relationship Id="rId20" Type="http://schemas.openxmlformats.org/officeDocument/2006/relationships/oleObject" Target="../embeddings/oleObject16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4.bin"/><Relationship Id="rId11" Type="http://schemas.openxmlformats.org/officeDocument/2006/relationships/image" Target="../media/image154.wmf"/><Relationship Id="rId5" Type="http://schemas.openxmlformats.org/officeDocument/2006/relationships/image" Target="../media/image151.wmf"/><Relationship Id="rId15" Type="http://schemas.openxmlformats.org/officeDocument/2006/relationships/image" Target="../media/image156.wmf"/><Relationship Id="rId10" Type="http://schemas.openxmlformats.org/officeDocument/2006/relationships/oleObject" Target="../embeddings/oleObject156.bin"/><Relationship Id="rId19" Type="http://schemas.openxmlformats.org/officeDocument/2006/relationships/image" Target="../media/image158.wmf"/><Relationship Id="rId4" Type="http://schemas.openxmlformats.org/officeDocument/2006/relationships/oleObject" Target="../embeddings/oleObject153.bin"/><Relationship Id="rId9" Type="http://schemas.openxmlformats.org/officeDocument/2006/relationships/image" Target="../media/image153.wmf"/><Relationship Id="rId14" Type="http://schemas.openxmlformats.org/officeDocument/2006/relationships/oleObject" Target="../embeddings/oleObject15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auto">
          <a:xfrm>
            <a:off x="4435621" y="2730884"/>
            <a:ext cx="3269673" cy="708025"/>
          </a:xfrm>
          <a:prstGeom prst="rect">
            <a:avLst/>
          </a:prstGeom>
          <a:noFill/>
          <a:ln w="53975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4476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§</a:t>
            </a:r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2  </a:t>
            </a:r>
            <a:r>
              <a:rPr lang="zh-CN" altLang="en-US" sz="4000" b="1" dirty="0">
                <a:solidFill>
                  <a:srgbClr val="FF0000"/>
                </a:solidFill>
                <a:latin typeface="宋体" panose="02010600030101010101" pitchFamily="2" charset="-122"/>
              </a:rPr>
              <a:t>瑕积分</a:t>
            </a:r>
            <a:endParaRPr lang="zh-CN" altLang="en-US" sz="36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503329" y="140029"/>
            <a:ext cx="1491114" cy="523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13</a:t>
            </a:r>
            <a:endParaRPr lang="zh-CN" altLang="en-US" sz="2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0081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1512297" y="758294"/>
            <a:ext cx="30956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二、瑕积分</a:t>
            </a: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1414880" y="1448036"/>
            <a:ext cx="30279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1.  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瑕积分的概念</a:t>
            </a: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4052949" y="717286"/>
            <a:ext cx="54578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—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无界函数的广义积分</a:t>
            </a:r>
          </a:p>
        </p:txBody>
      </p:sp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1414880" y="2005090"/>
            <a:ext cx="27629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(1)  </a:t>
            </a:r>
            <a:r>
              <a:rPr lang="zh-CN" altLang="en-US" sz="2800" b="1" dirty="0">
                <a:latin typeface="宋体" panose="02010600030101010101" pitchFamily="2" charset="-122"/>
              </a:rPr>
              <a:t>瑕点的概念</a:t>
            </a:r>
          </a:p>
        </p:txBody>
      </p:sp>
      <p:graphicFrame>
        <p:nvGraphicFramePr>
          <p:cNvPr id="440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777994"/>
              </p:ext>
            </p:extLst>
          </p:nvPr>
        </p:nvGraphicFramePr>
        <p:xfrm>
          <a:off x="1474463" y="2660998"/>
          <a:ext cx="9036519" cy="612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46160" imgH="253800" progId="Equation.DSMT4">
                  <p:embed/>
                </p:oleObj>
              </mc:Choice>
              <mc:Fallback>
                <p:oleObj name="Equation" r:id="rId2" imgW="37461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463" y="2660998"/>
                        <a:ext cx="9036519" cy="6126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9173276"/>
              </p:ext>
            </p:extLst>
          </p:nvPr>
        </p:nvGraphicFramePr>
        <p:xfrm>
          <a:off x="1474463" y="3332446"/>
          <a:ext cx="3965755" cy="506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88760" imgH="215640" progId="Equation.DSMT4">
                  <p:embed/>
                </p:oleObj>
              </mc:Choice>
              <mc:Fallback>
                <p:oleObj name="Equation" r:id="rId4" imgW="1688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463" y="3332446"/>
                        <a:ext cx="3965755" cy="5069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753681"/>
              </p:ext>
            </p:extLst>
          </p:nvPr>
        </p:nvGraphicFramePr>
        <p:xfrm>
          <a:off x="1849151" y="3775881"/>
          <a:ext cx="6761449" cy="983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3960" imgH="406080" progId="Equation.DSMT4">
                  <p:embed/>
                </p:oleObj>
              </mc:Choice>
              <mc:Fallback>
                <p:oleObj name="Equation" r:id="rId6" imgW="2793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9151" y="3775881"/>
                        <a:ext cx="6761449" cy="9834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458735"/>
              </p:ext>
            </p:extLst>
          </p:nvPr>
        </p:nvGraphicFramePr>
        <p:xfrm>
          <a:off x="3060110" y="4771983"/>
          <a:ext cx="5865224" cy="538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89040" imgH="228600" progId="Equation.DSMT4">
                  <p:embed/>
                </p:oleObj>
              </mc:Choice>
              <mc:Fallback>
                <p:oleObj name="Equation" r:id="rId8" imgW="248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110" y="4771983"/>
                        <a:ext cx="5865224" cy="5386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2597583"/>
              </p:ext>
            </p:extLst>
          </p:nvPr>
        </p:nvGraphicFramePr>
        <p:xfrm>
          <a:off x="3060110" y="5310626"/>
          <a:ext cx="5915808" cy="1045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14600" imgH="444240" progId="Equation.DSMT4">
                  <p:embed/>
                </p:oleObj>
              </mc:Choice>
              <mc:Fallback>
                <p:oleObj name="Equation" r:id="rId10" imgW="2514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110" y="5310626"/>
                        <a:ext cx="5915808" cy="10457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61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/>
      <p:bldP spid="44036" grpId="0"/>
      <p:bldP spid="440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1501225" y="834814"/>
            <a:ext cx="396081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(2) 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瑕积分的概念</a:t>
            </a:r>
          </a:p>
        </p:txBody>
      </p:sp>
      <p:graphicFrame>
        <p:nvGraphicFramePr>
          <p:cNvPr id="450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949395"/>
              </p:ext>
            </p:extLst>
          </p:nvPr>
        </p:nvGraphicFramePr>
        <p:xfrm>
          <a:off x="2409824" y="1603309"/>
          <a:ext cx="7326768" cy="500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62240" imgH="215640" progId="Equation.DSMT4">
                  <p:embed/>
                </p:oleObj>
              </mc:Choice>
              <mc:Fallback>
                <p:oleObj name="Equation" r:id="rId2" imgW="3162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9824" y="1603309"/>
                        <a:ext cx="7326768" cy="5002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107213"/>
              </p:ext>
            </p:extLst>
          </p:nvPr>
        </p:nvGraphicFramePr>
        <p:xfrm>
          <a:off x="1580357" y="2249470"/>
          <a:ext cx="6344444" cy="513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6880" imgH="215640" progId="Equation.DSMT4">
                  <p:embed/>
                </p:oleObj>
              </mc:Choice>
              <mc:Fallback>
                <p:oleObj name="Equation" r:id="rId4" imgW="2666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0357" y="2249470"/>
                        <a:ext cx="6344444" cy="5135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145663"/>
              </p:ext>
            </p:extLst>
          </p:nvPr>
        </p:nvGraphicFramePr>
        <p:xfrm>
          <a:off x="3611835" y="2803000"/>
          <a:ext cx="5317578" cy="834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84120" imgH="342720" progId="Equation.DSMT4">
                  <p:embed/>
                </p:oleObj>
              </mc:Choice>
              <mc:Fallback>
                <p:oleObj name="Equation" r:id="rId6" imgW="21841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835" y="2803000"/>
                        <a:ext cx="5317578" cy="8347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730755"/>
              </p:ext>
            </p:extLst>
          </p:nvPr>
        </p:nvGraphicFramePr>
        <p:xfrm>
          <a:off x="1580356" y="3734264"/>
          <a:ext cx="6344445" cy="497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55800" imgH="215640" progId="Equation.DSMT4">
                  <p:embed/>
                </p:oleObj>
              </mc:Choice>
              <mc:Fallback>
                <p:oleObj name="Equation" r:id="rId8" imgW="2755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0356" y="3734264"/>
                        <a:ext cx="6344445" cy="497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2219613"/>
              </p:ext>
            </p:extLst>
          </p:nvPr>
        </p:nvGraphicFramePr>
        <p:xfrm>
          <a:off x="2409824" y="4465722"/>
          <a:ext cx="77216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288960" imgH="215640" progId="Equation.DSMT4">
                  <p:embed/>
                </p:oleObj>
              </mc:Choice>
              <mc:Fallback>
                <p:oleObj name="Equation" r:id="rId10" imgW="3288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9824" y="4465722"/>
                        <a:ext cx="77216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4116650"/>
              </p:ext>
            </p:extLst>
          </p:nvPr>
        </p:nvGraphicFramePr>
        <p:xfrm>
          <a:off x="1580356" y="5165192"/>
          <a:ext cx="8156236" cy="49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581280" imgH="215640" progId="Equation.DSMT4">
                  <p:embed/>
                </p:oleObj>
              </mc:Choice>
              <mc:Fallback>
                <p:oleObj name="Equation" r:id="rId12" imgW="3581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0356" y="5165192"/>
                        <a:ext cx="8156236" cy="49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37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0601891"/>
              </p:ext>
            </p:extLst>
          </p:nvPr>
        </p:nvGraphicFramePr>
        <p:xfrm>
          <a:off x="3753377" y="2028424"/>
          <a:ext cx="4857223" cy="753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09680" imgH="342720" progId="Equation.DSMT4">
                  <p:embed/>
                </p:oleObj>
              </mc:Choice>
              <mc:Fallback>
                <p:oleObj name="Equation" r:id="rId2" imgW="22096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3377" y="2028424"/>
                        <a:ext cx="4857223" cy="7537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1473275" y="886164"/>
            <a:ext cx="284999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+mn-ea"/>
                <a:ea typeface="+mn-ea"/>
              </a:rPr>
              <a:t>类似地，可定义</a:t>
            </a:r>
          </a:p>
        </p:txBody>
      </p:sp>
      <p:graphicFrame>
        <p:nvGraphicFramePr>
          <p:cNvPr id="460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3741965"/>
              </p:ext>
            </p:extLst>
          </p:nvPr>
        </p:nvGraphicFramePr>
        <p:xfrm>
          <a:off x="1536359" y="1519885"/>
          <a:ext cx="3526992" cy="495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6480" imgH="215640" progId="Equation.DSMT4">
                  <p:embed/>
                </p:oleObj>
              </mc:Choice>
              <mc:Fallback>
                <p:oleObj name="Equation" r:id="rId4" imgW="1536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6359" y="1519885"/>
                        <a:ext cx="3526992" cy="495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8846796"/>
              </p:ext>
            </p:extLst>
          </p:nvPr>
        </p:nvGraphicFramePr>
        <p:xfrm>
          <a:off x="1536359" y="2823595"/>
          <a:ext cx="5167985" cy="480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23800" imgH="215640" progId="Equation.DSMT4">
                  <p:embed/>
                </p:oleObj>
              </mc:Choice>
              <mc:Fallback>
                <p:oleObj name="Equation" r:id="rId6" imgW="2323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6359" y="2823595"/>
                        <a:ext cx="5167985" cy="4800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750593"/>
              </p:ext>
            </p:extLst>
          </p:nvPr>
        </p:nvGraphicFramePr>
        <p:xfrm>
          <a:off x="2430463" y="3303681"/>
          <a:ext cx="5673399" cy="737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9800" imgH="330120" progId="Equation.DSMT4">
                  <p:embed/>
                </p:oleObj>
              </mc:Choice>
              <mc:Fallback>
                <p:oleObj name="Equation" r:id="rId8" imgW="25398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0463" y="3303681"/>
                        <a:ext cx="5673399" cy="7375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081618"/>
              </p:ext>
            </p:extLst>
          </p:nvPr>
        </p:nvGraphicFramePr>
        <p:xfrm>
          <a:off x="3414547" y="4041223"/>
          <a:ext cx="5924550" cy="769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41320" imgH="342720" progId="Equation.DSMT4">
                  <p:embed/>
                </p:oleObj>
              </mc:Choice>
              <mc:Fallback>
                <p:oleObj name="Equation" r:id="rId10" imgW="26413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4547" y="4041223"/>
                        <a:ext cx="5924550" cy="7690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552295"/>
              </p:ext>
            </p:extLst>
          </p:nvPr>
        </p:nvGraphicFramePr>
        <p:xfrm>
          <a:off x="1536359" y="4762894"/>
          <a:ext cx="9576438" cy="7280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343400" imgH="330120" progId="Equation.DSMT4">
                  <p:embed/>
                </p:oleObj>
              </mc:Choice>
              <mc:Fallback>
                <p:oleObj name="Equation" r:id="rId12" imgW="43434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6359" y="4762894"/>
                        <a:ext cx="9576438" cy="7280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288980"/>
              </p:ext>
            </p:extLst>
          </p:nvPr>
        </p:nvGraphicFramePr>
        <p:xfrm>
          <a:off x="1659970" y="5531946"/>
          <a:ext cx="9433704" cy="708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394160" imgH="330120" progId="Equation.DSMT4">
                  <p:embed/>
                </p:oleObj>
              </mc:Choice>
              <mc:Fallback>
                <p:oleObj name="Equation" r:id="rId14" imgW="43941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9970" y="5531946"/>
                        <a:ext cx="9433704" cy="7088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29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1436321" y="1791572"/>
            <a:ext cx="83534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+mn-ea"/>
                <a:ea typeface="+mn-ea"/>
              </a:rPr>
              <a:t>与无穷积分的情形类似，瑕积分也有下列运算形式：</a:t>
            </a:r>
          </a:p>
        </p:txBody>
      </p:sp>
      <p:graphicFrame>
        <p:nvGraphicFramePr>
          <p:cNvPr id="471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870537"/>
              </p:ext>
            </p:extLst>
          </p:nvPr>
        </p:nvGraphicFramePr>
        <p:xfrm>
          <a:off x="1618883" y="2676852"/>
          <a:ext cx="8440737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48040" imgH="342720" progId="Equation.DSMT4">
                  <p:embed/>
                </p:oleObj>
              </mc:Choice>
              <mc:Fallback>
                <p:oleObj name="Equation" r:id="rId2" imgW="384804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8883" y="2676852"/>
                        <a:ext cx="8440737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883137"/>
              </p:ext>
            </p:extLst>
          </p:nvPr>
        </p:nvGraphicFramePr>
        <p:xfrm>
          <a:off x="1703998" y="3791387"/>
          <a:ext cx="822325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35080" imgH="342720" progId="Equation.DSMT4">
                  <p:embed/>
                </p:oleObj>
              </mc:Choice>
              <mc:Fallback>
                <p:oleObj name="Equation" r:id="rId4" imgW="38350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998" y="3791387"/>
                        <a:ext cx="8223250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1618883" y="4888460"/>
            <a:ext cx="86169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+mn-ea"/>
                <a:ea typeface="+mn-ea"/>
              </a:rPr>
              <a:t>这样就将瑕积分的计算与定积分的计算联系起来了</a:t>
            </a:r>
            <a:r>
              <a:rPr lang="en-US" altLang="zh-CN" sz="2800" b="1" dirty="0">
                <a:latin typeface="+mn-ea"/>
                <a:ea typeface="+mn-ea"/>
              </a:rPr>
              <a:t>. 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99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1875692" y="703321"/>
            <a:ext cx="43549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瑕积分基本运算性质</a:t>
            </a:r>
          </a:p>
        </p:txBody>
      </p:sp>
      <p:graphicFrame>
        <p:nvGraphicFramePr>
          <p:cNvPr id="481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729057"/>
              </p:ext>
            </p:extLst>
          </p:nvPr>
        </p:nvGraphicFramePr>
        <p:xfrm>
          <a:off x="1953491" y="1264100"/>
          <a:ext cx="86868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33800" imgH="215900" progId="Equation.DSMT4">
                  <p:embed/>
                </p:oleObj>
              </mc:Choice>
              <mc:Fallback>
                <p:oleObj name="Equation" r:id="rId2" imgW="37338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3491" y="1264100"/>
                        <a:ext cx="86868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577602"/>
              </p:ext>
            </p:extLst>
          </p:nvPr>
        </p:nvGraphicFramePr>
        <p:xfrm>
          <a:off x="1953491" y="1792577"/>
          <a:ext cx="5370945" cy="488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3870" imgH="215806" progId="Equation.DSMT4">
                  <p:embed/>
                </p:oleObj>
              </mc:Choice>
              <mc:Fallback>
                <p:oleObj name="Equation" r:id="rId4" imgW="2373870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3491" y="1792577"/>
                        <a:ext cx="5370945" cy="4889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066902"/>
              </p:ext>
            </p:extLst>
          </p:nvPr>
        </p:nvGraphicFramePr>
        <p:xfrm>
          <a:off x="2420816" y="2302325"/>
          <a:ext cx="5708073" cy="503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51100" imgH="215900" progId="Equation.DSMT4">
                  <p:embed/>
                </p:oleObj>
              </mc:Choice>
              <mc:Fallback>
                <p:oleObj name="Equation" r:id="rId6" imgW="24511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816" y="2302325"/>
                        <a:ext cx="5708073" cy="5039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8120672"/>
              </p:ext>
            </p:extLst>
          </p:nvPr>
        </p:nvGraphicFramePr>
        <p:xfrm>
          <a:off x="1981200" y="3415094"/>
          <a:ext cx="74676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54400" imgH="330200" progId="Equation.DSMT4">
                  <p:embed/>
                </p:oleObj>
              </mc:Choice>
              <mc:Fallback>
                <p:oleObj name="Equation" r:id="rId8" imgW="34544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415094"/>
                        <a:ext cx="74676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218839"/>
              </p:ext>
            </p:extLst>
          </p:nvPr>
        </p:nvGraphicFramePr>
        <p:xfrm>
          <a:off x="1953491" y="4060825"/>
          <a:ext cx="86868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75100" imgH="330200" progId="Equation.DSMT4">
                  <p:embed/>
                </p:oleObj>
              </mc:Choice>
              <mc:Fallback>
                <p:oleObj name="Equation" r:id="rId10" imgW="39751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3491" y="4060825"/>
                        <a:ext cx="86868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6" name="Object 8"/>
          <p:cNvGraphicFramePr>
            <a:graphicFrameLocks noChangeAspect="1"/>
          </p:cNvGraphicFramePr>
          <p:nvPr/>
        </p:nvGraphicFramePr>
        <p:xfrm>
          <a:off x="1981200" y="4724400"/>
          <a:ext cx="7543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556000" imgH="330200" progId="Equation.DSMT4">
                  <p:embed/>
                </p:oleObj>
              </mc:Choice>
              <mc:Fallback>
                <p:oleObj name="Equation" r:id="rId12" imgW="35560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724400"/>
                        <a:ext cx="75438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7" name="Object 9"/>
          <p:cNvGraphicFramePr>
            <a:graphicFrameLocks noChangeAspect="1"/>
          </p:cNvGraphicFramePr>
          <p:nvPr/>
        </p:nvGraphicFramePr>
        <p:xfrm>
          <a:off x="1981200" y="5486401"/>
          <a:ext cx="73152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289300" imgH="215900" progId="Equation.DSMT4">
                  <p:embed/>
                </p:oleObj>
              </mc:Choice>
              <mc:Fallback>
                <p:oleObj name="Equation" r:id="rId14" imgW="32893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486401"/>
                        <a:ext cx="73152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884447"/>
              </p:ext>
            </p:extLst>
          </p:nvPr>
        </p:nvGraphicFramePr>
        <p:xfrm>
          <a:off x="1953491" y="2735609"/>
          <a:ext cx="4947138" cy="760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46300" imgH="330200" progId="Equation.DSMT4">
                  <p:embed/>
                </p:oleObj>
              </mc:Choice>
              <mc:Fallback>
                <p:oleObj name="Equation" r:id="rId16" imgW="21463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3491" y="2735609"/>
                        <a:ext cx="4947138" cy="7608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848465"/>
              </p:ext>
            </p:extLst>
          </p:nvPr>
        </p:nvGraphicFramePr>
        <p:xfrm>
          <a:off x="1983575" y="5945569"/>
          <a:ext cx="7391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229100" imgH="330200" progId="Equation.DSMT4">
                  <p:embed/>
                </p:oleObj>
              </mc:Choice>
              <mc:Fallback>
                <p:oleObj name="Equation" r:id="rId18" imgW="42291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3575" y="5945569"/>
                        <a:ext cx="73914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568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8"/>
          <p:cNvSpPr txBox="1">
            <a:spLocks noChangeArrowheads="1"/>
          </p:cNvSpPr>
          <p:nvPr/>
        </p:nvSpPr>
        <p:spPr bwMode="auto">
          <a:xfrm>
            <a:off x="1906886" y="1133740"/>
            <a:ext cx="1162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916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58795"/>
              </p:ext>
            </p:extLst>
          </p:nvPr>
        </p:nvGraphicFramePr>
        <p:xfrm>
          <a:off x="3288147" y="889303"/>
          <a:ext cx="3102486" cy="1024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5616" imgH="444307" progId="Equation.DSMT4">
                  <p:embed/>
                </p:oleObj>
              </mc:Choice>
              <mc:Fallback>
                <p:oleObj name="Equation" r:id="rId2" imgW="1345616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8147" y="889303"/>
                        <a:ext cx="3102486" cy="10243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828453"/>
              </p:ext>
            </p:extLst>
          </p:nvPr>
        </p:nvGraphicFramePr>
        <p:xfrm>
          <a:off x="3081338" y="1912174"/>
          <a:ext cx="5190837" cy="1009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0" imgH="444500" progId="Equation.DSMT4">
                  <p:embed/>
                </p:oleObj>
              </mc:Choice>
              <mc:Fallback>
                <p:oleObj name="Equation" r:id="rId4" imgW="22860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1338" y="1912174"/>
                        <a:ext cx="5190837" cy="10098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1034508"/>
              </p:ext>
            </p:extLst>
          </p:nvPr>
        </p:nvGraphicFramePr>
        <p:xfrm>
          <a:off x="2945424" y="2921507"/>
          <a:ext cx="6236854" cy="1005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55900" imgH="444500" progId="Equation.DSMT4">
                  <p:embed/>
                </p:oleObj>
              </mc:Choice>
              <mc:Fallback>
                <p:oleObj name="Equation" r:id="rId6" imgW="27559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5424" y="2921507"/>
                        <a:ext cx="6236854" cy="10054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757243"/>
              </p:ext>
            </p:extLst>
          </p:nvPr>
        </p:nvGraphicFramePr>
        <p:xfrm>
          <a:off x="3068936" y="3894030"/>
          <a:ext cx="4138416" cy="1071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14500" imgH="444500" progId="Equation.DSMT4">
                  <p:embed/>
                </p:oleObj>
              </mc:Choice>
              <mc:Fallback>
                <p:oleObj name="Equation" r:id="rId8" imgW="17145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8936" y="3894030"/>
                        <a:ext cx="4138416" cy="10712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819651"/>
              </p:ext>
            </p:extLst>
          </p:nvPr>
        </p:nvGraphicFramePr>
        <p:xfrm>
          <a:off x="4942833" y="4965322"/>
          <a:ext cx="289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9449" imgH="177723" progId="Equation.DSMT4">
                  <p:embed/>
                </p:oleObj>
              </mc:Choice>
              <mc:Fallback>
                <p:oleObj name="Equation" r:id="rId10" imgW="1269449" imgH="1777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2833" y="4965322"/>
                        <a:ext cx="2895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260486"/>
              </p:ext>
            </p:extLst>
          </p:nvPr>
        </p:nvGraphicFramePr>
        <p:xfrm>
          <a:off x="4942833" y="5434362"/>
          <a:ext cx="1199349" cy="892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45626" imgH="406048" progId="Equation.DSMT4">
                  <p:embed/>
                </p:oleObj>
              </mc:Choice>
              <mc:Fallback>
                <p:oleObj name="Equation" r:id="rId12" imgW="545626" imgH="40604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2833" y="5434362"/>
                        <a:ext cx="1199349" cy="8923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9" name="Text Box 18"/>
          <p:cNvSpPr txBox="1">
            <a:spLocks noChangeArrowheads="1"/>
          </p:cNvSpPr>
          <p:nvPr/>
        </p:nvSpPr>
        <p:spPr bwMode="auto">
          <a:xfrm>
            <a:off x="1840157" y="2157518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045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8"/>
          <p:cNvSpPr txBox="1">
            <a:spLocks noChangeArrowheads="1"/>
          </p:cNvSpPr>
          <p:nvPr/>
        </p:nvSpPr>
        <p:spPr bwMode="auto">
          <a:xfrm>
            <a:off x="1838325" y="1450913"/>
            <a:ext cx="1162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01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9179242"/>
              </p:ext>
            </p:extLst>
          </p:nvPr>
        </p:nvGraphicFramePr>
        <p:xfrm>
          <a:off x="3000375" y="1220880"/>
          <a:ext cx="2604684" cy="979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280" imgH="406080" progId="Equation.DSMT4">
                  <p:embed/>
                </p:oleObj>
              </mc:Choice>
              <mc:Fallback>
                <p:oleObj name="Equation" r:id="rId2" imgW="1079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1220880"/>
                        <a:ext cx="2604684" cy="9791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200213"/>
              </p:ext>
            </p:extLst>
          </p:nvPr>
        </p:nvGraphicFramePr>
        <p:xfrm>
          <a:off x="2736319" y="2326100"/>
          <a:ext cx="4022825" cy="1021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00200" imgH="406080" progId="Equation.DSMT4">
                  <p:embed/>
                </p:oleObj>
              </mc:Choice>
              <mc:Fallback>
                <p:oleObj name="Equation" r:id="rId4" imgW="16002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319" y="2326100"/>
                        <a:ext cx="4022825" cy="10217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0" name="Text Box 14"/>
          <p:cNvSpPr txBox="1">
            <a:spLocks noChangeArrowheads="1"/>
          </p:cNvSpPr>
          <p:nvPr/>
        </p:nvSpPr>
        <p:spPr bwMode="auto">
          <a:xfrm>
            <a:off x="1849293" y="3724008"/>
            <a:ext cx="289978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有问题没有？</a:t>
            </a:r>
          </a:p>
        </p:txBody>
      </p:sp>
      <p:sp>
        <p:nvSpPr>
          <p:cNvPr id="50191" name="Line 15"/>
          <p:cNvSpPr>
            <a:spLocks noChangeShapeType="1"/>
          </p:cNvSpPr>
          <p:nvPr/>
        </p:nvSpPr>
        <p:spPr bwMode="auto">
          <a:xfrm flipH="1">
            <a:off x="6873444" y="2303788"/>
            <a:ext cx="600075" cy="10382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2" name="Line 16"/>
          <p:cNvSpPr>
            <a:spLocks noChangeShapeType="1"/>
          </p:cNvSpPr>
          <p:nvPr/>
        </p:nvSpPr>
        <p:spPr bwMode="auto">
          <a:xfrm>
            <a:off x="6873444" y="2309651"/>
            <a:ext cx="666893" cy="1038226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019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6262683"/>
              </p:ext>
            </p:extLst>
          </p:nvPr>
        </p:nvGraphicFramePr>
        <p:xfrm>
          <a:off x="6960705" y="3724008"/>
          <a:ext cx="2624065" cy="455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38482" imgH="266673" progId="Equation.3">
                  <p:embed/>
                </p:oleObj>
              </mc:Choice>
              <mc:Fallback>
                <p:oleObj name="公式" r:id="rId6" imgW="1838482" imgH="266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0705" y="3724008"/>
                        <a:ext cx="2624065" cy="455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3" name="Text Box 18"/>
          <p:cNvSpPr txBox="1">
            <a:spLocks noChangeArrowheads="1"/>
          </p:cNvSpPr>
          <p:nvPr/>
        </p:nvSpPr>
        <p:spPr bwMode="auto">
          <a:xfrm>
            <a:off x="1830301" y="2641757"/>
            <a:ext cx="9060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28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90" grpId="0"/>
      <p:bldP spid="50191" grpId="0" animBg="1"/>
      <p:bldP spid="50192" grpId="0" animBg="1"/>
      <p:bldP spid="471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8"/>
          <p:cNvSpPr txBox="1">
            <a:spLocks noChangeArrowheads="1"/>
          </p:cNvSpPr>
          <p:nvPr/>
        </p:nvSpPr>
        <p:spPr bwMode="auto">
          <a:xfrm>
            <a:off x="1829522" y="1229239"/>
            <a:ext cx="116205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17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8131" name="Text Box 11"/>
          <p:cNvSpPr txBox="1">
            <a:spLocks noChangeArrowheads="1"/>
          </p:cNvSpPr>
          <p:nvPr/>
        </p:nvSpPr>
        <p:spPr bwMode="auto">
          <a:xfrm>
            <a:off x="1829522" y="2250979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813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908581"/>
              </p:ext>
            </p:extLst>
          </p:nvPr>
        </p:nvGraphicFramePr>
        <p:xfrm>
          <a:off x="3295040" y="1032081"/>
          <a:ext cx="2570884" cy="96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280" imgH="406080" progId="Equation.DSMT4">
                  <p:embed/>
                </p:oleObj>
              </mc:Choice>
              <mc:Fallback>
                <p:oleObj name="Equation" r:id="rId2" imgW="1079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5040" y="1032081"/>
                        <a:ext cx="2570884" cy="96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24810"/>
              </p:ext>
            </p:extLst>
          </p:nvPr>
        </p:nvGraphicFramePr>
        <p:xfrm>
          <a:off x="2675093" y="2079398"/>
          <a:ext cx="8221123" cy="904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95400" imgH="406080" progId="Equation.DSMT4">
                  <p:embed/>
                </p:oleObj>
              </mc:Choice>
              <mc:Fallback>
                <p:oleObj name="Equation" r:id="rId4" imgW="3695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5093" y="2079398"/>
                        <a:ext cx="8221123" cy="9040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2155472"/>
              </p:ext>
            </p:extLst>
          </p:nvPr>
        </p:nvGraphicFramePr>
        <p:xfrm>
          <a:off x="2921233" y="3048355"/>
          <a:ext cx="4098639" cy="92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03240" imgH="406080" progId="Equation.DSMT4">
                  <p:embed/>
                </p:oleObj>
              </mc:Choice>
              <mc:Fallback>
                <p:oleObj name="Equation" r:id="rId6" imgW="18032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233" y="3048355"/>
                        <a:ext cx="4098639" cy="92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6059338"/>
              </p:ext>
            </p:extLst>
          </p:nvPr>
        </p:nvGraphicFramePr>
        <p:xfrm>
          <a:off x="1829522" y="4110211"/>
          <a:ext cx="7074333" cy="988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08080" imgH="406080" progId="Equation.DSMT4">
                  <p:embed/>
                </p:oleObj>
              </mc:Choice>
              <mc:Fallback>
                <p:oleObj name="Equation" r:id="rId8" imgW="2908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9522" y="4110211"/>
                        <a:ext cx="7074333" cy="9885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9108892"/>
              </p:ext>
            </p:extLst>
          </p:nvPr>
        </p:nvGraphicFramePr>
        <p:xfrm>
          <a:off x="1829522" y="5098764"/>
          <a:ext cx="4395355" cy="943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92160" imgH="406080" progId="Equation.DSMT4">
                  <p:embed/>
                </p:oleObj>
              </mc:Choice>
              <mc:Fallback>
                <p:oleObj name="Equation" r:id="rId10" imgW="18921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9522" y="5098764"/>
                        <a:ext cx="4395355" cy="9439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75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8"/>
          <p:cNvSpPr txBox="1">
            <a:spLocks noChangeArrowheads="1"/>
          </p:cNvSpPr>
          <p:nvPr/>
        </p:nvSpPr>
        <p:spPr bwMode="auto">
          <a:xfrm>
            <a:off x="1797049" y="1149808"/>
            <a:ext cx="1162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18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22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034446"/>
              </p:ext>
            </p:extLst>
          </p:nvPr>
        </p:nvGraphicFramePr>
        <p:xfrm>
          <a:off x="3086644" y="915075"/>
          <a:ext cx="3118860" cy="1061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880" imgH="444240" progId="Equation.DSMT4">
                  <p:embed/>
                </p:oleObj>
              </mc:Choice>
              <mc:Fallback>
                <p:oleObj name="Equation" r:id="rId2" imgW="13078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644" y="915075"/>
                        <a:ext cx="3118860" cy="10613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186165"/>
              </p:ext>
            </p:extLst>
          </p:nvPr>
        </p:nvGraphicFramePr>
        <p:xfrm>
          <a:off x="2828924" y="2012925"/>
          <a:ext cx="2531341" cy="465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04840" imgH="203040" progId="Equation.DSMT4">
                  <p:embed/>
                </p:oleObj>
              </mc:Choice>
              <mc:Fallback>
                <p:oleObj name="Equation" r:id="rId4" imgW="1104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924" y="2012925"/>
                        <a:ext cx="2531341" cy="4651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59293"/>
              </p:ext>
            </p:extLst>
          </p:nvPr>
        </p:nvGraphicFramePr>
        <p:xfrm>
          <a:off x="2828924" y="2625403"/>
          <a:ext cx="5908676" cy="51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89040" imgH="215640" progId="Equation.DSMT4">
                  <p:embed/>
                </p:oleObj>
              </mc:Choice>
              <mc:Fallback>
                <p:oleObj name="Equation" r:id="rId6" imgW="2489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924" y="2625403"/>
                        <a:ext cx="5908676" cy="51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4167051"/>
              </p:ext>
            </p:extLst>
          </p:nvPr>
        </p:nvGraphicFramePr>
        <p:xfrm>
          <a:off x="1927224" y="3094012"/>
          <a:ext cx="5838932" cy="914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90560" imgH="406080" progId="Equation.DSMT4">
                  <p:embed/>
                </p:oleObj>
              </mc:Choice>
              <mc:Fallback>
                <p:oleObj name="Equation" r:id="rId8" imgW="25905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7224" y="3094012"/>
                        <a:ext cx="5838932" cy="9140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869785"/>
              </p:ext>
            </p:extLst>
          </p:nvPr>
        </p:nvGraphicFramePr>
        <p:xfrm>
          <a:off x="2828924" y="3891480"/>
          <a:ext cx="4287152" cy="1015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30320" imgH="457200" progId="Equation.DSMT4">
                  <p:embed/>
                </p:oleObj>
              </mc:Choice>
              <mc:Fallback>
                <p:oleObj name="Equation" r:id="rId10" imgW="19303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924" y="3891480"/>
                        <a:ext cx="4287152" cy="10153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567781"/>
              </p:ext>
            </p:extLst>
          </p:nvPr>
        </p:nvGraphicFramePr>
        <p:xfrm>
          <a:off x="4517087" y="4743721"/>
          <a:ext cx="1883207" cy="869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25480" imgH="380880" progId="Equation.DSMT4">
                  <p:embed/>
                </p:oleObj>
              </mc:Choice>
              <mc:Fallback>
                <p:oleObj name="Equation" r:id="rId12" imgW="8254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7087" y="4743721"/>
                        <a:ext cx="1883207" cy="8691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78641"/>
              </p:ext>
            </p:extLst>
          </p:nvPr>
        </p:nvGraphicFramePr>
        <p:xfrm>
          <a:off x="4517087" y="5463424"/>
          <a:ext cx="5155406" cy="740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387520" imgH="342720" progId="Equation.DSMT4">
                  <p:embed/>
                </p:oleObj>
              </mc:Choice>
              <mc:Fallback>
                <p:oleObj name="Equation" r:id="rId14" imgW="23875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7087" y="5463424"/>
                        <a:ext cx="5155406" cy="7404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2" name="矩形 1"/>
          <p:cNvSpPr>
            <a:spLocks noChangeArrowheads="1"/>
          </p:cNvSpPr>
          <p:nvPr/>
        </p:nvSpPr>
        <p:spPr bwMode="auto">
          <a:xfrm>
            <a:off x="1927224" y="2045266"/>
            <a:ext cx="901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07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8"/>
          <p:cNvSpPr txBox="1">
            <a:spLocks noChangeArrowheads="1"/>
          </p:cNvSpPr>
          <p:nvPr/>
        </p:nvSpPr>
        <p:spPr bwMode="auto">
          <a:xfrm>
            <a:off x="1622669" y="1300834"/>
            <a:ext cx="1162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19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0179" name="Text Box 11"/>
          <p:cNvSpPr txBox="1">
            <a:spLocks noChangeArrowheads="1"/>
          </p:cNvSpPr>
          <p:nvPr/>
        </p:nvSpPr>
        <p:spPr bwMode="auto">
          <a:xfrm>
            <a:off x="1670050" y="2233788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326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703677"/>
              </p:ext>
            </p:extLst>
          </p:nvPr>
        </p:nvGraphicFramePr>
        <p:xfrm>
          <a:off x="3023111" y="1106270"/>
          <a:ext cx="3499513" cy="103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60160" imgH="431640" progId="Equation.DSMT4">
                  <p:embed/>
                </p:oleObj>
              </mc:Choice>
              <mc:Fallback>
                <p:oleObj name="Equation" r:id="rId2" imgW="1460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3111" y="1106270"/>
                        <a:ext cx="3499513" cy="103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261" name="Group 13"/>
          <p:cNvGrpSpPr>
            <a:grpSpLocks/>
          </p:cNvGrpSpPr>
          <p:nvPr/>
        </p:nvGrpSpPr>
        <p:grpSpPr bwMode="auto">
          <a:xfrm>
            <a:off x="8476097" y="589429"/>
            <a:ext cx="3595688" cy="1430338"/>
            <a:chOff x="3185" y="181"/>
            <a:chExt cx="2265" cy="901"/>
          </a:xfrm>
        </p:grpSpPr>
        <p:sp>
          <p:nvSpPr>
            <p:cNvPr id="50189" name="Rectangle 14"/>
            <p:cNvSpPr>
              <a:spLocks noChangeArrowheads="1"/>
            </p:cNvSpPr>
            <p:nvPr/>
          </p:nvSpPr>
          <p:spPr bwMode="auto">
            <a:xfrm>
              <a:off x="3185" y="181"/>
              <a:ext cx="2265" cy="901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50190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8515097"/>
                </p:ext>
              </p:extLst>
            </p:nvPr>
          </p:nvGraphicFramePr>
          <p:xfrm>
            <a:off x="3232" y="181"/>
            <a:ext cx="2218" cy="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26920" imgH="672840" progId="Equation.DSMT4">
                    <p:embed/>
                  </p:oleObj>
                </mc:Choice>
                <mc:Fallback>
                  <p:oleObj name="Equation" r:id="rId4" imgW="1726920" imgH="6728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2" y="181"/>
                          <a:ext cx="2218" cy="8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2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43132"/>
              </p:ext>
            </p:extLst>
          </p:nvPr>
        </p:nvGraphicFramePr>
        <p:xfrm>
          <a:off x="2714571" y="2317069"/>
          <a:ext cx="6469062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06560" imgH="215640" progId="Equation.DSMT4">
                  <p:embed/>
                </p:oleObj>
              </mc:Choice>
              <mc:Fallback>
                <p:oleObj name="Equation" r:id="rId6" imgW="2806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571" y="2317069"/>
                        <a:ext cx="6469062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788387"/>
              </p:ext>
            </p:extLst>
          </p:nvPr>
        </p:nvGraphicFramePr>
        <p:xfrm>
          <a:off x="1777520" y="2892274"/>
          <a:ext cx="8133750" cy="102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29000" imgH="431640" progId="Equation.DSMT4">
                  <p:embed/>
                </p:oleObj>
              </mc:Choice>
              <mc:Fallback>
                <p:oleObj name="Equation" r:id="rId8" imgW="3429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7520" y="2892274"/>
                        <a:ext cx="8133750" cy="102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146321"/>
              </p:ext>
            </p:extLst>
          </p:nvPr>
        </p:nvGraphicFramePr>
        <p:xfrm>
          <a:off x="1905844" y="3861598"/>
          <a:ext cx="7877103" cy="1086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14520" imgH="457200" progId="Equation.DSMT4">
                  <p:embed/>
                </p:oleObj>
              </mc:Choice>
              <mc:Fallback>
                <p:oleObj name="Equation" r:id="rId10" imgW="33145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844" y="3861598"/>
                        <a:ext cx="7877103" cy="10864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7295873"/>
              </p:ext>
            </p:extLst>
          </p:nvPr>
        </p:nvGraphicFramePr>
        <p:xfrm>
          <a:off x="1905844" y="4796867"/>
          <a:ext cx="9556907" cy="116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470120" imgH="545760" progId="Equation.DSMT4">
                  <p:embed/>
                </p:oleObj>
              </mc:Choice>
              <mc:Fallback>
                <p:oleObj name="Equation" r:id="rId12" imgW="447012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844" y="4796867"/>
                        <a:ext cx="9556907" cy="1167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0" name="Text Box 22"/>
          <p:cNvSpPr txBox="1">
            <a:spLocks noChangeArrowheads="1"/>
          </p:cNvSpPr>
          <p:nvPr/>
        </p:nvSpPr>
        <p:spPr bwMode="auto">
          <a:xfrm>
            <a:off x="6160609" y="6127750"/>
            <a:ext cx="117306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不存在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4772868" y="6127750"/>
            <a:ext cx="3948545" cy="0"/>
            <a:chOff x="4793673" y="5800909"/>
            <a:chExt cx="3948545" cy="0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4793673" y="5800909"/>
              <a:ext cx="178261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6959600" y="5800909"/>
              <a:ext cx="178261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62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/>
      <p:bldP spid="5327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8803811"/>
              </p:ext>
            </p:extLst>
          </p:nvPr>
        </p:nvGraphicFramePr>
        <p:xfrm>
          <a:off x="1377961" y="1761814"/>
          <a:ext cx="9727449" cy="1043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40000" imgH="444240" progId="Equation.DSMT4">
                  <p:embed/>
                </p:oleObj>
              </mc:Choice>
              <mc:Fallback>
                <p:oleObj name="Equation" r:id="rId2" imgW="4140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7961" y="1761814"/>
                        <a:ext cx="9727449" cy="10439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937700"/>
              </p:ext>
            </p:extLst>
          </p:nvPr>
        </p:nvGraphicFramePr>
        <p:xfrm>
          <a:off x="1298829" y="3031560"/>
          <a:ext cx="5161829" cy="1014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97080" imgH="431640" progId="Equation.DSMT4">
                  <p:embed/>
                </p:oleObj>
              </mc:Choice>
              <mc:Fallback>
                <p:oleObj name="Equation" r:id="rId4" imgW="2197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829" y="3031560"/>
                        <a:ext cx="5161829" cy="10144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06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8"/>
          <p:cNvSpPr txBox="1">
            <a:spLocks noChangeArrowheads="1"/>
          </p:cNvSpPr>
          <p:nvPr/>
        </p:nvSpPr>
        <p:spPr bwMode="auto">
          <a:xfrm>
            <a:off x="1371966" y="1441266"/>
            <a:ext cx="10223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20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2227" name="Text Box 11"/>
          <p:cNvSpPr txBox="1">
            <a:spLocks noChangeArrowheads="1"/>
          </p:cNvSpPr>
          <p:nvPr/>
        </p:nvSpPr>
        <p:spPr bwMode="auto">
          <a:xfrm>
            <a:off x="1401584" y="2439628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53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1935454"/>
              </p:ext>
            </p:extLst>
          </p:nvPr>
        </p:nvGraphicFramePr>
        <p:xfrm>
          <a:off x="2394316" y="1227552"/>
          <a:ext cx="8692478" cy="9917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84320" imgH="431640" progId="Equation.DSMT4">
                  <p:embed/>
                </p:oleObj>
              </mc:Choice>
              <mc:Fallback>
                <p:oleObj name="Equation" r:id="rId2" imgW="3784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4316" y="1227552"/>
                        <a:ext cx="8692478" cy="9917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8311419"/>
              </p:ext>
            </p:extLst>
          </p:nvPr>
        </p:nvGraphicFramePr>
        <p:xfrm>
          <a:off x="2228964" y="2454424"/>
          <a:ext cx="8870050" cy="504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97280" imgH="215640" progId="Equation.DSMT4">
                  <p:embed/>
                </p:oleObj>
              </mc:Choice>
              <mc:Fallback>
                <p:oleObj name="Equation" r:id="rId4" imgW="3797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964" y="2454424"/>
                        <a:ext cx="8870050" cy="5043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5367450"/>
              </p:ext>
            </p:extLst>
          </p:nvPr>
        </p:nvGraphicFramePr>
        <p:xfrm>
          <a:off x="2228964" y="3091618"/>
          <a:ext cx="6057034" cy="499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16120" imgH="215640" progId="Equation.DSMT4">
                  <p:embed/>
                </p:oleObj>
              </mc:Choice>
              <mc:Fallback>
                <p:oleObj name="Equation" r:id="rId6" imgW="2616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964" y="3091618"/>
                        <a:ext cx="6057034" cy="4998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094397"/>
              </p:ext>
            </p:extLst>
          </p:nvPr>
        </p:nvGraphicFramePr>
        <p:xfrm>
          <a:off x="2084517" y="3607005"/>
          <a:ext cx="9158943" cy="948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24000" imgH="406080" progId="Equation.DSMT4">
                  <p:embed/>
                </p:oleObj>
              </mc:Choice>
              <mc:Fallback>
                <p:oleObj name="Equation" r:id="rId8" imgW="3924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517" y="3607005"/>
                        <a:ext cx="9158943" cy="948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30730"/>
              </p:ext>
            </p:extLst>
          </p:nvPr>
        </p:nvGraphicFramePr>
        <p:xfrm>
          <a:off x="2163584" y="4600767"/>
          <a:ext cx="2491076" cy="516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41120" imgH="215640" progId="Equation.DSMT4">
                  <p:embed/>
                </p:oleObj>
              </mc:Choice>
              <mc:Fallback>
                <p:oleObj name="Equation" r:id="rId10" imgW="1041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3584" y="4600767"/>
                        <a:ext cx="2491076" cy="516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565412"/>
              </p:ext>
            </p:extLst>
          </p:nvPr>
        </p:nvGraphicFramePr>
        <p:xfrm>
          <a:off x="2001052" y="4858989"/>
          <a:ext cx="9097962" cy="159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51080" imgH="711000" progId="Equation.DSMT4">
                  <p:embed/>
                </p:oleObj>
              </mc:Choice>
              <mc:Fallback>
                <p:oleObj name="Equation" r:id="rId12" imgW="405108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1052" y="4858989"/>
                        <a:ext cx="9097962" cy="159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678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2279651" y="981075"/>
            <a:ext cx="275416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</a:rPr>
              <a:t>综上所述，得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14</a:t>
            </a:fld>
            <a:endParaRPr lang="zh-CN" altLang="en-US"/>
          </a:p>
        </p:txBody>
      </p:sp>
      <p:grpSp>
        <p:nvGrpSpPr>
          <p:cNvPr id="6" name="Group 7"/>
          <p:cNvGrpSpPr>
            <a:grpSpLocks/>
          </p:cNvGrpSpPr>
          <p:nvPr/>
        </p:nvGrpSpPr>
        <p:grpSpPr bwMode="auto">
          <a:xfrm>
            <a:off x="2364301" y="2288271"/>
            <a:ext cx="6805874" cy="1820949"/>
            <a:chOff x="610" y="1162"/>
            <a:chExt cx="4298" cy="1053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610" y="1162"/>
              <a:ext cx="4298" cy="1053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4800256"/>
                </p:ext>
              </p:extLst>
            </p:nvPr>
          </p:nvGraphicFramePr>
          <p:xfrm>
            <a:off x="1022" y="1190"/>
            <a:ext cx="3763" cy="9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489040" imgH="660240" progId="Equation.DSMT4">
                    <p:embed/>
                  </p:oleObj>
                </mc:Choice>
                <mc:Fallback>
                  <p:oleObj name="Equation" r:id="rId2" imgW="2489040" imgH="660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2" y="1190"/>
                          <a:ext cx="3763" cy="9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3315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1563609" y="2142637"/>
            <a:ext cx="507841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2. 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瑕积分敛散性的判别法</a:t>
            </a:r>
          </a:p>
        </p:txBody>
      </p:sp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1563609" y="2937532"/>
            <a:ext cx="938414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b="1" dirty="0">
                <a:latin typeface="宋体" panose="02010600030101010101" pitchFamily="2" charset="-122"/>
              </a:rPr>
              <a:t>瑕积分敛散性的判别法与无穷积分的情形类似，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我们仅介绍常用的方法</a:t>
            </a:r>
            <a:r>
              <a:rPr lang="en-US" altLang="zh-CN" b="1" dirty="0">
                <a:latin typeface="宋体" panose="02010600030101010101" pitchFamily="2" charset="-122"/>
              </a:rPr>
              <a:t>. 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14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/>
          <p:cNvGrpSpPr>
            <a:grpSpLocks/>
          </p:cNvGrpSpPr>
          <p:nvPr/>
        </p:nvGrpSpPr>
        <p:grpSpPr bwMode="auto">
          <a:xfrm>
            <a:off x="560331" y="1308694"/>
            <a:ext cx="11100446" cy="4746172"/>
            <a:chOff x="469" y="480"/>
            <a:chExt cx="5341" cy="4118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5298" name="Text Box 4"/>
          <p:cNvSpPr txBox="1">
            <a:spLocks noChangeArrowheads="1"/>
          </p:cNvSpPr>
          <p:nvPr/>
        </p:nvSpPr>
        <p:spPr bwMode="auto">
          <a:xfrm>
            <a:off x="1414042" y="1716287"/>
            <a:ext cx="10255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定理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2518699" y="1744396"/>
            <a:ext cx="39512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瑕积分的比较判别法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83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696620"/>
              </p:ext>
            </p:extLst>
          </p:nvPr>
        </p:nvGraphicFramePr>
        <p:xfrm>
          <a:off x="1582850" y="2571260"/>
          <a:ext cx="9499287" cy="49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14800" imgH="215640" progId="Equation.DSMT4">
                  <p:embed/>
                </p:oleObj>
              </mc:Choice>
              <mc:Fallback>
                <p:oleObj name="Equation" r:id="rId2" imgW="4114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850" y="2571260"/>
                        <a:ext cx="9499287" cy="4984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884776"/>
              </p:ext>
            </p:extLst>
          </p:nvPr>
        </p:nvGraphicFramePr>
        <p:xfrm>
          <a:off x="1274538" y="3367873"/>
          <a:ext cx="58388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9800" imgH="215640" progId="Equation.DSMT4">
                  <p:embed/>
                </p:oleObj>
              </mc:Choice>
              <mc:Fallback>
                <p:oleObj name="Equation" r:id="rId4" imgW="2539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538" y="3367873"/>
                        <a:ext cx="5838825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94000"/>
              </p:ext>
            </p:extLst>
          </p:nvPr>
        </p:nvGraphicFramePr>
        <p:xfrm>
          <a:off x="1582850" y="4103583"/>
          <a:ext cx="7400988" cy="745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76360" imgH="330120" progId="Equation.DSMT4">
                  <p:embed/>
                </p:oleObj>
              </mc:Choice>
              <mc:Fallback>
                <p:oleObj name="Equation" r:id="rId6" imgW="32763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850" y="4103583"/>
                        <a:ext cx="7400988" cy="7458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273084"/>
              </p:ext>
            </p:extLst>
          </p:nvPr>
        </p:nvGraphicFramePr>
        <p:xfrm>
          <a:off x="1521303" y="4887088"/>
          <a:ext cx="698658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36680" imgH="330120" progId="Equation.DSMT4">
                  <p:embed/>
                </p:oleObj>
              </mc:Choice>
              <mc:Fallback>
                <p:oleObj name="Equation" r:id="rId8" imgW="31366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1303" y="4887088"/>
                        <a:ext cx="6986587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89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/>
          <p:cNvGrpSpPr>
            <a:grpSpLocks/>
          </p:cNvGrpSpPr>
          <p:nvPr/>
        </p:nvGrpSpPr>
        <p:grpSpPr bwMode="auto">
          <a:xfrm>
            <a:off x="554118" y="581762"/>
            <a:ext cx="11056903" cy="5773783"/>
            <a:chOff x="469" y="480"/>
            <a:chExt cx="5341" cy="4118"/>
          </a:xfrm>
        </p:grpSpPr>
        <p:sp>
          <p:nvSpPr>
            <p:cNvPr id="13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6322" name="Text Box 4"/>
          <p:cNvSpPr txBox="1">
            <a:spLocks noChangeArrowheads="1"/>
          </p:cNvSpPr>
          <p:nvPr/>
        </p:nvSpPr>
        <p:spPr bwMode="auto">
          <a:xfrm>
            <a:off x="1370814" y="961704"/>
            <a:ext cx="10239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定理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2187274" y="919548"/>
            <a:ext cx="41698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比较判别法的极限形式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93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704909"/>
              </p:ext>
            </p:extLst>
          </p:nvPr>
        </p:nvGraphicFramePr>
        <p:xfrm>
          <a:off x="1294536" y="3392262"/>
          <a:ext cx="9625172" cy="758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0760" imgH="330120" progId="Equation.DSMT4">
                  <p:embed/>
                </p:oleObj>
              </mc:Choice>
              <mc:Fallback>
                <p:oleObj name="Equation" r:id="rId2" imgW="41907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4536" y="3392262"/>
                        <a:ext cx="9625172" cy="7583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6885873"/>
              </p:ext>
            </p:extLst>
          </p:nvPr>
        </p:nvGraphicFramePr>
        <p:xfrm>
          <a:off x="1976900" y="4063082"/>
          <a:ext cx="3415289" cy="504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0160" imgH="215640" progId="Equation.DSMT4">
                  <p:embed/>
                </p:oleObj>
              </mc:Choice>
              <mc:Fallback>
                <p:oleObj name="Equation" r:id="rId4" imgW="1460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900" y="4063082"/>
                        <a:ext cx="3415289" cy="5048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536389"/>
              </p:ext>
            </p:extLst>
          </p:nvPr>
        </p:nvGraphicFramePr>
        <p:xfrm>
          <a:off x="1882783" y="2526220"/>
          <a:ext cx="5067155" cy="946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11200" imgH="431640" progId="Equation.DSMT4">
                  <p:embed/>
                </p:oleObj>
              </mc:Choice>
              <mc:Fallback>
                <p:oleObj name="Equation" r:id="rId6" imgW="2311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783" y="2526220"/>
                        <a:ext cx="5067155" cy="9466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897908"/>
              </p:ext>
            </p:extLst>
          </p:nvPr>
        </p:nvGraphicFramePr>
        <p:xfrm>
          <a:off x="1338983" y="4567951"/>
          <a:ext cx="9833350" cy="745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356000" imgH="330120" progId="Equation.DSMT4">
                  <p:embed/>
                </p:oleObj>
              </mc:Choice>
              <mc:Fallback>
                <p:oleObj name="Equation" r:id="rId8" imgW="43560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8983" y="4567951"/>
                        <a:ext cx="9833350" cy="7453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52225"/>
              </p:ext>
            </p:extLst>
          </p:nvPr>
        </p:nvGraphicFramePr>
        <p:xfrm>
          <a:off x="1294536" y="5313336"/>
          <a:ext cx="9576069" cy="719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394160" imgH="330120" progId="Equation.DSMT4">
                  <p:embed/>
                </p:oleObj>
              </mc:Choice>
              <mc:Fallback>
                <p:oleObj name="Equation" r:id="rId10" imgW="43941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4536" y="5313336"/>
                        <a:ext cx="9576069" cy="7195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249660"/>
              </p:ext>
            </p:extLst>
          </p:nvPr>
        </p:nvGraphicFramePr>
        <p:xfrm>
          <a:off x="1294536" y="2098483"/>
          <a:ext cx="662781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69920" imgH="215640" progId="Equation.DSMT4">
                  <p:embed/>
                </p:oleObj>
              </mc:Choice>
              <mc:Fallback>
                <p:oleObj name="Equation" r:id="rId12" imgW="28699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4536" y="2098483"/>
                        <a:ext cx="6627813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031354"/>
              </p:ext>
            </p:extLst>
          </p:nvPr>
        </p:nvGraphicFramePr>
        <p:xfrm>
          <a:off x="1338983" y="1504583"/>
          <a:ext cx="983335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165560" imgH="215640" progId="Equation.DSMT4">
                  <p:embed/>
                </p:oleObj>
              </mc:Choice>
              <mc:Fallback>
                <p:oleObj name="Equation" r:id="rId14" imgW="4165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8983" y="1504583"/>
                        <a:ext cx="983335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97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/>
          <p:cNvGrpSpPr>
            <a:grpSpLocks/>
          </p:cNvGrpSpPr>
          <p:nvPr/>
        </p:nvGrpSpPr>
        <p:grpSpPr bwMode="auto">
          <a:xfrm>
            <a:off x="551537" y="1231081"/>
            <a:ext cx="11100447" cy="5164183"/>
            <a:chOff x="469" y="480"/>
            <a:chExt cx="5341" cy="4118"/>
          </a:xfrm>
        </p:grpSpPr>
        <p:sp>
          <p:nvSpPr>
            <p:cNvPr id="12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6322" name="Text Box 4"/>
          <p:cNvSpPr txBox="1">
            <a:spLocks noChangeArrowheads="1"/>
          </p:cNvSpPr>
          <p:nvPr/>
        </p:nvSpPr>
        <p:spPr bwMode="auto">
          <a:xfrm>
            <a:off x="1347412" y="1628279"/>
            <a:ext cx="10239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定理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2346325" y="1573887"/>
            <a:ext cx="62642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比较判别法的极限形式：另一表达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93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82586"/>
              </p:ext>
            </p:extLst>
          </p:nvPr>
        </p:nvGraphicFramePr>
        <p:xfrm>
          <a:off x="1347412" y="4302852"/>
          <a:ext cx="9798050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67080" imgH="330120" progId="Equation.DSMT4">
                  <p:embed/>
                </p:oleObj>
              </mc:Choice>
              <mc:Fallback>
                <p:oleObj name="Equation" r:id="rId2" imgW="42670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7412" y="4302852"/>
                        <a:ext cx="9798050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341352"/>
              </p:ext>
            </p:extLst>
          </p:nvPr>
        </p:nvGraphicFramePr>
        <p:xfrm>
          <a:off x="1386916" y="3339304"/>
          <a:ext cx="4398963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06280" imgH="431640" progId="Equation.DSMT4">
                  <p:embed/>
                </p:oleObj>
              </mc:Choice>
              <mc:Fallback>
                <p:oleObj name="Equation" r:id="rId4" imgW="2006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6916" y="3339304"/>
                        <a:ext cx="4398963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12187"/>
              </p:ext>
            </p:extLst>
          </p:nvPr>
        </p:nvGraphicFramePr>
        <p:xfrm>
          <a:off x="1318044" y="2894592"/>
          <a:ext cx="662781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69920" imgH="215640" progId="Equation.DSMT4">
                  <p:embed/>
                </p:oleObj>
              </mc:Choice>
              <mc:Fallback>
                <p:oleObj name="Equation" r:id="rId6" imgW="28699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8044" y="2894592"/>
                        <a:ext cx="6627813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5094046"/>
              </p:ext>
            </p:extLst>
          </p:nvPr>
        </p:nvGraphicFramePr>
        <p:xfrm>
          <a:off x="1312112" y="2245811"/>
          <a:ext cx="983335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65560" imgH="215640" progId="Equation.DSMT4">
                  <p:embed/>
                </p:oleObj>
              </mc:Choice>
              <mc:Fallback>
                <p:oleObj name="Equation" r:id="rId8" imgW="4165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112" y="2245811"/>
                        <a:ext cx="983335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639141"/>
              </p:ext>
            </p:extLst>
          </p:nvPr>
        </p:nvGraphicFramePr>
        <p:xfrm>
          <a:off x="1318044" y="5154401"/>
          <a:ext cx="9856787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292280" imgH="330120" progId="Equation.DSMT4">
                  <p:embed/>
                </p:oleObj>
              </mc:Choice>
              <mc:Fallback>
                <p:oleObj name="Equation" r:id="rId10" imgW="42922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8044" y="5154401"/>
                        <a:ext cx="9856787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420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/>
          <p:cNvGrpSpPr>
            <a:grpSpLocks/>
          </p:cNvGrpSpPr>
          <p:nvPr/>
        </p:nvGrpSpPr>
        <p:grpSpPr bwMode="auto">
          <a:xfrm>
            <a:off x="560330" y="2222999"/>
            <a:ext cx="10793470" cy="4225881"/>
            <a:chOff x="469" y="480"/>
            <a:chExt cx="5341" cy="4118"/>
          </a:xfrm>
        </p:grpSpPr>
        <p:sp>
          <p:nvSpPr>
            <p:cNvPr id="14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7346" name="Text Box 4"/>
          <p:cNvSpPr txBox="1">
            <a:spLocks noChangeArrowheads="1"/>
          </p:cNvSpPr>
          <p:nvPr/>
        </p:nvSpPr>
        <p:spPr bwMode="auto">
          <a:xfrm>
            <a:off x="1372556" y="2543687"/>
            <a:ext cx="10239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定理</a:t>
            </a:r>
          </a:p>
        </p:txBody>
      </p: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2396493" y="2571012"/>
            <a:ext cx="443489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瑕积分的柯西极限判别法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04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064577"/>
              </p:ext>
            </p:extLst>
          </p:nvPr>
        </p:nvGraphicFramePr>
        <p:xfrm>
          <a:off x="1261472" y="3133026"/>
          <a:ext cx="9379060" cy="522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73240" imgH="215640" progId="Equation.DSMT4">
                  <p:embed/>
                </p:oleObj>
              </mc:Choice>
              <mc:Fallback>
                <p:oleObj name="Equation" r:id="rId2" imgW="3873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1472" y="3133026"/>
                        <a:ext cx="9379060" cy="5222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346371"/>
              </p:ext>
            </p:extLst>
          </p:nvPr>
        </p:nvGraphicFramePr>
        <p:xfrm>
          <a:off x="1173162" y="3687154"/>
          <a:ext cx="9683750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00320" imgH="291960" progId="Equation.DSMT4">
                  <p:embed/>
                </p:oleObj>
              </mc:Choice>
              <mc:Fallback>
                <p:oleObj name="Equation" r:id="rId4" imgW="40003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3162" y="3687154"/>
                        <a:ext cx="9683750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9930847"/>
              </p:ext>
            </p:extLst>
          </p:nvPr>
        </p:nvGraphicFramePr>
        <p:xfrm>
          <a:off x="1372556" y="4180595"/>
          <a:ext cx="4559300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81080" imgH="330120" progId="Equation.DSMT4">
                  <p:embed/>
                </p:oleObj>
              </mc:Choice>
              <mc:Fallback>
                <p:oleObj name="Equation" r:id="rId6" imgW="19810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2556" y="4180595"/>
                        <a:ext cx="4559300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0042472"/>
              </p:ext>
            </p:extLst>
          </p:nvPr>
        </p:nvGraphicFramePr>
        <p:xfrm>
          <a:off x="1250950" y="5504519"/>
          <a:ext cx="4160838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66600" imgH="330120" progId="Equation.DSMT4">
                  <p:embed/>
                </p:oleObj>
              </mc:Choice>
              <mc:Fallback>
                <p:oleObj name="Equation" r:id="rId8" imgW="18666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950" y="5504519"/>
                        <a:ext cx="4160838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473353"/>
              </p:ext>
            </p:extLst>
          </p:nvPr>
        </p:nvGraphicFramePr>
        <p:xfrm>
          <a:off x="1173162" y="4957634"/>
          <a:ext cx="91313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48040" imgH="291960" progId="Equation.DSMT4">
                  <p:embed/>
                </p:oleObj>
              </mc:Choice>
              <mc:Fallback>
                <p:oleObj name="Equation" r:id="rId10" imgW="384804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3162" y="4957634"/>
                        <a:ext cx="913130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19</a:t>
            </a:fld>
            <a:endParaRPr lang="zh-CN" altLang="en-US"/>
          </a:p>
        </p:txBody>
      </p:sp>
      <p:grpSp>
        <p:nvGrpSpPr>
          <p:cNvPr id="16" name="Group 7"/>
          <p:cNvGrpSpPr>
            <a:grpSpLocks/>
          </p:cNvGrpSpPr>
          <p:nvPr/>
        </p:nvGrpSpPr>
        <p:grpSpPr bwMode="auto">
          <a:xfrm>
            <a:off x="7532976" y="847305"/>
            <a:ext cx="4477491" cy="1174586"/>
            <a:chOff x="1003" y="1162"/>
            <a:chExt cx="3050" cy="803"/>
          </a:xfrm>
        </p:grpSpPr>
        <p:sp>
          <p:nvSpPr>
            <p:cNvPr id="17" name="Rectangle 5"/>
            <p:cNvSpPr>
              <a:spLocks noChangeArrowheads="1"/>
            </p:cNvSpPr>
            <p:nvPr/>
          </p:nvSpPr>
          <p:spPr bwMode="auto">
            <a:xfrm>
              <a:off x="1003" y="1162"/>
              <a:ext cx="2984" cy="803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1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2554103"/>
                </p:ext>
              </p:extLst>
            </p:nvPr>
          </p:nvGraphicFramePr>
          <p:xfrm>
            <a:off x="1205" y="1171"/>
            <a:ext cx="2848" cy="7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489040" imgH="660240" progId="Equation.DSMT4">
                    <p:embed/>
                  </p:oleObj>
                </mc:Choice>
                <mc:Fallback>
                  <p:oleObj name="Equation" r:id="rId12" imgW="2489040" imgH="660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5" y="1171"/>
                          <a:ext cx="2848" cy="7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567843"/>
              </p:ext>
            </p:extLst>
          </p:nvPr>
        </p:nvGraphicFramePr>
        <p:xfrm>
          <a:off x="817726" y="932780"/>
          <a:ext cx="5859974" cy="761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682800" imgH="431640" progId="Equation.DSMT4">
                  <p:embed/>
                </p:oleObj>
              </mc:Choice>
              <mc:Fallback>
                <p:oleObj name="Equation" r:id="rId14" imgW="3682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726" y="932780"/>
                        <a:ext cx="5859974" cy="7619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5" descr="https://gimg2.baidu.com/image_search/src=http%3A%2F%2Fwww.jxzgrs.cn%2Fimg.php%3Fpic.51yuansu.com%2Fpic2%2Fcover%2F00%2F42%2F38%2F581388b90a093_610.jpg&amp;refer=http%3A%2F%2Fwww.jxzgrs.cn&amp;app=2002&amp;size=f9999,10000&amp;q=a80&amp;n=0&amp;g=0n&amp;fmt=jpeg?sec=1625399457&amp;t=068a66e7be9c4184749998fbee1b4a4d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930" y="1008354"/>
            <a:ext cx="621722" cy="621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本框 20"/>
          <p:cNvSpPr txBox="1"/>
          <p:nvPr/>
        </p:nvSpPr>
        <p:spPr>
          <a:xfrm>
            <a:off x="817726" y="1591004"/>
            <a:ext cx="11117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/>
              <a:t>可得：</a:t>
            </a:r>
          </a:p>
        </p:txBody>
      </p:sp>
    </p:spTree>
    <p:extLst>
      <p:ext uri="{BB962C8B-B14F-4D97-AF65-F5344CB8AC3E}">
        <p14:creationId xmlns:p14="http://schemas.microsoft.com/office/powerpoint/2010/main" val="115749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0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0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5894393"/>
              </p:ext>
            </p:extLst>
          </p:nvPr>
        </p:nvGraphicFramePr>
        <p:xfrm>
          <a:off x="2839100" y="1172110"/>
          <a:ext cx="5953720" cy="1106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3800" imgH="431640" progId="Equation.DSMT4">
                  <p:embed/>
                </p:oleObj>
              </mc:Choice>
              <mc:Fallback>
                <p:oleObj name="Equation" r:id="rId2" imgW="2323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9100" y="1172110"/>
                        <a:ext cx="5953720" cy="11061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499097"/>
              </p:ext>
            </p:extLst>
          </p:nvPr>
        </p:nvGraphicFramePr>
        <p:xfrm>
          <a:off x="2708131" y="2193187"/>
          <a:ext cx="7060978" cy="1043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20680" imgH="431640" progId="Equation.DSMT4">
                  <p:embed/>
                </p:oleObj>
              </mc:Choice>
              <mc:Fallback>
                <p:oleObj name="Equation" r:id="rId4" imgW="29206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8131" y="2193187"/>
                        <a:ext cx="7060978" cy="10437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936730"/>
              </p:ext>
            </p:extLst>
          </p:nvPr>
        </p:nvGraphicFramePr>
        <p:xfrm>
          <a:off x="1926088" y="3253417"/>
          <a:ext cx="6735763" cy="1092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19160" imgH="457200" progId="Equation.DSMT4">
                  <p:embed/>
                </p:oleObj>
              </mc:Choice>
              <mc:Fallback>
                <p:oleObj name="Equation" r:id="rId6" imgW="28191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6088" y="3253417"/>
                        <a:ext cx="6735763" cy="10922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7333138"/>
              </p:ext>
            </p:extLst>
          </p:nvPr>
        </p:nvGraphicFramePr>
        <p:xfrm>
          <a:off x="2074862" y="4362136"/>
          <a:ext cx="7478712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24080" imgH="406080" progId="Equation.DSMT4">
                  <p:embed/>
                </p:oleObj>
              </mc:Choice>
              <mc:Fallback>
                <p:oleObj name="Equation" r:id="rId8" imgW="3124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862" y="4362136"/>
                        <a:ext cx="7478712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170154"/>
              </p:ext>
            </p:extLst>
          </p:nvPr>
        </p:nvGraphicFramePr>
        <p:xfrm>
          <a:off x="1926088" y="5330007"/>
          <a:ext cx="5705258" cy="1026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00120" imgH="431640" progId="Equation.DSMT4">
                  <p:embed/>
                </p:oleObj>
              </mc:Choice>
              <mc:Fallback>
                <p:oleObj name="Equation" r:id="rId10" imgW="24001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6088" y="5330007"/>
                        <a:ext cx="5705258" cy="10263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5" name="Text Box 8"/>
          <p:cNvSpPr txBox="1">
            <a:spLocks noChangeArrowheads="1"/>
          </p:cNvSpPr>
          <p:nvPr/>
        </p:nvSpPr>
        <p:spPr bwMode="auto">
          <a:xfrm>
            <a:off x="1749678" y="1346055"/>
            <a:ext cx="102393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21</a:t>
            </a:r>
          </a:p>
        </p:txBody>
      </p:sp>
      <p:sp>
        <p:nvSpPr>
          <p:cNvPr id="58376" name="Text Box 11"/>
          <p:cNvSpPr txBox="1">
            <a:spLocks noChangeArrowheads="1"/>
          </p:cNvSpPr>
          <p:nvPr/>
        </p:nvSpPr>
        <p:spPr bwMode="auto">
          <a:xfrm>
            <a:off x="1693862" y="2367132"/>
            <a:ext cx="762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88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7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4339426"/>
              </p:ext>
            </p:extLst>
          </p:nvPr>
        </p:nvGraphicFramePr>
        <p:xfrm>
          <a:off x="2890168" y="1335590"/>
          <a:ext cx="5149312" cy="963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520" imgH="406080" progId="Equation.DSMT4">
                  <p:embed/>
                </p:oleObj>
              </mc:Choice>
              <mc:Fallback>
                <p:oleObj name="Equation" r:id="rId2" imgW="2171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168" y="1335590"/>
                        <a:ext cx="5149312" cy="9636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2967150"/>
              </p:ext>
            </p:extLst>
          </p:nvPr>
        </p:nvGraphicFramePr>
        <p:xfrm>
          <a:off x="2705813" y="2344764"/>
          <a:ext cx="6469610" cy="945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81000" imgH="406080" progId="Equation.DSMT4">
                  <p:embed/>
                </p:oleObj>
              </mc:Choice>
              <mc:Fallback>
                <p:oleObj name="Equation" r:id="rId4" imgW="2781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813" y="2344764"/>
                        <a:ext cx="6469610" cy="945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478" name="Group 14"/>
          <p:cNvGrpSpPr>
            <a:grpSpLocks/>
          </p:cNvGrpSpPr>
          <p:nvPr/>
        </p:nvGrpSpPr>
        <p:grpSpPr bwMode="auto">
          <a:xfrm>
            <a:off x="2269330" y="3271623"/>
            <a:ext cx="5824538" cy="1470025"/>
            <a:chOff x="440" y="1656"/>
            <a:chExt cx="3669" cy="926"/>
          </a:xfrm>
        </p:grpSpPr>
        <p:graphicFrame>
          <p:nvGraphicFramePr>
            <p:cNvPr id="59401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0287897"/>
                </p:ext>
              </p:extLst>
            </p:nvPr>
          </p:nvGraphicFramePr>
          <p:xfrm>
            <a:off x="440" y="1693"/>
            <a:ext cx="3669" cy="8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463480" imgH="596880" progId="Equation.DSMT4">
                    <p:embed/>
                  </p:oleObj>
                </mc:Choice>
                <mc:Fallback>
                  <p:oleObj name="Equation" r:id="rId6" imgW="2463480" imgH="596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" y="1693"/>
                          <a:ext cx="3669" cy="8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9402" name="Group 16"/>
            <p:cNvGrpSpPr>
              <a:grpSpLocks/>
            </p:cNvGrpSpPr>
            <p:nvPr/>
          </p:nvGrpSpPr>
          <p:grpSpPr bwMode="auto">
            <a:xfrm>
              <a:off x="2380" y="1656"/>
              <a:ext cx="254" cy="250"/>
              <a:chOff x="2671" y="3636"/>
              <a:chExt cx="254" cy="250"/>
            </a:xfrm>
          </p:grpSpPr>
          <p:sp>
            <p:nvSpPr>
              <p:cNvPr id="59403" name="Oval 17"/>
              <p:cNvSpPr>
                <a:spLocks noChangeArrowheads="1"/>
              </p:cNvSpPr>
              <p:nvPr/>
            </p:nvSpPr>
            <p:spPr bwMode="auto">
              <a:xfrm>
                <a:off x="2699" y="3657"/>
                <a:ext cx="226" cy="226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4800">
                  <a:solidFill>
                    <a:srgbClr val="FF0000"/>
                  </a:solidFill>
                </a:endParaRPr>
              </a:p>
            </p:txBody>
          </p:sp>
          <p:sp>
            <p:nvSpPr>
              <p:cNvPr id="59404" name="Text Box 18"/>
              <p:cNvSpPr txBox="1">
                <a:spLocks noChangeArrowheads="1"/>
              </p:cNvSpPr>
              <p:nvPr/>
            </p:nvSpPr>
            <p:spPr bwMode="auto">
              <a:xfrm>
                <a:off x="2671" y="3636"/>
                <a:ext cx="24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罗</a:t>
                </a:r>
                <a:endParaRPr lang="zh-CN" altLang="en-US" sz="2400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</p:grpSp>
      <p:graphicFrame>
        <p:nvGraphicFramePr>
          <p:cNvPr id="6248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694766"/>
              </p:ext>
            </p:extLst>
          </p:nvPr>
        </p:nvGraphicFramePr>
        <p:xfrm>
          <a:off x="2182812" y="4630789"/>
          <a:ext cx="6564024" cy="5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06560" imgH="215640" progId="Equation.DSMT4">
                  <p:embed/>
                </p:oleObj>
              </mc:Choice>
              <mc:Fallback>
                <p:oleObj name="Equation" r:id="rId8" imgW="2806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812" y="4630789"/>
                        <a:ext cx="6564024" cy="5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2595068"/>
              </p:ext>
            </p:extLst>
          </p:nvPr>
        </p:nvGraphicFramePr>
        <p:xfrm>
          <a:off x="2096293" y="5218596"/>
          <a:ext cx="59975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03160" imgH="406080" progId="Equation.DSMT4">
                  <p:embed/>
                </p:oleObj>
              </mc:Choice>
              <mc:Fallback>
                <p:oleObj name="Equation" r:id="rId10" imgW="26031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6293" y="5218596"/>
                        <a:ext cx="599757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9" name="Text Box 8"/>
          <p:cNvSpPr txBox="1">
            <a:spLocks noChangeArrowheads="1"/>
          </p:cNvSpPr>
          <p:nvPr/>
        </p:nvSpPr>
        <p:spPr bwMode="auto">
          <a:xfrm>
            <a:off x="1780686" y="1531957"/>
            <a:ext cx="102393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22</a:t>
            </a:r>
          </a:p>
        </p:txBody>
      </p:sp>
      <p:sp>
        <p:nvSpPr>
          <p:cNvPr id="59400" name="Text Box 11"/>
          <p:cNvSpPr txBox="1">
            <a:spLocks noChangeArrowheads="1"/>
          </p:cNvSpPr>
          <p:nvPr/>
        </p:nvSpPr>
        <p:spPr bwMode="auto">
          <a:xfrm>
            <a:off x="1801812" y="2525041"/>
            <a:ext cx="762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029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5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0405442"/>
              </p:ext>
            </p:extLst>
          </p:nvPr>
        </p:nvGraphicFramePr>
        <p:xfrm>
          <a:off x="2744299" y="805244"/>
          <a:ext cx="6227762" cy="1416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79480" imgH="609480" progId="Equation.DSMT4">
                  <p:embed/>
                </p:oleObj>
              </mc:Choice>
              <mc:Fallback>
                <p:oleObj name="Equation" r:id="rId2" imgW="267948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299" y="805244"/>
                        <a:ext cx="6227762" cy="14167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7653916"/>
              </p:ext>
            </p:extLst>
          </p:nvPr>
        </p:nvGraphicFramePr>
        <p:xfrm>
          <a:off x="7792384" y="1774104"/>
          <a:ext cx="3646055" cy="1477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73120" imgH="596880" progId="Equation.DSMT4">
                  <p:embed/>
                </p:oleObj>
              </mc:Choice>
              <mc:Fallback>
                <p:oleObj name="Equation" r:id="rId4" imgW="1473120" imgH="596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2384" y="1774104"/>
                        <a:ext cx="3646055" cy="14772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172214"/>
              </p:ext>
            </p:extLst>
          </p:nvPr>
        </p:nvGraphicFramePr>
        <p:xfrm>
          <a:off x="1682318" y="2976466"/>
          <a:ext cx="6545263" cy="1050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68400" imgH="444240" progId="Equation.DSMT4">
                  <p:embed/>
                </p:oleObj>
              </mc:Choice>
              <mc:Fallback>
                <p:oleObj name="Equation" r:id="rId6" imgW="27684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318" y="2976466"/>
                        <a:ext cx="6545263" cy="10508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9261077"/>
              </p:ext>
            </p:extLst>
          </p:nvPr>
        </p:nvGraphicFramePr>
        <p:xfrm>
          <a:off x="2281317" y="2385575"/>
          <a:ext cx="5511067" cy="523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73040" imgH="215640" progId="Equation.DSMT4">
                  <p:embed/>
                </p:oleObj>
              </mc:Choice>
              <mc:Fallback>
                <p:oleObj name="Equation" r:id="rId8" imgW="2273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317" y="2385575"/>
                        <a:ext cx="5511067" cy="523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3630393"/>
              </p:ext>
            </p:extLst>
          </p:nvPr>
        </p:nvGraphicFramePr>
        <p:xfrm>
          <a:off x="1682318" y="4070081"/>
          <a:ext cx="6057312" cy="1072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38280" imgH="431640" progId="Equation.DSMT4">
                  <p:embed/>
                </p:oleObj>
              </mc:Choice>
              <mc:Fallback>
                <p:oleObj name="Equation" r:id="rId10" imgW="2438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318" y="4070081"/>
                        <a:ext cx="6057312" cy="10726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6171281"/>
              </p:ext>
            </p:extLst>
          </p:nvPr>
        </p:nvGraphicFramePr>
        <p:xfrm>
          <a:off x="1682318" y="4928511"/>
          <a:ext cx="5925460" cy="143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63480" imgH="596880" progId="Equation.DSMT4">
                  <p:embed/>
                </p:oleObj>
              </mc:Choice>
              <mc:Fallback>
                <p:oleObj name="Equation" r:id="rId12" imgW="2463480" imgH="596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318" y="4928511"/>
                        <a:ext cx="5925460" cy="143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3506" name="Group 18"/>
          <p:cNvGrpSpPr>
            <a:grpSpLocks/>
          </p:cNvGrpSpPr>
          <p:nvPr/>
        </p:nvGrpSpPr>
        <p:grpSpPr bwMode="auto">
          <a:xfrm>
            <a:off x="8111837" y="4363517"/>
            <a:ext cx="2305050" cy="485775"/>
            <a:chOff x="3877" y="2614"/>
            <a:chExt cx="1452" cy="306"/>
          </a:xfrm>
        </p:grpSpPr>
        <p:sp>
          <p:nvSpPr>
            <p:cNvPr id="60430" name="Rectangle 19"/>
            <p:cNvSpPr>
              <a:spLocks noChangeArrowheads="1"/>
            </p:cNvSpPr>
            <p:nvPr/>
          </p:nvSpPr>
          <p:spPr bwMode="auto">
            <a:xfrm>
              <a:off x="3877" y="2632"/>
              <a:ext cx="1452" cy="28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sp>
          <p:nvSpPr>
            <p:cNvPr id="60431" name="Text Box 20"/>
            <p:cNvSpPr txBox="1">
              <a:spLocks noChangeArrowheads="1"/>
            </p:cNvSpPr>
            <p:nvPr/>
          </p:nvSpPr>
          <p:spPr bwMode="auto">
            <a:xfrm>
              <a:off x="4011" y="2614"/>
              <a:ext cx="13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</a:rPr>
                <a:t>柯西判别法</a:t>
              </a:r>
            </a:p>
          </p:txBody>
        </p:sp>
      </p:grpSp>
      <p:grpSp>
        <p:nvGrpSpPr>
          <p:cNvPr id="63509" name="Group 21"/>
          <p:cNvGrpSpPr>
            <a:grpSpLocks/>
          </p:cNvGrpSpPr>
          <p:nvPr/>
        </p:nvGrpSpPr>
        <p:grpSpPr bwMode="auto">
          <a:xfrm>
            <a:off x="8111837" y="5548656"/>
            <a:ext cx="2305050" cy="485775"/>
            <a:chOff x="3877" y="2614"/>
            <a:chExt cx="1452" cy="306"/>
          </a:xfrm>
        </p:grpSpPr>
        <p:sp>
          <p:nvSpPr>
            <p:cNvPr id="60428" name="Rectangle 22"/>
            <p:cNvSpPr>
              <a:spLocks noChangeArrowheads="1"/>
            </p:cNvSpPr>
            <p:nvPr/>
          </p:nvSpPr>
          <p:spPr bwMode="auto">
            <a:xfrm>
              <a:off x="3877" y="2632"/>
              <a:ext cx="1452" cy="28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sp>
          <p:nvSpPr>
            <p:cNvPr id="60429" name="Text Box 23"/>
            <p:cNvSpPr txBox="1">
              <a:spLocks noChangeArrowheads="1"/>
            </p:cNvSpPr>
            <p:nvPr/>
          </p:nvSpPr>
          <p:spPr bwMode="auto">
            <a:xfrm>
              <a:off x="4011" y="2614"/>
              <a:ext cx="13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</a:rPr>
                <a:t>比较判别法</a:t>
              </a:r>
            </a:p>
          </p:txBody>
        </p:sp>
      </p:grpSp>
      <p:sp>
        <p:nvSpPr>
          <p:cNvPr id="60426" name="Text Box 8"/>
          <p:cNvSpPr txBox="1">
            <a:spLocks noChangeArrowheads="1"/>
          </p:cNvSpPr>
          <p:nvPr/>
        </p:nvSpPr>
        <p:spPr bwMode="auto">
          <a:xfrm>
            <a:off x="1523426" y="1327440"/>
            <a:ext cx="102393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23</a:t>
            </a:r>
          </a:p>
        </p:txBody>
      </p:sp>
      <p:sp>
        <p:nvSpPr>
          <p:cNvPr id="60427" name="Text Box 11"/>
          <p:cNvSpPr txBox="1">
            <a:spLocks noChangeArrowheads="1"/>
          </p:cNvSpPr>
          <p:nvPr/>
        </p:nvSpPr>
        <p:spPr bwMode="auto">
          <a:xfrm>
            <a:off x="1519317" y="2341430"/>
            <a:ext cx="762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386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3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3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9254671"/>
              </p:ext>
            </p:extLst>
          </p:nvPr>
        </p:nvGraphicFramePr>
        <p:xfrm>
          <a:off x="2418939" y="1084919"/>
          <a:ext cx="84756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36960" imgH="330120" progId="Equation.DSMT4">
                  <p:embed/>
                </p:oleObj>
              </mc:Choice>
              <mc:Fallback>
                <p:oleObj name="Equation" r:id="rId2" imgW="39369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8939" y="1084919"/>
                        <a:ext cx="84756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2532670"/>
              </p:ext>
            </p:extLst>
          </p:nvPr>
        </p:nvGraphicFramePr>
        <p:xfrm>
          <a:off x="2384887" y="1785054"/>
          <a:ext cx="6599819" cy="485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33640" imgH="215640" progId="Equation.DSMT4">
                  <p:embed/>
                </p:oleObj>
              </mc:Choice>
              <mc:Fallback>
                <p:oleObj name="Equation" r:id="rId4" imgW="2933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4887" y="1785054"/>
                        <a:ext cx="6599819" cy="4857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921741"/>
              </p:ext>
            </p:extLst>
          </p:nvPr>
        </p:nvGraphicFramePr>
        <p:xfrm>
          <a:off x="1475883" y="2274493"/>
          <a:ext cx="8726774" cy="477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49560" imgH="215640" progId="Equation.DSMT4">
                  <p:embed/>
                </p:oleObj>
              </mc:Choice>
              <mc:Fallback>
                <p:oleObj name="Equation" r:id="rId6" imgW="3949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883" y="2274493"/>
                        <a:ext cx="8726774" cy="4770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006773"/>
              </p:ext>
            </p:extLst>
          </p:nvPr>
        </p:nvGraphicFramePr>
        <p:xfrm>
          <a:off x="2362632" y="2664525"/>
          <a:ext cx="8977613" cy="932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279680" imgH="444240" progId="Equation.DSMT4">
                  <p:embed/>
                </p:oleObj>
              </mc:Choice>
              <mc:Fallback>
                <p:oleObj name="Equation" r:id="rId8" imgW="42796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632" y="2664525"/>
                        <a:ext cx="8977613" cy="9323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310778"/>
              </p:ext>
            </p:extLst>
          </p:nvPr>
        </p:nvGraphicFramePr>
        <p:xfrm>
          <a:off x="1485018" y="2905624"/>
          <a:ext cx="842454" cy="481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55320" imgH="203040" progId="Equation.DSMT4">
                  <p:embed/>
                </p:oleObj>
              </mc:Choice>
              <mc:Fallback>
                <p:oleObj name="Equation" r:id="rId10" imgW="355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018" y="2905624"/>
                        <a:ext cx="842454" cy="4814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495593"/>
              </p:ext>
            </p:extLst>
          </p:nvPr>
        </p:nvGraphicFramePr>
        <p:xfrm>
          <a:off x="1495570" y="3525707"/>
          <a:ext cx="7458438" cy="640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403440" imgH="291960" progId="Equation.DSMT4">
                  <p:embed/>
                </p:oleObj>
              </mc:Choice>
              <mc:Fallback>
                <p:oleObj name="Equation" r:id="rId12" imgW="340344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5570" y="3525707"/>
                        <a:ext cx="7458438" cy="6400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19645"/>
              </p:ext>
            </p:extLst>
          </p:nvPr>
        </p:nvGraphicFramePr>
        <p:xfrm>
          <a:off x="3538806" y="3990769"/>
          <a:ext cx="4089255" cy="81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04760" imgH="380880" progId="Equation.DSMT4">
                  <p:embed/>
                </p:oleObj>
              </mc:Choice>
              <mc:Fallback>
                <p:oleObj name="Equation" r:id="rId14" imgW="19047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8806" y="3990769"/>
                        <a:ext cx="4089255" cy="817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883361"/>
              </p:ext>
            </p:extLst>
          </p:nvPr>
        </p:nvGraphicFramePr>
        <p:xfrm>
          <a:off x="1504013" y="4814235"/>
          <a:ext cx="7789161" cy="637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568680" imgH="291960" progId="Equation.DSMT4">
                  <p:embed/>
                </p:oleObj>
              </mc:Choice>
              <mc:Fallback>
                <p:oleObj name="Equation" r:id="rId16" imgW="35686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013" y="4814235"/>
                        <a:ext cx="7789161" cy="6375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844301"/>
              </p:ext>
            </p:extLst>
          </p:nvPr>
        </p:nvGraphicFramePr>
        <p:xfrm>
          <a:off x="3686535" y="5247423"/>
          <a:ext cx="4118192" cy="862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879560" imgH="393480" progId="Equation.DSMT4">
                  <p:embed/>
                </p:oleObj>
              </mc:Choice>
              <mc:Fallback>
                <p:oleObj name="Equation" r:id="rId18" imgW="18795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6535" y="5247423"/>
                        <a:ext cx="4118192" cy="8625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2884201"/>
              </p:ext>
            </p:extLst>
          </p:nvPr>
        </p:nvGraphicFramePr>
        <p:xfrm>
          <a:off x="2387745" y="5917089"/>
          <a:ext cx="6391378" cy="713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958840" imgH="330120" progId="Equation.DSMT4">
                  <p:embed/>
                </p:oleObj>
              </mc:Choice>
              <mc:Fallback>
                <p:oleObj name="Equation" r:id="rId20" imgW="29588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745" y="5917089"/>
                        <a:ext cx="6391378" cy="7132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4534" name="Group 22"/>
          <p:cNvGrpSpPr>
            <a:grpSpLocks/>
          </p:cNvGrpSpPr>
          <p:nvPr/>
        </p:nvGrpSpPr>
        <p:grpSpPr bwMode="auto">
          <a:xfrm>
            <a:off x="1484457" y="4236385"/>
            <a:ext cx="1806575" cy="511175"/>
            <a:chOff x="374" y="2584"/>
            <a:chExt cx="1138" cy="322"/>
          </a:xfrm>
        </p:grpSpPr>
        <p:sp>
          <p:nvSpPr>
            <p:cNvPr id="61458" name="Rectangle 23"/>
            <p:cNvSpPr>
              <a:spLocks noChangeArrowheads="1"/>
            </p:cNvSpPr>
            <p:nvPr/>
          </p:nvSpPr>
          <p:spPr bwMode="auto">
            <a:xfrm>
              <a:off x="374" y="2584"/>
              <a:ext cx="1134" cy="322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61459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5733310"/>
                </p:ext>
              </p:extLst>
            </p:nvPr>
          </p:nvGraphicFramePr>
          <p:xfrm>
            <a:off x="381" y="2606"/>
            <a:ext cx="1131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876240" imgH="203040" progId="Equation.DSMT4">
                    <p:embed/>
                  </p:oleObj>
                </mc:Choice>
                <mc:Fallback>
                  <p:oleObj name="Equation" r:id="rId22" imgW="876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" y="2606"/>
                          <a:ext cx="1131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537" name="Group 25"/>
          <p:cNvGrpSpPr>
            <a:grpSpLocks/>
          </p:cNvGrpSpPr>
          <p:nvPr/>
        </p:nvGrpSpPr>
        <p:grpSpPr bwMode="auto">
          <a:xfrm>
            <a:off x="1524383" y="5444723"/>
            <a:ext cx="1800225" cy="511175"/>
            <a:chOff x="374" y="2584"/>
            <a:chExt cx="1134" cy="322"/>
          </a:xfrm>
        </p:grpSpPr>
        <p:sp>
          <p:nvSpPr>
            <p:cNvPr id="61456" name="Rectangle 26"/>
            <p:cNvSpPr>
              <a:spLocks noChangeArrowheads="1"/>
            </p:cNvSpPr>
            <p:nvPr/>
          </p:nvSpPr>
          <p:spPr bwMode="auto">
            <a:xfrm>
              <a:off x="374" y="2584"/>
              <a:ext cx="1134" cy="322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61457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4113901"/>
                </p:ext>
              </p:extLst>
            </p:nvPr>
          </p:nvGraphicFramePr>
          <p:xfrm>
            <a:off x="374" y="2606"/>
            <a:ext cx="1127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888840" imgH="203040" progId="Equation.DSMT4">
                    <p:embed/>
                  </p:oleObj>
                </mc:Choice>
                <mc:Fallback>
                  <p:oleObj name="Equation" r:id="rId24" imgW="8888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" y="2606"/>
                          <a:ext cx="1127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454" name="Text Box 8"/>
          <p:cNvSpPr txBox="1">
            <a:spLocks noChangeArrowheads="1"/>
          </p:cNvSpPr>
          <p:nvPr/>
        </p:nvSpPr>
        <p:spPr bwMode="auto">
          <a:xfrm>
            <a:off x="1418022" y="1164462"/>
            <a:ext cx="10239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24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1455" name="Text Box 11"/>
          <p:cNvSpPr txBox="1">
            <a:spLocks noChangeArrowheads="1"/>
          </p:cNvSpPr>
          <p:nvPr/>
        </p:nvSpPr>
        <p:spPr bwMode="auto">
          <a:xfrm>
            <a:off x="1475883" y="1737917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解：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49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4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4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4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4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4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5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2"/>
          <p:cNvSpPr txBox="1">
            <a:spLocks noChangeArrowheads="1"/>
          </p:cNvSpPr>
          <p:nvPr/>
        </p:nvSpPr>
        <p:spPr bwMode="auto">
          <a:xfrm>
            <a:off x="1707469" y="1011313"/>
            <a:ext cx="474676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三、广义积分的柯西主值</a:t>
            </a:r>
          </a:p>
        </p:txBody>
      </p:sp>
      <p:graphicFrame>
        <p:nvGraphicFramePr>
          <p:cNvPr id="655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936692"/>
              </p:ext>
            </p:extLst>
          </p:nvPr>
        </p:nvGraphicFramePr>
        <p:xfrm>
          <a:off x="1707469" y="1635882"/>
          <a:ext cx="3979924" cy="483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7680" imgH="215640" progId="Equation.DSMT4">
                  <p:embed/>
                </p:oleObj>
              </mc:Choice>
              <mc:Fallback>
                <p:oleObj name="Equation" r:id="rId2" imgW="1777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7469" y="1635882"/>
                        <a:ext cx="3979924" cy="483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8849767"/>
              </p:ext>
            </p:extLst>
          </p:nvPr>
        </p:nvGraphicFramePr>
        <p:xfrm>
          <a:off x="2097191" y="2119158"/>
          <a:ext cx="3148012" cy="449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22360" imgH="203040" progId="Equation.DSMT4">
                  <p:embed/>
                </p:oleObj>
              </mc:Choice>
              <mc:Fallback>
                <p:oleObj name="Equation" r:id="rId4" imgW="1422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191" y="2119158"/>
                        <a:ext cx="3148012" cy="4497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5357416"/>
              </p:ext>
            </p:extLst>
          </p:nvPr>
        </p:nvGraphicFramePr>
        <p:xfrm>
          <a:off x="2097191" y="2608619"/>
          <a:ext cx="6513409" cy="791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17640" imgH="330120" progId="Equation.DSMT4">
                  <p:embed/>
                </p:oleObj>
              </mc:Choice>
              <mc:Fallback>
                <p:oleObj name="Equation" r:id="rId6" imgW="27176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191" y="2608619"/>
                        <a:ext cx="6513409" cy="7913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5133125"/>
              </p:ext>
            </p:extLst>
          </p:nvPr>
        </p:nvGraphicFramePr>
        <p:xfrm>
          <a:off x="3665333" y="3338645"/>
          <a:ext cx="5884868" cy="802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14600" imgH="342720" progId="Equation.DSMT4">
                  <p:embed/>
                </p:oleObj>
              </mc:Choice>
              <mc:Fallback>
                <p:oleObj name="Equation" r:id="rId8" imgW="25146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5333" y="3338645"/>
                        <a:ext cx="5884868" cy="8024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0877128"/>
              </p:ext>
            </p:extLst>
          </p:nvPr>
        </p:nvGraphicFramePr>
        <p:xfrm>
          <a:off x="1996321" y="4158844"/>
          <a:ext cx="83343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759120" imgH="215640" progId="Equation.DSMT4">
                  <p:embed/>
                </p:oleObj>
              </mc:Choice>
              <mc:Fallback>
                <p:oleObj name="Equation" r:id="rId10" imgW="3759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6321" y="4158844"/>
                        <a:ext cx="833437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173316"/>
              </p:ext>
            </p:extLst>
          </p:nvPr>
        </p:nvGraphicFramePr>
        <p:xfrm>
          <a:off x="1996321" y="4750248"/>
          <a:ext cx="2840499" cy="445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95280" imgH="203040" progId="Equation.DSMT4">
                  <p:embed/>
                </p:oleObj>
              </mc:Choice>
              <mc:Fallback>
                <p:oleObj name="Equation" r:id="rId12" imgW="1295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6321" y="4750248"/>
                        <a:ext cx="2840499" cy="4455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0710457"/>
              </p:ext>
            </p:extLst>
          </p:nvPr>
        </p:nvGraphicFramePr>
        <p:xfrm>
          <a:off x="2768156" y="5279620"/>
          <a:ext cx="7562542" cy="473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441600" imgH="215640" progId="Equation.DSMT4">
                  <p:embed/>
                </p:oleObj>
              </mc:Choice>
              <mc:Fallback>
                <p:oleObj name="Equation" r:id="rId14" imgW="3441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8156" y="5279620"/>
                        <a:ext cx="7562542" cy="4736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420070"/>
              </p:ext>
            </p:extLst>
          </p:nvPr>
        </p:nvGraphicFramePr>
        <p:xfrm>
          <a:off x="1996321" y="5804938"/>
          <a:ext cx="7018597" cy="48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124080" imgH="215640" progId="Equation.DSMT4">
                  <p:embed/>
                </p:oleObj>
              </mc:Choice>
              <mc:Fallback>
                <p:oleObj name="Equation" r:id="rId16" imgW="3124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6321" y="5804938"/>
                        <a:ext cx="7018597" cy="48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32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7785613"/>
              </p:ext>
            </p:extLst>
          </p:nvPr>
        </p:nvGraphicFramePr>
        <p:xfrm>
          <a:off x="2043113" y="1913847"/>
          <a:ext cx="6240096" cy="512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28720" imgH="215640" progId="Equation.DSMT4">
                  <p:embed/>
                </p:oleObj>
              </mc:Choice>
              <mc:Fallback>
                <p:oleObj name="Equation" r:id="rId2" imgW="2628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113" y="1913847"/>
                        <a:ext cx="6240096" cy="5124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643893"/>
              </p:ext>
            </p:extLst>
          </p:nvPr>
        </p:nvGraphicFramePr>
        <p:xfrm>
          <a:off x="2043113" y="2512640"/>
          <a:ext cx="6682365" cy="48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84400" imgH="215640" progId="Equation.DSMT4">
                  <p:embed/>
                </p:oleObj>
              </mc:Choice>
              <mc:Fallback>
                <p:oleObj name="Equation" r:id="rId4" imgW="2984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113" y="2512640"/>
                        <a:ext cx="6682365" cy="4834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7310118"/>
              </p:ext>
            </p:extLst>
          </p:nvPr>
        </p:nvGraphicFramePr>
        <p:xfrm>
          <a:off x="2256573" y="3121580"/>
          <a:ext cx="5813176" cy="769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90560" imgH="342720" progId="Equation.DSMT4">
                  <p:embed/>
                </p:oleObj>
              </mc:Choice>
              <mc:Fallback>
                <p:oleObj name="Equation" r:id="rId6" imgW="25905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6573" y="3121580"/>
                        <a:ext cx="5813176" cy="7693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535249"/>
              </p:ext>
            </p:extLst>
          </p:nvPr>
        </p:nvGraphicFramePr>
        <p:xfrm>
          <a:off x="1172877" y="3997336"/>
          <a:ext cx="8723305" cy="514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57600" imgH="215640" progId="Equation.DSMT4">
                  <p:embed/>
                </p:oleObj>
              </mc:Choice>
              <mc:Fallback>
                <p:oleObj name="Equation" r:id="rId8" imgW="3657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2877" y="3997336"/>
                        <a:ext cx="8723305" cy="5149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498655"/>
              </p:ext>
            </p:extLst>
          </p:nvPr>
        </p:nvGraphicFramePr>
        <p:xfrm>
          <a:off x="1820119" y="4642904"/>
          <a:ext cx="8716606" cy="473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746160" imgH="203040" progId="Equation.DSMT4">
                  <p:embed/>
                </p:oleObj>
              </mc:Choice>
              <mc:Fallback>
                <p:oleObj name="Equation" r:id="rId10" imgW="3746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0119" y="4642904"/>
                        <a:ext cx="8716606" cy="473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007153"/>
              </p:ext>
            </p:extLst>
          </p:nvPr>
        </p:nvGraphicFramePr>
        <p:xfrm>
          <a:off x="1168041" y="5805978"/>
          <a:ext cx="76977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27120" imgH="203040" progId="Equation.DSMT4">
                  <p:embed/>
                </p:oleObj>
              </mc:Choice>
              <mc:Fallback>
                <p:oleObj name="Equation" r:id="rId12" imgW="3327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041" y="5805978"/>
                        <a:ext cx="76977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597873"/>
              </p:ext>
            </p:extLst>
          </p:nvPr>
        </p:nvGraphicFramePr>
        <p:xfrm>
          <a:off x="1168041" y="5246729"/>
          <a:ext cx="9575540" cy="478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317840" imgH="215640" progId="Equation.DSMT4">
                  <p:embed/>
                </p:oleObj>
              </mc:Choice>
              <mc:Fallback>
                <p:oleObj name="Equation" r:id="rId14" imgW="43178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041" y="5246729"/>
                        <a:ext cx="9575540" cy="4787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569" name="Group 9"/>
          <p:cNvGrpSpPr>
            <a:grpSpLocks/>
          </p:cNvGrpSpPr>
          <p:nvPr/>
        </p:nvGrpSpPr>
        <p:grpSpPr bwMode="auto">
          <a:xfrm>
            <a:off x="1375919" y="1128860"/>
            <a:ext cx="3721100" cy="561975"/>
            <a:chOff x="291" y="210"/>
            <a:chExt cx="2344" cy="354"/>
          </a:xfrm>
        </p:grpSpPr>
        <p:sp>
          <p:nvSpPr>
            <p:cNvPr id="63498" name="Rectangle 10"/>
            <p:cNvSpPr>
              <a:spLocks noChangeArrowheads="1"/>
            </p:cNvSpPr>
            <p:nvPr/>
          </p:nvSpPr>
          <p:spPr bwMode="auto">
            <a:xfrm>
              <a:off x="291" y="237"/>
              <a:ext cx="2344" cy="327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3499" name="Text Box 11"/>
            <p:cNvSpPr txBox="1">
              <a:spLocks noChangeArrowheads="1"/>
            </p:cNvSpPr>
            <p:nvPr/>
          </p:nvSpPr>
          <p:spPr bwMode="auto">
            <a:xfrm>
              <a:off x="327" y="210"/>
              <a:ext cx="23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latin typeface="+mn-ea"/>
                  <a:ea typeface="+mn-ea"/>
                </a:rPr>
                <a:t>无穷积分的柯西主值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661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59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1565064"/>
              </p:ext>
            </p:extLst>
          </p:nvPr>
        </p:nvGraphicFramePr>
        <p:xfrm>
          <a:off x="2705654" y="1304073"/>
          <a:ext cx="6085803" cy="787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52400" imgH="330120" progId="Equation.DSMT4">
                  <p:embed/>
                </p:oleObj>
              </mc:Choice>
              <mc:Fallback>
                <p:oleObj name="Equation" r:id="rId2" imgW="25524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654" y="1304073"/>
                        <a:ext cx="6085803" cy="7872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744893"/>
              </p:ext>
            </p:extLst>
          </p:nvPr>
        </p:nvGraphicFramePr>
        <p:xfrm>
          <a:off x="3442588" y="2051682"/>
          <a:ext cx="461486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30320" imgH="203040" progId="Equation.DSMT4">
                  <p:embed/>
                </p:oleObj>
              </mc:Choice>
              <mc:Fallback>
                <p:oleObj name="Equation" r:id="rId4" imgW="1930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2588" y="2051682"/>
                        <a:ext cx="461486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0506706"/>
              </p:ext>
            </p:extLst>
          </p:nvPr>
        </p:nvGraphicFramePr>
        <p:xfrm>
          <a:off x="2741621" y="2598417"/>
          <a:ext cx="7240579" cy="785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62240" imgH="342720" progId="Equation.DSMT4">
                  <p:embed/>
                </p:oleObj>
              </mc:Choice>
              <mc:Fallback>
                <p:oleObj name="Equation" r:id="rId6" imgW="316224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1621" y="2598417"/>
                        <a:ext cx="7240579" cy="7851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239928"/>
              </p:ext>
            </p:extLst>
          </p:nvPr>
        </p:nvGraphicFramePr>
        <p:xfrm>
          <a:off x="1900443" y="3285066"/>
          <a:ext cx="8237670" cy="836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77880" imgH="342720" progId="Equation.DSMT4">
                  <p:embed/>
                </p:oleObj>
              </mc:Choice>
              <mc:Fallback>
                <p:oleObj name="Equation" r:id="rId8" imgW="33778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0443" y="3285066"/>
                        <a:ext cx="8237670" cy="836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5498096"/>
              </p:ext>
            </p:extLst>
          </p:nvPr>
        </p:nvGraphicFramePr>
        <p:xfrm>
          <a:off x="1853334" y="4110512"/>
          <a:ext cx="5683539" cy="746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14600" imgH="330120" progId="Equation.DSMT4">
                  <p:embed/>
                </p:oleObj>
              </mc:Choice>
              <mc:Fallback>
                <p:oleObj name="Equation" r:id="rId10" imgW="25146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3334" y="4110512"/>
                        <a:ext cx="5683539" cy="7463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340750"/>
              </p:ext>
            </p:extLst>
          </p:nvPr>
        </p:nvGraphicFramePr>
        <p:xfrm>
          <a:off x="1900443" y="4786813"/>
          <a:ext cx="7091279" cy="791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073320" imgH="342720" progId="Equation.DSMT4">
                  <p:embed/>
                </p:oleObj>
              </mc:Choice>
              <mc:Fallback>
                <p:oleObj name="Equation" r:id="rId12" imgW="30733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0443" y="4786813"/>
                        <a:ext cx="7091279" cy="7919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602" name="Group 18"/>
          <p:cNvGrpSpPr>
            <a:grpSpLocks/>
          </p:cNvGrpSpPr>
          <p:nvPr/>
        </p:nvGrpSpPr>
        <p:grpSpPr bwMode="auto">
          <a:xfrm>
            <a:off x="9066335" y="4848191"/>
            <a:ext cx="1370013" cy="609600"/>
            <a:chOff x="4541" y="2765"/>
            <a:chExt cx="863" cy="384"/>
          </a:xfrm>
        </p:grpSpPr>
        <p:sp>
          <p:nvSpPr>
            <p:cNvPr id="64527" name="Rectangle 19"/>
            <p:cNvSpPr>
              <a:spLocks noChangeArrowheads="1"/>
            </p:cNvSpPr>
            <p:nvPr/>
          </p:nvSpPr>
          <p:spPr bwMode="auto">
            <a:xfrm>
              <a:off x="4541" y="2765"/>
              <a:ext cx="816" cy="38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64528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8273475"/>
                </p:ext>
              </p:extLst>
            </p:nvPr>
          </p:nvGraphicFramePr>
          <p:xfrm>
            <a:off x="4541" y="2778"/>
            <a:ext cx="863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507960" imgH="203040" progId="Equation.DSMT4">
                    <p:embed/>
                  </p:oleObj>
                </mc:Choice>
                <mc:Fallback>
                  <p:oleObj name="Equation" r:id="rId14" imgW="5079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1" y="2778"/>
                          <a:ext cx="863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760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559842"/>
              </p:ext>
            </p:extLst>
          </p:nvPr>
        </p:nvGraphicFramePr>
        <p:xfrm>
          <a:off x="1853334" y="5515899"/>
          <a:ext cx="8237670" cy="799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403440" imgH="330120" progId="Equation.DSMT4">
                  <p:embed/>
                </p:oleObj>
              </mc:Choice>
              <mc:Fallback>
                <p:oleObj name="Equation" r:id="rId16" imgW="34034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3334" y="5515899"/>
                        <a:ext cx="8237670" cy="7991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3" name="Text Box 8"/>
          <p:cNvSpPr txBox="1">
            <a:spLocks noChangeArrowheads="1"/>
          </p:cNvSpPr>
          <p:nvPr/>
        </p:nvSpPr>
        <p:spPr bwMode="auto">
          <a:xfrm>
            <a:off x="1692739" y="1410744"/>
            <a:ext cx="10239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25</a:t>
            </a:r>
          </a:p>
        </p:txBody>
      </p:sp>
      <p:sp>
        <p:nvSpPr>
          <p:cNvPr id="64524" name="Text Box 11"/>
          <p:cNvSpPr txBox="1">
            <a:spLocks noChangeArrowheads="1"/>
          </p:cNvSpPr>
          <p:nvPr/>
        </p:nvSpPr>
        <p:spPr bwMode="auto">
          <a:xfrm>
            <a:off x="1823708" y="2681573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解：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681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7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641436"/>
              </p:ext>
            </p:extLst>
          </p:nvPr>
        </p:nvGraphicFramePr>
        <p:xfrm>
          <a:off x="1402196" y="1279344"/>
          <a:ext cx="2158596" cy="523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203040" progId="Equation.DSMT4">
                  <p:embed/>
                </p:oleObj>
              </mc:Choice>
              <mc:Fallback>
                <p:oleObj name="Equation" r:id="rId2" imgW="838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2196" y="1279344"/>
                        <a:ext cx="2158596" cy="5232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8611" name="Group 3"/>
          <p:cNvGrpSpPr>
            <a:grpSpLocks/>
          </p:cNvGrpSpPr>
          <p:nvPr/>
        </p:nvGrpSpPr>
        <p:grpSpPr bwMode="auto">
          <a:xfrm>
            <a:off x="1402196" y="2199421"/>
            <a:ext cx="9377363" cy="858838"/>
            <a:chOff x="18" y="849"/>
            <a:chExt cx="5907" cy="541"/>
          </a:xfrm>
        </p:grpSpPr>
        <p:sp>
          <p:nvSpPr>
            <p:cNvPr id="65544" name="Rectangle 4"/>
            <p:cNvSpPr>
              <a:spLocks noChangeArrowheads="1"/>
            </p:cNvSpPr>
            <p:nvPr/>
          </p:nvSpPr>
          <p:spPr bwMode="auto">
            <a:xfrm>
              <a:off x="18" y="849"/>
              <a:ext cx="5907" cy="541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65545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7081033"/>
                </p:ext>
              </p:extLst>
            </p:nvPr>
          </p:nvGraphicFramePr>
          <p:xfrm>
            <a:off x="18" y="968"/>
            <a:ext cx="5835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708360" imgH="215640" progId="Equation.DSMT4">
                    <p:embed/>
                  </p:oleObj>
                </mc:Choice>
                <mc:Fallback>
                  <p:oleObj name="Equation" r:id="rId4" imgW="370836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" y="968"/>
                          <a:ext cx="5835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86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488515"/>
              </p:ext>
            </p:extLst>
          </p:nvPr>
        </p:nvGraphicFramePr>
        <p:xfrm>
          <a:off x="1402196" y="3586531"/>
          <a:ext cx="8665732" cy="81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04960" imgH="330120" progId="Equation.DSMT4">
                  <p:embed/>
                </p:oleObj>
              </mc:Choice>
              <mc:Fallback>
                <p:oleObj name="Equation" r:id="rId6" imgW="35049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2196" y="3586531"/>
                        <a:ext cx="8665732" cy="816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8615" name="Group 7"/>
          <p:cNvGrpSpPr>
            <a:grpSpLocks/>
          </p:cNvGrpSpPr>
          <p:nvPr/>
        </p:nvGrpSpPr>
        <p:grpSpPr bwMode="auto">
          <a:xfrm>
            <a:off x="1545738" y="4931140"/>
            <a:ext cx="8723314" cy="896938"/>
            <a:chOff x="39" y="2450"/>
            <a:chExt cx="5495" cy="565"/>
          </a:xfrm>
        </p:grpSpPr>
        <p:sp>
          <p:nvSpPr>
            <p:cNvPr id="65542" name="Rectangle 8"/>
            <p:cNvSpPr>
              <a:spLocks noChangeArrowheads="1"/>
            </p:cNvSpPr>
            <p:nvPr/>
          </p:nvSpPr>
          <p:spPr bwMode="auto">
            <a:xfrm>
              <a:off x="39" y="2450"/>
              <a:ext cx="5495" cy="565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65543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844669"/>
                </p:ext>
              </p:extLst>
            </p:nvPr>
          </p:nvGraphicFramePr>
          <p:xfrm>
            <a:off x="39" y="2450"/>
            <a:ext cx="5396" cy="5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454200" imgH="330120" progId="Equation.DSMT4">
                    <p:embed/>
                  </p:oleObj>
                </mc:Choice>
                <mc:Fallback>
                  <p:oleObj name="Equation" r:id="rId8" imgW="345420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" y="2450"/>
                          <a:ext cx="5396" cy="5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20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8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8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6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712146"/>
              </p:ext>
            </p:extLst>
          </p:nvPr>
        </p:nvGraphicFramePr>
        <p:xfrm>
          <a:off x="2193319" y="1859922"/>
          <a:ext cx="9022900" cy="482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38480" imgH="215640" progId="Equation.DSMT4">
                  <p:embed/>
                </p:oleObj>
              </mc:Choice>
              <mc:Fallback>
                <p:oleObj name="Equation" r:id="rId2" imgW="4038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319" y="1859922"/>
                        <a:ext cx="9022900" cy="4823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1986989"/>
              </p:ext>
            </p:extLst>
          </p:nvPr>
        </p:nvGraphicFramePr>
        <p:xfrm>
          <a:off x="2263658" y="2429361"/>
          <a:ext cx="457776" cy="429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040" imgH="190440" progId="Equation.DSMT4">
                  <p:embed/>
                </p:oleObj>
              </mc:Choice>
              <mc:Fallback>
                <p:oleObj name="Equation" r:id="rId4" imgW="20304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3658" y="2429361"/>
                        <a:ext cx="457776" cy="4291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336780"/>
              </p:ext>
            </p:extLst>
          </p:nvPr>
        </p:nvGraphicFramePr>
        <p:xfrm>
          <a:off x="2286775" y="2954668"/>
          <a:ext cx="8044124" cy="781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30520" imgH="342720" progId="Equation.DSMT4">
                  <p:embed/>
                </p:oleObj>
              </mc:Choice>
              <mc:Fallback>
                <p:oleObj name="Equation" r:id="rId6" imgW="35305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775" y="2954668"/>
                        <a:ext cx="8044124" cy="7812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3021209"/>
              </p:ext>
            </p:extLst>
          </p:nvPr>
        </p:nvGraphicFramePr>
        <p:xfrm>
          <a:off x="1717625" y="3910098"/>
          <a:ext cx="8318502" cy="476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71720" imgH="215640" progId="Equation.DSMT4">
                  <p:embed/>
                </p:oleObj>
              </mc:Choice>
              <mc:Fallback>
                <p:oleObj name="Equation" r:id="rId8" imgW="3771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625" y="3910098"/>
                        <a:ext cx="8318502" cy="4761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031163"/>
              </p:ext>
            </p:extLst>
          </p:nvPr>
        </p:nvGraphicFramePr>
        <p:xfrm>
          <a:off x="2492546" y="4578525"/>
          <a:ext cx="8548543" cy="476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86200" imgH="215640" progId="Equation.DSMT4">
                  <p:embed/>
                </p:oleObj>
              </mc:Choice>
              <mc:Fallback>
                <p:oleObj name="Equation" r:id="rId10" imgW="3886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546" y="4578525"/>
                        <a:ext cx="8548543" cy="476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7493970"/>
              </p:ext>
            </p:extLst>
          </p:nvPr>
        </p:nvGraphicFramePr>
        <p:xfrm>
          <a:off x="1697268" y="5828148"/>
          <a:ext cx="596741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52400" imgH="203040" progId="Equation.DSMT4">
                  <p:embed/>
                </p:oleObj>
              </mc:Choice>
              <mc:Fallback>
                <p:oleObj name="Equation" r:id="rId12" imgW="2552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268" y="5828148"/>
                        <a:ext cx="5967413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2840711"/>
              </p:ext>
            </p:extLst>
          </p:nvPr>
        </p:nvGraphicFramePr>
        <p:xfrm>
          <a:off x="1697268" y="5195473"/>
          <a:ext cx="9518951" cy="494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152600" imgH="215640" progId="Equation.DSMT4">
                  <p:embed/>
                </p:oleObj>
              </mc:Choice>
              <mc:Fallback>
                <p:oleObj name="Equation" r:id="rId14" imgW="4152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268" y="5195473"/>
                        <a:ext cx="9518951" cy="4948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0770426"/>
              </p:ext>
            </p:extLst>
          </p:nvPr>
        </p:nvGraphicFramePr>
        <p:xfrm>
          <a:off x="1697268" y="1244416"/>
          <a:ext cx="3842327" cy="506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38000" imgH="215640" progId="Equation.DSMT4">
                  <p:embed/>
                </p:oleObj>
              </mc:Choice>
              <mc:Fallback>
                <p:oleObj name="Equation" r:id="rId16" imgW="1638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268" y="1244416"/>
                        <a:ext cx="3842327" cy="5063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522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6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77203"/>
              </p:ext>
            </p:extLst>
          </p:nvPr>
        </p:nvGraphicFramePr>
        <p:xfrm>
          <a:off x="2455863" y="1055382"/>
          <a:ext cx="4286249" cy="92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92160" imgH="406080" progId="Equation.DSMT4">
                  <p:embed/>
                </p:oleObj>
              </mc:Choice>
              <mc:Fallback>
                <p:oleObj name="Equation" r:id="rId2" imgW="18921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863" y="1055382"/>
                        <a:ext cx="4286249" cy="92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209185"/>
              </p:ext>
            </p:extLst>
          </p:nvPr>
        </p:nvGraphicFramePr>
        <p:xfrm>
          <a:off x="6505219" y="1278319"/>
          <a:ext cx="4509289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30320" imgH="203040" progId="Equation.DSMT4">
                  <p:embed/>
                </p:oleObj>
              </mc:Choice>
              <mc:Fallback>
                <p:oleObj name="Equation" r:id="rId4" imgW="1930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5219" y="1278319"/>
                        <a:ext cx="4509289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936933"/>
              </p:ext>
            </p:extLst>
          </p:nvPr>
        </p:nvGraphicFramePr>
        <p:xfrm>
          <a:off x="2650374" y="1980717"/>
          <a:ext cx="4286249" cy="469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54000" imgH="203040" progId="Equation.DSMT4">
                  <p:embed/>
                </p:oleObj>
              </mc:Choice>
              <mc:Fallback>
                <p:oleObj name="Equation" r:id="rId6" imgW="1854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0374" y="1980717"/>
                        <a:ext cx="4286249" cy="4697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2927491"/>
              </p:ext>
            </p:extLst>
          </p:nvPr>
        </p:nvGraphicFramePr>
        <p:xfrm>
          <a:off x="1757461" y="2526318"/>
          <a:ext cx="6916593" cy="903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11480" imgH="406080" progId="Equation.DSMT4">
                  <p:embed/>
                </p:oleObj>
              </mc:Choice>
              <mc:Fallback>
                <p:oleObj name="Equation" r:id="rId8" imgW="31114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461" y="2526318"/>
                        <a:ext cx="6916593" cy="903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348179"/>
              </p:ext>
            </p:extLst>
          </p:nvPr>
        </p:nvGraphicFramePr>
        <p:xfrm>
          <a:off x="1757461" y="3383958"/>
          <a:ext cx="4970237" cy="884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6000" imgH="406080" progId="Equation.DSMT4">
                  <p:embed/>
                </p:oleObj>
              </mc:Choice>
              <mc:Fallback>
                <p:oleObj name="Equation" r:id="rId10" imgW="2286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461" y="3383958"/>
                        <a:ext cx="4970237" cy="884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706652"/>
              </p:ext>
            </p:extLst>
          </p:nvPr>
        </p:nvGraphicFramePr>
        <p:xfrm>
          <a:off x="1763260" y="4121511"/>
          <a:ext cx="7627663" cy="957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238200" imgH="406080" progId="Equation.DSMT4">
                  <p:embed/>
                </p:oleObj>
              </mc:Choice>
              <mc:Fallback>
                <p:oleObj name="Equation" r:id="rId12" imgW="32382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260" y="4121511"/>
                        <a:ext cx="7627663" cy="9571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0674" name="Group 18"/>
          <p:cNvGrpSpPr>
            <a:grpSpLocks/>
          </p:cNvGrpSpPr>
          <p:nvPr/>
        </p:nvGrpSpPr>
        <p:grpSpPr bwMode="auto">
          <a:xfrm>
            <a:off x="7504869" y="3397195"/>
            <a:ext cx="1368425" cy="512762"/>
            <a:chOff x="3515" y="2387"/>
            <a:chExt cx="862" cy="323"/>
          </a:xfrm>
        </p:grpSpPr>
        <p:sp>
          <p:nvSpPr>
            <p:cNvPr id="67600" name="AutoShape 19"/>
            <p:cNvSpPr>
              <a:spLocks noChangeArrowheads="1"/>
            </p:cNvSpPr>
            <p:nvPr/>
          </p:nvSpPr>
          <p:spPr bwMode="auto">
            <a:xfrm>
              <a:off x="3515" y="2387"/>
              <a:ext cx="862" cy="323"/>
            </a:xfrm>
            <a:prstGeom prst="wedgeRectCallout">
              <a:avLst>
                <a:gd name="adj1" fmla="val -120995"/>
                <a:gd name="adj2" fmla="val 124611"/>
              </a:avLst>
            </a:prstGeom>
            <a:solidFill>
              <a:srgbClr val="FFFFCC"/>
            </a:solidFill>
            <a:ln w="952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67601" name="Object 20"/>
            <p:cNvGraphicFramePr>
              <a:graphicFrameLocks noChangeAspect="1"/>
            </p:cNvGraphicFramePr>
            <p:nvPr/>
          </p:nvGraphicFramePr>
          <p:xfrm>
            <a:off x="3730" y="2447"/>
            <a:ext cx="38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609600" imgH="279400" progId="Equation.3">
                    <p:embed/>
                  </p:oleObj>
                </mc:Choice>
                <mc:Fallback>
                  <p:oleObj name="公式" r:id="rId14" imgW="609600" imgH="279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0" y="2447"/>
                          <a:ext cx="38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0677" name="Group 21"/>
          <p:cNvGrpSpPr>
            <a:grpSpLocks/>
          </p:cNvGrpSpPr>
          <p:nvPr/>
        </p:nvGrpSpPr>
        <p:grpSpPr bwMode="auto">
          <a:xfrm>
            <a:off x="9959567" y="3755301"/>
            <a:ext cx="1368425" cy="512762"/>
            <a:chOff x="4749" y="2623"/>
            <a:chExt cx="862" cy="323"/>
          </a:xfrm>
        </p:grpSpPr>
        <p:sp>
          <p:nvSpPr>
            <p:cNvPr id="67598" name="AutoShape 22"/>
            <p:cNvSpPr>
              <a:spLocks noChangeArrowheads="1"/>
            </p:cNvSpPr>
            <p:nvPr/>
          </p:nvSpPr>
          <p:spPr bwMode="auto">
            <a:xfrm flipV="1">
              <a:off x="4749" y="2623"/>
              <a:ext cx="862" cy="323"/>
            </a:xfrm>
            <a:prstGeom prst="wedgeRectCallout">
              <a:avLst>
                <a:gd name="adj1" fmla="val -182139"/>
                <a:gd name="adj2" fmla="val -163005"/>
              </a:avLst>
            </a:prstGeom>
            <a:solidFill>
              <a:srgbClr val="FFFFCC"/>
            </a:solidFill>
            <a:ln w="952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67599" name="Object 23"/>
            <p:cNvGraphicFramePr>
              <a:graphicFrameLocks noChangeAspect="1"/>
            </p:cNvGraphicFramePr>
            <p:nvPr/>
          </p:nvGraphicFramePr>
          <p:xfrm>
            <a:off x="4988" y="2674"/>
            <a:ext cx="38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609600" imgH="279400" progId="Equation.3">
                    <p:embed/>
                  </p:oleObj>
                </mc:Choice>
                <mc:Fallback>
                  <p:oleObj name="公式" r:id="rId16" imgW="609600" imgH="279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8" y="2674"/>
                          <a:ext cx="38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068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108073"/>
              </p:ext>
            </p:extLst>
          </p:nvPr>
        </p:nvGraphicFramePr>
        <p:xfrm>
          <a:off x="3348820" y="4911850"/>
          <a:ext cx="5779451" cy="711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77960" imgH="317160" progId="Equation.DSMT4">
                  <p:embed/>
                </p:oleObj>
              </mc:Choice>
              <mc:Fallback>
                <p:oleObj name="Equation" r:id="rId18" imgW="25779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820" y="4911850"/>
                        <a:ext cx="5779451" cy="7117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8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860661"/>
              </p:ext>
            </p:extLst>
          </p:nvPr>
        </p:nvGraphicFramePr>
        <p:xfrm>
          <a:off x="1757461" y="5540217"/>
          <a:ext cx="4174353" cy="940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803240" imgH="406080" progId="Equation.DSMT4">
                  <p:embed/>
                </p:oleObj>
              </mc:Choice>
              <mc:Fallback>
                <p:oleObj name="Equation" r:id="rId20" imgW="18032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461" y="5540217"/>
                        <a:ext cx="4174353" cy="9402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6" name="Text Box 8"/>
          <p:cNvSpPr txBox="1">
            <a:spLocks noChangeArrowheads="1"/>
          </p:cNvSpPr>
          <p:nvPr/>
        </p:nvSpPr>
        <p:spPr bwMode="auto">
          <a:xfrm>
            <a:off x="1562894" y="1193386"/>
            <a:ext cx="1023937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26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7597" name="Text Box 11"/>
          <p:cNvSpPr txBox="1">
            <a:spLocks noChangeArrowheads="1"/>
          </p:cNvSpPr>
          <p:nvPr/>
        </p:nvSpPr>
        <p:spPr bwMode="auto">
          <a:xfrm>
            <a:off x="1693863" y="1944470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790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7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0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06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06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0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0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7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6492</TotalTime>
  <Words>258</Words>
  <Application>Microsoft Office PowerPoint</Application>
  <PresentationFormat>宽屏</PresentationFormat>
  <Paragraphs>84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华文新魏</vt:lpstr>
      <vt:lpstr>华文行楷</vt:lpstr>
      <vt:lpstr>宋体</vt:lpstr>
      <vt:lpstr>Arial</vt:lpstr>
      <vt:lpstr>Calibri</vt:lpstr>
      <vt:lpstr>Calibri Light</vt:lpstr>
      <vt:lpstr>Times New Roman</vt:lpstr>
      <vt:lpstr>Office 主题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第13章、广义积分与含参变量积分</dc:title>
  <dc:creator>dell</dc:creator>
  <cp:lastModifiedBy>尔里德 李</cp:lastModifiedBy>
  <cp:revision>113</cp:revision>
  <dcterms:created xsi:type="dcterms:W3CDTF">2020-05-06T11:49:11Z</dcterms:created>
  <dcterms:modified xsi:type="dcterms:W3CDTF">2024-06-05T16:04:23Z</dcterms:modified>
</cp:coreProperties>
</file>