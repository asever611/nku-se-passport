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97" r:id="rId2"/>
    <p:sldId id="298" r:id="rId3"/>
    <p:sldId id="299" r:id="rId4"/>
    <p:sldId id="317" r:id="rId5"/>
    <p:sldId id="318" r:id="rId6"/>
    <p:sldId id="325" r:id="rId7"/>
    <p:sldId id="327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20" r:id="rId16"/>
    <p:sldId id="321" r:id="rId17"/>
    <p:sldId id="322" r:id="rId18"/>
    <p:sldId id="323" r:id="rId19"/>
    <p:sldId id="324" r:id="rId2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DE3A637-ACD9-4212-862B-6F4DD6ED78CE}" type="slidenum">
              <a:rPr lang="zh-CN" altLang="en-US"/>
              <a:pPr eaLnBrk="1" hangingPunct="1"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871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AD1E7-4E8D-40B7-AD0F-61586675A99C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032B3-BDA5-47A5-A14D-AB8FD59A94D0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0A331-212F-4619-B662-053141CC72DF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E517B-A785-49CC-AEBF-6827719DC8A1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81A93-8805-4D49-8B09-A79169551B06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F99E-1E8A-4846-A7FB-23CC1A9BEEE3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0CF3F-92EA-4D1C-8D27-DEEE3F46AE80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ED439E-687A-4119-892C-9EB0F1360537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132409-D902-446B-B302-F5D8C4D4C032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0B69C1-E8B4-4992-94DC-06B102C31413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BE5BA-9CC8-4513-B75B-3C44EFA7CE52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D5CA040-D66F-41AC-97D0-E70EEE0B71DC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0.wmf"/><Relationship Id="rId18" Type="http://schemas.openxmlformats.org/officeDocument/2006/relationships/oleObject" Target="../embeddings/oleObject12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2.wmf"/><Relationship Id="rId2" Type="http://schemas.openxmlformats.org/officeDocument/2006/relationships/image" Target="../media/image5.gif"/><Relationship Id="rId16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image" Target="../media/image11.wmf"/><Relationship Id="rId10" Type="http://schemas.openxmlformats.org/officeDocument/2006/relationships/image" Target="../media/image9.wmf"/><Relationship Id="rId19" Type="http://schemas.openxmlformats.org/officeDocument/2006/relationships/image" Target="../media/image13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0.bin"/><Relationship Id="rId2" Type="http://schemas.openxmlformats.org/officeDocument/2006/relationships/image" Target="../media/image14.jpeg"/><Relationship Id="rId16" Type="http://schemas.openxmlformats.org/officeDocument/2006/relationships/image" Target="../media/image2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7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12" Type="http://schemas.openxmlformats.org/officeDocument/2006/relationships/image" Target="../media/image27.wmf"/><Relationship Id="rId2" Type="http://schemas.openxmlformats.org/officeDocument/2006/relationships/oleObject" Target="../embeddings/oleObject21.bin"/><Relationship Id="rId16" Type="http://schemas.openxmlformats.org/officeDocument/2006/relationships/image" Target="../media/image2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24.wmf"/><Relationship Id="rId15" Type="http://schemas.openxmlformats.org/officeDocument/2006/relationships/oleObject" Target="../embeddings/oleObject28.bin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6.wmf"/><Relationship Id="rId14" Type="http://schemas.openxmlformats.org/officeDocument/2006/relationships/image" Target="../media/image2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37.bin"/><Relationship Id="rId3" Type="http://schemas.openxmlformats.org/officeDocument/2006/relationships/image" Target="../media/image30.wmf"/><Relationship Id="rId21" Type="http://schemas.openxmlformats.org/officeDocument/2006/relationships/image" Target="../media/image39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7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40.wmf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7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5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5.wmf"/><Relationship Id="rId26" Type="http://schemas.openxmlformats.org/officeDocument/2006/relationships/oleObject" Target="../embeddings/oleObject61.bin"/><Relationship Id="rId39" Type="http://schemas.openxmlformats.org/officeDocument/2006/relationships/image" Target="../media/image64.wmf"/><Relationship Id="rId21" Type="http://schemas.openxmlformats.org/officeDocument/2006/relationships/image" Target="../media/image57.wmf"/><Relationship Id="rId34" Type="http://schemas.openxmlformats.org/officeDocument/2006/relationships/oleObject" Target="../embeddings/oleObject65.bin"/><Relationship Id="rId42" Type="http://schemas.openxmlformats.org/officeDocument/2006/relationships/oleObject" Target="../embeddings/oleObject70.bin"/><Relationship Id="rId7" Type="http://schemas.openxmlformats.org/officeDocument/2006/relationships/image" Target="../media/image52.wmf"/><Relationship Id="rId2" Type="http://schemas.openxmlformats.org/officeDocument/2006/relationships/oleObject" Target="../embeddings/oleObject49.bin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29" Type="http://schemas.openxmlformats.org/officeDocument/2006/relationships/image" Target="../media/image61.wmf"/><Relationship Id="rId41" Type="http://schemas.openxmlformats.org/officeDocument/2006/relationships/image" Target="../media/image65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3.wmf"/><Relationship Id="rId24" Type="http://schemas.openxmlformats.org/officeDocument/2006/relationships/image" Target="../media/image59.wmf"/><Relationship Id="rId32" Type="http://schemas.openxmlformats.org/officeDocument/2006/relationships/oleObject" Target="../embeddings/oleObject64.bin"/><Relationship Id="rId37" Type="http://schemas.openxmlformats.org/officeDocument/2006/relationships/oleObject" Target="../embeddings/oleObject67.bin"/><Relationship Id="rId40" Type="http://schemas.openxmlformats.org/officeDocument/2006/relationships/oleObject" Target="../embeddings/oleObject69.bin"/><Relationship Id="rId5" Type="http://schemas.openxmlformats.org/officeDocument/2006/relationships/image" Target="../media/image51.wmf"/><Relationship Id="rId15" Type="http://schemas.openxmlformats.org/officeDocument/2006/relationships/oleObject" Target="../embeddings/oleObject57.bin"/><Relationship Id="rId23" Type="http://schemas.openxmlformats.org/officeDocument/2006/relationships/oleObject" Target="../embeddings/oleObject59.bin"/><Relationship Id="rId28" Type="http://schemas.openxmlformats.org/officeDocument/2006/relationships/oleObject" Target="../embeddings/oleObject62.bin"/><Relationship Id="rId36" Type="http://schemas.openxmlformats.org/officeDocument/2006/relationships/oleObject" Target="../embeddings/oleObject66.bin"/><Relationship Id="rId10" Type="http://schemas.openxmlformats.org/officeDocument/2006/relationships/oleObject" Target="../embeddings/oleObject53.bin"/><Relationship Id="rId19" Type="http://schemas.openxmlformats.org/officeDocument/2006/relationships/oleObject" Target="NULL"/><Relationship Id="rId31" Type="http://schemas.openxmlformats.org/officeDocument/2006/relationships/image" Target="../media/image62.wmf"/><Relationship Id="rId44" Type="http://schemas.openxmlformats.org/officeDocument/2006/relationships/oleObject" Target="../embeddings/oleObject71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56.bin"/><Relationship Id="rId22" Type="http://schemas.openxmlformats.org/officeDocument/2006/relationships/image" Target="../media/image58.wmf"/><Relationship Id="rId27" Type="http://schemas.openxmlformats.org/officeDocument/2006/relationships/image" Target="../media/image60.wmf"/><Relationship Id="rId30" Type="http://schemas.openxmlformats.org/officeDocument/2006/relationships/oleObject" Target="../embeddings/oleObject63.bin"/><Relationship Id="rId35" Type="http://schemas.openxmlformats.org/officeDocument/2006/relationships/image" Target="../media/image8.wmf"/><Relationship Id="rId43" Type="http://schemas.openxmlformats.org/officeDocument/2006/relationships/image" Target="../media/image66.wmf"/><Relationship Id="rId8" Type="http://schemas.openxmlformats.org/officeDocument/2006/relationships/oleObject" Target="../embeddings/oleObject52.bin"/><Relationship Id="rId3" Type="http://schemas.openxmlformats.org/officeDocument/2006/relationships/image" Target="../media/image50.wmf"/><Relationship Id="rId12" Type="http://schemas.openxmlformats.org/officeDocument/2006/relationships/oleObject" Target="../embeddings/oleObject54.bin"/><Relationship Id="rId17" Type="http://schemas.openxmlformats.org/officeDocument/2006/relationships/oleObject" Target="../embeddings/oleObject58.bin"/><Relationship Id="rId25" Type="http://schemas.openxmlformats.org/officeDocument/2006/relationships/oleObject" Target="../embeddings/oleObject60.bin"/><Relationship Id="rId33" Type="http://schemas.openxmlformats.org/officeDocument/2006/relationships/image" Target="../media/image63.wmf"/><Relationship Id="rId38" Type="http://schemas.openxmlformats.org/officeDocument/2006/relationships/oleObject" Target="../embeddings/oleObject6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9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77.w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wmf"/><Relationship Id="rId18" Type="http://schemas.openxmlformats.org/officeDocument/2006/relationships/oleObject" Target="../embeddings/oleObject89.bin"/><Relationship Id="rId26" Type="http://schemas.openxmlformats.org/officeDocument/2006/relationships/image" Target="../media/image90.wmf"/><Relationship Id="rId21" Type="http://schemas.openxmlformats.org/officeDocument/2006/relationships/oleObject" Target="../embeddings/oleObject90.bin"/><Relationship Id="rId34" Type="http://schemas.openxmlformats.org/officeDocument/2006/relationships/oleObject" Target="../embeddings/oleObject97.bin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85.wmf"/><Relationship Id="rId25" Type="http://schemas.openxmlformats.org/officeDocument/2006/relationships/oleObject" Target="../embeddings/oleObject92.bin"/><Relationship Id="rId33" Type="http://schemas.openxmlformats.org/officeDocument/2006/relationships/oleObject" Target="../embeddings/oleObject96.bin"/><Relationship Id="rId38" Type="http://schemas.openxmlformats.org/officeDocument/2006/relationships/image" Target="../media/image95.w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88.bin"/><Relationship Id="rId20" Type="http://schemas.openxmlformats.org/officeDocument/2006/relationships/image" Target="../media/image87.wmf"/><Relationship Id="rId29" Type="http://schemas.openxmlformats.org/officeDocument/2006/relationships/oleObject" Target="../embeddings/oleObject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82.wmf"/><Relationship Id="rId24" Type="http://schemas.openxmlformats.org/officeDocument/2006/relationships/image" Target="../media/image89.wmf"/><Relationship Id="rId32" Type="http://schemas.openxmlformats.org/officeDocument/2006/relationships/image" Target="../media/image93.wmf"/><Relationship Id="rId37" Type="http://schemas.openxmlformats.org/officeDocument/2006/relationships/oleObject" Target="../embeddings/oleObject99.bin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23" Type="http://schemas.openxmlformats.org/officeDocument/2006/relationships/oleObject" Target="../embeddings/oleObject91.bin"/><Relationship Id="rId28" Type="http://schemas.openxmlformats.org/officeDocument/2006/relationships/image" Target="../media/image91.wmf"/><Relationship Id="rId36" Type="http://schemas.openxmlformats.org/officeDocument/2006/relationships/image" Target="../media/image94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86.wmf"/><Relationship Id="rId31" Type="http://schemas.openxmlformats.org/officeDocument/2006/relationships/oleObject" Target="../embeddings/oleObject95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1.wmf"/><Relationship Id="rId14" Type="http://schemas.openxmlformats.org/officeDocument/2006/relationships/image" Target="../media/image51.wmf"/><Relationship Id="rId22" Type="http://schemas.openxmlformats.org/officeDocument/2006/relationships/image" Target="../media/image88.wmf"/><Relationship Id="rId27" Type="http://schemas.openxmlformats.org/officeDocument/2006/relationships/oleObject" Target="../embeddings/oleObject93.bin"/><Relationship Id="rId30" Type="http://schemas.openxmlformats.org/officeDocument/2006/relationships/image" Target="../media/image92.wmf"/><Relationship Id="rId35" Type="http://schemas.openxmlformats.org/officeDocument/2006/relationships/oleObject" Target="../embeddings/oleObject98.bin"/><Relationship Id="rId8" Type="http://schemas.openxmlformats.org/officeDocument/2006/relationships/oleObject" Target="NULL"/><Relationship Id="rId3" Type="http://schemas.openxmlformats.org/officeDocument/2006/relationships/image" Target="../media/image7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oleObject" Target="NUL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100.bin"/><Relationship Id="rId7" Type="http://schemas.openxmlformats.org/officeDocument/2006/relationships/oleObject" Target="NULL"/><Relationship Id="rId12" Type="http://schemas.openxmlformats.org/officeDocument/2006/relationships/image" Target="../media/image104.wmf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wmf"/><Relationship Id="rId11" Type="http://schemas.openxmlformats.org/officeDocument/2006/relationships/image" Target="../media/image103.wmf"/><Relationship Id="rId5" Type="http://schemas.openxmlformats.org/officeDocument/2006/relationships/oleObject" Target="../embeddings/oleObject101.bin"/><Relationship Id="rId15" Type="http://schemas.openxmlformats.org/officeDocument/2006/relationships/image" Target="../media/image106.wmf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0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3.wmf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wmf"/><Relationship Id="rId11" Type="http://schemas.openxmlformats.org/officeDocument/2006/relationships/oleObject" Target="NULL"/><Relationship Id="rId5" Type="http://schemas.openxmlformats.org/officeDocument/2006/relationships/oleObject" Target="../embeddings/oleObject105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12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114.wmf"/><Relationship Id="rId39" Type="http://schemas.openxmlformats.org/officeDocument/2006/relationships/oleObject" Target="../embeddings/oleObject117.bin"/><Relationship Id="rId21" Type="http://schemas.openxmlformats.org/officeDocument/2006/relationships/tags" Target="../tags/tag21.xml"/><Relationship Id="rId34" Type="http://schemas.openxmlformats.org/officeDocument/2006/relationships/image" Target="../media/image118.wmf"/><Relationship Id="rId42" Type="http://schemas.openxmlformats.org/officeDocument/2006/relationships/image" Target="../media/image122.wmf"/><Relationship Id="rId47" Type="http://schemas.openxmlformats.org/officeDocument/2006/relationships/oleObject" Target="../embeddings/oleObject121.bin"/><Relationship Id="rId50" Type="http://schemas.openxmlformats.org/officeDocument/2006/relationships/image" Target="../media/image126.wmf"/><Relationship Id="rId55" Type="http://schemas.openxmlformats.org/officeDocument/2006/relationships/image" Target="../media/image129.tmp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oleObject" Target="../embeddings/oleObject112.bin"/><Relationship Id="rId11" Type="http://schemas.openxmlformats.org/officeDocument/2006/relationships/tags" Target="../tags/tag11.xml"/><Relationship Id="rId24" Type="http://schemas.openxmlformats.org/officeDocument/2006/relationships/image" Target="../media/image113.wmf"/><Relationship Id="rId32" Type="http://schemas.openxmlformats.org/officeDocument/2006/relationships/image" Target="../media/image117.wmf"/><Relationship Id="rId37" Type="http://schemas.openxmlformats.org/officeDocument/2006/relationships/oleObject" Target="../embeddings/oleObject116.bin"/><Relationship Id="rId40" Type="http://schemas.openxmlformats.org/officeDocument/2006/relationships/image" Target="../media/image121.wmf"/><Relationship Id="rId45" Type="http://schemas.openxmlformats.org/officeDocument/2006/relationships/oleObject" Target="../embeddings/oleObject120.bin"/><Relationship Id="rId53" Type="http://schemas.openxmlformats.org/officeDocument/2006/relationships/oleObject" Target="../embeddings/oleObject124.bin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oleObject" Target="../embeddings/oleObject113.bin"/><Relationship Id="rId44" Type="http://schemas.openxmlformats.org/officeDocument/2006/relationships/image" Target="../media/image123.wmf"/><Relationship Id="rId52" Type="http://schemas.openxmlformats.org/officeDocument/2006/relationships/image" Target="../media/image127.wmf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7.xml"/><Relationship Id="rId27" Type="http://schemas.openxmlformats.org/officeDocument/2006/relationships/oleObject" Target="../embeddings/oleObject111.bin"/><Relationship Id="rId30" Type="http://schemas.openxmlformats.org/officeDocument/2006/relationships/image" Target="../media/image116.wmf"/><Relationship Id="rId35" Type="http://schemas.openxmlformats.org/officeDocument/2006/relationships/oleObject" Target="../embeddings/oleObject115.bin"/><Relationship Id="rId43" Type="http://schemas.openxmlformats.org/officeDocument/2006/relationships/oleObject" Target="../embeddings/oleObject119.bin"/><Relationship Id="rId48" Type="http://schemas.openxmlformats.org/officeDocument/2006/relationships/image" Target="../media/image125.wmf"/><Relationship Id="rId8" Type="http://schemas.openxmlformats.org/officeDocument/2006/relationships/tags" Target="../tags/tag8.xml"/><Relationship Id="rId51" Type="http://schemas.openxmlformats.org/officeDocument/2006/relationships/oleObject" Target="../embeddings/oleObject123.bin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oleObject" Target="../embeddings/oleObject110.bin"/><Relationship Id="rId33" Type="http://schemas.openxmlformats.org/officeDocument/2006/relationships/oleObject" Target="../embeddings/oleObject114.bin"/><Relationship Id="rId38" Type="http://schemas.openxmlformats.org/officeDocument/2006/relationships/image" Target="../media/image120.wmf"/><Relationship Id="rId46" Type="http://schemas.openxmlformats.org/officeDocument/2006/relationships/image" Target="../media/image124.wmf"/><Relationship Id="rId20" Type="http://schemas.openxmlformats.org/officeDocument/2006/relationships/tags" Target="../tags/tag20.xml"/><Relationship Id="rId41" Type="http://schemas.openxmlformats.org/officeDocument/2006/relationships/oleObject" Target="../embeddings/oleObject118.bin"/><Relationship Id="rId54" Type="http://schemas.openxmlformats.org/officeDocument/2006/relationships/image" Target="../media/image128.w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oleObject" Target="../embeddings/oleObject109.bin"/><Relationship Id="rId28" Type="http://schemas.openxmlformats.org/officeDocument/2006/relationships/image" Target="../media/image115.wmf"/><Relationship Id="rId36" Type="http://schemas.openxmlformats.org/officeDocument/2006/relationships/image" Target="../media/image119.wmf"/><Relationship Id="rId49" Type="http://schemas.openxmlformats.org/officeDocument/2006/relationships/oleObject" Target="../embeddings/oleObject12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35.wmf"/><Relationship Id="rId18" Type="http://schemas.openxmlformats.org/officeDocument/2006/relationships/oleObject" Target="../embeddings/oleObject133.bin"/><Relationship Id="rId26" Type="http://schemas.openxmlformats.org/officeDocument/2006/relationships/oleObject" Target="../embeddings/oleObject137.bin"/><Relationship Id="rId3" Type="http://schemas.openxmlformats.org/officeDocument/2006/relationships/image" Target="../media/image130.wmf"/><Relationship Id="rId21" Type="http://schemas.openxmlformats.org/officeDocument/2006/relationships/image" Target="../media/image139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37.wmf"/><Relationship Id="rId25" Type="http://schemas.openxmlformats.org/officeDocument/2006/relationships/image" Target="../media/image141.wmf"/><Relationship Id="rId2" Type="http://schemas.openxmlformats.org/officeDocument/2006/relationships/oleObject" Target="../embeddings/oleObject125.bin"/><Relationship Id="rId16" Type="http://schemas.openxmlformats.org/officeDocument/2006/relationships/oleObject" Target="../embeddings/oleObject132.bin"/><Relationship Id="rId20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34.wmf"/><Relationship Id="rId24" Type="http://schemas.openxmlformats.org/officeDocument/2006/relationships/oleObject" Target="../embeddings/oleObject136.bin"/><Relationship Id="rId5" Type="http://schemas.openxmlformats.org/officeDocument/2006/relationships/image" Target="../media/image131.wmf"/><Relationship Id="rId15" Type="http://schemas.openxmlformats.org/officeDocument/2006/relationships/image" Target="../media/image136.wmf"/><Relationship Id="rId23" Type="http://schemas.openxmlformats.org/officeDocument/2006/relationships/image" Target="../media/image140.w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38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33.wmf"/><Relationship Id="rId14" Type="http://schemas.openxmlformats.org/officeDocument/2006/relationships/oleObject" Target="../embeddings/oleObject131.bin"/><Relationship Id="rId22" Type="http://schemas.openxmlformats.org/officeDocument/2006/relationships/oleObject" Target="../embeddings/oleObject135.bin"/><Relationship Id="rId27" Type="http://schemas.openxmlformats.org/officeDocument/2006/relationships/image" Target="../media/image14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48.wmf"/><Relationship Id="rId18" Type="http://schemas.openxmlformats.org/officeDocument/2006/relationships/oleObject" Target="../embeddings/oleObject146.bin"/><Relationship Id="rId3" Type="http://schemas.openxmlformats.org/officeDocument/2006/relationships/image" Target="../media/image143.wmf"/><Relationship Id="rId21" Type="http://schemas.openxmlformats.org/officeDocument/2006/relationships/image" Target="../media/image152.wmf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50.w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47.wmf"/><Relationship Id="rId5" Type="http://schemas.openxmlformats.org/officeDocument/2006/relationships/image" Target="../media/image144.wmf"/><Relationship Id="rId15" Type="http://schemas.openxmlformats.org/officeDocument/2006/relationships/image" Target="../media/image149.wmf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51.w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46.wmf"/><Relationship Id="rId14" Type="http://schemas.openxmlformats.org/officeDocument/2006/relationships/oleObject" Target="../embeddings/oleObject144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wmf"/><Relationship Id="rId18" Type="http://schemas.openxmlformats.org/officeDocument/2006/relationships/oleObject" Target="../embeddings/oleObject156.bin"/><Relationship Id="rId26" Type="http://schemas.openxmlformats.org/officeDocument/2006/relationships/oleObject" Target="../embeddings/oleObject160.bin"/><Relationship Id="rId39" Type="http://schemas.openxmlformats.org/officeDocument/2006/relationships/image" Target="../media/image171.wmf"/><Relationship Id="rId21" Type="http://schemas.openxmlformats.org/officeDocument/2006/relationships/image" Target="../media/image162.wmf"/><Relationship Id="rId34" Type="http://schemas.openxmlformats.org/officeDocument/2006/relationships/oleObject" Target="../embeddings/oleObject164.bin"/><Relationship Id="rId42" Type="http://schemas.openxmlformats.org/officeDocument/2006/relationships/oleObject" Target="../embeddings/oleObject168.bin"/><Relationship Id="rId47" Type="http://schemas.openxmlformats.org/officeDocument/2006/relationships/image" Target="../media/image175.wmf"/><Relationship Id="rId50" Type="http://schemas.openxmlformats.org/officeDocument/2006/relationships/oleObject" Target="../embeddings/oleObject172.bin"/><Relationship Id="rId55" Type="http://schemas.openxmlformats.org/officeDocument/2006/relationships/image" Target="../media/image179.wmf"/><Relationship Id="rId7" Type="http://schemas.openxmlformats.org/officeDocument/2006/relationships/image" Target="../media/image155.wmf"/><Relationship Id="rId2" Type="http://schemas.openxmlformats.org/officeDocument/2006/relationships/oleObject" Target="../embeddings/oleObject148.bin"/><Relationship Id="rId16" Type="http://schemas.openxmlformats.org/officeDocument/2006/relationships/oleObject" Target="../embeddings/oleObject155.bin"/><Relationship Id="rId29" Type="http://schemas.openxmlformats.org/officeDocument/2006/relationships/image" Target="../media/image166.wmf"/><Relationship Id="rId11" Type="http://schemas.openxmlformats.org/officeDocument/2006/relationships/image" Target="../media/image157.wmf"/><Relationship Id="rId24" Type="http://schemas.openxmlformats.org/officeDocument/2006/relationships/oleObject" Target="../embeddings/oleObject159.bin"/><Relationship Id="rId32" Type="http://schemas.openxmlformats.org/officeDocument/2006/relationships/oleObject" Target="../embeddings/oleObject163.bin"/><Relationship Id="rId37" Type="http://schemas.openxmlformats.org/officeDocument/2006/relationships/image" Target="../media/image170.wmf"/><Relationship Id="rId40" Type="http://schemas.openxmlformats.org/officeDocument/2006/relationships/oleObject" Target="../embeddings/oleObject167.bin"/><Relationship Id="rId45" Type="http://schemas.openxmlformats.org/officeDocument/2006/relationships/image" Target="../media/image174.wmf"/><Relationship Id="rId53" Type="http://schemas.openxmlformats.org/officeDocument/2006/relationships/image" Target="../media/image178.wmf"/><Relationship Id="rId5" Type="http://schemas.openxmlformats.org/officeDocument/2006/relationships/image" Target="../media/image154.wmf"/><Relationship Id="rId19" Type="http://schemas.openxmlformats.org/officeDocument/2006/relationships/image" Target="../media/image161.wmf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54.bin"/><Relationship Id="rId22" Type="http://schemas.openxmlformats.org/officeDocument/2006/relationships/oleObject" Target="../embeddings/oleObject158.bin"/><Relationship Id="rId27" Type="http://schemas.openxmlformats.org/officeDocument/2006/relationships/image" Target="../media/image165.wmf"/><Relationship Id="rId30" Type="http://schemas.openxmlformats.org/officeDocument/2006/relationships/oleObject" Target="../embeddings/oleObject162.bin"/><Relationship Id="rId35" Type="http://schemas.openxmlformats.org/officeDocument/2006/relationships/image" Target="../media/image169.wmf"/><Relationship Id="rId43" Type="http://schemas.openxmlformats.org/officeDocument/2006/relationships/image" Target="../media/image173.wmf"/><Relationship Id="rId48" Type="http://schemas.openxmlformats.org/officeDocument/2006/relationships/oleObject" Target="../embeddings/oleObject171.bin"/><Relationship Id="rId56" Type="http://schemas.openxmlformats.org/officeDocument/2006/relationships/oleObject" Target="../embeddings/oleObject175.bin"/><Relationship Id="rId8" Type="http://schemas.openxmlformats.org/officeDocument/2006/relationships/oleObject" Target="../embeddings/oleObject151.bin"/><Relationship Id="rId51" Type="http://schemas.openxmlformats.org/officeDocument/2006/relationships/image" Target="../media/image177.wmf"/><Relationship Id="rId3" Type="http://schemas.openxmlformats.org/officeDocument/2006/relationships/image" Target="../media/image153.wmf"/><Relationship Id="rId12" Type="http://schemas.openxmlformats.org/officeDocument/2006/relationships/oleObject" Target="../embeddings/oleObject153.bin"/><Relationship Id="rId17" Type="http://schemas.openxmlformats.org/officeDocument/2006/relationships/image" Target="../media/image160.wmf"/><Relationship Id="rId25" Type="http://schemas.openxmlformats.org/officeDocument/2006/relationships/image" Target="../media/image164.wmf"/><Relationship Id="rId33" Type="http://schemas.openxmlformats.org/officeDocument/2006/relationships/image" Target="../media/image168.wmf"/><Relationship Id="rId38" Type="http://schemas.openxmlformats.org/officeDocument/2006/relationships/oleObject" Target="../embeddings/oleObject166.bin"/><Relationship Id="rId46" Type="http://schemas.openxmlformats.org/officeDocument/2006/relationships/oleObject" Target="../embeddings/oleObject170.bin"/><Relationship Id="rId20" Type="http://schemas.openxmlformats.org/officeDocument/2006/relationships/oleObject" Target="../embeddings/oleObject157.bin"/><Relationship Id="rId41" Type="http://schemas.openxmlformats.org/officeDocument/2006/relationships/image" Target="../media/image172.wmf"/><Relationship Id="rId54" Type="http://schemas.openxmlformats.org/officeDocument/2006/relationships/oleObject" Target="../embeddings/oleObject17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0.bin"/><Relationship Id="rId15" Type="http://schemas.openxmlformats.org/officeDocument/2006/relationships/image" Target="../media/image159.wmf"/><Relationship Id="rId23" Type="http://schemas.openxmlformats.org/officeDocument/2006/relationships/image" Target="../media/image163.wmf"/><Relationship Id="rId28" Type="http://schemas.openxmlformats.org/officeDocument/2006/relationships/oleObject" Target="../embeddings/oleObject161.bin"/><Relationship Id="rId36" Type="http://schemas.openxmlformats.org/officeDocument/2006/relationships/oleObject" Target="../embeddings/oleObject165.bin"/><Relationship Id="rId49" Type="http://schemas.openxmlformats.org/officeDocument/2006/relationships/image" Target="../media/image176.wmf"/><Relationship Id="rId57" Type="http://schemas.openxmlformats.org/officeDocument/2006/relationships/image" Target="../media/image180.wmf"/><Relationship Id="rId10" Type="http://schemas.openxmlformats.org/officeDocument/2006/relationships/oleObject" Target="../embeddings/oleObject152.bin"/><Relationship Id="rId31" Type="http://schemas.openxmlformats.org/officeDocument/2006/relationships/image" Target="../media/image167.wmf"/><Relationship Id="rId44" Type="http://schemas.openxmlformats.org/officeDocument/2006/relationships/oleObject" Target="../embeddings/oleObject169.bin"/><Relationship Id="rId52" Type="http://schemas.openxmlformats.org/officeDocument/2006/relationships/oleObject" Target="../embeddings/oleObject173.bin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47.xml"/><Relationship Id="rId21" Type="http://schemas.openxmlformats.org/officeDocument/2006/relationships/tags" Target="../tags/tag42.xml"/><Relationship Id="rId42" Type="http://schemas.openxmlformats.org/officeDocument/2006/relationships/oleObject" Target="../embeddings/oleObject183.bin"/><Relationship Id="rId47" Type="http://schemas.openxmlformats.org/officeDocument/2006/relationships/image" Target="../media/image189.wmf"/><Relationship Id="rId63" Type="http://schemas.openxmlformats.org/officeDocument/2006/relationships/oleObject" Target="../embeddings/oleObject194.bin"/><Relationship Id="rId68" Type="http://schemas.openxmlformats.org/officeDocument/2006/relationships/image" Target="../media/image199.wmf"/><Relationship Id="rId7" Type="http://schemas.openxmlformats.org/officeDocument/2006/relationships/tags" Target="../tags/tag28.xml"/><Relationship Id="rId71" Type="http://schemas.openxmlformats.org/officeDocument/2006/relationships/image" Target="../media/image129.tmp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9" Type="http://schemas.openxmlformats.org/officeDocument/2006/relationships/image" Target="../media/image181.wmf"/><Relationship Id="rId11" Type="http://schemas.openxmlformats.org/officeDocument/2006/relationships/tags" Target="../tags/tag32.xml"/><Relationship Id="rId24" Type="http://schemas.openxmlformats.org/officeDocument/2006/relationships/tags" Target="../tags/tag45.xml"/><Relationship Id="rId32" Type="http://schemas.openxmlformats.org/officeDocument/2006/relationships/oleObject" Target="../embeddings/oleObject178.bin"/><Relationship Id="rId37" Type="http://schemas.openxmlformats.org/officeDocument/2006/relationships/image" Target="../media/image185.wmf"/><Relationship Id="rId40" Type="http://schemas.openxmlformats.org/officeDocument/2006/relationships/oleObject" Target="../embeddings/oleObject182.bin"/><Relationship Id="rId45" Type="http://schemas.openxmlformats.org/officeDocument/2006/relationships/image" Target="../media/image127.wmf"/><Relationship Id="rId53" Type="http://schemas.openxmlformats.org/officeDocument/2006/relationships/image" Target="../media/image192.wmf"/><Relationship Id="rId58" Type="http://schemas.openxmlformats.org/officeDocument/2006/relationships/oleObject" Target="../embeddings/oleObject191.bin"/><Relationship Id="rId66" Type="http://schemas.openxmlformats.org/officeDocument/2006/relationships/image" Target="../media/image198.wmf"/><Relationship Id="rId5" Type="http://schemas.openxmlformats.org/officeDocument/2006/relationships/tags" Target="../tags/tag26.xml"/><Relationship Id="rId61" Type="http://schemas.openxmlformats.org/officeDocument/2006/relationships/oleObject" Target="../embeddings/oleObject193.bin"/><Relationship Id="rId19" Type="http://schemas.openxmlformats.org/officeDocument/2006/relationships/tags" Target="../tags/tag40.xml"/><Relationship Id="rId14" Type="http://schemas.openxmlformats.org/officeDocument/2006/relationships/tags" Target="../tags/tag35.xml"/><Relationship Id="rId22" Type="http://schemas.openxmlformats.org/officeDocument/2006/relationships/tags" Target="../tags/tag43.xml"/><Relationship Id="rId27" Type="http://schemas.openxmlformats.org/officeDocument/2006/relationships/slideLayout" Target="../slideLayouts/slideLayout7.xml"/><Relationship Id="rId30" Type="http://schemas.openxmlformats.org/officeDocument/2006/relationships/oleObject" Target="../embeddings/oleObject177.bin"/><Relationship Id="rId35" Type="http://schemas.openxmlformats.org/officeDocument/2006/relationships/image" Target="../media/image184.wmf"/><Relationship Id="rId43" Type="http://schemas.openxmlformats.org/officeDocument/2006/relationships/image" Target="../media/image188.wmf"/><Relationship Id="rId48" Type="http://schemas.openxmlformats.org/officeDocument/2006/relationships/oleObject" Target="../embeddings/oleObject186.bin"/><Relationship Id="rId56" Type="http://schemas.openxmlformats.org/officeDocument/2006/relationships/oleObject" Target="../embeddings/oleObject190.bin"/><Relationship Id="rId64" Type="http://schemas.openxmlformats.org/officeDocument/2006/relationships/image" Target="../media/image197.wmf"/><Relationship Id="rId69" Type="http://schemas.openxmlformats.org/officeDocument/2006/relationships/oleObject" Target="../embeddings/oleObject197.bin"/><Relationship Id="rId8" Type="http://schemas.openxmlformats.org/officeDocument/2006/relationships/tags" Target="../tags/tag29.xml"/><Relationship Id="rId51" Type="http://schemas.openxmlformats.org/officeDocument/2006/relationships/image" Target="../media/image191.wmf"/><Relationship Id="rId3" Type="http://schemas.openxmlformats.org/officeDocument/2006/relationships/tags" Target="../tags/tag24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tags" Target="../tags/tag46.xml"/><Relationship Id="rId33" Type="http://schemas.openxmlformats.org/officeDocument/2006/relationships/image" Target="../media/image183.wmf"/><Relationship Id="rId38" Type="http://schemas.openxmlformats.org/officeDocument/2006/relationships/oleObject" Target="../embeddings/oleObject181.bin"/><Relationship Id="rId46" Type="http://schemas.openxmlformats.org/officeDocument/2006/relationships/oleObject" Target="../embeddings/oleObject185.bin"/><Relationship Id="rId59" Type="http://schemas.openxmlformats.org/officeDocument/2006/relationships/image" Target="../media/image195.wmf"/><Relationship Id="rId67" Type="http://schemas.openxmlformats.org/officeDocument/2006/relationships/oleObject" Target="../embeddings/oleObject196.bin"/><Relationship Id="rId20" Type="http://schemas.openxmlformats.org/officeDocument/2006/relationships/tags" Target="../tags/tag41.xml"/><Relationship Id="rId41" Type="http://schemas.openxmlformats.org/officeDocument/2006/relationships/image" Target="../media/image187.wmf"/><Relationship Id="rId54" Type="http://schemas.openxmlformats.org/officeDocument/2006/relationships/oleObject" Target="../embeddings/oleObject189.bin"/><Relationship Id="rId62" Type="http://schemas.openxmlformats.org/officeDocument/2006/relationships/image" Target="../media/image196.wmf"/><Relationship Id="rId70" Type="http://schemas.openxmlformats.org/officeDocument/2006/relationships/image" Target="../media/image200.w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5" Type="http://schemas.openxmlformats.org/officeDocument/2006/relationships/tags" Target="../tags/tag36.xml"/><Relationship Id="rId23" Type="http://schemas.openxmlformats.org/officeDocument/2006/relationships/tags" Target="../tags/tag44.xml"/><Relationship Id="rId28" Type="http://schemas.openxmlformats.org/officeDocument/2006/relationships/oleObject" Target="../embeddings/oleObject176.bin"/><Relationship Id="rId36" Type="http://schemas.openxmlformats.org/officeDocument/2006/relationships/oleObject" Target="../embeddings/oleObject180.bin"/><Relationship Id="rId49" Type="http://schemas.openxmlformats.org/officeDocument/2006/relationships/image" Target="../media/image190.wmf"/><Relationship Id="rId57" Type="http://schemas.openxmlformats.org/officeDocument/2006/relationships/image" Target="../media/image194.wmf"/><Relationship Id="rId10" Type="http://schemas.openxmlformats.org/officeDocument/2006/relationships/tags" Target="../tags/tag31.xml"/><Relationship Id="rId31" Type="http://schemas.openxmlformats.org/officeDocument/2006/relationships/image" Target="../media/image182.wmf"/><Relationship Id="rId44" Type="http://schemas.openxmlformats.org/officeDocument/2006/relationships/oleObject" Target="../embeddings/oleObject184.bin"/><Relationship Id="rId52" Type="http://schemas.openxmlformats.org/officeDocument/2006/relationships/oleObject" Target="../embeddings/oleObject188.bin"/><Relationship Id="rId60" Type="http://schemas.openxmlformats.org/officeDocument/2006/relationships/oleObject" Target="../embeddings/oleObject192.bin"/><Relationship Id="rId65" Type="http://schemas.openxmlformats.org/officeDocument/2006/relationships/oleObject" Target="../embeddings/oleObject195.bin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39" Type="http://schemas.openxmlformats.org/officeDocument/2006/relationships/image" Target="../media/image186.wmf"/><Relationship Id="rId34" Type="http://schemas.openxmlformats.org/officeDocument/2006/relationships/oleObject" Target="../embeddings/oleObject179.bin"/><Relationship Id="rId50" Type="http://schemas.openxmlformats.org/officeDocument/2006/relationships/oleObject" Target="../embeddings/oleObject187.bin"/><Relationship Id="rId55" Type="http://schemas.openxmlformats.org/officeDocument/2006/relationships/image" Target="../media/image19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017C4CA-F6B8-4814-9C04-7C1FE8792492}" type="slidenum">
              <a:rPr lang="zh-CN" altLang="en-US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13058" name="Text Box 1026"/>
          <p:cNvSpPr txBox="1">
            <a:spLocks noChangeArrowheads="1"/>
          </p:cNvSpPr>
          <p:nvPr/>
        </p:nvSpPr>
        <p:spPr bwMode="auto">
          <a:xfrm>
            <a:off x="2209800" y="160020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问题:如何研究曲线的弯曲方向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80900" name="Rectangle 1027"/>
          <p:cNvSpPr>
            <a:spLocks noGrp="1" noChangeArrowheads="1"/>
          </p:cNvSpPr>
          <p:nvPr>
            <p:ph type="title"/>
          </p:nvPr>
        </p:nvSpPr>
        <p:spPr>
          <a:xfrm>
            <a:off x="2247900" y="740321"/>
            <a:ext cx="5105400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二、曲线的凹凸与拐点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13060" name="Group 1028"/>
          <p:cNvGrpSpPr>
            <a:grpSpLocks/>
          </p:cNvGrpSpPr>
          <p:nvPr/>
        </p:nvGrpSpPr>
        <p:grpSpPr bwMode="auto">
          <a:xfrm>
            <a:off x="4205651" y="2767382"/>
            <a:ext cx="4051300" cy="2727325"/>
            <a:chOff x="3792" y="528"/>
            <a:chExt cx="1728" cy="1152"/>
          </a:xfrm>
        </p:grpSpPr>
        <p:sp>
          <p:nvSpPr>
            <p:cNvPr id="39951" name="Line 1029"/>
            <p:cNvSpPr>
              <a:spLocks noChangeShapeType="1"/>
            </p:cNvSpPr>
            <p:nvPr/>
          </p:nvSpPr>
          <p:spPr bwMode="auto">
            <a:xfrm>
              <a:off x="3792" y="1512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2" name="Line 1030"/>
            <p:cNvSpPr>
              <a:spLocks noChangeShapeType="1"/>
            </p:cNvSpPr>
            <p:nvPr/>
          </p:nvSpPr>
          <p:spPr bwMode="auto">
            <a:xfrm flipV="1">
              <a:off x="3953" y="545"/>
              <a:ext cx="0" cy="11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953" name="Object 1031"/>
            <p:cNvGraphicFramePr>
              <a:graphicFrameLocks noChangeAspect="1"/>
            </p:cNvGraphicFramePr>
            <p:nvPr/>
          </p:nvGraphicFramePr>
          <p:xfrm>
            <a:off x="5415" y="1567"/>
            <a:ext cx="105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53890" imgH="241195" progId="Equation.3">
                    <p:embed/>
                  </p:oleObj>
                </mc:Choice>
                <mc:Fallback>
                  <p:oleObj name="公式" r:id="rId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5" y="1567"/>
                          <a:ext cx="105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4" name="Object 1032"/>
            <p:cNvGraphicFramePr>
              <a:graphicFrameLocks noChangeAspect="1"/>
            </p:cNvGraphicFramePr>
            <p:nvPr/>
          </p:nvGraphicFramePr>
          <p:xfrm>
            <a:off x="3792" y="528"/>
            <a:ext cx="105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780" imgH="317225" progId="Equation.3">
                    <p:embed/>
                  </p:oleObj>
                </mc:Choice>
                <mc:Fallback>
                  <p:oleObj name="公式" r:id="rId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528"/>
                          <a:ext cx="105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5" name="Object 1033"/>
            <p:cNvGraphicFramePr>
              <a:graphicFrameLocks noChangeAspect="1"/>
            </p:cNvGraphicFramePr>
            <p:nvPr/>
          </p:nvGraphicFramePr>
          <p:xfrm>
            <a:off x="3840" y="1554"/>
            <a:ext cx="89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15713" imgH="241091" progId="Equation.3">
                    <p:embed/>
                  </p:oleObj>
                </mc:Choice>
                <mc:Fallback>
                  <p:oleObj name="公式" r:id="rId6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554"/>
                          <a:ext cx="89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3066" name="Group 1034"/>
          <p:cNvGrpSpPr>
            <a:grpSpLocks/>
          </p:cNvGrpSpPr>
          <p:nvPr/>
        </p:nvGrpSpPr>
        <p:grpSpPr bwMode="auto">
          <a:xfrm>
            <a:off x="5181600" y="2743200"/>
            <a:ext cx="2700338" cy="2046288"/>
            <a:chOff x="3888" y="432"/>
            <a:chExt cx="1701" cy="1289"/>
          </a:xfrm>
        </p:grpSpPr>
        <p:sp>
          <p:nvSpPr>
            <p:cNvPr id="39949" name="Text Box 1035"/>
            <p:cNvSpPr txBox="1">
              <a:spLocks noChangeArrowheads="1"/>
            </p:cNvSpPr>
            <p:nvPr/>
          </p:nvSpPr>
          <p:spPr bwMode="auto">
            <a:xfrm>
              <a:off x="3996" y="645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9950" name="Freeform 1036"/>
            <p:cNvSpPr>
              <a:spLocks/>
            </p:cNvSpPr>
            <p:nvPr/>
          </p:nvSpPr>
          <p:spPr bwMode="auto">
            <a:xfrm>
              <a:off x="3888" y="432"/>
              <a:ext cx="1701" cy="1289"/>
            </a:xfrm>
            <a:custGeom>
              <a:avLst/>
              <a:gdLst>
                <a:gd name="T0" fmla="*/ 0 w 1701"/>
                <a:gd name="T1" fmla="*/ 1289 h 1289"/>
                <a:gd name="T2" fmla="*/ 531 w 1701"/>
                <a:gd name="T3" fmla="*/ 333 h 1289"/>
                <a:gd name="T4" fmla="*/ 1701 w 1701"/>
                <a:gd name="T5" fmla="*/ 0 h 12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01" h="1289">
                  <a:moveTo>
                    <a:pt x="0" y="1289"/>
                  </a:moveTo>
                  <a:cubicBezTo>
                    <a:pt x="88" y="1130"/>
                    <a:pt x="248" y="548"/>
                    <a:pt x="531" y="333"/>
                  </a:cubicBezTo>
                  <a:cubicBezTo>
                    <a:pt x="814" y="118"/>
                    <a:pt x="1457" y="69"/>
                    <a:pt x="1701" y="0"/>
                  </a:cubicBezTo>
                </a:path>
              </a:pathLst>
            </a:custGeom>
            <a:noFill/>
            <a:ln w="34925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13069" name="Group 1037"/>
          <p:cNvGrpSpPr>
            <a:grpSpLocks/>
          </p:cNvGrpSpPr>
          <p:nvPr/>
        </p:nvGrpSpPr>
        <p:grpSpPr bwMode="auto">
          <a:xfrm>
            <a:off x="4800599" y="2298279"/>
            <a:ext cx="3547801" cy="2848038"/>
            <a:chOff x="4009" y="334"/>
            <a:chExt cx="1513" cy="1203"/>
          </a:xfrm>
        </p:grpSpPr>
        <p:grpSp>
          <p:nvGrpSpPr>
            <p:cNvPr id="39944" name="Group 1038"/>
            <p:cNvGrpSpPr>
              <a:grpSpLocks/>
            </p:cNvGrpSpPr>
            <p:nvPr/>
          </p:nvGrpSpPr>
          <p:grpSpPr bwMode="auto">
            <a:xfrm>
              <a:off x="4009" y="334"/>
              <a:ext cx="1513" cy="1203"/>
              <a:chOff x="4009" y="334"/>
              <a:chExt cx="1513" cy="1203"/>
            </a:xfrm>
          </p:grpSpPr>
          <p:sp>
            <p:nvSpPr>
              <p:cNvPr id="39946" name="Arc 1039"/>
              <p:cNvSpPr>
                <a:spLocks/>
              </p:cNvSpPr>
              <p:nvPr/>
            </p:nvSpPr>
            <p:spPr bwMode="auto">
              <a:xfrm flipV="1">
                <a:off x="4176" y="528"/>
                <a:ext cx="1134" cy="864"/>
              </a:xfrm>
              <a:custGeom>
                <a:avLst/>
                <a:gdLst>
                  <a:gd name="T0" fmla="*/ 0 w 22186"/>
                  <a:gd name="T1" fmla="*/ 0 h 21951"/>
                  <a:gd name="T2" fmla="*/ 0 w 22186"/>
                  <a:gd name="T3" fmla="*/ 0 h 21951"/>
                  <a:gd name="T4" fmla="*/ 0 w 22186"/>
                  <a:gd name="T5" fmla="*/ 0 h 219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186" h="21951" fill="none" extrusionOk="0">
                    <a:moveTo>
                      <a:pt x="-1" y="7"/>
                    </a:moveTo>
                    <a:cubicBezTo>
                      <a:pt x="195" y="2"/>
                      <a:pt x="390" y="-1"/>
                      <a:pt x="586" y="0"/>
                    </a:cubicBezTo>
                    <a:cubicBezTo>
                      <a:pt x="12515" y="0"/>
                      <a:pt x="22186" y="9670"/>
                      <a:pt x="22186" y="21600"/>
                    </a:cubicBezTo>
                    <a:cubicBezTo>
                      <a:pt x="22186" y="21717"/>
                      <a:pt x="22185" y="21834"/>
                      <a:pt x="22183" y="21951"/>
                    </a:cubicBezTo>
                  </a:path>
                  <a:path w="22186" h="21951" stroke="0" extrusionOk="0">
                    <a:moveTo>
                      <a:pt x="-1" y="7"/>
                    </a:moveTo>
                    <a:cubicBezTo>
                      <a:pt x="195" y="2"/>
                      <a:pt x="390" y="-1"/>
                      <a:pt x="586" y="0"/>
                    </a:cubicBezTo>
                    <a:cubicBezTo>
                      <a:pt x="12515" y="0"/>
                      <a:pt x="22186" y="9670"/>
                      <a:pt x="22186" y="21600"/>
                    </a:cubicBezTo>
                    <a:cubicBezTo>
                      <a:pt x="22186" y="21717"/>
                      <a:pt x="22185" y="21834"/>
                      <a:pt x="22183" y="21951"/>
                    </a:cubicBezTo>
                    <a:lnTo>
                      <a:pt x="586" y="21600"/>
                    </a:lnTo>
                    <a:lnTo>
                      <a:pt x="-1" y="7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47" name="Text Box 1040"/>
              <p:cNvSpPr txBox="1">
                <a:spLocks noChangeArrowheads="1"/>
              </p:cNvSpPr>
              <p:nvPr/>
            </p:nvSpPr>
            <p:spPr bwMode="auto">
              <a:xfrm>
                <a:off x="4009" y="1342"/>
                <a:ext cx="166" cy="1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9948" name="Text Box 1041"/>
              <p:cNvSpPr txBox="1">
                <a:spLocks noChangeArrowheads="1"/>
              </p:cNvSpPr>
              <p:nvPr/>
            </p:nvSpPr>
            <p:spPr bwMode="auto">
              <a:xfrm>
                <a:off x="5356" y="334"/>
                <a:ext cx="166" cy="1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  <p:sp>
          <p:nvSpPr>
            <p:cNvPr id="39945" name="Text Box 1042"/>
            <p:cNvSpPr txBox="1">
              <a:spLocks noChangeArrowheads="1"/>
            </p:cNvSpPr>
            <p:nvPr/>
          </p:nvSpPr>
          <p:spPr bwMode="auto">
            <a:xfrm>
              <a:off x="4960" y="1102"/>
              <a:ext cx="196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123979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81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58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B0E9FF-D9AB-4CAF-92E7-E7567703B28C}" type="slidenum">
              <a:rPr lang="zh-CN" altLang="en-US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40963" name="Picture 2" descr="凹凸性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0" y="2038198"/>
            <a:ext cx="62865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9267" name="Text Box 3"/>
          <p:cNvSpPr txBox="1">
            <a:spLocks noChangeArrowheads="1"/>
          </p:cNvSpPr>
          <p:nvPr/>
        </p:nvSpPr>
        <p:spPr bwMode="auto">
          <a:xfrm>
            <a:off x="1733550" y="1057276"/>
            <a:ext cx="8705850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chemeClr val="accent2"/>
                </a:solidFill>
              </a:rPr>
              <a:t>      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定义一</a:t>
            </a:r>
            <a:r>
              <a:rPr lang="zh-CN" altLang="en-US" sz="2800" b="1" dirty="0"/>
              <a:t>  如果在某区间内，曲线弧位于其上任意一点的切线的上方，则称曲线在这个区间内是</a:t>
            </a:r>
            <a:r>
              <a:rPr lang="zh-CN" altLang="en-US" sz="2800" b="1" dirty="0">
                <a:solidFill>
                  <a:srgbClr val="FF0000"/>
                </a:solidFill>
              </a:rPr>
              <a:t>下凸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凸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的；如果在某区间内，曲线弧位于其上任意一点的切线的下方，则称曲线在这个区间内是</a:t>
            </a:r>
            <a:r>
              <a:rPr lang="zh-CN" altLang="en-US" sz="2800" b="1" dirty="0">
                <a:solidFill>
                  <a:srgbClr val="FF0000"/>
                </a:solidFill>
              </a:rPr>
              <a:t>上凸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凹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的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82949" name="Rectangle 4"/>
          <p:cNvSpPr>
            <a:spLocks noChangeArrowheads="1"/>
          </p:cNvSpPr>
          <p:nvPr/>
        </p:nvSpPr>
        <p:spPr bwMode="auto">
          <a:xfrm>
            <a:off x="2063552" y="328614"/>
            <a:ext cx="4314825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1"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黑体" pitchFamily="49" charset="-122"/>
              </a:rPr>
              <a:t>A</a:t>
            </a: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曲线凹凸的定义</a:t>
            </a:r>
          </a:p>
        </p:txBody>
      </p:sp>
      <p:sp>
        <p:nvSpPr>
          <p:cNvPr id="779269" name="Rectangle 5"/>
          <p:cNvSpPr>
            <a:spLocks noChangeArrowheads="1"/>
          </p:cNvSpPr>
          <p:nvPr/>
        </p:nvSpPr>
        <p:spPr bwMode="auto">
          <a:xfrm>
            <a:off x="4564063" y="5254625"/>
            <a:ext cx="655111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下凸</a:t>
            </a:r>
          </a:p>
        </p:txBody>
      </p:sp>
      <p:sp>
        <p:nvSpPr>
          <p:cNvPr id="779270" name="Rectangle 6"/>
          <p:cNvSpPr>
            <a:spLocks noChangeArrowheads="1"/>
          </p:cNvSpPr>
          <p:nvPr/>
        </p:nvSpPr>
        <p:spPr bwMode="auto">
          <a:xfrm>
            <a:off x="6503988" y="5229225"/>
            <a:ext cx="655111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上凸</a:t>
            </a:r>
          </a:p>
        </p:txBody>
      </p:sp>
    </p:spTree>
    <p:extLst>
      <p:ext uri="{BB962C8B-B14F-4D97-AF65-F5344CB8AC3E}">
        <p14:creationId xmlns:p14="http://schemas.microsoft.com/office/powerpoint/2010/main" val="2644661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9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9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67" grpId="0" build="p" autoUpdateAnimBg="0"/>
      <p:bldP spid="779269" grpId="0" autoUpdateAnimBg="0"/>
      <p:bldP spid="77927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46C3CE4-6722-4B75-BB9F-271DBFC619C8}" type="slidenum">
              <a:rPr lang="zh-CN" altLang="en-US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41987" name="Picture 2" descr="凹凸性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998" y="1975209"/>
            <a:ext cx="6327028" cy="460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140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326076"/>
              </p:ext>
            </p:extLst>
          </p:nvPr>
        </p:nvGraphicFramePr>
        <p:xfrm>
          <a:off x="7198559" y="1962567"/>
          <a:ext cx="179546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197" imgH="203112" progId="Equation.3">
                  <p:embed/>
                </p:oleObj>
              </mc:Choice>
              <mc:Fallback>
                <p:oleObj name="Equation" r:id="rId3" imgW="69819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8559" y="1962567"/>
                        <a:ext cx="179546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86563"/>
              </p:ext>
            </p:extLst>
          </p:nvPr>
        </p:nvGraphicFramePr>
        <p:xfrm>
          <a:off x="9120336" y="1903897"/>
          <a:ext cx="1169988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307" imgH="228501" progId="Equation.3">
                  <p:embed/>
                </p:oleObj>
              </mc:Choice>
              <mc:Fallback>
                <p:oleObj name="Equation" r:id="rId5" imgW="444307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336" y="1903897"/>
                        <a:ext cx="1169988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9"/>
          <p:cNvSpPr>
            <a:spLocks noChangeArrowheads="1"/>
          </p:cNvSpPr>
          <p:nvPr/>
        </p:nvSpPr>
        <p:spPr bwMode="auto">
          <a:xfrm>
            <a:off x="2135188" y="323006"/>
            <a:ext cx="3200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曲线凹凸的定义</a:t>
            </a:r>
          </a:p>
        </p:txBody>
      </p:sp>
      <p:sp>
        <p:nvSpPr>
          <p:cNvPr id="41995" name="Rectangle 10"/>
          <p:cNvSpPr>
            <a:spLocks noChangeArrowheads="1"/>
          </p:cNvSpPr>
          <p:nvPr/>
        </p:nvSpPr>
        <p:spPr bwMode="auto">
          <a:xfrm>
            <a:off x="4564063" y="5254625"/>
            <a:ext cx="1169675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下凸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96" name="Rectangle 11"/>
          <p:cNvSpPr>
            <a:spLocks noChangeArrowheads="1"/>
          </p:cNvSpPr>
          <p:nvPr/>
        </p:nvSpPr>
        <p:spPr bwMode="auto">
          <a:xfrm>
            <a:off x="6503988" y="5229225"/>
            <a:ext cx="1169675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上凸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凸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982925" y="2563457"/>
            <a:ext cx="6267841" cy="563461"/>
            <a:chOff x="2204423" y="2524607"/>
            <a:chExt cx="6267841" cy="563461"/>
          </a:xfrm>
        </p:grpSpPr>
        <p:sp>
          <p:nvSpPr>
            <p:cNvPr id="2" name="Rectangle 75"/>
            <p:cNvSpPr>
              <a:spLocks noChangeArrowheads="1"/>
            </p:cNvSpPr>
            <p:nvPr/>
          </p:nvSpPr>
          <p:spPr bwMode="auto">
            <a:xfrm>
              <a:off x="2204423" y="2524607"/>
              <a:ext cx="27093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则称函数曲线在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7777822"/>
                </p:ext>
              </p:extLst>
            </p:nvPr>
          </p:nvGraphicFramePr>
          <p:xfrm>
            <a:off x="4775516" y="2574525"/>
            <a:ext cx="915863" cy="493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68140" imgH="203112" progId="Equation.DSMT4">
                    <p:embed/>
                  </p:oleObj>
                </mc:Choice>
                <mc:Fallback>
                  <p:oleObj name="Equation" r:id="rId7" imgW="368140" imgH="203112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5516" y="2574525"/>
                          <a:ext cx="915863" cy="49315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76"/>
            <p:cNvSpPr>
              <a:spLocks noChangeArrowheads="1"/>
            </p:cNvSpPr>
            <p:nvPr/>
          </p:nvSpPr>
          <p:spPr bwMode="auto">
            <a:xfrm>
              <a:off x="5576094" y="2564848"/>
              <a:ext cx="289617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上是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cs typeface="Times New Roman" panose="02020603050405020304" pitchFamily="18" charset="0"/>
                </a:rPr>
                <a:t>下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cs typeface="Times New Roman" panose="02020603050405020304" pitchFamily="18" charset="0"/>
                </a:rPr>
                <a:t>上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cs typeface="Times New Roman" panose="02020603050405020304" pitchFamily="18" charset="0"/>
                </a:rPr>
                <a:t>凸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82925" y="912734"/>
            <a:ext cx="7239356" cy="548715"/>
            <a:chOff x="158379" y="3513466"/>
            <a:chExt cx="7239356" cy="548715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5117679"/>
                </p:ext>
              </p:extLst>
            </p:nvPr>
          </p:nvGraphicFramePr>
          <p:xfrm>
            <a:off x="1244987" y="3573017"/>
            <a:ext cx="886207" cy="47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68140" imgH="203112" progId="Equation.DSMT4">
                    <p:embed/>
                  </p:oleObj>
                </mc:Choice>
                <mc:Fallback>
                  <p:oleObj name="Equation" r:id="rId9" imgW="368140" imgH="203112" progId="Equation.DSMT4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4987" y="3573017"/>
                          <a:ext cx="886207" cy="4771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3685526"/>
                </p:ext>
              </p:extLst>
            </p:nvPr>
          </p:nvGraphicFramePr>
          <p:xfrm>
            <a:off x="2429606" y="3558310"/>
            <a:ext cx="899829" cy="484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68140" imgH="203112" progId="Equation.DSMT4">
                    <p:embed/>
                  </p:oleObj>
                </mc:Choice>
                <mc:Fallback>
                  <p:oleObj name="Equation" r:id="rId11" imgW="368140" imgH="203112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9606" y="3558310"/>
                          <a:ext cx="899829" cy="48452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8254143"/>
                </p:ext>
              </p:extLst>
            </p:nvPr>
          </p:nvGraphicFramePr>
          <p:xfrm>
            <a:off x="5137725" y="3592883"/>
            <a:ext cx="876737" cy="460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80835" imgH="203112" progId="Equation.DSMT4">
                    <p:embed/>
                  </p:oleObj>
                </mc:Choice>
                <mc:Fallback>
                  <p:oleObj name="Equation" r:id="rId12" imgW="380835" imgH="203112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7725" y="3592883"/>
                          <a:ext cx="876737" cy="4602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80"/>
            <p:cNvSpPr>
              <a:spLocks noChangeArrowheads="1"/>
            </p:cNvSpPr>
            <p:nvPr/>
          </p:nvSpPr>
          <p:spPr bwMode="auto">
            <a:xfrm>
              <a:off x="158379" y="3526985"/>
              <a:ext cx="12666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" name="Rectangle 81"/>
            <p:cNvSpPr>
              <a:spLocks noChangeArrowheads="1"/>
            </p:cNvSpPr>
            <p:nvPr/>
          </p:nvSpPr>
          <p:spPr bwMode="auto">
            <a:xfrm>
              <a:off x="2015622" y="3526985"/>
              <a:ext cx="5018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" name="Rectangle 82"/>
            <p:cNvSpPr>
              <a:spLocks noChangeArrowheads="1"/>
            </p:cNvSpPr>
            <p:nvPr/>
          </p:nvSpPr>
          <p:spPr bwMode="auto">
            <a:xfrm>
              <a:off x="3217802" y="3513466"/>
              <a:ext cx="21606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上连续，在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" name="Rectangle 83"/>
            <p:cNvSpPr>
              <a:spLocks noChangeArrowheads="1"/>
            </p:cNvSpPr>
            <p:nvPr/>
          </p:nvSpPr>
          <p:spPr bwMode="auto">
            <a:xfrm>
              <a:off x="5972663" y="3538961"/>
              <a:ext cx="142507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内可导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994634" y="1439347"/>
            <a:ext cx="4303067" cy="536959"/>
            <a:chOff x="95250" y="3288332"/>
            <a:chExt cx="4303067" cy="536959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2656574"/>
                </p:ext>
              </p:extLst>
            </p:nvPr>
          </p:nvGraphicFramePr>
          <p:xfrm>
            <a:off x="990784" y="3366025"/>
            <a:ext cx="874792" cy="459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80835" imgH="203112" progId="Equation.DSMT4">
                    <p:embed/>
                  </p:oleObj>
                </mc:Choice>
                <mc:Fallback>
                  <p:oleObj name="Equation" r:id="rId14" imgW="380835" imgH="203112" progId="Equation.DSMT4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784" y="3366025"/>
                          <a:ext cx="874792" cy="45926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2790524"/>
                </p:ext>
              </p:extLst>
            </p:nvPr>
          </p:nvGraphicFramePr>
          <p:xfrm>
            <a:off x="3286054" y="3294277"/>
            <a:ext cx="433816" cy="520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500" imgH="228600" progId="Equation.DSMT4">
                    <p:embed/>
                  </p:oleObj>
                </mc:Choice>
                <mc:Fallback>
                  <p:oleObj name="Equation" r:id="rId16" imgW="190500" imgH="228600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6054" y="3294277"/>
                          <a:ext cx="433816" cy="52057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86"/>
            <p:cNvSpPr>
              <a:spLocks noChangeArrowheads="1"/>
            </p:cNvSpPr>
            <p:nvPr/>
          </p:nvSpPr>
          <p:spPr bwMode="auto">
            <a:xfrm>
              <a:off x="95250" y="3288332"/>
              <a:ext cx="90601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若对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8" name="Rectangle 87"/>
            <p:cNvSpPr>
              <a:spLocks noChangeArrowheads="1"/>
            </p:cNvSpPr>
            <p:nvPr/>
          </p:nvSpPr>
          <p:spPr bwMode="auto">
            <a:xfrm>
              <a:off x="1787998" y="3294278"/>
              <a:ext cx="177112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中任一点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9" name="Rectangle 88"/>
            <p:cNvSpPr>
              <a:spLocks noChangeArrowheads="1"/>
            </p:cNvSpPr>
            <p:nvPr/>
          </p:nvSpPr>
          <p:spPr bwMode="auto">
            <a:xfrm>
              <a:off x="3651373" y="3288332"/>
              <a:ext cx="74694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有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452985"/>
              </p:ext>
            </p:extLst>
          </p:nvPr>
        </p:nvGraphicFramePr>
        <p:xfrm>
          <a:off x="2085354" y="1968513"/>
          <a:ext cx="5003471" cy="518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09680" imgH="228600" progId="Equation.DSMT4">
                  <p:embed/>
                </p:oleObj>
              </mc:Choice>
              <mc:Fallback>
                <p:oleObj name="Equation" r:id="rId18" imgW="2209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085354" y="1968513"/>
                        <a:ext cx="5003471" cy="518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49449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5" grpId="0"/>
      <p:bldP spid="4199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A54698-3BDF-4554-A919-F88F2390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  <p:pic>
        <p:nvPicPr>
          <p:cNvPr id="62466" name="Picture 2" descr="preview">
            <a:extLst>
              <a:ext uri="{FF2B5EF4-FFF2-40B4-BE49-F238E27FC236}">
                <a16:creationId xmlns:a16="http://schemas.microsoft.com/office/drawing/2014/main" id="{D34A9DFE-FAF2-4223-ACF9-3FA4F8E3D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367" y="3426628"/>
            <a:ext cx="5518895" cy="241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22C87075-0593-4506-9EF4-2C166735A0F1}"/>
              </a:ext>
            </a:extLst>
          </p:cNvPr>
          <p:cNvGrpSpPr/>
          <p:nvPr/>
        </p:nvGrpSpPr>
        <p:grpSpPr>
          <a:xfrm>
            <a:off x="1343472" y="974007"/>
            <a:ext cx="9594494" cy="647477"/>
            <a:chOff x="1199456" y="818962"/>
            <a:chExt cx="9594494" cy="647477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0E391FB-6B95-45B2-BF1B-8A4141D74449}"/>
                </a:ext>
              </a:extLst>
            </p:cNvPr>
            <p:cNvSpPr txBox="1"/>
            <p:nvPr/>
          </p:nvSpPr>
          <p:spPr>
            <a:xfrm>
              <a:off x="1199456" y="873177"/>
              <a:ext cx="959449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设    在区间  上连续，如果对 </a:t>
              </a:r>
              <a:r>
                <a:rPr lang="en-US" altLang="zh-CN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 </a:t>
              </a:r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上任意两点      ，恒有</a:t>
              </a:r>
              <a:endPara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941C852A-0A05-411A-A47C-FF6DAA5EB0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1380" y="878241"/>
            <a:ext cx="878216" cy="484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68280" imgH="203040" progId="Equation.DSMT4">
                    <p:embed/>
                  </p:oleObj>
                </mc:Choice>
                <mc:Fallback>
                  <p:oleObj name="Equation" r:id="rId3" imgW="368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81380" y="878241"/>
                          <a:ext cx="878216" cy="4845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0686CFC-B7B0-4E0E-B913-2437A94278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1704" y="917806"/>
            <a:ext cx="304056" cy="395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6720" imgH="164880" progId="Equation.DSMT4">
                    <p:embed/>
                  </p:oleObj>
                </mc:Choice>
                <mc:Fallback>
                  <p:oleObj name="Equation" r:id="rId5" imgW="12672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31704" y="917806"/>
                          <a:ext cx="304056" cy="3952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C1E33CA-CDE8-4373-9A29-56F8184196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76020" y="910823"/>
            <a:ext cx="304056" cy="395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0" imgH="164880" progId="Equation.DSMT4">
                    <p:embed/>
                  </p:oleObj>
                </mc:Choice>
                <mc:Fallback>
                  <p:oleObj name="Equation" r:id="rId7" imgW="12672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76020" y="910823"/>
                          <a:ext cx="304056" cy="3952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BAA9A97D-9351-4C18-ADD8-26C4773B73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0604" y="818962"/>
            <a:ext cx="1079128" cy="647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80880" imgH="228600" progId="Equation.DSMT4">
                    <p:embed/>
                  </p:oleObj>
                </mc:Choice>
                <mc:Fallback>
                  <p:oleObj name="Equation" r:id="rId9" imgW="380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390604" y="818962"/>
                          <a:ext cx="1079128" cy="6474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8727AA1-CADD-4AA1-B73F-14977F222D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789187"/>
              </p:ext>
            </p:extLst>
          </p:nvPr>
        </p:nvGraphicFramePr>
        <p:xfrm>
          <a:off x="2317206" y="1501878"/>
          <a:ext cx="4656282" cy="1079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17360" imgH="444240" progId="Equation.DSMT4">
                  <p:embed/>
                </p:oleObj>
              </mc:Choice>
              <mc:Fallback>
                <p:oleObj name="Equation" r:id="rId11" imgW="1917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7206" y="1501878"/>
                        <a:ext cx="4656282" cy="1079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F91E6B8C-3EA5-4389-B05E-A7D47A7EBEC6}"/>
              </a:ext>
            </a:extLst>
          </p:cNvPr>
          <p:cNvGrpSpPr/>
          <p:nvPr/>
        </p:nvGrpSpPr>
        <p:grpSpPr>
          <a:xfrm>
            <a:off x="1274203" y="4113634"/>
            <a:ext cx="5287025" cy="954107"/>
            <a:chOff x="1586451" y="2365253"/>
            <a:chExt cx="5287025" cy="954107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E4A1A6A-EF77-433A-BB5F-B482F868121A}"/>
                </a:ext>
              </a:extLst>
            </p:cNvPr>
            <p:cNvSpPr txBox="1"/>
            <p:nvPr/>
          </p:nvSpPr>
          <p:spPr>
            <a:xfrm>
              <a:off x="1586451" y="2365253"/>
              <a:ext cx="528702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那么称    在</a:t>
              </a:r>
              <a:r>
                <a:rPr lang="zh-CN" altLang="en-US" sz="2800" b="1" i="0" dirty="0">
                  <a:effectLst/>
                  <a:latin typeface="-apple-system"/>
                </a:rPr>
                <a:t> </a:t>
              </a:r>
              <a:r>
                <a:rPr lang="en-US" altLang="zh-CN" sz="2800" b="1" i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 </a:t>
              </a:r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上的图形是凸的</a:t>
              </a:r>
              <a:endParaRPr lang="en-US" altLang="zh-CN" sz="2800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上凸的</a:t>
              </a:r>
              <a:r>
                <a:rPr lang="en-US" altLang="zh-CN" sz="28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b="1" i="0" dirty="0">
                  <a:effectLst/>
                  <a:latin typeface="-apple-system"/>
                </a:rPr>
                <a:t>；</a:t>
              </a:r>
              <a:endParaRPr lang="zh-CN" altLang="en-US" sz="2800" b="1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76EB208-70AF-49AE-9BEE-44988B1566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9454" y="2387250"/>
            <a:ext cx="754328" cy="522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68280" imgH="203040" progId="Equation.DSMT4">
                    <p:embed/>
                  </p:oleObj>
                </mc:Choice>
                <mc:Fallback>
                  <p:oleObj name="Equation" r:id="rId13" imgW="368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29454" y="2387250"/>
                          <a:ext cx="754328" cy="5229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89635E0-FAC3-45FC-8AE8-3309A46E9480}"/>
              </a:ext>
            </a:extLst>
          </p:cNvPr>
          <p:cNvSpPr txBox="1"/>
          <p:nvPr/>
        </p:nvSpPr>
        <p:spPr>
          <a:xfrm>
            <a:off x="8148228" y="2466963"/>
            <a:ext cx="1872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如果恒有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4D9768B-7B32-4544-B376-5C860D0BF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046107"/>
              </p:ext>
            </p:extLst>
          </p:nvPr>
        </p:nvGraphicFramePr>
        <p:xfrm>
          <a:off x="1439718" y="2932085"/>
          <a:ext cx="4656282" cy="1079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17360" imgH="444240" progId="Equation.DSMT4">
                  <p:embed/>
                </p:oleObj>
              </mc:Choice>
              <mc:Fallback>
                <p:oleObj name="Equation" r:id="rId15" imgW="1917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39718" y="2932085"/>
                        <a:ext cx="4656282" cy="1079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A19C9760-CDE5-414C-B7B0-68FD060800DC}"/>
              </a:ext>
            </a:extLst>
          </p:cNvPr>
          <p:cNvGrpSpPr/>
          <p:nvPr/>
        </p:nvGrpSpPr>
        <p:grpSpPr>
          <a:xfrm>
            <a:off x="1265866" y="2526234"/>
            <a:ext cx="7390165" cy="554671"/>
            <a:chOff x="1703512" y="2463902"/>
            <a:chExt cx="7390165" cy="554671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8DD023F-7828-4EAC-B9D0-F4FF0372366F}"/>
                </a:ext>
              </a:extLst>
            </p:cNvPr>
            <p:cNvSpPr txBox="1"/>
            <p:nvPr/>
          </p:nvSpPr>
          <p:spPr>
            <a:xfrm>
              <a:off x="1703512" y="2463902"/>
              <a:ext cx="73901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那么称    在</a:t>
              </a:r>
              <a:r>
                <a:rPr lang="en-US" altLang="zh-CN" sz="2800" b="1" i="1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 </a:t>
              </a:r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上的图形是凹的</a:t>
              </a: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下凸的</a:t>
              </a:r>
              <a:r>
                <a:rPr lang="en-US" altLang="zh-CN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r>
                <a:rPr lang="zh-CN" altLang="en-US" sz="2800" b="1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E00D447B-2EB2-4BEA-8AF7-580B88FFD7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6652" y="2495614"/>
            <a:ext cx="644818" cy="522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368280" imgH="203040" progId="Equation.DSMT4">
                    <p:embed/>
                  </p:oleObj>
                </mc:Choice>
                <mc:Fallback>
                  <p:oleObj name="Equation" r:id="rId17" imgW="368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846652" y="2495614"/>
                          <a:ext cx="644818" cy="5229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Rectangle 9">
            <a:extLst>
              <a:ext uri="{FF2B5EF4-FFF2-40B4-BE49-F238E27FC236}">
                <a16:creationId xmlns:a16="http://schemas.microsoft.com/office/drawing/2014/main" id="{34DFEB0E-C050-4FC9-BAE0-793529280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323006"/>
            <a:ext cx="3744788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曲线凹凸的定义</a:t>
            </a:r>
            <a:r>
              <a:rPr kumimoji="1"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45F517-2887-4068-B423-DAC17177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7E2064F-BC40-4F46-A7C0-4B11ADCA5B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" y="-587375"/>
            <a:ext cx="1271588" cy="127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B41DC93B-3BA1-4A7A-B0B5-24038F9C6F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" y="-144463"/>
            <a:ext cx="1271588" cy="127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12A89308-1923-4001-B192-68A618EE92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47738" y="891751"/>
            <a:ext cx="623516" cy="62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C9023AD-8A63-49D2-81D4-364828CC7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841672"/>
              </p:ext>
            </p:extLst>
          </p:nvPr>
        </p:nvGraphicFramePr>
        <p:xfrm>
          <a:off x="1519531" y="1628323"/>
          <a:ext cx="168751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203040" progId="Equation.DSMT4">
                  <p:embed/>
                </p:oleObj>
              </mc:Choice>
              <mc:Fallback>
                <p:oleObj name="Equation" r:id="rId2" imgW="736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9531" y="1628323"/>
                        <a:ext cx="1687513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C213805-2F87-4C40-8A54-B6ACB8E8E2CB}"/>
              </a:ext>
            </a:extLst>
          </p:cNvPr>
          <p:cNvSpPr txBox="1"/>
          <p:nvPr/>
        </p:nvSpPr>
        <p:spPr>
          <a:xfrm flipH="1">
            <a:off x="3207044" y="156304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有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6954A27-AA63-40DD-8DE3-3C19B7C7E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639939"/>
              </p:ext>
            </p:extLst>
          </p:nvPr>
        </p:nvGraphicFramePr>
        <p:xfrm>
          <a:off x="2567608" y="2145848"/>
          <a:ext cx="6889874" cy="60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228600" progId="Equation.DSMT4">
                  <p:embed/>
                </p:oleObj>
              </mc:Choice>
              <mc:Fallback>
                <p:oleObj name="Equation" r:id="rId4" imgW="2743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67608" y="2145848"/>
                        <a:ext cx="6889874" cy="604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0404EB4C-36B0-4226-875B-3EF08131C055}"/>
              </a:ext>
            </a:extLst>
          </p:cNvPr>
          <p:cNvGrpSpPr/>
          <p:nvPr/>
        </p:nvGrpSpPr>
        <p:grpSpPr>
          <a:xfrm>
            <a:off x="1775520" y="916644"/>
            <a:ext cx="8784976" cy="637814"/>
            <a:chOff x="2063552" y="891751"/>
            <a:chExt cx="8784976" cy="63781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128AF03C-B105-4F4D-B730-6C0C4EDB6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552" y="891751"/>
              <a:ext cx="878497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indent="88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88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对于连续凸函数     ，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容易得出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: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对于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        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宋体" panose="02010600030101010101" pitchFamily="2" charset="-122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079923D1-F2D6-4A6F-BAA5-283A1F25AB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7848" y="949759"/>
            <a:ext cx="843197" cy="465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8280" imgH="203040" progId="Equation.DSMT4">
                    <p:embed/>
                  </p:oleObj>
                </mc:Choice>
                <mc:Fallback>
                  <p:oleObj name="Equation" r:id="rId6" imgW="368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727848" y="949759"/>
                          <a:ext cx="843197" cy="465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3A1AB76B-48C8-4F0E-979E-90154E520A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28248" y="912028"/>
            <a:ext cx="2090737" cy="617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74360" imgH="228600" progId="Equation.DSMT4">
                    <p:embed/>
                  </p:oleObj>
                </mc:Choice>
                <mc:Fallback>
                  <p:oleObj name="Equation" r:id="rId8" imgW="7743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328248" y="912028"/>
                          <a:ext cx="2090737" cy="617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AutoShape 4">
            <a:extLst>
              <a:ext uri="{FF2B5EF4-FFF2-40B4-BE49-F238E27FC236}">
                <a16:creationId xmlns:a16="http://schemas.microsoft.com/office/drawing/2014/main" id="{D57447B9-8D4A-4BDC-95C8-CF2282D8AD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93295" y="2935570"/>
            <a:ext cx="623516" cy="62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627901B-002A-4A74-A9B1-EE2F81AC3A05}"/>
              </a:ext>
            </a:extLst>
          </p:cNvPr>
          <p:cNvGrpSpPr/>
          <p:nvPr/>
        </p:nvGrpSpPr>
        <p:grpSpPr>
          <a:xfrm>
            <a:off x="1758008" y="3473886"/>
            <a:ext cx="9087083" cy="617537"/>
            <a:chOff x="2063552" y="870496"/>
            <a:chExt cx="9087083" cy="617537"/>
          </a:xfrm>
        </p:grpSpPr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FD10AEDE-8D0A-4403-9E58-C14263805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552" y="891751"/>
              <a:ext cx="878497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indent="88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88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对于连续凸函数    ，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容易得出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: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对于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333333"/>
                  </a:solidFill>
                  <a:effectLst/>
                  <a:latin typeface="宋体" panose="02010600030101010101" pitchFamily="2" charset="-122"/>
                </a:rPr>
                <a:t>        </a:t>
              </a:r>
              <a:endPara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宋体" panose="02010600030101010101" pitchFamily="2" charset="-122"/>
              </a:endParaRP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79693D7-7235-4F81-BFCF-74F71FDE57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27848" y="949759"/>
            <a:ext cx="843197" cy="465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68280" imgH="203040" progId="Equation.DSMT4">
                    <p:embed/>
                  </p:oleObj>
                </mc:Choice>
                <mc:Fallback>
                  <p:oleObj name="Equation" r:id="rId10" imgW="368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727848" y="949759"/>
                          <a:ext cx="843197" cy="465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A8DFB01-84C1-48A1-9506-8E69E17A35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099460" y="870496"/>
            <a:ext cx="3051175" cy="617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130040" imgH="228600" progId="Equation.DSMT4">
                    <p:embed/>
                  </p:oleObj>
                </mc:Choice>
                <mc:Fallback>
                  <p:oleObj name="Equation" r:id="rId11" imgW="1130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099460" y="870496"/>
                          <a:ext cx="3051175" cy="617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A0011D8-0C31-4654-AEC4-4E3EC43FD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5520" y="3990376"/>
          <a:ext cx="50038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84120" imgH="431640" progId="Equation.DSMT4">
                  <p:embed/>
                </p:oleObj>
              </mc:Choice>
              <mc:Fallback>
                <p:oleObj name="Equation" r:id="rId13" imgW="21841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75520" y="3990376"/>
                        <a:ext cx="5003800" cy="98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B1EC0A5D-6F9D-4A11-9A08-EC129A4033EF}"/>
              </a:ext>
            </a:extLst>
          </p:cNvPr>
          <p:cNvSpPr txBox="1"/>
          <p:nvPr/>
        </p:nvSpPr>
        <p:spPr>
          <a:xfrm flipH="1">
            <a:off x="6948869" y="4217510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/>
              <a:t>有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117576F3-A682-4396-B258-181A69927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0077" y="4757504"/>
          <a:ext cx="4212828" cy="1175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38000" imgH="457200" progId="Equation.DSMT4">
                  <p:embed/>
                </p:oleObj>
              </mc:Choice>
              <mc:Fallback>
                <p:oleObj name="Equation" r:id="rId15" imgW="16380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60077" y="4757504"/>
                        <a:ext cx="4212828" cy="1175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2675FF33-5C05-44C8-BB7E-F3D4ACB67FB6}"/>
              </a:ext>
            </a:extLst>
          </p:cNvPr>
          <p:cNvSpPr txBox="1"/>
          <p:nvPr/>
        </p:nvSpPr>
        <p:spPr>
          <a:xfrm>
            <a:off x="1811653" y="2950666"/>
            <a:ext cx="5221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i="0" dirty="0">
                <a:solidFill>
                  <a:srgbClr val="F7313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詹森不等式</a:t>
            </a:r>
            <a:r>
              <a:rPr lang="en-US" altLang="zh-CN" sz="2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(Jensen's inequality),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17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  <p:sp>
        <p:nvSpPr>
          <p:cNvPr id="3" name="TextBox 2"/>
          <p:cNvSpPr txBox="1"/>
          <p:nvPr/>
        </p:nvSpPr>
        <p:spPr>
          <a:xfrm>
            <a:off x="1199456" y="794656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745746"/>
              </p:ext>
            </p:extLst>
          </p:nvPr>
        </p:nvGraphicFramePr>
        <p:xfrm>
          <a:off x="1943570" y="589616"/>
          <a:ext cx="6552728" cy="728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1800" imgH="330120" progId="Equation.DSMT4">
                  <p:embed/>
                </p:oleObj>
              </mc:Choice>
              <mc:Fallback>
                <p:oleObj name="Equation" r:id="rId2" imgW="29718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43570" y="589616"/>
                        <a:ext cx="6552728" cy="728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99456" y="1556792"/>
            <a:ext cx="1005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01496"/>
              </p:ext>
            </p:extLst>
          </p:nvPr>
        </p:nvGraphicFramePr>
        <p:xfrm>
          <a:off x="2204859" y="1365780"/>
          <a:ext cx="3168352" cy="905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406080" progId="Equation.DSMT4">
                  <p:embed/>
                </p:oleObj>
              </mc:Choice>
              <mc:Fallback>
                <p:oleObj name="Equation" r:id="rId4" imgW="1422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4859" y="1365780"/>
                        <a:ext cx="3168352" cy="9052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278973"/>
              </p:ext>
            </p:extLst>
          </p:nvPr>
        </p:nvGraphicFramePr>
        <p:xfrm>
          <a:off x="5447928" y="1283888"/>
          <a:ext cx="5112568" cy="1031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87520" imgH="469800" progId="Equation.DSMT4">
                  <p:embed/>
                </p:oleObj>
              </mc:Choice>
              <mc:Fallback>
                <p:oleObj name="Equation" r:id="rId6" imgW="23875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47928" y="1283888"/>
                        <a:ext cx="5112568" cy="1031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548447"/>
              </p:ext>
            </p:extLst>
          </p:nvPr>
        </p:nvGraphicFramePr>
        <p:xfrm>
          <a:off x="1343472" y="2088461"/>
          <a:ext cx="7488832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51160" imgH="406080" progId="Equation.DSMT4">
                  <p:embed/>
                </p:oleObj>
              </mc:Choice>
              <mc:Fallback>
                <p:oleObj name="Equation" r:id="rId8" imgW="3251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43472" y="2088461"/>
                        <a:ext cx="7488832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762020"/>
              </p:ext>
            </p:extLst>
          </p:nvPr>
        </p:nvGraphicFramePr>
        <p:xfrm>
          <a:off x="1343472" y="2924944"/>
          <a:ext cx="33843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74640" imgH="215640" progId="Equation.DSMT4">
                  <p:embed/>
                </p:oleObj>
              </mc:Choice>
              <mc:Fallback>
                <p:oleObj name="Equation" r:id="rId10" imgW="1574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43472" y="2924944"/>
                        <a:ext cx="338437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623447"/>
              </p:ext>
            </p:extLst>
          </p:nvPr>
        </p:nvGraphicFramePr>
        <p:xfrm>
          <a:off x="4943872" y="2708920"/>
          <a:ext cx="4856040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08160" imgH="406080" progId="Equation.DSMT4">
                  <p:embed/>
                </p:oleObj>
              </mc:Choice>
              <mc:Fallback>
                <p:oleObj name="Equation" r:id="rId12" imgW="2108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43872" y="2708920"/>
                        <a:ext cx="4856040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133600"/>
              </p:ext>
            </p:extLst>
          </p:nvPr>
        </p:nvGraphicFramePr>
        <p:xfrm>
          <a:off x="1343472" y="3573016"/>
          <a:ext cx="6700980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69920" imgH="215640" progId="Equation.DSMT4">
                  <p:embed/>
                </p:oleObj>
              </mc:Choice>
              <mc:Fallback>
                <p:oleObj name="Equation" r:id="rId14" imgW="2869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43472" y="3573016"/>
                        <a:ext cx="6700980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036906" y="3483080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Jensen</a:t>
            </a:r>
            <a:r>
              <a:rPr lang="zh-CN" altLang="en-US" sz="2800" b="1" dirty="0"/>
              <a:t>不等式，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977736"/>
              </p:ext>
            </p:extLst>
          </p:nvPr>
        </p:nvGraphicFramePr>
        <p:xfrm>
          <a:off x="1415480" y="4077072"/>
          <a:ext cx="5184575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01640" imgH="444240" progId="Equation.DSMT4">
                  <p:embed/>
                </p:oleObj>
              </mc:Choice>
              <mc:Fallback>
                <p:oleObj name="Equation" r:id="rId16" imgW="2501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15480" y="4077072"/>
                        <a:ext cx="5184575" cy="1080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646526"/>
              </p:ext>
            </p:extLst>
          </p:nvPr>
        </p:nvGraphicFramePr>
        <p:xfrm>
          <a:off x="1415481" y="5013176"/>
          <a:ext cx="5904656" cy="93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085920" imgH="406080" progId="Equation.DSMT4">
                  <p:embed/>
                </p:oleObj>
              </mc:Choice>
              <mc:Fallback>
                <p:oleObj name="Equation" r:id="rId18" imgW="3085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15481" y="5013176"/>
                        <a:ext cx="5904656" cy="936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25646"/>
              </p:ext>
            </p:extLst>
          </p:nvPr>
        </p:nvGraphicFramePr>
        <p:xfrm>
          <a:off x="7392144" y="4941168"/>
          <a:ext cx="3312368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7680" imgH="469800" progId="Equation.DSMT4">
                  <p:embed/>
                </p:oleObj>
              </mc:Choice>
              <mc:Fallback>
                <p:oleObj name="Equation" r:id="rId20" imgW="1777680" imgH="469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4941168"/>
                        <a:ext cx="3312368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59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3" name="TextBox 2"/>
          <p:cNvSpPr txBox="1"/>
          <p:nvPr/>
        </p:nvSpPr>
        <p:spPr>
          <a:xfrm>
            <a:off x="1199456" y="794656"/>
            <a:ext cx="744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421725"/>
              </p:ext>
            </p:extLst>
          </p:nvPr>
        </p:nvGraphicFramePr>
        <p:xfrm>
          <a:off x="2063552" y="813051"/>
          <a:ext cx="48164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228600" progId="Equation.DSMT4">
                  <p:embed/>
                </p:oleObj>
              </mc:Choice>
              <mc:Fallback>
                <p:oleObj name="Equation" r:id="rId2" imgW="2184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3552" y="813051"/>
                        <a:ext cx="481647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99456" y="1556792"/>
            <a:ext cx="1005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18912"/>
              </p:ext>
            </p:extLst>
          </p:nvPr>
        </p:nvGraphicFramePr>
        <p:xfrm>
          <a:off x="2204859" y="1563608"/>
          <a:ext cx="297021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228600" progId="Equation.DSMT4">
                  <p:embed/>
                </p:oleObj>
              </mc:Choice>
              <mc:Fallback>
                <p:oleObj name="Equation" r:id="rId4" imgW="1333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4859" y="1563608"/>
                        <a:ext cx="2970212" cy="509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307556"/>
              </p:ext>
            </p:extLst>
          </p:nvPr>
        </p:nvGraphicFramePr>
        <p:xfrm>
          <a:off x="5159896" y="1581864"/>
          <a:ext cx="25844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360" imgH="215640" progId="Equation.DSMT4">
                  <p:embed/>
                </p:oleObj>
              </mc:Choice>
              <mc:Fallback>
                <p:oleObj name="Equation" r:id="rId6" imgW="1206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59896" y="1581864"/>
                        <a:ext cx="258445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611171"/>
              </p:ext>
            </p:extLst>
          </p:nvPr>
        </p:nvGraphicFramePr>
        <p:xfrm>
          <a:off x="7752184" y="1556792"/>
          <a:ext cx="2736304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480" imgH="215640" progId="Equation.DSMT4">
                  <p:embed/>
                </p:oleObj>
              </mc:Choice>
              <mc:Fallback>
                <p:oleObj name="Equation" r:id="rId8" imgW="1320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752184" y="1556792"/>
                        <a:ext cx="2736304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621383"/>
              </p:ext>
            </p:extLst>
          </p:nvPr>
        </p:nvGraphicFramePr>
        <p:xfrm>
          <a:off x="1343472" y="2089723"/>
          <a:ext cx="63881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71800" imgH="228600" progId="Equation.DSMT4">
                  <p:embed/>
                </p:oleObj>
              </mc:Choice>
              <mc:Fallback>
                <p:oleObj name="Equation" r:id="rId10" imgW="2971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43472" y="2089723"/>
                        <a:ext cx="6388100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827078"/>
              </p:ext>
            </p:extLst>
          </p:nvPr>
        </p:nvGraphicFramePr>
        <p:xfrm>
          <a:off x="1343472" y="2780928"/>
          <a:ext cx="44180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92160" imgH="215640" progId="Equation.DSMT4">
                  <p:embed/>
                </p:oleObj>
              </mc:Choice>
              <mc:Fallback>
                <p:oleObj name="Equation" r:id="rId12" imgW="1892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43472" y="2780928"/>
                        <a:ext cx="4418012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912629"/>
              </p:ext>
            </p:extLst>
          </p:nvPr>
        </p:nvGraphicFramePr>
        <p:xfrm>
          <a:off x="5879976" y="2708920"/>
          <a:ext cx="44481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45960" imgH="215640" progId="Equation.DSMT4">
                  <p:embed/>
                </p:oleObj>
              </mc:Choice>
              <mc:Fallback>
                <p:oleObj name="Equation" r:id="rId14" imgW="2145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879976" y="2708920"/>
                        <a:ext cx="44481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453588"/>
              </p:ext>
            </p:extLst>
          </p:nvPr>
        </p:nvGraphicFramePr>
        <p:xfrm>
          <a:off x="1415480" y="3356992"/>
          <a:ext cx="527384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25680" imgH="215640" progId="Equation.DSMT4">
                  <p:embed/>
                </p:oleObj>
              </mc:Choice>
              <mc:Fallback>
                <p:oleObj name="Equation" r:id="rId16" imgW="2425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15480" y="3356992"/>
                        <a:ext cx="5273848" cy="496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96283"/>
              </p:ext>
            </p:extLst>
          </p:nvPr>
        </p:nvGraphicFramePr>
        <p:xfrm>
          <a:off x="1415480" y="3933056"/>
          <a:ext cx="3456384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47560" imgH="228600" progId="Equation.DSMT4">
                  <p:embed/>
                </p:oleObj>
              </mc:Choice>
              <mc:Fallback>
                <p:oleObj name="Equation" r:id="rId18" imgW="1447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3933056"/>
                        <a:ext cx="3456384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27427"/>
              </p:ext>
            </p:extLst>
          </p:nvPr>
        </p:nvGraphicFramePr>
        <p:xfrm>
          <a:off x="4943872" y="3933056"/>
          <a:ext cx="2592288" cy="468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93760" imgH="215640" progId="Equation.DSMT4">
                  <p:embed/>
                </p:oleObj>
              </mc:Choice>
              <mc:Fallback>
                <p:oleObj name="Equation" r:id="rId20" imgW="1193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943872" y="3933056"/>
                        <a:ext cx="2592288" cy="468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85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BC9712-D358-49E7-A188-6213522BF61A}" type="slidenum">
              <a:rPr lang="zh-CN" altLang="en-US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794626" name="Picture 2" descr="凹凸性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2182813"/>
            <a:ext cx="62865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4627" name="Text Box 3"/>
          <p:cNvSpPr txBox="1">
            <a:spLocks noChangeArrowheads="1"/>
          </p:cNvSpPr>
          <p:nvPr/>
        </p:nvSpPr>
        <p:spPr bwMode="auto">
          <a:xfrm>
            <a:off x="1919536" y="857252"/>
            <a:ext cx="8686800" cy="98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观察与思考：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</a:rPr>
              <a:t>        </a:t>
            </a:r>
            <a:r>
              <a:rPr lang="zh-CN" altLang="en-US" sz="2800" b="1" dirty="0"/>
              <a:t>曲线的凹凸与函数的导数的单调性有什么关系？</a:t>
            </a:r>
          </a:p>
        </p:txBody>
      </p:sp>
      <p:sp>
        <p:nvSpPr>
          <p:cNvPr id="794629" name="Oval 5"/>
          <p:cNvSpPr>
            <a:spLocks noChangeAspect="1" noChangeArrowheads="1"/>
          </p:cNvSpPr>
          <p:nvPr/>
        </p:nvSpPr>
        <p:spPr bwMode="auto">
          <a:xfrm>
            <a:off x="6050266" y="4477882"/>
            <a:ext cx="45734" cy="45719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18000" rIns="36000" bIns="18000" anchor="ctr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94630" name="Rectangle 6"/>
          <p:cNvSpPr>
            <a:spLocks noChangeArrowheads="1"/>
          </p:cNvSpPr>
          <p:nvPr/>
        </p:nvSpPr>
        <p:spPr bwMode="auto">
          <a:xfrm>
            <a:off x="5297488" y="3963988"/>
            <a:ext cx="6524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拐点</a:t>
            </a:r>
          </a:p>
        </p:txBody>
      </p:sp>
      <p:sp>
        <p:nvSpPr>
          <p:cNvPr id="794631" name="Rectangle 7"/>
          <p:cNvSpPr>
            <a:spLocks noChangeArrowheads="1"/>
          </p:cNvSpPr>
          <p:nvPr/>
        </p:nvSpPr>
        <p:spPr bwMode="auto">
          <a:xfrm>
            <a:off x="4799856" y="5456238"/>
            <a:ext cx="1169675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下凸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4632" name="Rectangle 8"/>
          <p:cNvSpPr>
            <a:spLocks noChangeArrowheads="1"/>
          </p:cNvSpPr>
          <p:nvPr/>
        </p:nvSpPr>
        <p:spPr bwMode="auto">
          <a:xfrm>
            <a:off x="6605588" y="5456238"/>
            <a:ext cx="1169675" cy="40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上凸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凸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/>
          </a:p>
        </p:txBody>
      </p:sp>
      <p:sp>
        <p:nvSpPr>
          <p:cNvPr id="794633" name="Rectangle 9"/>
          <p:cNvSpPr>
            <a:spLocks noChangeArrowheads="1"/>
          </p:cNvSpPr>
          <p:nvPr/>
        </p:nvSpPr>
        <p:spPr bwMode="auto">
          <a:xfrm>
            <a:off x="2520951" y="1828801"/>
            <a:ext cx="5533049" cy="467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当曲线是下凸时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单调增加。</a:t>
            </a:r>
          </a:p>
        </p:txBody>
      </p:sp>
      <p:sp>
        <p:nvSpPr>
          <p:cNvPr id="794634" name="Rectangle 10"/>
          <p:cNvSpPr>
            <a:spLocks noChangeArrowheads="1"/>
          </p:cNvSpPr>
          <p:nvPr/>
        </p:nvSpPr>
        <p:spPr bwMode="auto">
          <a:xfrm>
            <a:off x="2520951" y="2332039"/>
            <a:ext cx="5525034" cy="467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当曲线是上凸时，</a:t>
            </a:r>
            <a:r>
              <a:rPr lang="zh-CN" altLang="en-US" sz="2800" b="1" i="1" dirty="0"/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单调减少。</a:t>
            </a:r>
          </a:p>
        </p:txBody>
      </p:sp>
      <p:sp>
        <p:nvSpPr>
          <p:cNvPr id="43019" name="Text Box 13"/>
          <p:cNvSpPr txBox="1">
            <a:spLocks noChangeArrowheads="1"/>
          </p:cNvSpPr>
          <p:nvPr/>
        </p:nvSpPr>
        <p:spPr bwMode="auto">
          <a:xfrm>
            <a:off x="2135560" y="248204"/>
            <a:ext cx="4962525" cy="587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、曲线凹向的判定</a:t>
            </a:r>
          </a:p>
        </p:txBody>
      </p:sp>
      <p:sp>
        <p:nvSpPr>
          <p:cNvPr id="794638" name="Text Box 14"/>
          <p:cNvSpPr txBox="1">
            <a:spLocks noChangeArrowheads="1"/>
          </p:cNvSpPr>
          <p:nvPr/>
        </p:nvSpPr>
        <p:spPr bwMode="auto">
          <a:xfrm>
            <a:off x="2438400" y="2890839"/>
            <a:ext cx="69342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8000" rIns="36000" bIns="180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曲线下凸与上凸的分界点称为曲线的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拐点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8952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4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9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94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9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94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94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94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9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627" grpId="0" build="p" autoUpdateAnimBg="0"/>
      <p:bldP spid="794629" grpId="0" animBg="1"/>
      <p:bldP spid="794630" grpId="0" autoUpdateAnimBg="0"/>
      <p:bldP spid="794631" grpId="0" autoUpdateAnimBg="0"/>
      <p:bldP spid="794632" grpId="0" autoUpdateAnimBg="0"/>
      <p:bldP spid="794633" grpId="0" build="p" autoUpdateAnimBg="0"/>
      <p:bldP spid="794634" grpId="0" build="p" autoUpdateAnimBg="0"/>
      <p:bldP spid="79463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2AB92D-5BFB-4FCD-833F-41327E7A2F4F}" type="slidenum">
              <a:rPr lang="zh-CN" altLang="en-US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815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35248"/>
              </p:ext>
            </p:extLst>
          </p:nvPr>
        </p:nvGraphicFramePr>
        <p:xfrm>
          <a:off x="2209800" y="2955131"/>
          <a:ext cx="75438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2962275" imgH="371475" progId="Word.Document.8">
                  <p:embed/>
                </p:oleObj>
              </mc:Choice>
              <mc:Fallback>
                <p:oleObj name="文档" r:id="rId2" imgW="2962275" imgH="3714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955131"/>
                        <a:ext cx="75438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5107" name="Group 3"/>
          <p:cNvGrpSpPr>
            <a:grpSpLocks/>
          </p:cNvGrpSpPr>
          <p:nvPr/>
        </p:nvGrpSpPr>
        <p:grpSpPr bwMode="auto">
          <a:xfrm>
            <a:off x="2743200" y="460375"/>
            <a:ext cx="2819400" cy="1847850"/>
            <a:chOff x="864" y="1152"/>
            <a:chExt cx="1776" cy="1164"/>
          </a:xfrm>
        </p:grpSpPr>
        <p:sp>
          <p:nvSpPr>
            <p:cNvPr id="44079" name="Line 4"/>
            <p:cNvSpPr>
              <a:spLocks noChangeShapeType="1"/>
            </p:cNvSpPr>
            <p:nvPr/>
          </p:nvSpPr>
          <p:spPr bwMode="auto">
            <a:xfrm>
              <a:off x="864" y="2124"/>
              <a:ext cx="1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0" name="Line 5"/>
            <p:cNvSpPr>
              <a:spLocks noChangeShapeType="1"/>
            </p:cNvSpPr>
            <p:nvPr/>
          </p:nvSpPr>
          <p:spPr bwMode="auto">
            <a:xfrm flipV="1">
              <a:off x="1008" y="1164"/>
              <a:ext cx="0" cy="1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081" name="Object 6"/>
            <p:cNvGraphicFramePr>
              <a:graphicFrameLocks noChangeAspect="1"/>
            </p:cNvGraphicFramePr>
            <p:nvPr/>
          </p:nvGraphicFramePr>
          <p:xfrm>
            <a:off x="2525" y="2172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890" imgH="241195" progId="Equation.3">
                    <p:embed/>
                  </p:oleObj>
                </mc:Choice>
                <mc:Fallback>
                  <p:oleObj name="公式" r:id="rId4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5" y="2172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82" name="Object 7"/>
            <p:cNvGraphicFramePr>
              <a:graphicFrameLocks noChangeAspect="1"/>
            </p:cNvGraphicFramePr>
            <p:nvPr/>
          </p:nvGraphicFramePr>
          <p:xfrm>
            <a:off x="864" y="1152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3780" imgH="317225" progId="Equation.3">
                    <p:embed/>
                  </p:oleObj>
                </mc:Choice>
                <mc:Fallback>
                  <p:oleObj name="公式" r:id="rId6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152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83" name="Object 8"/>
            <p:cNvGraphicFramePr>
              <a:graphicFrameLocks noChangeAspect="1"/>
            </p:cNvGraphicFramePr>
            <p:nvPr/>
          </p:nvGraphicFramePr>
          <p:xfrm>
            <a:off x="876" y="2177"/>
            <a:ext cx="98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15713" imgH="241091" progId="Equation.3">
                    <p:embed/>
                  </p:oleObj>
                </mc:Choice>
                <mc:Fallback>
                  <p:oleObj name="公式" r:id="rId8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2177"/>
                          <a:ext cx="98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5113" name="Line 9"/>
          <p:cNvSpPr>
            <a:spLocks noChangeShapeType="1"/>
          </p:cNvSpPr>
          <p:nvPr/>
        </p:nvSpPr>
        <p:spPr bwMode="auto">
          <a:xfrm flipV="1">
            <a:off x="3200400" y="830263"/>
            <a:ext cx="19812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15114" name="Group 10"/>
          <p:cNvGrpSpPr>
            <a:grpSpLocks/>
          </p:cNvGrpSpPr>
          <p:nvPr/>
        </p:nvGrpSpPr>
        <p:grpSpPr bwMode="auto">
          <a:xfrm>
            <a:off x="3200400" y="315913"/>
            <a:ext cx="1716088" cy="1306512"/>
            <a:chOff x="1152" y="1250"/>
            <a:chExt cx="1081" cy="634"/>
          </a:xfrm>
        </p:grpSpPr>
        <p:sp>
          <p:nvSpPr>
            <p:cNvPr id="44077" name="Arc 11"/>
            <p:cNvSpPr>
              <a:spLocks/>
            </p:cNvSpPr>
            <p:nvPr/>
          </p:nvSpPr>
          <p:spPr bwMode="auto">
            <a:xfrm flipV="1">
              <a:off x="1152" y="1250"/>
              <a:ext cx="1081" cy="634"/>
            </a:xfrm>
            <a:custGeom>
              <a:avLst/>
              <a:gdLst>
                <a:gd name="T0" fmla="*/ 0 w 21600"/>
                <a:gd name="T1" fmla="*/ 0 h 21951"/>
                <a:gd name="T2" fmla="*/ 0 w 21600"/>
                <a:gd name="T3" fmla="*/ 0 h 21951"/>
                <a:gd name="T4" fmla="*/ 0 w 21600"/>
                <a:gd name="T5" fmla="*/ 0 h 219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951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717"/>
                    <a:pt x="21599" y="21834"/>
                    <a:pt x="21597" y="21951"/>
                  </a:cubicBezTo>
                </a:path>
                <a:path w="21600" h="21951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717"/>
                    <a:pt x="21599" y="21834"/>
                    <a:pt x="21597" y="21951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07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9529049"/>
                </p:ext>
              </p:extLst>
            </p:nvPr>
          </p:nvGraphicFramePr>
          <p:xfrm>
            <a:off x="1412" y="1372"/>
            <a:ext cx="741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22080" imgH="203040" progId="Equation.DSMT4">
                    <p:embed/>
                  </p:oleObj>
                </mc:Choice>
                <mc:Fallback>
                  <p:oleObj name="Equation" r:id="rId10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2" y="1372"/>
                          <a:ext cx="741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5117" name="Group 13"/>
          <p:cNvGrpSpPr>
            <a:grpSpLocks/>
          </p:cNvGrpSpPr>
          <p:nvPr/>
        </p:nvGrpSpPr>
        <p:grpSpPr bwMode="auto">
          <a:xfrm>
            <a:off x="6477000" y="479425"/>
            <a:ext cx="2819400" cy="1847850"/>
            <a:chOff x="3216" y="1164"/>
            <a:chExt cx="1776" cy="1164"/>
          </a:xfrm>
        </p:grpSpPr>
        <p:sp>
          <p:nvSpPr>
            <p:cNvPr id="44072" name="Line 14"/>
            <p:cNvSpPr>
              <a:spLocks noChangeShapeType="1"/>
            </p:cNvSpPr>
            <p:nvPr/>
          </p:nvSpPr>
          <p:spPr bwMode="auto">
            <a:xfrm>
              <a:off x="3216" y="2136"/>
              <a:ext cx="17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3" name="Line 15"/>
            <p:cNvSpPr>
              <a:spLocks noChangeShapeType="1"/>
            </p:cNvSpPr>
            <p:nvPr/>
          </p:nvSpPr>
          <p:spPr bwMode="auto">
            <a:xfrm flipV="1">
              <a:off x="3360" y="1176"/>
              <a:ext cx="0" cy="1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074" name="Object 16"/>
            <p:cNvGraphicFramePr>
              <a:graphicFrameLocks noChangeAspect="1"/>
            </p:cNvGraphicFramePr>
            <p:nvPr/>
          </p:nvGraphicFramePr>
          <p:xfrm>
            <a:off x="4877" y="2184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3890" imgH="241195" progId="Equation.3">
                    <p:embed/>
                  </p:oleObj>
                </mc:Choice>
                <mc:Fallback>
                  <p:oleObj name="公式" r:id="rId1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2184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5" name="Object 17"/>
            <p:cNvGraphicFramePr>
              <a:graphicFrameLocks noChangeAspect="1"/>
            </p:cNvGraphicFramePr>
            <p:nvPr/>
          </p:nvGraphicFramePr>
          <p:xfrm>
            <a:off x="3216" y="1164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53780" imgH="317225" progId="Equation.3">
                    <p:embed/>
                  </p:oleObj>
                </mc:Choice>
                <mc:Fallback>
                  <p:oleObj name="公式" r:id="rId13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164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76" name="Object 18"/>
            <p:cNvGraphicFramePr>
              <a:graphicFrameLocks noChangeAspect="1"/>
            </p:cNvGraphicFramePr>
            <p:nvPr/>
          </p:nvGraphicFramePr>
          <p:xfrm>
            <a:off x="3228" y="2189"/>
            <a:ext cx="98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15713" imgH="241091" progId="Equation.3">
                    <p:embed/>
                  </p:oleObj>
                </mc:Choice>
                <mc:Fallback>
                  <p:oleObj name="公式" r:id="rId14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2189"/>
                          <a:ext cx="98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5123" name="Line 19"/>
          <p:cNvSpPr>
            <a:spLocks noChangeShapeType="1"/>
          </p:cNvSpPr>
          <p:nvPr/>
        </p:nvSpPr>
        <p:spPr bwMode="auto">
          <a:xfrm rot="10629353" flipV="1">
            <a:off x="6172200" y="468313"/>
            <a:ext cx="2286000" cy="12573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15124" name="Group 20"/>
          <p:cNvGrpSpPr>
            <a:grpSpLocks/>
          </p:cNvGrpSpPr>
          <p:nvPr/>
        </p:nvGrpSpPr>
        <p:grpSpPr bwMode="auto">
          <a:xfrm>
            <a:off x="7318377" y="544513"/>
            <a:ext cx="1484313" cy="1143000"/>
            <a:chOff x="3650" y="1248"/>
            <a:chExt cx="935" cy="720"/>
          </a:xfrm>
        </p:grpSpPr>
        <p:sp>
          <p:nvSpPr>
            <p:cNvPr id="44070" name="Arc 21"/>
            <p:cNvSpPr>
              <a:spLocks/>
            </p:cNvSpPr>
            <p:nvPr/>
          </p:nvSpPr>
          <p:spPr bwMode="auto">
            <a:xfrm flipV="1">
              <a:off x="3650" y="1248"/>
              <a:ext cx="910" cy="720"/>
            </a:xfrm>
            <a:custGeom>
              <a:avLst/>
              <a:gdLst>
                <a:gd name="T0" fmla="*/ 0 w 24929"/>
                <a:gd name="T1" fmla="*/ 0 h 21600"/>
                <a:gd name="T2" fmla="*/ 0 w 24929"/>
                <a:gd name="T3" fmla="*/ 0 h 21600"/>
                <a:gd name="T4" fmla="*/ 0 w 2492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929" h="21600" fill="none" extrusionOk="0">
                  <a:moveTo>
                    <a:pt x="24929" y="21340"/>
                  </a:moveTo>
                  <a:cubicBezTo>
                    <a:pt x="23824" y="21513"/>
                    <a:pt x="22708" y="21599"/>
                    <a:pt x="21590" y="21600"/>
                  </a:cubicBezTo>
                  <a:cubicBezTo>
                    <a:pt x="9917" y="21600"/>
                    <a:pt x="356" y="12326"/>
                    <a:pt x="0" y="659"/>
                  </a:cubicBezTo>
                </a:path>
                <a:path w="24929" h="21600" stroke="0" extrusionOk="0">
                  <a:moveTo>
                    <a:pt x="24929" y="21340"/>
                  </a:moveTo>
                  <a:cubicBezTo>
                    <a:pt x="23824" y="21513"/>
                    <a:pt x="22708" y="21599"/>
                    <a:pt x="21590" y="21600"/>
                  </a:cubicBezTo>
                  <a:cubicBezTo>
                    <a:pt x="9917" y="21600"/>
                    <a:pt x="356" y="12326"/>
                    <a:pt x="0" y="659"/>
                  </a:cubicBezTo>
                  <a:lnTo>
                    <a:pt x="21590" y="0"/>
                  </a:lnTo>
                  <a:lnTo>
                    <a:pt x="24929" y="2134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071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1801031"/>
                </p:ext>
              </p:extLst>
            </p:nvPr>
          </p:nvGraphicFramePr>
          <p:xfrm>
            <a:off x="3900" y="1351"/>
            <a:ext cx="685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22080" imgH="203040" progId="Equation.DSMT4">
                    <p:embed/>
                  </p:oleObj>
                </mc:Choice>
                <mc:Fallback>
                  <p:oleObj name="Equation" r:id="rId15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0" y="1351"/>
                          <a:ext cx="685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5127" name="Group 23"/>
          <p:cNvGrpSpPr>
            <a:grpSpLocks/>
          </p:cNvGrpSpPr>
          <p:nvPr/>
        </p:nvGrpSpPr>
        <p:grpSpPr bwMode="auto">
          <a:xfrm>
            <a:off x="3149600" y="392113"/>
            <a:ext cx="2012950" cy="1916112"/>
            <a:chOff x="1024" y="1152"/>
            <a:chExt cx="1268" cy="1207"/>
          </a:xfrm>
        </p:grpSpPr>
        <p:grpSp>
          <p:nvGrpSpPr>
            <p:cNvPr id="44063" name="Group 24"/>
            <p:cNvGrpSpPr>
              <a:grpSpLocks/>
            </p:cNvGrpSpPr>
            <p:nvPr/>
          </p:nvGrpSpPr>
          <p:grpSpPr bwMode="auto">
            <a:xfrm>
              <a:off x="1029" y="1152"/>
              <a:ext cx="1155" cy="1207"/>
              <a:chOff x="1029" y="1152"/>
              <a:chExt cx="1155" cy="1207"/>
            </a:xfrm>
          </p:grpSpPr>
          <p:graphicFrame>
            <p:nvGraphicFramePr>
              <p:cNvPr id="44066" name="Object 25"/>
              <p:cNvGraphicFramePr>
                <a:graphicFrameLocks noChangeAspect="1"/>
              </p:cNvGraphicFramePr>
              <p:nvPr/>
            </p:nvGraphicFramePr>
            <p:xfrm>
              <a:off x="1029" y="2231"/>
              <a:ext cx="105" cy="1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228600" imgH="241300" progId="Equation.3">
                      <p:embed/>
                    </p:oleObj>
                  </mc:Choice>
                  <mc:Fallback>
                    <p:oleObj name="公式" r:id="rId17" imgW="228600" imgH="2413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29" y="2231"/>
                            <a:ext cx="105" cy="1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067" name="Object 26"/>
              <p:cNvGraphicFramePr>
                <a:graphicFrameLocks noChangeAspect="1"/>
              </p:cNvGraphicFramePr>
              <p:nvPr/>
            </p:nvGraphicFramePr>
            <p:xfrm>
              <a:off x="2086" y="2214"/>
              <a:ext cx="98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215619" imgH="317087" progId="Equation.3">
                      <p:embed/>
                    </p:oleObj>
                  </mc:Choice>
                  <mc:Fallback>
                    <p:oleObj name="公式" r:id="rId19" imgW="215619" imgH="3170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6" y="2214"/>
                            <a:ext cx="98" cy="1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68" name="Line 27"/>
              <p:cNvSpPr>
                <a:spLocks noChangeShapeType="1"/>
              </p:cNvSpPr>
              <p:nvPr/>
            </p:nvSpPr>
            <p:spPr bwMode="auto">
              <a:xfrm>
                <a:off x="1080" y="1927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069" name="Line 28"/>
              <p:cNvSpPr>
                <a:spLocks noChangeShapeType="1"/>
              </p:cNvSpPr>
              <p:nvPr/>
            </p:nvSpPr>
            <p:spPr bwMode="auto">
              <a:xfrm>
                <a:off x="2136" y="1152"/>
                <a:ext cx="0" cy="101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4064" name="Object 29"/>
            <p:cNvGraphicFramePr>
              <a:graphicFrameLocks noChangeAspect="1"/>
            </p:cNvGraphicFramePr>
            <p:nvPr/>
          </p:nvGraphicFramePr>
          <p:xfrm>
            <a:off x="1024" y="1769"/>
            <a:ext cx="132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1973" imgH="304668" progId="Equation.3">
                    <p:embed/>
                  </p:oleObj>
                </mc:Choice>
                <mc:Fallback>
                  <p:oleObj name="公式" r:id="rId19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4" y="1769"/>
                          <a:ext cx="132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5" name="Object 30"/>
            <p:cNvGraphicFramePr>
              <a:graphicFrameLocks noChangeAspect="1"/>
            </p:cNvGraphicFramePr>
            <p:nvPr/>
          </p:nvGraphicFramePr>
          <p:xfrm>
            <a:off x="2160" y="1200"/>
            <a:ext cx="132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1973" imgH="291973" progId="Equation.3">
                    <p:embed/>
                  </p:oleObj>
                </mc:Choice>
                <mc:Fallback>
                  <p:oleObj name="公式" r:id="rId19" imgW="291973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1200"/>
                          <a:ext cx="132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51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35687"/>
              </p:ext>
            </p:extLst>
          </p:nvPr>
        </p:nvGraphicFramePr>
        <p:xfrm>
          <a:off x="2949008" y="2384063"/>
          <a:ext cx="1382837" cy="38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36560" imgH="215640" progId="Equation.DSMT4">
                  <p:embed/>
                </p:oleObj>
              </mc:Choice>
              <mc:Fallback>
                <p:oleObj name="Equation" r:id="rId23" imgW="736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008" y="2384063"/>
                        <a:ext cx="1382837" cy="381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36" name="Line 32"/>
          <p:cNvSpPr>
            <a:spLocks noChangeShapeType="1"/>
          </p:cNvSpPr>
          <p:nvPr/>
        </p:nvSpPr>
        <p:spPr bwMode="auto">
          <a:xfrm rot="21227885" flipV="1">
            <a:off x="2971800" y="1222375"/>
            <a:ext cx="205740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5137" name="Line 33"/>
          <p:cNvSpPr>
            <a:spLocks noChangeShapeType="1"/>
          </p:cNvSpPr>
          <p:nvPr/>
        </p:nvSpPr>
        <p:spPr bwMode="auto">
          <a:xfrm rot="6286848">
            <a:off x="6296025" y="1039813"/>
            <a:ext cx="20574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15138" name="Group 34"/>
          <p:cNvGrpSpPr>
            <a:grpSpLocks/>
          </p:cNvGrpSpPr>
          <p:nvPr/>
        </p:nvGrpSpPr>
        <p:grpSpPr bwMode="auto">
          <a:xfrm>
            <a:off x="7010400" y="315913"/>
            <a:ext cx="2038350" cy="2019300"/>
            <a:chOff x="3456" y="1104"/>
            <a:chExt cx="1284" cy="1272"/>
          </a:xfrm>
        </p:grpSpPr>
        <p:graphicFrame>
          <p:nvGraphicFramePr>
            <p:cNvPr id="44057" name="Object 35"/>
            <p:cNvGraphicFramePr>
              <a:graphicFrameLocks noChangeAspect="1"/>
            </p:cNvGraphicFramePr>
            <p:nvPr/>
          </p:nvGraphicFramePr>
          <p:xfrm>
            <a:off x="3600" y="2220"/>
            <a:ext cx="105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228600" imgH="241300" progId="Equation.3">
                    <p:embed/>
                  </p:oleObj>
                </mc:Choice>
                <mc:Fallback>
                  <p:oleObj name="公式" r:id="rId25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2220"/>
                          <a:ext cx="105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58" name="Object 36"/>
            <p:cNvGraphicFramePr>
              <a:graphicFrameLocks noChangeAspect="1"/>
            </p:cNvGraphicFramePr>
            <p:nvPr/>
          </p:nvGraphicFramePr>
          <p:xfrm>
            <a:off x="4537" y="2231"/>
            <a:ext cx="98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15619" imgH="317087" progId="Equation.3">
                    <p:embed/>
                  </p:oleObj>
                </mc:Choice>
                <mc:Fallback>
                  <p:oleObj name="公式" r:id="rId19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7" y="2231"/>
                          <a:ext cx="98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9" name="Line 37"/>
            <p:cNvSpPr>
              <a:spLocks noChangeShapeType="1"/>
            </p:cNvSpPr>
            <p:nvPr/>
          </p:nvSpPr>
          <p:spPr bwMode="auto">
            <a:xfrm>
              <a:off x="3648" y="1920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0" name="Line 38"/>
            <p:cNvSpPr>
              <a:spLocks noChangeShapeType="1"/>
            </p:cNvSpPr>
            <p:nvPr/>
          </p:nvSpPr>
          <p:spPr bwMode="auto">
            <a:xfrm>
              <a:off x="4560" y="1284"/>
              <a:ext cx="0" cy="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061" name="Object 39"/>
            <p:cNvGraphicFramePr>
              <a:graphicFrameLocks noChangeAspect="1"/>
            </p:cNvGraphicFramePr>
            <p:nvPr/>
          </p:nvGraphicFramePr>
          <p:xfrm>
            <a:off x="4608" y="1104"/>
            <a:ext cx="132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1973" imgH="291973" progId="Equation.3">
                    <p:embed/>
                  </p:oleObj>
                </mc:Choice>
                <mc:Fallback>
                  <p:oleObj name="公式" r:id="rId19" imgW="291973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104"/>
                          <a:ext cx="132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62" name="Object 40"/>
            <p:cNvGraphicFramePr>
              <a:graphicFrameLocks noChangeAspect="1"/>
            </p:cNvGraphicFramePr>
            <p:nvPr/>
          </p:nvGraphicFramePr>
          <p:xfrm>
            <a:off x="3456" y="1920"/>
            <a:ext cx="132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91973" imgH="304668" progId="Equation.3">
                    <p:embed/>
                  </p:oleObj>
                </mc:Choice>
                <mc:Fallback>
                  <p:oleObj name="公式" r:id="rId19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920"/>
                          <a:ext cx="132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5145" name="Line 41"/>
          <p:cNvSpPr>
            <a:spLocks noChangeShapeType="1"/>
          </p:cNvSpPr>
          <p:nvPr/>
        </p:nvSpPr>
        <p:spPr bwMode="auto">
          <a:xfrm rot="21147031" flipV="1">
            <a:off x="3352800" y="754063"/>
            <a:ext cx="19812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5146" name="Line 42"/>
          <p:cNvSpPr>
            <a:spLocks noChangeShapeType="1"/>
          </p:cNvSpPr>
          <p:nvPr/>
        </p:nvSpPr>
        <p:spPr bwMode="auto">
          <a:xfrm rot="7258923">
            <a:off x="6196013" y="823913"/>
            <a:ext cx="2333625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1514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473221"/>
              </p:ext>
            </p:extLst>
          </p:nvPr>
        </p:nvGraphicFramePr>
        <p:xfrm>
          <a:off x="4497240" y="2373909"/>
          <a:ext cx="835321" cy="391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31640" imgH="203040" progId="Equation.DSMT4">
                  <p:embed/>
                </p:oleObj>
              </mc:Choice>
              <mc:Fallback>
                <p:oleObj name="Equation" r:id="rId26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240" y="2373909"/>
                        <a:ext cx="835321" cy="391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4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681745"/>
              </p:ext>
            </p:extLst>
          </p:nvPr>
        </p:nvGraphicFramePr>
        <p:xfrm>
          <a:off x="6568281" y="2445270"/>
          <a:ext cx="1255911" cy="356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36560" imgH="215640" progId="Equation.DSMT4">
                  <p:embed/>
                </p:oleObj>
              </mc:Choice>
              <mc:Fallback>
                <p:oleObj name="Equation" r:id="rId28" imgW="736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8281" y="2445270"/>
                        <a:ext cx="1255911" cy="356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4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90135"/>
              </p:ext>
            </p:extLst>
          </p:nvPr>
        </p:nvGraphicFramePr>
        <p:xfrm>
          <a:off x="8015602" y="2440782"/>
          <a:ext cx="823598" cy="400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31640" imgH="203040" progId="Equation.DSMT4">
                  <p:embed/>
                </p:oleObj>
              </mc:Choice>
              <mc:Fallback>
                <p:oleObj name="Equation" r:id="rId30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5602" y="2440782"/>
                        <a:ext cx="823598" cy="400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50" name="Text Box 46"/>
          <p:cNvSpPr txBox="1">
            <a:spLocks noChangeArrowheads="1"/>
          </p:cNvSpPr>
          <p:nvPr/>
        </p:nvSpPr>
        <p:spPr bwMode="auto">
          <a:xfrm>
            <a:off x="2209800" y="289560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293016" y="4478174"/>
            <a:ext cx="6469984" cy="526272"/>
            <a:chOff x="2201134" y="4416891"/>
            <a:chExt cx="6469984" cy="526272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2694633"/>
                </p:ext>
              </p:extLst>
            </p:nvPr>
          </p:nvGraphicFramePr>
          <p:xfrm>
            <a:off x="3359150" y="4448491"/>
            <a:ext cx="1498680" cy="484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622030" imgH="203112" progId="Equation.DSMT4">
                    <p:embed/>
                  </p:oleObj>
                </mc:Choice>
                <mc:Fallback>
                  <p:oleObj name="Equation" r:id="rId32" imgW="622030" imgH="203112" progId="Equation.DSMT4">
                    <p:embed/>
                    <p:pic>
                      <p:nvPicPr>
                        <p:cNvPr id="0" name="Object 3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9150" y="4448491"/>
                          <a:ext cx="1498680" cy="48418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354961"/>
                </p:ext>
              </p:extLst>
            </p:nvPr>
          </p:nvGraphicFramePr>
          <p:xfrm>
            <a:off x="5406863" y="4422995"/>
            <a:ext cx="960358" cy="517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368140" imgH="203112" progId="Equation.DSMT4">
                    <p:embed/>
                  </p:oleObj>
                </mc:Choice>
                <mc:Fallback>
                  <p:oleObj name="Equation" r:id="rId34" imgW="368140" imgH="203112" progId="Equation.DSMT4">
                    <p:embed/>
                    <p:pic>
                      <p:nvPicPr>
                        <p:cNvPr id="0" name="Object 3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6863" y="4422995"/>
                          <a:ext cx="960358" cy="51711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329"/>
            <p:cNvSpPr>
              <a:spLocks noChangeArrowheads="1"/>
            </p:cNvSpPr>
            <p:nvPr/>
          </p:nvSpPr>
          <p:spPr bwMode="auto">
            <a:xfrm>
              <a:off x="2201134" y="4419943"/>
              <a:ext cx="12666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则曲线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" name="Rectangle 330"/>
            <p:cNvSpPr>
              <a:spLocks noChangeArrowheads="1"/>
            </p:cNvSpPr>
            <p:nvPr/>
          </p:nvSpPr>
          <p:spPr bwMode="auto">
            <a:xfrm>
              <a:off x="4953000" y="4419943"/>
              <a:ext cx="5002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" name="Rectangle 331"/>
            <p:cNvSpPr>
              <a:spLocks noChangeArrowheads="1"/>
            </p:cNvSpPr>
            <p:nvPr/>
          </p:nvSpPr>
          <p:spPr bwMode="auto">
            <a:xfrm>
              <a:off x="6262258" y="4416891"/>
              <a:ext cx="24088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上是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下凸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的；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286000" y="5580749"/>
            <a:ext cx="6440488" cy="535871"/>
            <a:chOff x="2286000" y="5580749"/>
            <a:chExt cx="6440488" cy="535871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1159832"/>
                </p:ext>
              </p:extLst>
            </p:nvPr>
          </p:nvGraphicFramePr>
          <p:xfrm>
            <a:off x="3449927" y="5606051"/>
            <a:ext cx="1541174" cy="49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622030" imgH="203112" progId="Equation.DSMT4">
                    <p:embed/>
                  </p:oleObj>
                </mc:Choice>
                <mc:Fallback>
                  <p:oleObj name="Equation" r:id="rId36" imgW="622030" imgH="203112" progId="Equation.DSMT4">
                    <p:embed/>
                    <p:pic>
                      <p:nvPicPr>
                        <p:cNvPr id="0" name="Object 3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9927" y="5606051"/>
                          <a:ext cx="1541174" cy="49791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7512873"/>
                </p:ext>
              </p:extLst>
            </p:nvPr>
          </p:nvGraphicFramePr>
          <p:xfrm>
            <a:off x="5471319" y="5606051"/>
            <a:ext cx="916067" cy="493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368140" imgH="203112" progId="Equation.DSMT4">
                    <p:embed/>
                  </p:oleObj>
                </mc:Choice>
                <mc:Fallback>
                  <p:oleObj name="Equation" r:id="rId37" imgW="368140" imgH="203112" progId="Equation.DSMT4">
                    <p:embed/>
                    <p:pic>
                      <p:nvPicPr>
                        <p:cNvPr id="0" name="Object 3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1319" y="5606051"/>
                          <a:ext cx="916067" cy="49326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334"/>
            <p:cNvSpPr>
              <a:spLocks noChangeArrowheads="1"/>
            </p:cNvSpPr>
            <p:nvPr/>
          </p:nvSpPr>
          <p:spPr bwMode="auto">
            <a:xfrm>
              <a:off x="2286000" y="5593400"/>
              <a:ext cx="126669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则曲线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" name="Rectangle 335"/>
            <p:cNvSpPr>
              <a:spLocks noChangeArrowheads="1"/>
            </p:cNvSpPr>
            <p:nvPr/>
          </p:nvSpPr>
          <p:spPr bwMode="auto">
            <a:xfrm>
              <a:off x="4972574" y="5580749"/>
              <a:ext cx="52617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2" name="Rectangle 336"/>
            <p:cNvSpPr>
              <a:spLocks noChangeArrowheads="1"/>
            </p:cNvSpPr>
            <p:nvPr/>
          </p:nvSpPr>
          <p:spPr bwMode="auto">
            <a:xfrm>
              <a:off x="6314558" y="5593400"/>
              <a:ext cx="241193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上是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凸的；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263914" y="3928065"/>
            <a:ext cx="4857586" cy="553161"/>
            <a:chOff x="2263914" y="3928065"/>
            <a:chExt cx="4857586" cy="553161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8593896"/>
                </p:ext>
              </p:extLst>
            </p:nvPr>
          </p:nvGraphicFramePr>
          <p:xfrm>
            <a:off x="3530443" y="3964545"/>
            <a:ext cx="1849595" cy="491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748975" imgH="203112" progId="Equation.DSMT4">
                    <p:embed/>
                  </p:oleObj>
                </mc:Choice>
                <mc:Fallback>
                  <p:oleObj name="Equation" r:id="rId38" imgW="748975" imgH="203112" progId="Equation.DSMT4">
                    <p:embed/>
                    <p:pic>
                      <p:nvPicPr>
                        <p:cNvPr id="0" name="Object 3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0443" y="3964545"/>
                          <a:ext cx="1849595" cy="49166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119527"/>
                </p:ext>
              </p:extLst>
            </p:nvPr>
          </p:nvGraphicFramePr>
          <p:xfrm>
            <a:off x="5373976" y="3991920"/>
            <a:ext cx="1747524" cy="489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710891" imgH="203112" progId="Equation.DSMT4">
                    <p:embed/>
                  </p:oleObj>
                </mc:Choice>
                <mc:Fallback>
                  <p:oleObj name="Equation" r:id="rId40" imgW="710891" imgH="203112" progId="Equation.DSMT4">
                    <p:embed/>
                    <p:pic>
                      <p:nvPicPr>
                        <p:cNvPr id="0" name="Object 3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3976" y="3991920"/>
                          <a:ext cx="1747524" cy="48930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339"/>
            <p:cNvSpPr>
              <a:spLocks noChangeArrowheads="1"/>
            </p:cNvSpPr>
            <p:nvPr/>
          </p:nvSpPr>
          <p:spPr bwMode="auto">
            <a:xfrm>
              <a:off x="2263914" y="3928065"/>
              <a:ext cx="141577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(1)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17" name="Rectangle 340"/>
          <p:cNvSpPr>
            <a:spLocks noChangeArrowheads="1"/>
          </p:cNvSpPr>
          <p:nvPr/>
        </p:nvSpPr>
        <p:spPr bwMode="auto">
          <a:xfrm>
            <a:off x="0" y="657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341"/>
          <p:cNvSpPr>
            <a:spLocks noChangeArrowheads="1"/>
          </p:cNvSpPr>
          <p:nvPr/>
        </p:nvSpPr>
        <p:spPr bwMode="auto">
          <a:xfrm>
            <a:off x="0" y="8572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2226688" y="5001394"/>
            <a:ext cx="4875871" cy="523220"/>
            <a:chOff x="2226688" y="5001394"/>
            <a:chExt cx="4875871" cy="523220"/>
          </a:xfrm>
        </p:grpSpPr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5382026"/>
                </p:ext>
              </p:extLst>
            </p:nvPr>
          </p:nvGraphicFramePr>
          <p:xfrm>
            <a:off x="3511148" y="5054426"/>
            <a:ext cx="1641394" cy="4535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2" imgW="723586" imgH="203112" progId="Equation.DSMT4">
                    <p:embed/>
                  </p:oleObj>
                </mc:Choice>
                <mc:Fallback>
                  <p:oleObj name="Equation" r:id="rId42" imgW="723586" imgH="203112" progId="Equation.DSMT4">
                    <p:embed/>
                    <p:pic>
                      <p:nvPicPr>
                        <p:cNvPr id="0" name="Object 3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1148" y="5054426"/>
                          <a:ext cx="1641394" cy="45354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6773209"/>
                </p:ext>
              </p:extLst>
            </p:nvPr>
          </p:nvGraphicFramePr>
          <p:xfrm>
            <a:off x="5299613" y="5014045"/>
            <a:ext cx="1802946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710891" imgH="203112" progId="Equation.DSMT4">
                    <p:embed/>
                  </p:oleObj>
                </mc:Choice>
                <mc:Fallback>
                  <p:oleObj name="Equation" r:id="rId44" imgW="710891" imgH="203112" progId="Equation.DSMT4">
                    <p:embed/>
                    <p:pic>
                      <p:nvPicPr>
                        <p:cNvPr id="0" name="Object 3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9613" y="5014045"/>
                          <a:ext cx="1802946" cy="5048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372"/>
            <p:cNvSpPr>
              <a:spLocks noChangeArrowheads="1"/>
            </p:cNvSpPr>
            <p:nvPr/>
          </p:nvSpPr>
          <p:spPr bwMode="auto">
            <a:xfrm>
              <a:off x="2226688" y="5001394"/>
              <a:ext cx="141577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(2) 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22" name="Rectangle 373"/>
          <p:cNvSpPr>
            <a:spLocks noChangeArrowheads="1"/>
          </p:cNvSpPr>
          <p:nvPr/>
        </p:nvSpPr>
        <p:spPr bwMode="auto">
          <a:xfrm>
            <a:off x="152400" y="809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374"/>
          <p:cNvSpPr>
            <a:spLocks noChangeArrowheads="1"/>
          </p:cNvSpPr>
          <p:nvPr/>
        </p:nvSpPr>
        <p:spPr bwMode="auto">
          <a:xfrm>
            <a:off x="152400" y="1009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18354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1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1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1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1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1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1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1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1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1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1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1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1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13" grpId="0" animBg="1"/>
      <p:bldP spid="815123" grpId="0" animBg="1"/>
      <p:bldP spid="815136" grpId="0" animBg="1"/>
      <p:bldP spid="815137" grpId="0" animBg="1"/>
      <p:bldP spid="815145" grpId="0" animBg="1"/>
      <p:bldP spid="815146" grpId="0" animBg="1"/>
      <p:bldP spid="81515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FAA334-587F-42E5-BB97-24F7F91A0DE9}" type="slidenum">
              <a:rPr lang="zh-CN" altLang="en-US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2344379" y="711994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06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636089"/>
              </p:ext>
            </p:extLst>
          </p:nvPr>
        </p:nvGraphicFramePr>
        <p:xfrm>
          <a:off x="3365090" y="715170"/>
          <a:ext cx="44196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03400" imgH="228600" progId="Equation.3">
                  <p:embed/>
                </p:oleObj>
              </mc:Choice>
              <mc:Fallback>
                <p:oleObj name="Equation" r:id="rId3" imgW="1803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090" y="715170"/>
                        <a:ext cx="44196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52" name="Text Box 4"/>
          <p:cNvSpPr txBox="1">
            <a:spLocks noChangeArrowheads="1"/>
          </p:cNvSpPr>
          <p:nvPr/>
        </p:nvSpPr>
        <p:spPr bwMode="auto">
          <a:xfrm>
            <a:off x="2400300" y="14478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95653" name="Object 5"/>
          <p:cNvGraphicFramePr>
            <a:graphicFrameLocks noChangeAspect="1"/>
          </p:cNvGraphicFramePr>
          <p:nvPr/>
        </p:nvGraphicFramePr>
        <p:xfrm>
          <a:off x="3162300" y="15113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51000" imgH="469900" progId="Equation.3">
                  <p:embed/>
                </p:oleObj>
              </mc:Choice>
              <mc:Fallback>
                <p:oleObj name="公式" r:id="rId5" imgW="16510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1511300"/>
                        <a:ext cx="1651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54" name="Object 6"/>
          <p:cNvGraphicFramePr>
            <a:graphicFrameLocks noChangeAspect="1"/>
          </p:cNvGraphicFramePr>
          <p:nvPr/>
        </p:nvGraphicFramePr>
        <p:xfrm>
          <a:off x="5067300" y="1555751"/>
          <a:ext cx="1257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56755" imgH="406224" progId="Equation.3">
                  <p:embed/>
                </p:oleObj>
              </mc:Choice>
              <mc:Fallback>
                <p:oleObj name="公式" r:id="rId7" imgW="125675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1555751"/>
                        <a:ext cx="1257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55" name="Object 7"/>
          <p:cNvGraphicFramePr>
            <a:graphicFrameLocks noChangeAspect="1"/>
          </p:cNvGraphicFramePr>
          <p:nvPr/>
        </p:nvGraphicFramePr>
        <p:xfrm>
          <a:off x="2514600" y="2286000"/>
          <a:ext cx="156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62100" imgH="381000" progId="Equation.3">
                  <p:embed/>
                </p:oleObj>
              </mc:Choice>
              <mc:Fallback>
                <p:oleObj name="公式" r:id="rId9" imgW="1562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86000"/>
                        <a:ext cx="1562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56" name="Object 8"/>
          <p:cNvGraphicFramePr>
            <a:graphicFrameLocks noChangeAspect="1"/>
          </p:cNvGraphicFramePr>
          <p:nvPr/>
        </p:nvGraphicFramePr>
        <p:xfrm>
          <a:off x="4305300" y="2286001"/>
          <a:ext cx="10287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028254" imgH="406224" progId="Equation.3">
                  <p:embed/>
                </p:oleObj>
              </mc:Choice>
              <mc:Fallback>
                <p:oleObj name="公式" r:id="rId11" imgW="1028254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300" y="2286001"/>
                        <a:ext cx="10287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919673"/>
              </p:ext>
            </p:extLst>
          </p:nvPr>
        </p:nvGraphicFramePr>
        <p:xfrm>
          <a:off x="2514600" y="3034613"/>
          <a:ext cx="4169512" cy="513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39880" imgH="215640" progId="Equation.DSMT4">
                  <p:embed/>
                </p:oleObj>
              </mc:Choice>
              <mc:Fallback>
                <p:oleObj name="Equation" r:id="rId13" imgW="1739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34613"/>
                        <a:ext cx="4169512" cy="513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58" name="Object 10"/>
          <p:cNvGraphicFramePr>
            <a:graphicFrameLocks noChangeAspect="1"/>
          </p:cNvGraphicFramePr>
          <p:nvPr/>
        </p:nvGraphicFramePr>
        <p:xfrm>
          <a:off x="2514600" y="3938588"/>
          <a:ext cx="156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562100" imgH="381000" progId="Equation.3">
                  <p:embed/>
                </p:oleObj>
              </mc:Choice>
              <mc:Fallback>
                <p:oleObj name="公式" r:id="rId15" imgW="1562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938588"/>
                        <a:ext cx="1562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59" name="Object 11"/>
          <p:cNvGraphicFramePr>
            <a:graphicFrameLocks noChangeAspect="1"/>
          </p:cNvGraphicFramePr>
          <p:nvPr/>
        </p:nvGraphicFramePr>
        <p:xfrm>
          <a:off x="4375150" y="3951288"/>
          <a:ext cx="10287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028254" imgH="406224" progId="Equation.3">
                  <p:embed/>
                </p:oleObj>
              </mc:Choice>
              <mc:Fallback>
                <p:oleObj name="公式" r:id="rId17" imgW="1028254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3951288"/>
                        <a:ext cx="10287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797775"/>
              </p:ext>
            </p:extLst>
          </p:nvPr>
        </p:nvGraphicFramePr>
        <p:xfrm>
          <a:off x="2514600" y="4626358"/>
          <a:ext cx="4055506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39880" imgH="215640" progId="Equation.DSMT4">
                  <p:embed/>
                </p:oleObj>
              </mc:Choice>
              <mc:Fallback>
                <p:oleObj name="Equation" r:id="rId19" imgW="1739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626358"/>
                        <a:ext cx="4055506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1" name="Object 13"/>
          <p:cNvGraphicFramePr>
            <a:graphicFrameLocks noChangeAspect="1"/>
          </p:cNvGraphicFramePr>
          <p:nvPr/>
        </p:nvGraphicFramePr>
        <p:xfrm>
          <a:off x="2590800" y="5257801"/>
          <a:ext cx="36576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59866" imgH="215806" progId="Equation.3">
                  <p:embed/>
                </p:oleObj>
              </mc:Choice>
              <mc:Fallback>
                <p:oleObj name="Equation" r:id="rId21" imgW="1459866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257801"/>
                        <a:ext cx="36576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5666" name="Group 18"/>
          <p:cNvGrpSpPr>
            <a:grpSpLocks/>
          </p:cNvGrpSpPr>
          <p:nvPr/>
        </p:nvGrpSpPr>
        <p:grpSpPr bwMode="auto">
          <a:xfrm>
            <a:off x="8544272" y="1132682"/>
            <a:ext cx="1989138" cy="3884612"/>
            <a:chOff x="4128" y="144"/>
            <a:chExt cx="1253" cy="2447"/>
          </a:xfrm>
        </p:grpSpPr>
        <p:sp>
          <p:nvSpPr>
            <p:cNvPr id="45072" name="Rectangle 19"/>
            <p:cNvSpPr>
              <a:spLocks noChangeArrowheads="1"/>
            </p:cNvSpPr>
            <p:nvPr/>
          </p:nvSpPr>
          <p:spPr bwMode="auto">
            <a:xfrm>
              <a:off x="5284" y="1443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5073" name="Rectangle 20"/>
            <p:cNvSpPr>
              <a:spLocks noChangeArrowheads="1"/>
            </p:cNvSpPr>
            <p:nvPr/>
          </p:nvSpPr>
          <p:spPr bwMode="auto">
            <a:xfrm>
              <a:off x="4756" y="144"/>
              <a:ext cx="13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i="1" dirty="0">
                  <a:solidFill>
                    <a:srgbClr val="000000"/>
                  </a:solidFill>
                </a:rPr>
                <a:t>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5074" name="Line 21"/>
            <p:cNvSpPr>
              <a:spLocks noChangeShapeType="1"/>
            </p:cNvSpPr>
            <p:nvPr/>
          </p:nvSpPr>
          <p:spPr bwMode="auto">
            <a:xfrm>
              <a:off x="4746" y="157"/>
              <a:ext cx="1" cy="24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5" name="Line 22"/>
            <p:cNvSpPr>
              <a:spLocks noChangeShapeType="1"/>
            </p:cNvSpPr>
            <p:nvPr/>
          </p:nvSpPr>
          <p:spPr bwMode="auto">
            <a:xfrm>
              <a:off x="4128" y="1374"/>
              <a:ext cx="12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Freeform 23"/>
            <p:cNvSpPr>
              <a:spLocks/>
            </p:cNvSpPr>
            <p:nvPr/>
          </p:nvSpPr>
          <p:spPr bwMode="auto">
            <a:xfrm>
              <a:off x="4128" y="157"/>
              <a:ext cx="1240" cy="2434"/>
            </a:xfrm>
            <a:custGeom>
              <a:avLst/>
              <a:gdLst>
                <a:gd name="T0" fmla="*/ 1 w 2094"/>
                <a:gd name="T1" fmla="*/ 32557 h 2064"/>
                <a:gd name="T2" fmla="*/ 1 w 2094"/>
                <a:gd name="T3" fmla="*/ 30679 h 2064"/>
                <a:gd name="T4" fmla="*/ 1 w 2094"/>
                <a:gd name="T5" fmla="*/ 29003 h 2064"/>
                <a:gd name="T6" fmla="*/ 1 w 2094"/>
                <a:gd name="T7" fmla="*/ 27515 h 2064"/>
                <a:gd name="T8" fmla="*/ 1 w 2094"/>
                <a:gd name="T9" fmla="*/ 26030 h 2064"/>
                <a:gd name="T10" fmla="*/ 1 w 2094"/>
                <a:gd name="T11" fmla="*/ 24845 h 2064"/>
                <a:gd name="T12" fmla="*/ 1 w 2094"/>
                <a:gd name="T13" fmla="*/ 23641 h 2064"/>
                <a:gd name="T14" fmla="*/ 1 w 2094"/>
                <a:gd name="T15" fmla="*/ 22654 h 2064"/>
                <a:gd name="T16" fmla="*/ 1 w 2094"/>
                <a:gd name="T17" fmla="*/ 21681 h 2064"/>
                <a:gd name="T18" fmla="*/ 1 w 2094"/>
                <a:gd name="T19" fmla="*/ 20893 h 2064"/>
                <a:gd name="T20" fmla="*/ 1 w 2094"/>
                <a:gd name="T21" fmla="*/ 20183 h 2064"/>
                <a:gd name="T22" fmla="*/ 1 w 2094"/>
                <a:gd name="T23" fmla="*/ 19593 h 2064"/>
                <a:gd name="T24" fmla="*/ 1 w 2094"/>
                <a:gd name="T25" fmla="*/ 19016 h 2064"/>
                <a:gd name="T26" fmla="*/ 1 w 2094"/>
                <a:gd name="T27" fmla="*/ 18598 h 2064"/>
                <a:gd name="T28" fmla="*/ 1 w 2094"/>
                <a:gd name="T29" fmla="*/ 18202 h 2064"/>
                <a:gd name="T30" fmla="*/ 1 w 2094"/>
                <a:gd name="T31" fmla="*/ 17927 h 2064"/>
                <a:gd name="T32" fmla="*/ 1 w 2094"/>
                <a:gd name="T33" fmla="*/ 17617 h 2064"/>
                <a:gd name="T34" fmla="*/ 1 w 2094"/>
                <a:gd name="T35" fmla="*/ 17408 h 2064"/>
                <a:gd name="T36" fmla="*/ 1 w 2094"/>
                <a:gd name="T37" fmla="*/ 17317 h 2064"/>
                <a:gd name="T38" fmla="*/ 1 w 2094"/>
                <a:gd name="T39" fmla="*/ 17227 h 2064"/>
                <a:gd name="T40" fmla="*/ 1 w 2094"/>
                <a:gd name="T41" fmla="*/ 17115 h 2064"/>
                <a:gd name="T42" fmla="*/ 1 w 2094"/>
                <a:gd name="T43" fmla="*/ 17023 h 2064"/>
                <a:gd name="T44" fmla="*/ 1 w 2094"/>
                <a:gd name="T45" fmla="*/ 17023 h 2064"/>
                <a:gd name="T46" fmla="*/ 1 w 2094"/>
                <a:gd name="T47" fmla="*/ 17023 h 2064"/>
                <a:gd name="T48" fmla="*/ 1 w 2094"/>
                <a:gd name="T49" fmla="*/ 17023 h 2064"/>
                <a:gd name="T50" fmla="*/ 1 w 2094"/>
                <a:gd name="T51" fmla="*/ 17023 h 2064"/>
                <a:gd name="T52" fmla="*/ 1 w 2094"/>
                <a:gd name="T53" fmla="*/ 17023 h 2064"/>
                <a:gd name="T54" fmla="*/ 1 w 2094"/>
                <a:gd name="T55" fmla="*/ 17023 h 2064"/>
                <a:gd name="T56" fmla="*/ 1 w 2094"/>
                <a:gd name="T57" fmla="*/ 16935 h 2064"/>
                <a:gd name="T58" fmla="*/ 1 w 2094"/>
                <a:gd name="T59" fmla="*/ 16935 h 2064"/>
                <a:gd name="T60" fmla="*/ 1 w 2094"/>
                <a:gd name="T61" fmla="*/ 16832 h 2064"/>
                <a:gd name="T62" fmla="*/ 1 w 2094"/>
                <a:gd name="T63" fmla="*/ 16733 h 2064"/>
                <a:gd name="T64" fmla="*/ 1 w 2094"/>
                <a:gd name="T65" fmla="*/ 16539 h 2064"/>
                <a:gd name="T66" fmla="*/ 1 w 2094"/>
                <a:gd name="T67" fmla="*/ 16330 h 2064"/>
                <a:gd name="T68" fmla="*/ 1 w 2094"/>
                <a:gd name="T69" fmla="*/ 16025 h 2064"/>
                <a:gd name="T70" fmla="*/ 1 w 2094"/>
                <a:gd name="T71" fmla="*/ 15644 h 2064"/>
                <a:gd name="T72" fmla="*/ 1 w 2094"/>
                <a:gd name="T73" fmla="*/ 15237 h 2064"/>
                <a:gd name="T74" fmla="*/ 1 w 2094"/>
                <a:gd name="T75" fmla="*/ 14748 h 2064"/>
                <a:gd name="T76" fmla="*/ 1 w 2094"/>
                <a:gd name="T77" fmla="*/ 14151 h 2064"/>
                <a:gd name="T78" fmla="*/ 1 w 2094"/>
                <a:gd name="T79" fmla="*/ 13559 h 2064"/>
                <a:gd name="T80" fmla="*/ 1 w 2094"/>
                <a:gd name="T81" fmla="*/ 12787 h 2064"/>
                <a:gd name="T82" fmla="*/ 1 w 2094"/>
                <a:gd name="T83" fmla="*/ 11872 h 2064"/>
                <a:gd name="T84" fmla="*/ 1 w 2094"/>
                <a:gd name="T85" fmla="*/ 10878 h 2064"/>
                <a:gd name="T86" fmla="*/ 1 w 2094"/>
                <a:gd name="T87" fmla="*/ 9786 h 2064"/>
                <a:gd name="T88" fmla="*/ 1 w 2094"/>
                <a:gd name="T89" fmla="*/ 8611 h 2064"/>
                <a:gd name="T90" fmla="*/ 1 w 2094"/>
                <a:gd name="T91" fmla="*/ 7337 h 2064"/>
                <a:gd name="T92" fmla="*/ 1 w 2094"/>
                <a:gd name="T93" fmla="*/ 5839 h 2064"/>
                <a:gd name="T94" fmla="*/ 1 w 2094"/>
                <a:gd name="T95" fmla="*/ 4152 h 2064"/>
                <a:gd name="T96" fmla="*/ 1 w 2094"/>
                <a:gd name="T97" fmla="*/ 2467 h 2064"/>
                <a:gd name="T98" fmla="*/ 1 w 2094"/>
                <a:gd name="T99" fmla="*/ 483 h 206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94" h="2064">
                  <a:moveTo>
                    <a:pt x="0" y="2064"/>
                  </a:moveTo>
                  <a:lnTo>
                    <a:pt x="12" y="2034"/>
                  </a:lnTo>
                  <a:lnTo>
                    <a:pt x="18" y="2004"/>
                  </a:lnTo>
                  <a:lnTo>
                    <a:pt x="30" y="1974"/>
                  </a:lnTo>
                  <a:lnTo>
                    <a:pt x="42" y="1944"/>
                  </a:lnTo>
                  <a:lnTo>
                    <a:pt x="54" y="1914"/>
                  </a:lnTo>
                  <a:lnTo>
                    <a:pt x="60" y="1890"/>
                  </a:lnTo>
                  <a:lnTo>
                    <a:pt x="72" y="1860"/>
                  </a:lnTo>
                  <a:lnTo>
                    <a:pt x="84" y="1836"/>
                  </a:lnTo>
                  <a:lnTo>
                    <a:pt x="96" y="1812"/>
                  </a:lnTo>
                  <a:lnTo>
                    <a:pt x="102" y="1782"/>
                  </a:lnTo>
                  <a:lnTo>
                    <a:pt x="114" y="1758"/>
                  </a:lnTo>
                  <a:lnTo>
                    <a:pt x="126" y="1734"/>
                  </a:lnTo>
                  <a:lnTo>
                    <a:pt x="138" y="1710"/>
                  </a:lnTo>
                  <a:lnTo>
                    <a:pt x="144" y="1686"/>
                  </a:lnTo>
                  <a:lnTo>
                    <a:pt x="156" y="1668"/>
                  </a:lnTo>
                  <a:lnTo>
                    <a:pt x="168" y="1644"/>
                  </a:lnTo>
                  <a:lnTo>
                    <a:pt x="180" y="1620"/>
                  </a:lnTo>
                  <a:lnTo>
                    <a:pt x="186" y="1602"/>
                  </a:lnTo>
                  <a:lnTo>
                    <a:pt x="198" y="1578"/>
                  </a:lnTo>
                  <a:lnTo>
                    <a:pt x="210" y="1560"/>
                  </a:lnTo>
                  <a:lnTo>
                    <a:pt x="222" y="1542"/>
                  </a:lnTo>
                  <a:lnTo>
                    <a:pt x="228" y="1524"/>
                  </a:lnTo>
                  <a:lnTo>
                    <a:pt x="240" y="1506"/>
                  </a:lnTo>
                  <a:lnTo>
                    <a:pt x="252" y="1488"/>
                  </a:lnTo>
                  <a:lnTo>
                    <a:pt x="264" y="1470"/>
                  </a:lnTo>
                  <a:lnTo>
                    <a:pt x="270" y="1452"/>
                  </a:lnTo>
                  <a:lnTo>
                    <a:pt x="282" y="1434"/>
                  </a:lnTo>
                  <a:lnTo>
                    <a:pt x="294" y="1416"/>
                  </a:lnTo>
                  <a:lnTo>
                    <a:pt x="306" y="1404"/>
                  </a:lnTo>
                  <a:lnTo>
                    <a:pt x="312" y="1386"/>
                  </a:lnTo>
                  <a:lnTo>
                    <a:pt x="324" y="1374"/>
                  </a:lnTo>
                  <a:lnTo>
                    <a:pt x="336" y="1356"/>
                  </a:lnTo>
                  <a:lnTo>
                    <a:pt x="348" y="1344"/>
                  </a:lnTo>
                  <a:lnTo>
                    <a:pt x="354" y="1326"/>
                  </a:lnTo>
                  <a:lnTo>
                    <a:pt x="366" y="1314"/>
                  </a:lnTo>
                  <a:lnTo>
                    <a:pt x="378" y="1302"/>
                  </a:lnTo>
                  <a:lnTo>
                    <a:pt x="390" y="1290"/>
                  </a:lnTo>
                  <a:lnTo>
                    <a:pt x="396" y="1278"/>
                  </a:lnTo>
                  <a:lnTo>
                    <a:pt x="408" y="1266"/>
                  </a:lnTo>
                  <a:lnTo>
                    <a:pt x="420" y="1254"/>
                  </a:lnTo>
                  <a:lnTo>
                    <a:pt x="432" y="1242"/>
                  </a:lnTo>
                  <a:lnTo>
                    <a:pt x="438" y="1236"/>
                  </a:lnTo>
                  <a:lnTo>
                    <a:pt x="450" y="1224"/>
                  </a:lnTo>
                  <a:lnTo>
                    <a:pt x="462" y="1212"/>
                  </a:lnTo>
                  <a:lnTo>
                    <a:pt x="474" y="1206"/>
                  </a:lnTo>
                  <a:lnTo>
                    <a:pt x="480" y="1194"/>
                  </a:lnTo>
                  <a:lnTo>
                    <a:pt x="492" y="1188"/>
                  </a:lnTo>
                  <a:lnTo>
                    <a:pt x="504" y="1176"/>
                  </a:lnTo>
                  <a:lnTo>
                    <a:pt x="516" y="1170"/>
                  </a:lnTo>
                  <a:lnTo>
                    <a:pt x="522" y="1164"/>
                  </a:lnTo>
                  <a:lnTo>
                    <a:pt x="534" y="1152"/>
                  </a:lnTo>
                  <a:lnTo>
                    <a:pt x="546" y="1146"/>
                  </a:lnTo>
                  <a:lnTo>
                    <a:pt x="552" y="1140"/>
                  </a:lnTo>
                  <a:lnTo>
                    <a:pt x="564" y="1134"/>
                  </a:lnTo>
                  <a:lnTo>
                    <a:pt x="576" y="1128"/>
                  </a:lnTo>
                  <a:lnTo>
                    <a:pt x="588" y="1122"/>
                  </a:lnTo>
                  <a:lnTo>
                    <a:pt x="594" y="1116"/>
                  </a:lnTo>
                  <a:lnTo>
                    <a:pt x="606" y="1110"/>
                  </a:lnTo>
                  <a:lnTo>
                    <a:pt x="618" y="1104"/>
                  </a:lnTo>
                  <a:lnTo>
                    <a:pt x="630" y="1098"/>
                  </a:lnTo>
                  <a:lnTo>
                    <a:pt x="636" y="1092"/>
                  </a:lnTo>
                  <a:lnTo>
                    <a:pt x="648" y="1086"/>
                  </a:lnTo>
                  <a:lnTo>
                    <a:pt x="660" y="1086"/>
                  </a:lnTo>
                  <a:lnTo>
                    <a:pt x="672" y="1080"/>
                  </a:lnTo>
                  <a:lnTo>
                    <a:pt x="678" y="1074"/>
                  </a:lnTo>
                  <a:lnTo>
                    <a:pt x="690" y="1074"/>
                  </a:lnTo>
                  <a:lnTo>
                    <a:pt x="702" y="1068"/>
                  </a:lnTo>
                  <a:lnTo>
                    <a:pt x="714" y="1068"/>
                  </a:lnTo>
                  <a:lnTo>
                    <a:pt x="720" y="1062"/>
                  </a:lnTo>
                  <a:lnTo>
                    <a:pt x="732" y="1062"/>
                  </a:lnTo>
                  <a:lnTo>
                    <a:pt x="744" y="1056"/>
                  </a:lnTo>
                  <a:lnTo>
                    <a:pt x="756" y="1056"/>
                  </a:lnTo>
                  <a:lnTo>
                    <a:pt x="762" y="1050"/>
                  </a:lnTo>
                  <a:lnTo>
                    <a:pt x="774" y="1050"/>
                  </a:lnTo>
                  <a:lnTo>
                    <a:pt x="786" y="1050"/>
                  </a:lnTo>
                  <a:lnTo>
                    <a:pt x="798" y="1044"/>
                  </a:lnTo>
                  <a:lnTo>
                    <a:pt x="804" y="1044"/>
                  </a:lnTo>
                  <a:lnTo>
                    <a:pt x="816" y="1044"/>
                  </a:lnTo>
                  <a:lnTo>
                    <a:pt x="828" y="1044"/>
                  </a:lnTo>
                  <a:lnTo>
                    <a:pt x="840" y="1038"/>
                  </a:lnTo>
                  <a:lnTo>
                    <a:pt x="846" y="1038"/>
                  </a:lnTo>
                  <a:lnTo>
                    <a:pt x="858" y="1038"/>
                  </a:lnTo>
                  <a:lnTo>
                    <a:pt x="870" y="1038"/>
                  </a:lnTo>
                  <a:lnTo>
                    <a:pt x="882" y="1038"/>
                  </a:lnTo>
                  <a:lnTo>
                    <a:pt x="888" y="1038"/>
                  </a:lnTo>
                  <a:lnTo>
                    <a:pt x="900" y="1032"/>
                  </a:lnTo>
                  <a:lnTo>
                    <a:pt x="912" y="1032"/>
                  </a:lnTo>
                  <a:lnTo>
                    <a:pt x="924" y="1032"/>
                  </a:lnTo>
                  <a:lnTo>
                    <a:pt x="930" y="1032"/>
                  </a:lnTo>
                  <a:lnTo>
                    <a:pt x="942" y="1032"/>
                  </a:lnTo>
                  <a:lnTo>
                    <a:pt x="954" y="1032"/>
                  </a:lnTo>
                  <a:lnTo>
                    <a:pt x="966" y="1032"/>
                  </a:lnTo>
                  <a:lnTo>
                    <a:pt x="972" y="1032"/>
                  </a:lnTo>
                  <a:lnTo>
                    <a:pt x="984" y="1032"/>
                  </a:lnTo>
                  <a:lnTo>
                    <a:pt x="996" y="1032"/>
                  </a:lnTo>
                  <a:lnTo>
                    <a:pt x="1008" y="1032"/>
                  </a:lnTo>
                  <a:lnTo>
                    <a:pt x="1014" y="1032"/>
                  </a:lnTo>
                  <a:lnTo>
                    <a:pt x="1026" y="1032"/>
                  </a:lnTo>
                  <a:lnTo>
                    <a:pt x="1038" y="1032"/>
                  </a:lnTo>
                  <a:lnTo>
                    <a:pt x="1050" y="1032"/>
                  </a:lnTo>
                  <a:lnTo>
                    <a:pt x="1056" y="1032"/>
                  </a:lnTo>
                  <a:lnTo>
                    <a:pt x="1068" y="1032"/>
                  </a:lnTo>
                  <a:lnTo>
                    <a:pt x="1080" y="1032"/>
                  </a:lnTo>
                  <a:lnTo>
                    <a:pt x="1086" y="1032"/>
                  </a:lnTo>
                  <a:lnTo>
                    <a:pt x="1098" y="1032"/>
                  </a:lnTo>
                  <a:lnTo>
                    <a:pt x="1110" y="1032"/>
                  </a:lnTo>
                  <a:lnTo>
                    <a:pt x="1122" y="1032"/>
                  </a:lnTo>
                  <a:lnTo>
                    <a:pt x="1128" y="1032"/>
                  </a:lnTo>
                  <a:lnTo>
                    <a:pt x="1140" y="1032"/>
                  </a:lnTo>
                  <a:lnTo>
                    <a:pt x="1152" y="1032"/>
                  </a:lnTo>
                  <a:lnTo>
                    <a:pt x="1164" y="1032"/>
                  </a:lnTo>
                  <a:lnTo>
                    <a:pt x="1170" y="1032"/>
                  </a:lnTo>
                  <a:lnTo>
                    <a:pt x="1182" y="1032"/>
                  </a:lnTo>
                  <a:lnTo>
                    <a:pt x="1194" y="1032"/>
                  </a:lnTo>
                  <a:lnTo>
                    <a:pt x="1206" y="1026"/>
                  </a:lnTo>
                  <a:lnTo>
                    <a:pt x="1212" y="1026"/>
                  </a:lnTo>
                  <a:lnTo>
                    <a:pt x="1224" y="1026"/>
                  </a:lnTo>
                  <a:lnTo>
                    <a:pt x="1236" y="1026"/>
                  </a:lnTo>
                  <a:lnTo>
                    <a:pt x="1248" y="1026"/>
                  </a:lnTo>
                  <a:lnTo>
                    <a:pt x="1254" y="1026"/>
                  </a:lnTo>
                  <a:lnTo>
                    <a:pt x="1266" y="1020"/>
                  </a:lnTo>
                  <a:lnTo>
                    <a:pt x="1278" y="1020"/>
                  </a:lnTo>
                  <a:lnTo>
                    <a:pt x="1290" y="1020"/>
                  </a:lnTo>
                  <a:lnTo>
                    <a:pt x="1296" y="1020"/>
                  </a:lnTo>
                  <a:lnTo>
                    <a:pt x="1308" y="1014"/>
                  </a:lnTo>
                  <a:lnTo>
                    <a:pt x="1320" y="1014"/>
                  </a:lnTo>
                  <a:lnTo>
                    <a:pt x="1332" y="1014"/>
                  </a:lnTo>
                  <a:lnTo>
                    <a:pt x="1338" y="1008"/>
                  </a:lnTo>
                  <a:lnTo>
                    <a:pt x="1350" y="1008"/>
                  </a:lnTo>
                  <a:lnTo>
                    <a:pt x="1362" y="1002"/>
                  </a:lnTo>
                  <a:lnTo>
                    <a:pt x="1374" y="1002"/>
                  </a:lnTo>
                  <a:lnTo>
                    <a:pt x="1380" y="996"/>
                  </a:lnTo>
                  <a:lnTo>
                    <a:pt x="1392" y="996"/>
                  </a:lnTo>
                  <a:lnTo>
                    <a:pt x="1404" y="990"/>
                  </a:lnTo>
                  <a:lnTo>
                    <a:pt x="1416" y="990"/>
                  </a:lnTo>
                  <a:lnTo>
                    <a:pt x="1422" y="984"/>
                  </a:lnTo>
                  <a:lnTo>
                    <a:pt x="1434" y="978"/>
                  </a:lnTo>
                  <a:lnTo>
                    <a:pt x="1446" y="978"/>
                  </a:lnTo>
                  <a:lnTo>
                    <a:pt x="1458" y="972"/>
                  </a:lnTo>
                  <a:lnTo>
                    <a:pt x="1464" y="966"/>
                  </a:lnTo>
                  <a:lnTo>
                    <a:pt x="1476" y="960"/>
                  </a:lnTo>
                  <a:lnTo>
                    <a:pt x="1488" y="954"/>
                  </a:lnTo>
                  <a:lnTo>
                    <a:pt x="1500" y="948"/>
                  </a:lnTo>
                  <a:lnTo>
                    <a:pt x="1506" y="942"/>
                  </a:lnTo>
                  <a:lnTo>
                    <a:pt x="1518" y="936"/>
                  </a:lnTo>
                  <a:lnTo>
                    <a:pt x="1530" y="930"/>
                  </a:lnTo>
                  <a:lnTo>
                    <a:pt x="1542" y="924"/>
                  </a:lnTo>
                  <a:lnTo>
                    <a:pt x="1548" y="918"/>
                  </a:lnTo>
                  <a:lnTo>
                    <a:pt x="1560" y="912"/>
                  </a:lnTo>
                  <a:lnTo>
                    <a:pt x="1572" y="906"/>
                  </a:lnTo>
                  <a:lnTo>
                    <a:pt x="1578" y="894"/>
                  </a:lnTo>
                  <a:lnTo>
                    <a:pt x="1590" y="888"/>
                  </a:lnTo>
                  <a:lnTo>
                    <a:pt x="1602" y="876"/>
                  </a:lnTo>
                  <a:lnTo>
                    <a:pt x="1614" y="870"/>
                  </a:lnTo>
                  <a:lnTo>
                    <a:pt x="1620" y="858"/>
                  </a:lnTo>
                  <a:lnTo>
                    <a:pt x="1632" y="852"/>
                  </a:lnTo>
                  <a:lnTo>
                    <a:pt x="1644" y="840"/>
                  </a:lnTo>
                  <a:lnTo>
                    <a:pt x="1656" y="828"/>
                  </a:lnTo>
                  <a:lnTo>
                    <a:pt x="1662" y="822"/>
                  </a:lnTo>
                  <a:lnTo>
                    <a:pt x="1674" y="810"/>
                  </a:lnTo>
                  <a:lnTo>
                    <a:pt x="1686" y="798"/>
                  </a:lnTo>
                  <a:lnTo>
                    <a:pt x="1698" y="786"/>
                  </a:lnTo>
                  <a:lnTo>
                    <a:pt x="1704" y="774"/>
                  </a:lnTo>
                  <a:lnTo>
                    <a:pt x="1716" y="762"/>
                  </a:lnTo>
                  <a:lnTo>
                    <a:pt x="1728" y="750"/>
                  </a:lnTo>
                  <a:lnTo>
                    <a:pt x="1740" y="738"/>
                  </a:lnTo>
                  <a:lnTo>
                    <a:pt x="1746" y="720"/>
                  </a:lnTo>
                  <a:lnTo>
                    <a:pt x="1758" y="708"/>
                  </a:lnTo>
                  <a:lnTo>
                    <a:pt x="1770" y="690"/>
                  </a:lnTo>
                  <a:lnTo>
                    <a:pt x="1782" y="678"/>
                  </a:lnTo>
                  <a:lnTo>
                    <a:pt x="1788" y="660"/>
                  </a:lnTo>
                  <a:lnTo>
                    <a:pt x="1800" y="648"/>
                  </a:lnTo>
                  <a:lnTo>
                    <a:pt x="1812" y="630"/>
                  </a:lnTo>
                  <a:lnTo>
                    <a:pt x="1824" y="612"/>
                  </a:lnTo>
                  <a:lnTo>
                    <a:pt x="1830" y="594"/>
                  </a:lnTo>
                  <a:lnTo>
                    <a:pt x="1842" y="576"/>
                  </a:lnTo>
                  <a:lnTo>
                    <a:pt x="1854" y="558"/>
                  </a:lnTo>
                  <a:lnTo>
                    <a:pt x="1866" y="540"/>
                  </a:lnTo>
                  <a:lnTo>
                    <a:pt x="1872" y="522"/>
                  </a:lnTo>
                  <a:lnTo>
                    <a:pt x="1884" y="504"/>
                  </a:lnTo>
                  <a:lnTo>
                    <a:pt x="1896" y="486"/>
                  </a:lnTo>
                  <a:lnTo>
                    <a:pt x="1908" y="462"/>
                  </a:lnTo>
                  <a:lnTo>
                    <a:pt x="1914" y="444"/>
                  </a:lnTo>
                  <a:lnTo>
                    <a:pt x="1926" y="420"/>
                  </a:lnTo>
                  <a:lnTo>
                    <a:pt x="1938" y="396"/>
                  </a:lnTo>
                  <a:lnTo>
                    <a:pt x="1950" y="378"/>
                  </a:lnTo>
                  <a:lnTo>
                    <a:pt x="1956" y="354"/>
                  </a:lnTo>
                  <a:lnTo>
                    <a:pt x="1968" y="330"/>
                  </a:lnTo>
                  <a:lnTo>
                    <a:pt x="1980" y="306"/>
                  </a:lnTo>
                  <a:lnTo>
                    <a:pt x="1992" y="282"/>
                  </a:lnTo>
                  <a:lnTo>
                    <a:pt x="1998" y="252"/>
                  </a:lnTo>
                  <a:lnTo>
                    <a:pt x="2010" y="228"/>
                  </a:lnTo>
                  <a:lnTo>
                    <a:pt x="2022" y="204"/>
                  </a:lnTo>
                  <a:lnTo>
                    <a:pt x="2034" y="174"/>
                  </a:lnTo>
                  <a:lnTo>
                    <a:pt x="2040" y="150"/>
                  </a:lnTo>
                  <a:lnTo>
                    <a:pt x="2052" y="120"/>
                  </a:lnTo>
                  <a:lnTo>
                    <a:pt x="2064" y="90"/>
                  </a:lnTo>
                  <a:lnTo>
                    <a:pt x="2076" y="60"/>
                  </a:lnTo>
                  <a:lnTo>
                    <a:pt x="2082" y="30"/>
                  </a:lnTo>
                  <a:lnTo>
                    <a:pt x="2094" y="0"/>
                  </a:lnTo>
                </a:path>
              </a:pathLst>
            </a:custGeom>
            <a:noFill/>
            <a:ln w="25400" cmpd="sng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7" name="Rectangle 24"/>
            <p:cNvSpPr>
              <a:spLocks noChangeArrowheads="1"/>
            </p:cNvSpPr>
            <p:nvPr/>
          </p:nvSpPr>
          <p:spPr bwMode="auto">
            <a:xfrm>
              <a:off x="4748" y="1380"/>
              <a:ext cx="14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graphicFrame>
          <p:nvGraphicFramePr>
            <p:cNvPr id="45078" name="Object 25"/>
            <p:cNvGraphicFramePr>
              <a:graphicFrameLocks noChangeAspect="1"/>
            </p:cNvGraphicFramePr>
            <p:nvPr/>
          </p:nvGraphicFramePr>
          <p:xfrm>
            <a:off x="4496" y="384"/>
            <a:ext cx="784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545863" imgH="228501" progId="Equation.3">
                    <p:embed/>
                  </p:oleObj>
                </mc:Choice>
                <mc:Fallback>
                  <p:oleObj name="Equation" r:id="rId23" imgW="545863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6" y="384"/>
                          <a:ext cx="784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989486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9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9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9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9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65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29348CB-71BD-4C7F-BD30-BA0C43534A03}" type="slidenum">
              <a:rPr lang="zh-CN" altLang="en-US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2209800" y="7366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6084" name="Object 3"/>
          <p:cNvGraphicFramePr>
            <a:graphicFrameLocks noChangeAspect="1"/>
          </p:cNvGraphicFramePr>
          <p:nvPr/>
        </p:nvGraphicFramePr>
        <p:xfrm>
          <a:off x="3048000" y="736600"/>
          <a:ext cx="7162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1000" imgH="228600" progId="Equation.3">
                  <p:embed/>
                </p:oleObj>
              </mc:Choice>
              <mc:Fallback>
                <p:oleObj name="Equation" r:id="rId2" imgW="2921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36600"/>
                        <a:ext cx="71628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7018" name="Text Box 42"/>
          <p:cNvSpPr txBox="1">
            <a:spLocks noChangeArrowheads="1"/>
          </p:cNvSpPr>
          <p:nvPr/>
        </p:nvSpPr>
        <p:spPr bwMode="auto">
          <a:xfrm>
            <a:off x="2235200" y="14478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767019" name="Object 43"/>
          <p:cNvGraphicFramePr>
            <a:graphicFrameLocks noChangeAspect="1"/>
          </p:cNvGraphicFramePr>
          <p:nvPr/>
        </p:nvGraphicFramePr>
        <p:xfrm>
          <a:off x="3073400" y="1533526"/>
          <a:ext cx="24384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33600" imgH="393700" progId="Equation.3">
                  <p:embed/>
                </p:oleObj>
              </mc:Choice>
              <mc:Fallback>
                <p:oleObj name="公式" r:id="rId4" imgW="2133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1533526"/>
                        <a:ext cx="24384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0" name="Object 44"/>
          <p:cNvGraphicFramePr>
            <a:graphicFrameLocks noChangeAspect="1"/>
          </p:cNvGraphicFramePr>
          <p:nvPr/>
        </p:nvGraphicFramePr>
        <p:xfrm>
          <a:off x="2616200" y="2111375"/>
          <a:ext cx="28194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65400" imgH="469900" progId="Equation.3">
                  <p:embed/>
                </p:oleObj>
              </mc:Choice>
              <mc:Fallback>
                <p:oleObj name="公式" r:id="rId6" imgW="2565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111375"/>
                        <a:ext cx="28194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1" name="Object 45"/>
          <p:cNvGraphicFramePr>
            <a:graphicFrameLocks noChangeAspect="1"/>
          </p:cNvGraphicFramePr>
          <p:nvPr/>
        </p:nvGraphicFramePr>
        <p:xfrm>
          <a:off x="5664200" y="1895476"/>
          <a:ext cx="2743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51100" imgH="838200" progId="Equation.3">
                  <p:embed/>
                </p:oleObj>
              </mc:Choice>
              <mc:Fallback>
                <p:oleObj name="公式" r:id="rId8" imgW="2451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1895476"/>
                        <a:ext cx="2743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2" name="Object 46"/>
          <p:cNvGraphicFramePr>
            <a:graphicFrameLocks noChangeAspect="1"/>
          </p:cNvGraphicFramePr>
          <p:nvPr/>
        </p:nvGraphicFramePr>
        <p:xfrm>
          <a:off x="2540001" y="2870201"/>
          <a:ext cx="142716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33500" imgH="431800" progId="Equation.3">
                  <p:embed/>
                </p:oleObj>
              </mc:Choice>
              <mc:Fallback>
                <p:oleObj name="公式" r:id="rId10" imgW="1333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1" y="2870201"/>
                        <a:ext cx="1427163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3" name="Object 47"/>
          <p:cNvGraphicFramePr>
            <a:graphicFrameLocks noChangeAspect="1"/>
          </p:cNvGraphicFramePr>
          <p:nvPr/>
        </p:nvGraphicFramePr>
        <p:xfrm>
          <a:off x="4254500" y="2659064"/>
          <a:ext cx="259080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65400" imgH="838200" progId="Equation.3">
                  <p:embed/>
                </p:oleObj>
              </mc:Choice>
              <mc:Fallback>
                <p:oleObj name="公式" r:id="rId12" imgW="2565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2659064"/>
                        <a:ext cx="2590800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4" name="Object 48"/>
          <p:cNvGraphicFramePr>
            <a:graphicFrameLocks noChangeAspect="1"/>
          </p:cNvGraphicFramePr>
          <p:nvPr/>
        </p:nvGraphicFramePr>
        <p:xfrm>
          <a:off x="2611438" y="3868738"/>
          <a:ext cx="252412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3890" imgH="241195" progId="Equation.3">
                  <p:embed/>
                </p:oleObj>
              </mc:Choice>
              <mc:Fallback>
                <p:oleObj name="公式" r:id="rId8" imgW="25389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3868738"/>
                        <a:ext cx="252412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5" name="Object 49"/>
          <p:cNvGraphicFramePr>
            <a:graphicFrameLocks noChangeAspect="1"/>
          </p:cNvGraphicFramePr>
          <p:nvPr/>
        </p:nvGraphicFramePr>
        <p:xfrm>
          <a:off x="3429000" y="3811588"/>
          <a:ext cx="1016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16000" imgH="393700" progId="Equation.3">
                  <p:embed/>
                </p:oleObj>
              </mc:Choice>
              <mc:Fallback>
                <p:oleObj name="公式" r:id="rId8" imgW="1016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811588"/>
                        <a:ext cx="1016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6" name="Object 50"/>
          <p:cNvGraphicFramePr>
            <a:graphicFrameLocks noChangeAspect="1"/>
          </p:cNvGraphicFramePr>
          <p:nvPr/>
        </p:nvGraphicFramePr>
        <p:xfrm>
          <a:off x="8229600" y="3683001"/>
          <a:ext cx="12954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95400" imgH="622300" progId="Equation.3">
                  <p:embed/>
                </p:oleObj>
              </mc:Choice>
              <mc:Fallback>
                <p:oleObj name="公式" r:id="rId16" imgW="1295400" imgH="62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3683001"/>
                        <a:ext cx="12954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7" name="Object 51"/>
          <p:cNvGraphicFramePr>
            <a:graphicFrameLocks noChangeAspect="1"/>
          </p:cNvGraphicFramePr>
          <p:nvPr/>
        </p:nvGraphicFramePr>
        <p:xfrm>
          <a:off x="5778501" y="3702051"/>
          <a:ext cx="1001713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02865" imgH="622030" progId="Equation.3">
                  <p:embed/>
                </p:oleObj>
              </mc:Choice>
              <mc:Fallback>
                <p:oleObj name="公式" r:id="rId18" imgW="1002865" imgH="6220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1" y="3702051"/>
                        <a:ext cx="1001713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8" name="Object 52"/>
          <p:cNvGraphicFramePr>
            <a:graphicFrameLocks noChangeAspect="1"/>
          </p:cNvGraphicFramePr>
          <p:nvPr/>
        </p:nvGraphicFramePr>
        <p:xfrm>
          <a:off x="5005388" y="3822701"/>
          <a:ext cx="2016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3024" imgH="317225" progId="Equation.3">
                  <p:embed/>
                </p:oleObj>
              </mc:Choice>
              <mc:Fallback>
                <p:oleObj name="公式" r:id="rId8" imgW="203024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5388" y="3822701"/>
                        <a:ext cx="2016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29" name="Object 53"/>
          <p:cNvGraphicFramePr>
            <a:graphicFrameLocks noChangeAspect="1"/>
          </p:cNvGraphicFramePr>
          <p:nvPr/>
        </p:nvGraphicFramePr>
        <p:xfrm>
          <a:off x="7315200" y="3683001"/>
          <a:ext cx="4699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469696" imgH="622030" progId="Equation.3">
                  <p:embed/>
                </p:oleObj>
              </mc:Choice>
              <mc:Fallback>
                <p:oleObj name="公式" r:id="rId21" imgW="469696" imgH="6220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683001"/>
                        <a:ext cx="4699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30" name="Object 54"/>
          <p:cNvGraphicFramePr>
            <a:graphicFrameLocks noChangeAspect="1"/>
          </p:cNvGraphicFramePr>
          <p:nvPr/>
        </p:nvGraphicFramePr>
        <p:xfrm>
          <a:off x="2286000" y="4495801"/>
          <a:ext cx="9144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31613" imgH="203112" progId="Equation.3">
                  <p:embed/>
                </p:oleObj>
              </mc:Choice>
              <mc:Fallback>
                <p:oleObj name="Equation" r:id="rId23" imgW="4316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95801"/>
                        <a:ext cx="9144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31" name="Object 55"/>
          <p:cNvGraphicFramePr>
            <a:graphicFrameLocks noChangeAspect="1"/>
          </p:cNvGraphicFramePr>
          <p:nvPr/>
        </p:nvGraphicFramePr>
        <p:xfrm>
          <a:off x="2362200" y="5181600"/>
          <a:ext cx="762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68140" imgH="203112" progId="Equation.3">
                  <p:embed/>
                </p:oleObj>
              </mc:Choice>
              <mc:Fallback>
                <p:oleObj name="Equation" r:id="rId25" imgW="368140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181600"/>
                        <a:ext cx="762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32" name="Object 56"/>
          <p:cNvGraphicFramePr>
            <a:graphicFrameLocks noChangeAspect="1"/>
          </p:cNvGraphicFramePr>
          <p:nvPr/>
        </p:nvGraphicFramePr>
        <p:xfrm>
          <a:off x="3733800" y="4457700"/>
          <a:ext cx="38258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9700" imgH="139700" progId="Equation.3">
                  <p:embed/>
                </p:oleObj>
              </mc:Choice>
              <mc:Fallback>
                <p:oleObj name="Equation" r:id="rId27" imgW="139700" imgH="13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457700"/>
                        <a:ext cx="38258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33" name="Object 57"/>
          <p:cNvGraphicFramePr>
            <a:graphicFrameLocks noChangeAspect="1"/>
          </p:cNvGraphicFramePr>
          <p:nvPr/>
        </p:nvGraphicFramePr>
        <p:xfrm>
          <a:off x="6045200" y="4572000"/>
          <a:ext cx="38100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39518" imgH="76101" progId="Equation.3">
                  <p:embed/>
                </p:oleObj>
              </mc:Choice>
              <mc:Fallback>
                <p:oleObj name="Equation" r:id="rId29" imgW="139518" imgH="761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4572000"/>
                        <a:ext cx="381000" cy="20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34" name="Object 58"/>
          <p:cNvGraphicFramePr>
            <a:graphicFrameLocks noChangeAspect="1"/>
          </p:cNvGraphicFramePr>
          <p:nvPr/>
        </p:nvGraphicFramePr>
        <p:xfrm>
          <a:off x="8788400" y="44958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39700" imgH="139700" progId="Equation.3">
                  <p:embed/>
                </p:oleObj>
              </mc:Choice>
              <mc:Fallback>
                <p:oleObj name="Equation" r:id="rId31" imgW="139700" imgH="13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8400" y="4495800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35" name="Object 59"/>
          <p:cNvGraphicFramePr>
            <a:graphicFrameLocks noChangeAspect="1"/>
          </p:cNvGraphicFramePr>
          <p:nvPr/>
        </p:nvGraphicFramePr>
        <p:xfrm>
          <a:off x="4991101" y="4502151"/>
          <a:ext cx="2016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03024" imgH="317225" progId="Equation.3">
                  <p:embed/>
                </p:oleObj>
              </mc:Choice>
              <mc:Fallback>
                <p:oleObj name="公式" r:id="rId33" imgW="203024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1" y="4502151"/>
                        <a:ext cx="2016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36" name="Object 60"/>
          <p:cNvGraphicFramePr>
            <a:graphicFrameLocks noChangeAspect="1"/>
          </p:cNvGraphicFramePr>
          <p:nvPr/>
        </p:nvGraphicFramePr>
        <p:xfrm>
          <a:off x="7493001" y="4508501"/>
          <a:ext cx="2016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03024" imgH="317225" progId="Equation.3">
                  <p:embed/>
                </p:oleObj>
              </mc:Choice>
              <mc:Fallback>
                <p:oleObj name="公式" r:id="rId34" imgW="203024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1" y="4508501"/>
                        <a:ext cx="2016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7037" name="Text Box 61"/>
          <p:cNvSpPr txBox="1">
            <a:spLocks noChangeArrowheads="1"/>
          </p:cNvSpPr>
          <p:nvPr/>
        </p:nvSpPr>
        <p:spPr bwMode="auto">
          <a:xfrm>
            <a:off x="3530600" y="513238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下凸</a:t>
            </a:r>
          </a:p>
        </p:txBody>
      </p:sp>
      <p:sp>
        <p:nvSpPr>
          <p:cNvPr id="767038" name="Text Box 62"/>
          <p:cNvSpPr txBox="1">
            <a:spLocks noChangeArrowheads="1"/>
          </p:cNvSpPr>
          <p:nvPr/>
        </p:nvSpPr>
        <p:spPr bwMode="auto">
          <a:xfrm>
            <a:off x="5670548" y="5122863"/>
            <a:ext cx="10160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上凸</a:t>
            </a:r>
          </a:p>
        </p:txBody>
      </p:sp>
      <p:sp>
        <p:nvSpPr>
          <p:cNvPr id="767039" name="Text Box 63"/>
          <p:cNvSpPr txBox="1">
            <a:spLocks noChangeArrowheads="1"/>
          </p:cNvSpPr>
          <p:nvPr/>
        </p:nvSpPr>
        <p:spPr bwMode="auto">
          <a:xfrm>
            <a:off x="8559800" y="513238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下凸</a:t>
            </a:r>
          </a:p>
        </p:txBody>
      </p:sp>
      <p:grpSp>
        <p:nvGrpSpPr>
          <p:cNvPr id="767040" name="Group 64"/>
          <p:cNvGrpSpPr>
            <a:grpSpLocks/>
          </p:cNvGrpSpPr>
          <p:nvPr/>
        </p:nvGrpSpPr>
        <p:grpSpPr bwMode="auto">
          <a:xfrm>
            <a:off x="2311400" y="3670300"/>
            <a:ext cx="7543800" cy="2057400"/>
            <a:chOff x="576" y="2208"/>
            <a:chExt cx="4752" cy="1296"/>
          </a:xfrm>
        </p:grpSpPr>
        <p:sp>
          <p:nvSpPr>
            <p:cNvPr id="46112" name="Line 65"/>
            <p:cNvSpPr>
              <a:spLocks noChangeShapeType="1"/>
            </p:cNvSpPr>
            <p:nvPr/>
          </p:nvSpPr>
          <p:spPr bwMode="auto">
            <a:xfrm>
              <a:off x="576" y="2208"/>
              <a:ext cx="4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3" name="Line 66"/>
            <p:cNvSpPr>
              <a:spLocks noChangeShapeType="1"/>
            </p:cNvSpPr>
            <p:nvPr/>
          </p:nvSpPr>
          <p:spPr bwMode="auto">
            <a:xfrm>
              <a:off x="576" y="3504"/>
              <a:ext cx="4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4" name="Line 67"/>
            <p:cNvSpPr>
              <a:spLocks noChangeShapeType="1"/>
            </p:cNvSpPr>
            <p:nvPr/>
          </p:nvSpPr>
          <p:spPr bwMode="auto">
            <a:xfrm>
              <a:off x="576" y="2604"/>
              <a:ext cx="47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5" name="Line 68"/>
            <p:cNvSpPr>
              <a:spLocks noChangeShapeType="1"/>
            </p:cNvSpPr>
            <p:nvPr/>
          </p:nvSpPr>
          <p:spPr bwMode="auto">
            <a:xfrm>
              <a:off x="576" y="3036"/>
              <a:ext cx="47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6" name="Line 69"/>
            <p:cNvSpPr>
              <a:spLocks noChangeShapeType="1"/>
            </p:cNvSpPr>
            <p:nvPr/>
          </p:nvSpPr>
          <p:spPr bwMode="auto">
            <a:xfrm>
              <a:off x="576" y="2208"/>
              <a:ext cx="0" cy="1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7" name="Line 70"/>
            <p:cNvSpPr>
              <a:spLocks noChangeShapeType="1"/>
            </p:cNvSpPr>
            <p:nvPr/>
          </p:nvSpPr>
          <p:spPr bwMode="auto">
            <a:xfrm>
              <a:off x="1152" y="2208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8" name="Line 71"/>
            <p:cNvSpPr>
              <a:spLocks noChangeShapeType="1"/>
            </p:cNvSpPr>
            <p:nvPr/>
          </p:nvSpPr>
          <p:spPr bwMode="auto">
            <a:xfrm>
              <a:off x="5328" y="2208"/>
              <a:ext cx="0" cy="1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9" name="Line 72"/>
            <p:cNvSpPr>
              <a:spLocks noChangeShapeType="1"/>
            </p:cNvSpPr>
            <p:nvPr/>
          </p:nvSpPr>
          <p:spPr bwMode="auto">
            <a:xfrm>
              <a:off x="2064" y="2208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0" name="Line 73"/>
            <p:cNvSpPr>
              <a:spLocks noChangeShapeType="1"/>
            </p:cNvSpPr>
            <p:nvPr/>
          </p:nvSpPr>
          <p:spPr bwMode="auto">
            <a:xfrm>
              <a:off x="2592" y="2208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1" name="Line 74"/>
            <p:cNvSpPr>
              <a:spLocks noChangeShapeType="1"/>
            </p:cNvSpPr>
            <p:nvPr/>
          </p:nvSpPr>
          <p:spPr bwMode="auto">
            <a:xfrm>
              <a:off x="3456" y="2208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2" name="Line 75"/>
            <p:cNvSpPr>
              <a:spLocks noChangeShapeType="1"/>
            </p:cNvSpPr>
            <p:nvPr/>
          </p:nvSpPr>
          <p:spPr bwMode="auto">
            <a:xfrm>
              <a:off x="4272" y="2208"/>
              <a:ext cx="0" cy="1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67052" name="Text Box 76"/>
          <p:cNvSpPr txBox="1">
            <a:spLocks noChangeArrowheads="1"/>
          </p:cNvSpPr>
          <p:nvPr/>
        </p:nvSpPr>
        <p:spPr bwMode="auto">
          <a:xfrm>
            <a:off x="4749800" y="4949826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拐点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67053" name="Text Box 77"/>
          <p:cNvSpPr txBox="1">
            <a:spLocks noChangeArrowheads="1"/>
          </p:cNvSpPr>
          <p:nvPr/>
        </p:nvSpPr>
        <p:spPr bwMode="auto">
          <a:xfrm>
            <a:off x="7188200" y="4924426"/>
            <a:ext cx="914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拐点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767054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636420"/>
              </p:ext>
            </p:extLst>
          </p:nvPr>
        </p:nvGraphicFramePr>
        <p:xfrm>
          <a:off x="4825999" y="5341798"/>
          <a:ext cx="479426" cy="374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42720" imgH="203040" progId="Equation.DSMT4">
                  <p:embed/>
                </p:oleObj>
              </mc:Choice>
              <mc:Fallback>
                <p:oleObj name="Equation" r:id="rId35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5999" y="5341798"/>
                        <a:ext cx="479426" cy="374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7055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387582"/>
              </p:ext>
            </p:extLst>
          </p:nvPr>
        </p:nvGraphicFramePr>
        <p:xfrm>
          <a:off x="6902086" y="5200520"/>
          <a:ext cx="1293215" cy="558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723600" imgH="304560" progId="Equation.DSMT4">
                  <p:embed/>
                </p:oleObj>
              </mc:Choice>
              <mc:Fallback>
                <p:oleObj name="Equation" r:id="rId37" imgW="7236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086" y="5200520"/>
                        <a:ext cx="1293215" cy="558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80921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6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6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6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6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6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6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6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6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6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6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6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6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6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6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6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6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6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6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6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76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76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7018" grpId="0" autoUpdateAnimBg="0"/>
      <p:bldP spid="767037" grpId="0" autoUpdateAnimBg="0"/>
      <p:bldP spid="767038" grpId="0" autoUpdateAnimBg="0"/>
      <p:bldP spid="767039" grpId="0" autoUpdateAnimBg="0"/>
      <p:bldP spid="767052" grpId="0" autoUpdateAnimBg="0"/>
      <p:bldP spid="76705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42B597-0CF1-49C4-8AFF-15E9F7C8E93F}" type="slidenum">
              <a:rPr lang="zh-CN" altLang="en-US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768002" name="Object 2"/>
          <p:cNvGraphicFramePr>
            <a:graphicFrameLocks noChangeAspect="1"/>
          </p:cNvGraphicFramePr>
          <p:nvPr/>
        </p:nvGraphicFramePr>
        <p:xfrm>
          <a:off x="2643189" y="4800600"/>
          <a:ext cx="56927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159500" imgH="622300" progId="Equation.3">
                  <p:embed/>
                </p:oleObj>
              </mc:Choice>
              <mc:Fallback>
                <p:oleObj name="公式" r:id="rId2" imgW="6159500" imgH="622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9" y="4800600"/>
                        <a:ext cx="56927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219201"/>
            <a:ext cx="5105400" cy="3152775"/>
          </a:xfrm>
          <a:prstGeom prst="rect">
            <a:avLst/>
          </a:prstGeom>
          <a:noFill/>
          <a:ln w="3175">
            <a:solidFill>
              <a:srgbClr val="FF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29205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AFEDC2-5DA0-4328-89A9-0C2F0C399371}" type="slidenum">
              <a:rPr lang="zh-CN" altLang="en-US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816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256" y="781050"/>
            <a:ext cx="28194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6131" name="Text Box 3"/>
          <p:cNvSpPr txBox="1">
            <a:spLocks noChangeArrowheads="1"/>
          </p:cNvSpPr>
          <p:nvPr/>
        </p:nvSpPr>
        <p:spPr bwMode="auto">
          <a:xfrm>
            <a:off x="2362200" y="26670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6132" name="Text Box 4"/>
          <p:cNvSpPr txBox="1">
            <a:spLocks noChangeArrowheads="1"/>
          </p:cNvSpPr>
          <p:nvPr/>
        </p:nvSpPr>
        <p:spPr bwMode="auto">
          <a:xfrm>
            <a:off x="2374901" y="3479801"/>
            <a:ext cx="81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92166" name="Text Box 5"/>
          <p:cNvSpPr txBox="1">
            <a:spLocks noChangeArrowheads="1"/>
          </p:cNvSpPr>
          <p:nvPr/>
        </p:nvSpPr>
        <p:spPr bwMode="auto">
          <a:xfrm>
            <a:off x="2133600" y="304801"/>
            <a:ext cx="4610100" cy="587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拐点的求法：</a:t>
            </a:r>
          </a:p>
        </p:txBody>
      </p:sp>
      <p:sp>
        <p:nvSpPr>
          <p:cNvPr id="816134" name="Text Box 6"/>
          <p:cNvSpPr txBox="1">
            <a:spLocks noChangeArrowheads="1"/>
          </p:cNvSpPr>
          <p:nvPr/>
        </p:nvSpPr>
        <p:spPr bwMode="auto">
          <a:xfrm>
            <a:off x="2286000" y="990601"/>
            <a:ext cx="6402388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宋体" panose="02010600030101010101" pitchFamily="2" charset="-122"/>
              </a:rPr>
              <a:t>找出二阶导数为零的点或不可导点；</a:t>
            </a:r>
          </a:p>
        </p:txBody>
      </p:sp>
      <p:sp>
        <p:nvSpPr>
          <p:cNvPr id="816135" name="Text Box 7"/>
          <p:cNvSpPr txBox="1">
            <a:spLocks noChangeArrowheads="1"/>
          </p:cNvSpPr>
          <p:nvPr/>
        </p:nvSpPr>
        <p:spPr bwMode="auto">
          <a:xfrm>
            <a:off x="2286000" y="1524001"/>
            <a:ext cx="541020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宋体" panose="02010600030101010101" pitchFamily="2" charset="-122"/>
              </a:rPr>
              <a:t> 若它两边的二阶导数值异号,则为拐点,若同号则不是拐点.</a:t>
            </a:r>
          </a:p>
        </p:txBody>
      </p:sp>
      <p:graphicFrame>
        <p:nvGraphicFramePr>
          <p:cNvPr id="816136" name="Object 8"/>
          <p:cNvGraphicFramePr>
            <a:graphicFrameLocks noChangeAspect="1"/>
          </p:cNvGraphicFramePr>
          <p:nvPr/>
        </p:nvGraphicFramePr>
        <p:xfrm>
          <a:off x="3429000" y="2705100"/>
          <a:ext cx="373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41700" imgH="457200" progId="Equation.3">
                  <p:embed/>
                </p:oleObj>
              </mc:Choice>
              <mc:Fallback>
                <p:oleObj name="公式" r:id="rId3" imgW="3441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705100"/>
                        <a:ext cx="3733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7" name="Object 9"/>
          <p:cNvGraphicFramePr>
            <a:graphicFrameLocks noChangeAspect="1"/>
          </p:cNvGraphicFramePr>
          <p:nvPr/>
        </p:nvGraphicFramePr>
        <p:xfrm>
          <a:off x="3276600" y="3557588"/>
          <a:ext cx="1524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23339" imgH="406224" progId="Equation.3">
                  <p:embed/>
                </p:oleObj>
              </mc:Choice>
              <mc:Fallback>
                <p:oleObj name="公式" r:id="rId5" imgW="152333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557588"/>
                        <a:ext cx="15240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8" name="Object 10"/>
          <p:cNvGraphicFramePr>
            <a:graphicFrameLocks noChangeAspect="1"/>
          </p:cNvGraphicFramePr>
          <p:nvPr/>
        </p:nvGraphicFramePr>
        <p:xfrm>
          <a:off x="4876800" y="3238500"/>
          <a:ext cx="166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63700" imgH="914400" progId="Equation.3">
                  <p:embed/>
                </p:oleObj>
              </mc:Choice>
              <mc:Fallback>
                <p:oleObj name="公式" r:id="rId7" imgW="1663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238500"/>
                        <a:ext cx="1663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9" name="Object 11"/>
          <p:cNvGraphicFramePr>
            <a:graphicFrameLocks noChangeAspect="1"/>
          </p:cNvGraphicFramePr>
          <p:nvPr/>
        </p:nvGraphicFramePr>
        <p:xfrm>
          <a:off x="6553200" y="3238501"/>
          <a:ext cx="20637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01309" imgH="431613" progId="Equation.3">
                  <p:embed/>
                </p:oleObj>
              </mc:Choice>
              <mc:Fallback>
                <p:oleObj name="Equation" r:id="rId9" imgW="90130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238501"/>
                        <a:ext cx="206375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0" name="Object 12"/>
          <p:cNvGraphicFramePr>
            <a:graphicFrameLocks noChangeAspect="1"/>
          </p:cNvGraphicFramePr>
          <p:nvPr/>
        </p:nvGraphicFramePr>
        <p:xfrm>
          <a:off x="2895600" y="4267201"/>
          <a:ext cx="5334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991100" imgH="431800" progId="Equation.3">
                  <p:embed/>
                </p:oleObj>
              </mc:Choice>
              <mc:Fallback>
                <p:oleObj name="公式" r:id="rId7" imgW="4991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267201"/>
                        <a:ext cx="53340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1" name="Object 13"/>
          <p:cNvGraphicFramePr>
            <a:graphicFrameLocks noChangeAspect="1"/>
          </p:cNvGraphicFramePr>
          <p:nvPr/>
        </p:nvGraphicFramePr>
        <p:xfrm>
          <a:off x="2971800" y="4953001"/>
          <a:ext cx="31242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124200" imgH="431800" progId="Equation.3">
                  <p:embed/>
                </p:oleObj>
              </mc:Choice>
              <mc:Fallback>
                <p:oleObj name="公式" r:id="rId7" imgW="3124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953001"/>
                        <a:ext cx="31242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2" name="Object 14"/>
          <p:cNvGraphicFramePr>
            <a:graphicFrameLocks noChangeAspect="1"/>
          </p:cNvGraphicFramePr>
          <p:nvPr/>
        </p:nvGraphicFramePr>
        <p:xfrm>
          <a:off x="6324600" y="4953001"/>
          <a:ext cx="2755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755900" imgH="431800" progId="Equation.3">
                  <p:embed/>
                </p:oleObj>
              </mc:Choice>
              <mc:Fallback>
                <p:oleObj name="公式" r:id="rId13" imgW="2755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953001"/>
                        <a:ext cx="27559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3" name="Object 15"/>
          <p:cNvGraphicFramePr>
            <a:graphicFrameLocks noChangeAspect="1"/>
          </p:cNvGraphicFramePr>
          <p:nvPr/>
        </p:nvGraphicFramePr>
        <p:xfrm>
          <a:off x="2667000" y="5638800"/>
          <a:ext cx="462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622800" imgH="457200" progId="Equation.3">
                  <p:embed/>
                </p:oleObj>
              </mc:Choice>
              <mc:Fallback>
                <p:oleObj name="公式" r:id="rId7" imgW="4622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638800"/>
                        <a:ext cx="4622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03237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1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1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1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1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1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6131" grpId="0" autoUpdateAnimBg="0"/>
      <p:bldP spid="816132" grpId="0" autoUpdateAnimBg="0"/>
      <p:bldP spid="816134" grpId="0" autoUpdateAnimBg="0"/>
      <p:bldP spid="81613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1B0EC7-1B37-4C57-9A26-6A9D16D438F8}" type="slidenum">
              <a:rPr lang="zh-CN" altLang="en-US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817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256" y="620688"/>
            <a:ext cx="2743200" cy="20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7155" name="Text Box 3"/>
          <p:cNvSpPr txBox="1">
            <a:spLocks noChangeArrowheads="1"/>
          </p:cNvSpPr>
          <p:nvPr/>
        </p:nvSpPr>
        <p:spPr bwMode="auto">
          <a:xfrm>
            <a:off x="2438400" y="9096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17156" name="Object 4"/>
          <p:cNvGraphicFramePr>
            <a:graphicFrameLocks noChangeAspect="1"/>
          </p:cNvGraphicFramePr>
          <p:nvPr/>
        </p:nvGraphicFramePr>
        <p:xfrm>
          <a:off x="3581400" y="914401"/>
          <a:ext cx="37338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700" imgH="228600" progId="Equation.3">
                  <p:embed/>
                </p:oleObj>
              </mc:Choice>
              <mc:Fallback>
                <p:oleObj name="Equation" r:id="rId3" imgW="1536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914401"/>
                        <a:ext cx="37338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7157" name="Text Box 5"/>
          <p:cNvSpPr txBox="1">
            <a:spLocks noChangeArrowheads="1"/>
          </p:cNvSpPr>
          <p:nvPr/>
        </p:nvSpPr>
        <p:spPr bwMode="auto">
          <a:xfrm>
            <a:off x="2438401" y="2057401"/>
            <a:ext cx="81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817158" name="Object 6"/>
          <p:cNvGraphicFramePr>
            <a:graphicFrameLocks noChangeAspect="1"/>
          </p:cNvGraphicFramePr>
          <p:nvPr/>
        </p:nvGraphicFramePr>
        <p:xfrm>
          <a:off x="2895600" y="3733801"/>
          <a:ext cx="52578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2143125" imgH="428625" progId="Word.Document.8">
                  <p:embed/>
                </p:oleObj>
              </mc:Choice>
              <mc:Fallback>
                <p:oleObj name="文档" r:id="rId5" imgW="2143125" imgH="4286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733801"/>
                        <a:ext cx="525780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59" name="Object 7"/>
          <p:cNvGraphicFramePr>
            <a:graphicFrameLocks noChangeAspect="1"/>
          </p:cNvGraphicFramePr>
          <p:nvPr/>
        </p:nvGraphicFramePr>
        <p:xfrm>
          <a:off x="3262313" y="1752601"/>
          <a:ext cx="1782762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4" imgH="431613" progId="Equation.3">
                  <p:embed/>
                </p:oleObj>
              </mc:Choice>
              <mc:Fallback>
                <p:oleObj name="Equation" r:id="rId7" imgW="774364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752601"/>
                        <a:ext cx="1782762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60" name="Object 8"/>
          <p:cNvGraphicFramePr>
            <a:graphicFrameLocks noChangeAspect="1"/>
          </p:cNvGraphicFramePr>
          <p:nvPr/>
        </p:nvGraphicFramePr>
        <p:xfrm>
          <a:off x="5092700" y="1782764"/>
          <a:ext cx="1855788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01309" imgH="431613" progId="Equation.3">
                  <p:embed/>
                </p:oleObj>
              </mc:Choice>
              <mc:Fallback>
                <p:oleObj name="Equation" r:id="rId9" imgW="90130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1782764"/>
                        <a:ext cx="1855788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61" name="Object 9"/>
          <p:cNvGraphicFramePr>
            <a:graphicFrameLocks noChangeAspect="1"/>
          </p:cNvGraphicFramePr>
          <p:nvPr/>
        </p:nvGraphicFramePr>
        <p:xfrm>
          <a:off x="2895600" y="3124201"/>
          <a:ext cx="5334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991100" imgH="431800" progId="Equation.3">
                  <p:embed/>
                </p:oleObj>
              </mc:Choice>
              <mc:Fallback>
                <p:oleObj name="公式" r:id="rId11" imgW="4991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124201"/>
                        <a:ext cx="53340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7162" name="Object 10"/>
          <p:cNvGraphicFramePr>
            <a:graphicFrameLocks noChangeAspect="1"/>
          </p:cNvGraphicFramePr>
          <p:nvPr/>
        </p:nvGraphicFramePr>
        <p:xfrm>
          <a:off x="2895600" y="4495801"/>
          <a:ext cx="33528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3" imgW="1371600" imgH="447675" progId="Word.Document.8">
                  <p:embed/>
                </p:oleObj>
              </mc:Choice>
              <mc:Fallback>
                <p:oleObj name="文档" r:id="rId13" imgW="1371600" imgH="4476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1"/>
                        <a:ext cx="33528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03009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1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1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1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7155" grpId="0" autoUpdateAnimBg="0"/>
      <p:bldP spid="81715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15</a:t>
            </a:fld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67408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altLang="zh-CN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altLang="zh-CN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altLang="zh-CN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altLang="zh-CN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550009"/>
              </p:ext>
            </p:extLst>
          </p:nvPr>
        </p:nvGraphicFramePr>
        <p:xfrm>
          <a:off x="1631131" y="1201043"/>
          <a:ext cx="335121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25400" imgH="228600" progId="Equation.DSMT4">
                  <p:embed/>
                </p:oleObj>
              </mc:Choice>
              <mc:Fallback>
                <p:oleObj name="Equation" r:id="rId23" imgW="1625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131" y="1201043"/>
                        <a:ext cx="335121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980909"/>
              </p:ext>
            </p:extLst>
          </p:nvPr>
        </p:nvGraphicFramePr>
        <p:xfrm>
          <a:off x="5129758" y="1226442"/>
          <a:ext cx="23558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43000" imgH="215640" progId="Equation.DSMT4">
                  <p:embed/>
                </p:oleObj>
              </mc:Choice>
              <mc:Fallback>
                <p:oleObj name="Equation" r:id="rId25" imgW="1143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758" y="1226442"/>
                        <a:ext cx="23558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699872"/>
              </p:ext>
            </p:extLst>
          </p:nvPr>
        </p:nvGraphicFramePr>
        <p:xfrm>
          <a:off x="7597363" y="1226442"/>
          <a:ext cx="31924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549080" imgH="215640" progId="Equation.DSMT4">
                  <p:embed/>
                </p:oleObj>
              </mc:Choice>
              <mc:Fallback>
                <p:oleObj name="Equation" r:id="rId27" imgW="1549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363" y="1226442"/>
                        <a:ext cx="319246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913417"/>
              </p:ext>
            </p:extLst>
          </p:nvPr>
        </p:nvGraphicFramePr>
        <p:xfrm>
          <a:off x="1271464" y="1844824"/>
          <a:ext cx="32448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574640" imgH="215640" progId="Equation.DSMT4">
                  <p:embed/>
                </p:oleObj>
              </mc:Choice>
              <mc:Fallback>
                <p:oleObj name="Equation" r:id="rId29" imgW="1574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1844824"/>
                        <a:ext cx="32448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373376"/>
              </p:ext>
            </p:extLst>
          </p:nvPr>
        </p:nvGraphicFramePr>
        <p:xfrm>
          <a:off x="2443427" y="2897981"/>
          <a:ext cx="6810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30120" imgH="203040" progId="Equation.DSMT4">
                  <p:embed/>
                </p:oleObj>
              </mc:Choice>
              <mc:Fallback>
                <p:oleObj name="Equation" r:id="rId31" imgW="33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427" y="2897981"/>
                        <a:ext cx="68103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758453"/>
              </p:ext>
            </p:extLst>
          </p:nvPr>
        </p:nvGraphicFramePr>
        <p:xfrm>
          <a:off x="2450136" y="3766579"/>
          <a:ext cx="9413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57200" imgH="203040" progId="Equation.DSMT4">
                  <p:embed/>
                </p:oleObj>
              </mc:Choice>
              <mc:Fallback>
                <p:oleObj name="Equation" r:id="rId33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136" y="3766579"/>
                        <a:ext cx="9413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350742"/>
              </p:ext>
            </p:extLst>
          </p:nvPr>
        </p:nvGraphicFramePr>
        <p:xfrm>
          <a:off x="2450136" y="4600884"/>
          <a:ext cx="7080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42720" imgH="203040" progId="Equation.DSMT4">
                  <p:embed/>
                </p:oleObj>
              </mc:Choice>
              <mc:Fallback>
                <p:oleObj name="Equation" r:id="rId35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136" y="4600884"/>
                        <a:ext cx="7080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139204"/>
              </p:ext>
            </p:extLst>
          </p:nvPr>
        </p:nvGraphicFramePr>
        <p:xfrm>
          <a:off x="2495600" y="5469731"/>
          <a:ext cx="968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469800" imgH="203040" progId="Equation.DSMT4">
                  <p:embed/>
                </p:oleObj>
              </mc:Choice>
              <mc:Fallback>
                <p:oleObj name="Equation" r:id="rId37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5469731"/>
                        <a:ext cx="968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12827000" y="1270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028245"/>
              </p:ext>
            </p:extLst>
          </p:nvPr>
        </p:nvGraphicFramePr>
        <p:xfrm>
          <a:off x="12755043" y="1978563"/>
          <a:ext cx="3569537" cy="30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793960" imgH="215640" progId="Equation.DSMT4">
                  <p:embed/>
                </p:oleObj>
              </mc:Choice>
              <mc:Fallback>
                <p:oleObj name="Equation" r:id="rId39" imgW="2793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5043" y="1978563"/>
                        <a:ext cx="3569537" cy="309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911685"/>
              </p:ext>
            </p:extLst>
          </p:nvPr>
        </p:nvGraphicFramePr>
        <p:xfrm>
          <a:off x="12710553" y="2482466"/>
          <a:ext cx="3658515" cy="343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857320" imgH="228600" progId="Equation.DSMT4">
                  <p:embed/>
                </p:oleObj>
              </mc:Choice>
              <mc:Fallback>
                <p:oleObj name="Equation" r:id="rId41" imgW="285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0553" y="2482466"/>
                        <a:ext cx="3658515" cy="343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927474"/>
              </p:ext>
            </p:extLst>
          </p:nvPr>
        </p:nvGraphicFramePr>
        <p:xfrm>
          <a:off x="12734456" y="3413787"/>
          <a:ext cx="3632831" cy="35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3174840" imgH="228600" progId="Equation.DSMT4">
                  <p:embed/>
                </p:oleObj>
              </mc:Choice>
              <mc:Fallback>
                <p:oleObj name="Equation" r:id="rId43" imgW="317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4456" y="3413787"/>
                        <a:ext cx="3632831" cy="35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451577"/>
              </p:ext>
            </p:extLst>
          </p:nvPr>
        </p:nvGraphicFramePr>
        <p:xfrm>
          <a:off x="12751392" y="3904174"/>
          <a:ext cx="546799" cy="322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393480" imgH="215640" progId="Equation.DSMT4">
                  <p:embed/>
                </p:oleObj>
              </mc:Choice>
              <mc:Fallback>
                <p:oleObj name="Equation" r:id="rId45" imgW="393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1392" y="3904174"/>
                        <a:ext cx="546799" cy="322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115955"/>
              </p:ext>
            </p:extLst>
          </p:nvPr>
        </p:nvGraphicFramePr>
        <p:xfrm>
          <a:off x="13500872" y="3904174"/>
          <a:ext cx="1594981" cy="719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117440" imgH="469800" progId="Equation.DSMT4">
                  <p:embed/>
                </p:oleObj>
              </mc:Choice>
              <mc:Fallback>
                <p:oleObj name="Equation" r:id="rId47" imgW="1117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00872" y="3904174"/>
                        <a:ext cx="1594981" cy="719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137092"/>
              </p:ext>
            </p:extLst>
          </p:nvPr>
        </p:nvGraphicFramePr>
        <p:xfrm>
          <a:off x="12751391" y="4753003"/>
          <a:ext cx="1481513" cy="341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927000" imgH="215640" progId="Equation.DSMT4">
                  <p:embed/>
                </p:oleObj>
              </mc:Choice>
              <mc:Fallback>
                <p:oleObj name="Equation" r:id="rId49" imgW="927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1391" y="4753003"/>
                        <a:ext cx="1481513" cy="341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033515"/>
              </p:ext>
            </p:extLst>
          </p:nvPr>
        </p:nvGraphicFramePr>
        <p:xfrm>
          <a:off x="14493239" y="4795126"/>
          <a:ext cx="946200" cy="340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596880" imgH="215640" progId="Equation.DSMT4">
                  <p:embed/>
                </p:oleObj>
              </mc:Choice>
              <mc:Fallback>
                <p:oleObj name="Equation" r:id="rId51" imgW="59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239" y="4795126"/>
                        <a:ext cx="946200" cy="340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507173"/>
              </p:ext>
            </p:extLst>
          </p:nvPr>
        </p:nvGraphicFramePr>
        <p:xfrm>
          <a:off x="12755043" y="3032972"/>
          <a:ext cx="1340830" cy="331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1015920" imgH="215640" progId="Equation.DSMT4">
                  <p:embed/>
                </p:oleObj>
              </mc:Choice>
              <mc:Fallback>
                <p:oleObj name="Equation" r:id="rId53" imgW="1015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5043" y="3032972"/>
                        <a:ext cx="1340830" cy="3317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4776867" y="1833839"/>
            <a:ext cx="1933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高数二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组合 31"/>
          <p:cNvGrpSpPr/>
          <p:nvPr>
            <p:custDataLst>
              <p:tags r:id="rId12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29" name="RemarkBack"/>
            <p:cNvSpPr/>
            <p:nvPr>
              <p:custDataLst>
                <p:tags r:id="rId19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0" name="RemarkBlock"/>
            <p:cNvSpPr/>
            <p:nvPr>
              <p:custDataLst>
                <p:tags r:id="rId20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RemarkTitleText"/>
            <p:cNvSpPr txBox="1"/>
            <p:nvPr>
              <p:custDataLst>
                <p:tags r:id="rId21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8" name="组合 17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2321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1919288" y="1381125"/>
            <a:ext cx="3225800" cy="679450"/>
            <a:chOff x="395536" y="1381125"/>
            <a:chExt cx="3225552" cy="679450"/>
          </a:xfrm>
        </p:grpSpPr>
        <p:graphicFrame>
          <p:nvGraphicFramePr>
            <p:cNvPr id="50216" name="对象 2"/>
            <p:cNvGraphicFramePr>
              <a:graphicFrameLocks noChangeAspect="1"/>
            </p:cNvGraphicFramePr>
            <p:nvPr/>
          </p:nvGraphicFramePr>
          <p:xfrm>
            <a:off x="1431925" y="1381125"/>
            <a:ext cx="2189163" cy="679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39392" imgH="291973" progId="Equation.DSMT4">
                    <p:embed/>
                  </p:oleObj>
                </mc:Choice>
                <mc:Fallback>
                  <p:oleObj name="Equation" r:id="rId2" imgW="939392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1925" y="1381125"/>
                          <a:ext cx="2189163" cy="679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17" name="TextBox 1"/>
            <p:cNvSpPr txBox="1">
              <a:spLocks noChangeArrowheads="1"/>
            </p:cNvSpPr>
            <p:nvPr/>
          </p:nvSpPr>
          <p:spPr bwMode="auto">
            <a:xfrm>
              <a:off x="395536" y="1387834"/>
              <a:ext cx="100811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en-US" sz="2800" b="1"/>
                <a:t>若</a:t>
              </a: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5159376" y="1374776"/>
            <a:ext cx="2651125" cy="708025"/>
            <a:chOff x="3635895" y="1374350"/>
            <a:chExt cx="2651374" cy="708025"/>
          </a:xfrm>
        </p:grpSpPr>
        <p:sp>
          <p:nvSpPr>
            <p:cNvPr id="50214" name="TextBox 2"/>
            <p:cNvSpPr txBox="1">
              <a:spLocks noChangeArrowheads="1"/>
            </p:cNvSpPr>
            <p:nvPr/>
          </p:nvSpPr>
          <p:spPr bwMode="auto">
            <a:xfrm>
              <a:off x="3635895" y="1387834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或</a:t>
              </a:r>
            </a:p>
          </p:txBody>
        </p:sp>
        <p:graphicFrame>
          <p:nvGraphicFramePr>
            <p:cNvPr id="50215" name="对象 3"/>
            <p:cNvGraphicFramePr>
              <a:graphicFrameLocks noChangeAspect="1"/>
            </p:cNvGraphicFramePr>
            <p:nvPr/>
          </p:nvGraphicFramePr>
          <p:xfrm>
            <a:off x="4067944" y="1374350"/>
            <a:ext cx="2219325" cy="708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52087" imgH="304668" progId="Equation.DSMT4">
                    <p:embed/>
                  </p:oleObj>
                </mc:Choice>
                <mc:Fallback>
                  <p:oleObj name="Equation" r:id="rId4" imgW="952087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1374350"/>
                          <a:ext cx="2219325" cy="708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7824789" y="1374776"/>
            <a:ext cx="2435225" cy="684213"/>
            <a:chOff x="6300192" y="1374350"/>
            <a:chExt cx="2436585" cy="684310"/>
          </a:xfrm>
        </p:grpSpPr>
        <p:sp>
          <p:nvSpPr>
            <p:cNvPr id="50212" name="TextBox 6"/>
            <p:cNvSpPr txBox="1">
              <a:spLocks noChangeArrowheads="1"/>
            </p:cNvSpPr>
            <p:nvPr/>
          </p:nvSpPr>
          <p:spPr bwMode="auto">
            <a:xfrm>
              <a:off x="6300192" y="137435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或</a:t>
              </a:r>
            </a:p>
          </p:txBody>
        </p:sp>
        <p:graphicFrame>
          <p:nvGraphicFramePr>
            <p:cNvPr id="50213" name="对象 4"/>
            <p:cNvGraphicFramePr>
              <a:graphicFrameLocks noChangeAspect="1"/>
            </p:cNvGraphicFramePr>
            <p:nvPr/>
          </p:nvGraphicFramePr>
          <p:xfrm>
            <a:off x="6732240" y="1374350"/>
            <a:ext cx="2004537" cy="684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52087" imgH="304668" progId="Equation.DSMT4">
                    <p:embed/>
                  </p:oleObj>
                </mc:Choice>
                <mc:Fallback>
                  <p:oleObj name="Equation" r:id="rId6" imgW="952087" imgH="30466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2240" y="1374350"/>
                          <a:ext cx="2004537" cy="684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998663" y="2014538"/>
            <a:ext cx="6369050" cy="588962"/>
            <a:chOff x="475123" y="2015262"/>
            <a:chExt cx="6368808" cy="588433"/>
          </a:xfrm>
        </p:grpSpPr>
        <p:sp>
          <p:nvSpPr>
            <p:cNvPr id="50207" name="TextBox 5"/>
            <p:cNvSpPr txBox="1">
              <a:spLocks noChangeArrowheads="1"/>
            </p:cNvSpPr>
            <p:nvPr/>
          </p:nvSpPr>
          <p:spPr bwMode="auto">
            <a:xfrm>
              <a:off x="475123" y="2015262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则称</a:t>
              </a:r>
            </a:p>
          </p:txBody>
        </p:sp>
        <p:graphicFrame>
          <p:nvGraphicFramePr>
            <p:cNvPr id="50208" name="对象 7"/>
            <p:cNvGraphicFramePr>
              <a:graphicFrameLocks noChangeAspect="1"/>
            </p:cNvGraphicFramePr>
            <p:nvPr/>
          </p:nvGraphicFramePr>
          <p:xfrm>
            <a:off x="1377934" y="2015262"/>
            <a:ext cx="1105834" cy="585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31613" imgH="228501" progId="Equation.DSMT4">
                    <p:embed/>
                  </p:oleObj>
                </mc:Choice>
                <mc:Fallback>
                  <p:oleObj name="Equation" r:id="rId8" imgW="431613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7934" y="2015262"/>
                          <a:ext cx="1105834" cy="585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9" name="TextBox 8"/>
            <p:cNvSpPr txBox="1">
              <a:spLocks noChangeArrowheads="1"/>
            </p:cNvSpPr>
            <p:nvPr/>
          </p:nvSpPr>
          <p:spPr bwMode="auto">
            <a:xfrm>
              <a:off x="2483768" y="201526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为</a:t>
              </a:r>
            </a:p>
          </p:txBody>
        </p:sp>
        <p:graphicFrame>
          <p:nvGraphicFramePr>
            <p:cNvPr id="50210" name="对象 9"/>
            <p:cNvGraphicFramePr>
              <a:graphicFrameLocks noChangeAspect="1"/>
            </p:cNvGraphicFramePr>
            <p:nvPr/>
          </p:nvGraphicFramePr>
          <p:xfrm>
            <a:off x="3059782" y="2102242"/>
            <a:ext cx="1335985" cy="436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22030" imgH="203112" progId="Equation.DSMT4">
                    <p:embed/>
                  </p:oleObj>
                </mc:Choice>
                <mc:Fallback>
                  <p:oleObj name="Equation" r:id="rId10" imgW="622030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782" y="2102242"/>
                          <a:ext cx="1335985" cy="436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11" name="TextBox 10"/>
            <p:cNvSpPr txBox="1">
              <a:spLocks noChangeArrowheads="1"/>
            </p:cNvSpPr>
            <p:nvPr/>
          </p:nvSpPr>
          <p:spPr bwMode="auto">
            <a:xfrm>
              <a:off x="4399031" y="2080475"/>
              <a:ext cx="24449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的</a:t>
              </a:r>
              <a:r>
                <a:rPr lang="zh-CN" altLang="en-US" sz="2800" b="1">
                  <a:solidFill>
                    <a:srgbClr val="FF0000"/>
                  </a:solidFill>
                </a:rPr>
                <a:t>垂直渐近线</a:t>
              </a:r>
              <a:r>
                <a:rPr lang="en-US" altLang="zh-CN" sz="2800" b="1"/>
                <a:t>.</a:t>
              </a:r>
              <a:endParaRPr lang="zh-CN" altLang="en-US" sz="2800" b="1"/>
            </a:p>
          </p:txBody>
        </p:sp>
      </p:grpSp>
      <p:sp>
        <p:nvSpPr>
          <p:cNvPr id="50182" name="TextBox 15"/>
          <p:cNvSpPr txBox="1">
            <a:spLocks noChangeArrowheads="1"/>
          </p:cNvSpPr>
          <p:nvPr/>
        </p:nvSpPr>
        <p:spPr bwMode="auto">
          <a:xfrm>
            <a:off x="2208214" y="765175"/>
            <a:ext cx="2128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、渐近线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2009775" y="2708275"/>
            <a:ext cx="6002338" cy="660400"/>
            <a:chOff x="486023" y="2708920"/>
            <a:chExt cx="6001449" cy="658978"/>
          </a:xfrm>
        </p:grpSpPr>
        <p:sp>
          <p:nvSpPr>
            <p:cNvPr id="50205" name="TextBox 1"/>
            <p:cNvSpPr txBox="1">
              <a:spLocks noChangeArrowheads="1"/>
            </p:cNvSpPr>
            <p:nvPr/>
          </p:nvSpPr>
          <p:spPr bwMode="auto">
            <a:xfrm>
              <a:off x="486023" y="2708920"/>
              <a:ext cx="10550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(2) </a:t>
              </a:r>
              <a:r>
                <a:rPr lang="zh-CN" altLang="en-US" sz="2800" b="1"/>
                <a:t>若</a:t>
              </a:r>
            </a:p>
          </p:txBody>
        </p:sp>
        <p:graphicFrame>
          <p:nvGraphicFramePr>
            <p:cNvPr id="50206" name="对象 2"/>
            <p:cNvGraphicFramePr>
              <a:graphicFrameLocks noChangeAspect="1"/>
            </p:cNvGraphicFramePr>
            <p:nvPr/>
          </p:nvGraphicFramePr>
          <p:xfrm>
            <a:off x="1420727" y="2719826"/>
            <a:ext cx="5066745" cy="648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184120" imgH="279360" progId="Equation.DSMT4">
                    <p:embed/>
                  </p:oleObj>
                </mc:Choice>
                <mc:Fallback>
                  <p:oleObj name="Equation" r:id="rId12" imgW="218412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727" y="2719826"/>
                          <a:ext cx="5066745" cy="6480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998663" y="3357563"/>
            <a:ext cx="6037262" cy="620712"/>
            <a:chOff x="474663" y="3356992"/>
            <a:chExt cx="6036910" cy="621650"/>
          </a:xfrm>
        </p:grpSpPr>
        <p:sp>
          <p:nvSpPr>
            <p:cNvPr id="50200" name="TextBox 4"/>
            <p:cNvSpPr txBox="1">
              <a:spLocks noChangeArrowheads="1"/>
            </p:cNvSpPr>
            <p:nvPr/>
          </p:nvSpPr>
          <p:spPr bwMode="auto">
            <a:xfrm>
              <a:off x="474663" y="3455422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则称</a:t>
              </a:r>
            </a:p>
          </p:txBody>
        </p:sp>
        <p:graphicFrame>
          <p:nvGraphicFramePr>
            <p:cNvPr id="50201" name="对象 5"/>
            <p:cNvGraphicFramePr>
              <a:graphicFrameLocks noChangeAspect="1"/>
            </p:cNvGraphicFramePr>
            <p:nvPr/>
          </p:nvGraphicFramePr>
          <p:xfrm>
            <a:off x="1373090" y="3455422"/>
            <a:ext cx="1582163" cy="477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72840" imgH="203040" progId="Equation.DSMT4">
                    <p:embed/>
                  </p:oleObj>
                </mc:Choice>
                <mc:Fallback>
                  <p:oleObj name="Equation" r:id="rId14" imgW="6728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3090" y="3455422"/>
                          <a:ext cx="1582163" cy="4776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02" name="对象 6"/>
            <p:cNvGraphicFramePr>
              <a:graphicFrameLocks noChangeAspect="1"/>
            </p:cNvGraphicFramePr>
            <p:nvPr/>
          </p:nvGraphicFramePr>
          <p:xfrm>
            <a:off x="3419872" y="3443972"/>
            <a:ext cx="1335985" cy="436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22080" imgH="203040" progId="Equation.DSMT4">
                    <p:embed/>
                  </p:oleObj>
                </mc:Choice>
                <mc:Fallback>
                  <p:oleObj name="Equation" r:id="rId16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3443972"/>
                          <a:ext cx="1335985" cy="436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3" name="TextBox 7"/>
            <p:cNvSpPr txBox="1">
              <a:spLocks noChangeArrowheads="1"/>
            </p:cNvSpPr>
            <p:nvPr/>
          </p:nvSpPr>
          <p:spPr bwMode="auto">
            <a:xfrm>
              <a:off x="2910381" y="335699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为</a:t>
              </a:r>
            </a:p>
          </p:txBody>
        </p:sp>
        <p:sp>
          <p:nvSpPr>
            <p:cNvPr id="50204" name="TextBox 8"/>
            <p:cNvSpPr txBox="1">
              <a:spLocks noChangeArrowheads="1"/>
            </p:cNvSpPr>
            <p:nvPr/>
          </p:nvSpPr>
          <p:spPr bwMode="auto">
            <a:xfrm>
              <a:off x="4788024" y="3366429"/>
              <a:ext cx="172354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0000"/>
                  </a:solidFill>
                </a:rPr>
                <a:t>的渐近线</a:t>
              </a:r>
              <a:r>
                <a:rPr lang="en-US" altLang="zh-CN" sz="2800" b="1"/>
                <a:t>.</a:t>
              </a:r>
              <a:endParaRPr lang="zh-CN" altLang="en-US" sz="2800" b="1"/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2036764" y="4132263"/>
            <a:ext cx="3392487" cy="539750"/>
            <a:chOff x="513062" y="4132921"/>
            <a:chExt cx="3392463" cy="539379"/>
          </a:xfrm>
        </p:grpSpPr>
        <p:sp>
          <p:nvSpPr>
            <p:cNvPr id="50197" name="TextBox 10"/>
            <p:cNvSpPr txBox="1">
              <a:spLocks noChangeArrowheads="1"/>
            </p:cNvSpPr>
            <p:nvPr/>
          </p:nvSpPr>
          <p:spPr bwMode="auto">
            <a:xfrm>
              <a:off x="513062" y="4149080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特别，当</a:t>
              </a:r>
            </a:p>
          </p:txBody>
        </p:sp>
        <p:graphicFrame>
          <p:nvGraphicFramePr>
            <p:cNvPr id="50198" name="对象 15"/>
            <p:cNvGraphicFramePr>
              <a:graphicFrameLocks noChangeAspect="1"/>
            </p:cNvGraphicFramePr>
            <p:nvPr/>
          </p:nvGraphicFramePr>
          <p:xfrm>
            <a:off x="2134019" y="4209647"/>
            <a:ext cx="804172" cy="4020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55320" imgH="177480" progId="Equation.DSMT4">
                    <p:embed/>
                  </p:oleObj>
                </mc:Choice>
                <mc:Fallback>
                  <p:oleObj name="Equation" r:id="rId18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4019" y="4209647"/>
                          <a:ext cx="804172" cy="4020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9" name="TextBox 16"/>
            <p:cNvSpPr txBox="1">
              <a:spLocks noChangeArrowheads="1"/>
            </p:cNvSpPr>
            <p:nvPr/>
          </p:nvSpPr>
          <p:spPr bwMode="auto">
            <a:xfrm>
              <a:off x="3002714" y="4132921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时，</a:t>
              </a:r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5162551" y="4127500"/>
            <a:ext cx="5160963" cy="522288"/>
            <a:chOff x="3638049" y="4126980"/>
            <a:chExt cx="5161991" cy="523220"/>
          </a:xfrm>
        </p:grpSpPr>
        <p:sp>
          <p:nvSpPr>
            <p:cNvPr id="50194" name="TextBox 18"/>
            <p:cNvSpPr txBox="1">
              <a:spLocks noChangeArrowheads="1"/>
            </p:cNvSpPr>
            <p:nvPr/>
          </p:nvSpPr>
          <p:spPr bwMode="auto">
            <a:xfrm>
              <a:off x="3638049" y="4126980"/>
              <a:ext cx="516199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称 </a:t>
              </a:r>
              <a:r>
                <a:rPr lang="zh-CN" altLang="en-US" b="1"/>
                <a:t>            </a:t>
              </a:r>
              <a:r>
                <a:rPr lang="zh-CN" altLang="en-US" sz="2800" b="1"/>
                <a:t>为   </a:t>
              </a:r>
              <a:r>
                <a:rPr lang="zh-CN" altLang="en-US"/>
                <a:t>                  </a:t>
              </a:r>
              <a:r>
                <a:rPr lang="zh-CN" altLang="en-US" sz="2800" b="1"/>
                <a:t>的</a:t>
              </a:r>
              <a:r>
                <a:rPr lang="zh-CN" altLang="en-US" sz="2800" b="1">
                  <a:solidFill>
                    <a:srgbClr val="FF0000"/>
                  </a:solidFill>
                </a:rPr>
                <a:t>水平渐近线</a:t>
              </a:r>
              <a:r>
                <a:rPr lang="en-US" altLang="zh-CN" sz="2800" b="1"/>
                <a:t>.</a:t>
              </a:r>
              <a:r>
                <a:rPr lang="zh-CN" altLang="en-US" sz="2800" b="1"/>
                <a:t> </a:t>
              </a:r>
            </a:p>
          </p:txBody>
        </p:sp>
        <p:graphicFrame>
          <p:nvGraphicFramePr>
            <p:cNvPr id="50195" name="对象 19"/>
            <p:cNvGraphicFramePr>
              <a:graphicFrameLocks noChangeAspect="1"/>
            </p:cNvGraphicFramePr>
            <p:nvPr/>
          </p:nvGraphicFramePr>
          <p:xfrm>
            <a:off x="3997339" y="4189050"/>
            <a:ext cx="790685" cy="436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68280" imgH="203040" progId="Equation.DSMT4">
                    <p:embed/>
                  </p:oleObj>
                </mc:Choice>
                <mc:Fallback>
                  <p:oleObj name="Equation" r:id="rId20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7339" y="4189050"/>
                          <a:ext cx="790685" cy="436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6" name="对象 20"/>
            <p:cNvGraphicFramePr>
              <a:graphicFrameLocks noChangeAspect="1"/>
            </p:cNvGraphicFramePr>
            <p:nvPr/>
          </p:nvGraphicFramePr>
          <p:xfrm>
            <a:off x="5079408" y="4167113"/>
            <a:ext cx="1335985" cy="436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22080" imgH="203040" progId="Equation.DSMT4">
                    <p:embed/>
                  </p:oleObj>
                </mc:Choice>
                <mc:Fallback>
                  <p:oleObj name="Equation" r:id="rId22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9408" y="4167113"/>
                          <a:ext cx="1335985" cy="436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1967044" y="5013323"/>
            <a:ext cx="3381375" cy="522288"/>
            <a:chOff x="611560" y="5013176"/>
            <a:chExt cx="3381168" cy="523220"/>
          </a:xfrm>
        </p:grpSpPr>
        <p:sp>
          <p:nvSpPr>
            <p:cNvPr id="50191" name="TextBox 22"/>
            <p:cNvSpPr txBox="1">
              <a:spLocks noChangeArrowheads="1"/>
            </p:cNvSpPr>
            <p:nvPr/>
          </p:nvSpPr>
          <p:spPr bwMode="auto">
            <a:xfrm>
              <a:off x="611560" y="5013176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其中，</a:t>
              </a:r>
            </a:p>
          </p:txBody>
        </p:sp>
        <p:graphicFrame>
          <p:nvGraphicFramePr>
            <p:cNvPr id="50192" name="对象 23"/>
            <p:cNvGraphicFramePr>
              <a:graphicFrameLocks noChangeAspect="1"/>
            </p:cNvGraphicFramePr>
            <p:nvPr/>
          </p:nvGraphicFramePr>
          <p:xfrm>
            <a:off x="1699686" y="5065406"/>
            <a:ext cx="621630" cy="4187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66400" imgH="203040" progId="Equation.DSMT4">
                    <p:embed/>
                  </p:oleObj>
                </mc:Choice>
                <mc:Fallback>
                  <p:oleObj name="Equation" r:id="rId24" imgW="266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9686" y="5065406"/>
                          <a:ext cx="621630" cy="4187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3" name="TextBox 24"/>
            <p:cNvSpPr txBox="1">
              <a:spLocks noChangeArrowheads="1"/>
            </p:cNvSpPr>
            <p:nvPr/>
          </p:nvSpPr>
          <p:spPr bwMode="auto">
            <a:xfrm>
              <a:off x="2371771" y="5013176"/>
              <a:ext cx="16209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可以通过</a:t>
              </a:r>
            </a:p>
          </p:txBody>
        </p:sp>
      </p:grp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5251438" y="4822511"/>
            <a:ext cx="5750648" cy="903909"/>
            <a:chOff x="3992728" y="4822529"/>
            <a:chExt cx="5750892" cy="904513"/>
          </a:xfrm>
        </p:grpSpPr>
        <p:graphicFrame>
          <p:nvGraphicFramePr>
            <p:cNvPr id="50189" name="对象 26"/>
            <p:cNvGraphicFramePr>
              <a:graphicFrameLocks noChangeAspect="1"/>
            </p:cNvGraphicFramePr>
            <p:nvPr/>
          </p:nvGraphicFramePr>
          <p:xfrm>
            <a:off x="3992728" y="4822529"/>
            <a:ext cx="4748695" cy="904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133360" imgH="406080" progId="Equation.DSMT4">
                    <p:embed/>
                  </p:oleObj>
                </mc:Choice>
                <mc:Fallback>
                  <p:oleObj name="Equation" r:id="rId26" imgW="213336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728" y="4822529"/>
                          <a:ext cx="4748695" cy="904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0" name="TextBox 27"/>
            <p:cNvSpPr txBox="1">
              <a:spLocks noChangeArrowheads="1"/>
            </p:cNvSpPr>
            <p:nvPr/>
          </p:nvSpPr>
          <p:spPr bwMode="auto">
            <a:xfrm>
              <a:off x="8741423" y="5078625"/>
              <a:ext cx="100219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求得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36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Box 1"/>
          <p:cNvSpPr txBox="1">
            <a:spLocks noChangeArrowheads="1"/>
          </p:cNvSpPr>
          <p:nvPr/>
        </p:nvSpPr>
        <p:spPr bwMode="auto">
          <a:xfrm>
            <a:off x="2135189" y="620714"/>
            <a:ext cx="72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071814" y="423863"/>
            <a:ext cx="5176837" cy="917575"/>
            <a:chOff x="3071814" y="423863"/>
            <a:chExt cx="5176837" cy="917575"/>
          </a:xfrm>
        </p:grpSpPr>
        <p:sp>
          <p:nvSpPr>
            <p:cNvPr id="51203" name="TextBox 2"/>
            <p:cNvSpPr txBox="1">
              <a:spLocks noChangeArrowheads="1"/>
            </p:cNvSpPr>
            <p:nvPr/>
          </p:nvSpPr>
          <p:spPr bwMode="auto">
            <a:xfrm>
              <a:off x="3071814" y="628650"/>
              <a:ext cx="5176837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求曲线                           的渐近线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graphicFrame>
          <p:nvGraphicFramePr>
            <p:cNvPr id="51204" name="对象 3"/>
            <p:cNvGraphicFramePr>
              <a:graphicFrameLocks noChangeAspect="1"/>
            </p:cNvGraphicFramePr>
            <p:nvPr/>
          </p:nvGraphicFramePr>
          <p:xfrm>
            <a:off x="4237038" y="423863"/>
            <a:ext cx="2095500" cy="91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5920" imgH="444240" progId="Equation.DSMT4">
                    <p:embed/>
                  </p:oleObj>
                </mc:Choice>
                <mc:Fallback>
                  <p:oleObj name="Equation" r:id="rId2" imgW="101592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7038" y="423863"/>
                          <a:ext cx="2095500" cy="917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08214" y="1557339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2867026" y="1347789"/>
            <a:ext cx="3205163" cy="941387"/>
            <a:chOff x="1342823" y="1348158"/>
            <a:chExt cx="3205092" cy="940488"/>
          </a:xfrm>
        </p:grpSpPr>
        <p:sp>
          <p:nvSpPr>
            <p:cNvPr id="51220" name="TextBox 5"/>
            <p:cNvSpPr txBox="1">
              <a:spLocks noChangeArrowheads="1"/>
            </p:cNvSpPr>
            <p:nvPr/>
          </p:nvSpPr>
          <p:spPr bwMode="auto">
            <a:xfrm>
              <a:off x="1342823" y="1577245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因为</a:t>
              </a:r>
            </a:p>
          </p:txBody>
        </p:sp>
        <p:graphicFrame>
          <p:nvGraphicFramePr>
            <p:cNvPr id="51221" name="对象 6"/>
            <p:cNvGraphicFramePr>
              <a:graphicFrameLocks noChangeAspect="1"/>
            </p:cNvGraphicFramePr>
            <p:nvPr/>
          </p:nvGraphicFramePr>
          <p:xfrm>
            <a:off x="2210129" y="1348158"/>
            <a:ext cx="2337786" cy="940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04840" imgH="444240" progId="Equation.DSMT4">
                    <p:embed/>
                  </p:oleObj>
                </mc:Choice>
                <mc:Fallback>
                  <p:oleObj name="Equation" r:id="rId4" imgW="110484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0129" y="1348158"/>
                          <a:ext cx="2337786" cy="940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07" name="对象 7"/>
          <p:cNvGraphicFramePr>
            <a:graphicFrameLocks noChangeAspect="1"/>
          </p:cNvGraphicFramePr>
          <p:nvPr/>
        </p:nvGraphicFramePr>
        <p:xfrm>
          <a:off x="7670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03040" progId="Equation.DSMT4">
                  <p:embed/>
                </p:oleObj>
              </mc:Choice>
              <mc:Fallback>
                <p:oleObj name="Equation" r:id="rId6" imgW="91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3352800"/>
                        <a:ext cx="9144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2290764" y="2349500"/>
            <a:ext cx="5589587" cy="522288"/>
            <a:chOff x="755576" y="2492896"/>
            <a:chExt cx="5589992" cy="523220"/>
          </a:xfrm>
        </p:grpSpPr>
        <p:sp>
          <p:nvSpPr>
            <p:cNvPr id="51217" name="TextBox 8"/>
            <p:cNvSpPr txBox="1">
              <a:spLocks noChangeArrowheads="1"/>
            </p:cNvSpPr>
            <p:nvPr/>
          </p:nvSpPr>
          <p:spPr bwMode="auto">
            <a:xfrm>
              <a:off x="755576" y="2492896"/>
              <a:ext cx="55899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所以             为         的垂直渐近线，</a:t>
              </a:r>
            </a:p>
          </p:txBody>
        </p:sp>
        <p:graphicFrame>
          <p:nvGraphicFramePr>
            <p:cNvPr id="51218" name="对象 9"/>
            <p:cNvGraphicFramePr>
              <a:graphicFrameLocks noChangeAspect="1"/>
            </p:cNvGraphicFramePr>
            <p:nvPr/>
          </p:nvGraphicFramePr>
          <p:xfrm>
            <a:off x="1562908" y="2574486"/>
            <a:ext cx="1054306" cy="4100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57200" imgH="177480" progId="Equation.DSMT4">
                    <p:embed/>
                  </p:oleObj>
                </mc:Choice>
                <mc:Fallback>
                  <p:oleObj name="Equation" r:id="rId8" imgW="457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2908" y="2574486"/>
                          <a:ext cx="1054306" cy="4100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9" name="对象 10"/>
            <p:cNvGraphicFramePr>
              <a:graphicFrameLocks noChangeAspect="1"/>
            </p:cNvGraphicFramePr>
            <p:nvPr/>
          </p:nvGraphicFramePr>
          <p:xfrm>
            <a:off x="2905245" y="2524232"/>
            <a:ext cx="826300" cy="4558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68280" imgH="203040" progId="Equation.DSMT4">
                    <p:embed/>
                  </p:oleObj>
                </mc:Choice>
                <mc:Fallback>
                  <p:oleObj name="Equation" r:id="rId10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5245" y="2524232"/>
                          <a:ext cx="826300" cy="4558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009900" y="2814639"/>
          <a:ext cx="4706938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70000" imgH="444240" progId="Equation.DSMT4">
                  <p:embed/>
                </p:oleObj>
              </mc:Choice>
              <mc:Fallback>
                <p:oleObj name="Equation" r:id="rId12" imgW="2070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2814639"/>
                        <a:ext cx="4706938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255838" y="3071814"/>
            <a:ext cx="544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又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27301" y="3789363"/>
          <a:ext cx="55149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63480" imgH="482400" progId="Equation.DSMT4">
                  <p:embed/>
                </p:oleObj>
              </mc:Choice>
              <mc:Fallback>
                <p:oleObj name="Equation" r:id="rId14" imgW="2463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1" y="3789363"/>
                        <a:ext cx="5514975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571912" y="4767087"/>
          <a:ext cx="31607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25400" imgH="444240" progId="Equation.DSMT4">
                  <p:embed/>
                </p:oleObj>
              </mc:Choice>
              <mc:Fallback>
                <p:oleObj name="Equation" r:id="rId16" imgW="1625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912" y="4767087"/>
                        <a:ext cx="31607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2427740" y="5674232"/>
            <a:ext cx="5454650" cy="523875"/>
            <a:chOff x="785342" y="5818802"/>
            <a:chExt cx="5455340" cy="523220"/>
          </a:xfrm>
        </p:grpSpPr>
        <p:sp>
          <p:nvSpPr>
            <p:cNvPr id="51214" name="TextBox 17"/>
            <p:cNvSpPr txBox="1">
              <a:spLocks noChangeArrowheads="1"/>
            </p:cNvSpPr>
            <p:nvPr/>
          </p:nvSpPr>
          <p:spPr bwMode="auto">
            <a:xfrm>
              <a:off x="785342" y="5818802"/>
              <a:ext cx="54553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所以                   为         的斜渐近线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  <p:graphicFrame>
          <p:nvGraphicFramePr>
            <p:cNvPr id="51215" name="对象 18"/>
            <p:cNvGraphicFramePr>
              <a:graphicFrameLocks noChangeAspect="1"/>
            </p:cNvGraphicFramePr>
            <p:nvPr/>
          </p:nvGraphicFramePr>
          <p:xfrm>
            <a:off x="1691680" y="5876483"/>
            <a:ext cx="1369144" cy="456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09480" imgH="203040" progId="Equation.DSMT4">
                    <p:embed/>
                  </p:oleObj>
                </mc:Choice>
                <mc:Fallback>
                  <p:oleObj name="Equation" r:id="rId18" imgW="609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1680" y="5876483"/>
                          <a:ext cx="1369144" cy="456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6" name="对象 19"/>
            <p:cNvGraphicFramePr>
              <a:graphicFrameLocks noChangeAspect="1"/>
            </p:cNvGraphicFramePr>
            <p:nvPr/>
          </p:nvGraphicFramePr>
          <p:xfrm>
            <a:off x="3469155" y="5862292"/>
            <a:ext cx="790685" cy="436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68280" imgH="203040" progId="Equation.DSMT4">
                    <p:embed/>
                  </p:oleObj>
                </mc:Choice>
                <mc:Fallback>
                  <p:oleObj name="Equation" r:id="rId20" imgW="368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9155" y="5862292"/>
                          <a:ext cx="790685" cy="436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19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09892" y="299746"/>
            <a:ext cx="74571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51145" y="98360"/>
          <a:ext cx="3490162" cy="90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74640" imgH="406080" progId="Equation.DSMT4">
                  <p:embed/>
                </p:oleObj>
              </mc:Choice>
              <mc:Fallback>
                <p:oleObj name="Equation" r:id="rId2" imgW="1574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51145" y="98360"/>
                        <a:ext cx="3490162" cy="900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212884" y="299231"/>
          <a:ext cx="5417402" cy="460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9800" imgH="215640" progId="Equation.DSMT4">
                  <p:embed/>
                </p:oleObj>
              </mc:Choice>
              <mc:Fallback>
                <p:oleObj name="Equation" r:id="rId4" imgW="2539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12884" y="299231"/>
                        <a:ext cx="5417402" cy="46047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69704" y="110179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29857" y="1162316"/>
          <a:ext cx="1629577" cy="46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215640" progId="Equation.DSMT4">
                  <p:embed/>
                </p:oleObj>
              </mc:Choice>
              <mc:Fallback>
                <p:oleObj name="Equation" r:id="rId6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29857" y="1162316"/>
                        <a:ext cx="1629577" cy="46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188712" y="926364"/>
          <a:ext cx="1882374" cy="874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01440" imgH="419040" progId="Equation.DSMT4">
                  <p:embed/>
                </p:oleObj>
              </mc:Choice>
              <mc:Fallback>
                <p:oleObj name="Equation" r:id="rId8" imgW="901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88712" y="926364"/>
                        <a:ext cx="1882374" cy="874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57912" y="3145049"/>
          <a:ext cx="1386466" cy="82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85800" imgH="406080" progId="Equation.DSMT4">
                  <p:embed/>
                </p:oleObj>
              </mc:Choice>
              <mc:Fallback>
                <p:oleObj name="Equation" r:id="rId10" imgW="685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57912" y="3145049"/>
                        <a:ext cx="1386466" cy="822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09897" y="3151019"/>
          <a:ext cx="1534573" cy="79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87320" imgH="406080" progId="Equation.DSMT4">
                  <p:embed/>
                </p:oleObj>
              </mc:Choice>
              <mc:Fallback>
                <p:oleObj name="Equation" r:id="rId12" imgW="787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09897" y="3151019"/>
                        <a:ext cx="1534573" cy="792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914357" y="3356037"/>
          <a:ext cx="580049" cy="441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203040" progId="Equation.DSMT4">
                  <p:embed/>
                </p:oleObj>
              </mc:Choice>
              <mc:Fallback>
                <p:oleObj name="Equation" r:id="rId14" imgW="266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14357" y="3356037"/>
                        <a:ext cx="580049" cy="441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798482" y="3051794"/>
          <a:ext cx="2157982" cy="98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080" imgH="482400" progId="Equation.DSMT4">
                  <p:embed/>
                </p:oleObj>
              </mc:Choice>
              <mc:Fallback>
                <p:oleObj name="Equation" r:id="rId16" imgW="10540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98482" y="3051794"/>
                        <a:ext cx="2157982" cy="988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926501" y="3065370"/>
          <a:ext cx="2300372" cy="8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30040" imgH="406080" progId="Equation.DSMT4">
                  <p:embed/>
                </p:oleObj>
              </mc:Choice>
              <mc:Fallback>
                <p:oleObj name="Equation" r:id="rId18" imgW="1130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926501" y="3065370"/>
                        <a:ext cx="2300372" cy="8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102677" y="3966051"/>
            <a:ext cx="219483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斜渐近线为：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104918" y="3990347"/>
          <a:ext cx="1385687" cy="443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34680" imgH="203040" progId="Equation.DSMT4">
                  <p:embed/>
                </p:oleObj>
              </mc:Choice>
              <mc:Fallback>
                <p:oleObj name="Equation" r:id="rId20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104918" y="3990347"/>
                        <a:ext cx="1385687" cy="443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100364" y="935290"/>
          <a:ext cx="2845548" cy="913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46040" imgH="431640" progId="Equation.DSMT4">
                  <p:embed/>
                </p:oleObj>
              </mc:Choice>
              <mc:Fallback>
                <p:oleObj name="Equation" r:id="rId22" imgW="13460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100364" y="935290"/>
                        <a:ext cx="2845548" cy="913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109471" y="1953908"/>
          <a:ext cx="3439011" cy="48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36480" imgH="215640" progId="Equation.DSMT4">
                  <p:embed/>
                </p:oleObj>
              </mc:Choice>
              <mc:Fallback>
                <p:oleObj name="Equation" r:id="rId24" imgW="1536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109471" y="1953908"/>
                        <a:ext cx="3439011" cy="48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617007" y="2694144"/>
          <a:ext cx="2181475" cy="452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41120" imgH="215640" progId="Equation.DSMT4">
                  <p:embed/>
                </p:oleObj>
              </mc:Choice>
              <mc:Fallback>
                <p:oleObj name="Equation" r:id="rId26" imgW="1041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617007" y="2694144"/>
                        <a:ext cx="2181475" cy="452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103001" y="2069094"/>
          <a:ext cx="16557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61760" imgH="215640" progId="Equation.DSMT4">
                  <p:embed/>
                </p:oleObj>
              </mc:Choice>
              <mc:Fallback>
                <p:oleObj name="Equation" r:id="rId28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03001" y="2069094"/>
                        <a:ext cx="1655762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710202" y="1782329"/>
          <a:ext cx="2070135" cy="864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002960" imgH="419040" progId="Equation.DSMT4">
                  <p:embed/>
                </p:oleObj>
              </mc:Choice>
              <mc:Fallback>
                <p:oleObj name="Equation" r:id="rId30" imgW="1002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710202" y="1782329"/>
                        <a:ext cx="2070135" cy="864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102677" y="4446761"/>
          <a:ext cx="1307220" cy="77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85800" imgH="406080" progId="Equation.DSMT4">
                  <p:embed/>
                </p:oleObj>
              </mc:Choice>
              <mc:Fallback>
                <p:oleObj name="Equation" r:id="rId32" imgW="685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102677" y="4446761"/>
                        <a:ext cx="1307220" cy="773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404642" y="4406088"/>
          <a:ext cx="1544772" cy="797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87320" imgH="406080" progId="Equation.DSMT4">
                  <p:embed/>
                </p:oleObj>
              </mc:Choice>
              <mc:Fallback>
                <p:oleObj name="Equation" r:id="rId34" imgW="787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404642" y="4406088"/>
                        <a:ext cx="1544772" cy="797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914356" y="4620926"/>
          <a:ext cx="844525" cy="407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68280" imgH="177480" progId="Equation.DSMT4">
                  <p:embed/>
                </p:oleObj>
              </mc:Choice>
              <mc:Fallback>
                <p:oleObj name="Equation" r:id="rId36" imgW="3682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914356" y="4620926"/>
                        <a:ext cx="844525" cy="407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009668" y="4330186"/>
          <a:ext cx="2072283" cy="949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054080" imgH="482400" progId="Equation.DSMT4">
                  <p:embed/>
                </p:oleObj>
              </mc:Choice>
              <mc:Fallback>
                <p:oleObj name="Equation" r:id="rId38" imgW="10540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5009668" y="4330186"/>
                        <a:ext cx="2072283" cy="949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049362" y="4330186"/>
          <a:ext cx="2136327" cy="83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041120" imgH="406080" progId="Equation.DSMT4">
                  <p:embed/>
                </p:oleObj>
              </mc:Choice>
              <mc:Fallback>
                <p:oleObj name="Equation" r:id="rId40" imgW="1041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7049362" y="4330186"/>
                        <a:ext cx="2136327" cy="833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993880" y="5479346"/>
            <a:ext cx="219483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斜渐近线为：</a:t>
            </a: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968677" y="5479346"/>
          <a:ext cx="1615372" cy="453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723600" imgH="203040" progId="Equation.DSMT4">
                  <p:embed/>
                </p:oleObj>
              </mc:Choice>
              <mc:Fallback>
                <p:oleObj name="Equation" r:id="rId42" imgW="723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2968677" y="5479346"/>
                        <a:ext cx="1615372" cy="453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780337" y="1779093"/>
          <a:ext cx="2329134" cy="889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130040" imgH="431640" progId="Equation.DSMT4">
                  <p:embed/>
                </p:oleObj>
              </mc:Choice>
              <mc:Fallback>
                <p:oleObj name="Equation" r:id="rId44" imgW="11300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780337" y="1779093"/>
                        <a:ext cx="2329134" cy="889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027528" y="2718866"/>
          <a:ext cx="1493499" cy="434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698400" imgH="203040" progId="Equation.DSMT4">
                  <p:embed/>
                </p:oleObj>
              </mc:Choice>
              <mc:Fallback>
                <p:oleObj name="Equation" r:id="rId46" imgW="698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027528" y="2718866"/>
                        <a:ext cx="1493499" cy="434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951489" y="2660335"/>
          <a:ext cx="2223346" cy="435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104840" imgH="215640" progId="Equation.DSMT4">
                  <p:embed/>
                </p:oleObj>
              </mc:Choice>
              <mc:Fallback>
                <p:oleObj name="Equation" r:id="rId48" imgW="1104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4951489" y="2660335"/>
                        <a:ext cx="2223346" cy="435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7174836" y="2613582"/>
          <a:ext cx="1493499" cy="434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698400" imgH="203040" progId="Equation.DSMT4">
                  <p:embed/>
                </p:oleObj>
              </mc:Choice>
              <mc:Fallback>
                <p:oleObj name="Equation" r:id="rId50" imgW="698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174836" y="2613582"/>
                        <a:ext cx="1493499" cy="434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8733700" y="2558271"/>
          <a:ext cx="2114828" cy="438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041120" imgH="215640" progId="Equation.DSMT4">
                  <p:embed/>
                </p:oleObj>
              </mc:Choice>
              <mc:Fallback>
                <p:oleObj name="Equation" r:id="rId52" imgW="1041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8733700" y="2558271"/>
                        <a:ext cx="2114828" cy="438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890083" y="5242722"/>
          <a:ext cx="186055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977760" imgH="406080" progId="Equation.DSMT4">
                  <p:embed/>
                </p:oleObj>
              </mc:Choice>
              <mc:Fallback>
                <p:oleObj name="Equation" r:id="rId54" imgW="977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4890083" y="5242722"/>
                        <a:ext cx="186055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843399" y="5419328"/>
          <a:ext cx="3649872" cy="49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1600200" imgH="215640" progId="Equation.DSMT4">
                  <p:embed/>
                </p:oleObj>
              </mc:Choice>
              <mc:Fallback>
                <p:oleObj name="Equation" r:id="rId56" imgW="1600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6843399" y="5419328"/>
                        <a:ext cx="3649872" cy="492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858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67408" y="619791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-168696" y="4488965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altLang="zh-CN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altLang="zh-CN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altLang="zh-CN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altLang="zh-CN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  <a:effectLst/>
        </p:spPr>
        <p:txBody>
          <a:bodyPr wrap="square" rtlCol="0" anchor="ctr" anchorCtr="1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zh-CN" altLang="en-US" sz="1600" b="1">
                <a:ln w="11430"/>
                <a:solidFill>
                  <a:srgbClr val="FFFFFF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235910"/>
              </p:ext>
            </p:extLst>
          </p:nvPr>
        </p:nvGraphicFramePr>
        <p:xfrm>
          <a:off x="1499318" y="1367097"/>
          <a:ext cx="63087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060360" imgH="406080" progId="Equation.DSMT4">
                  <p:embed/>
                </p:oleObj>
              </mc:Choice>
              <mc:Fallback>
                <p:oleObj name="Equation" r:id="rId28" imgW="3060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9318" y="1367097"/>
                        <a:ext cx="63087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449871"/>
              </p:ext>
            </p:extLst>
          </p:nvPr>
        </p:nvGraphicFramePr>
        <p:xfrm>
          <a:off x="2450136" y="2882098"/>
          <a:ext cx="12573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09480" imgH="177480" progId="Equation.DSMT4">
                  <p:embed/>
                </p:oleObj>
              </mc:Choice>
              <mc:Fallback>
                <p:oleObj name="Equation" r:id="rId30" imgW="6094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136" y="2882098"/>
                        <a:ext cx="12573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868780"/>
              </p:ext>
            </p:extLst>
          </p:nvPr>
        </p:nvGraphicFramePr>
        <p:xfrm>
          <a:off x="2450136" y="3487421"/>
          <a:ext cx="12811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22080" imgH="406080" progId="Equation.DSMT4">
                  <p:embed/>
                </p:oleObj>
              </mc:Choice>
              <mc:Fallback>
                <p:oleObj name="Equation" r:id="rId32" imgW="622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136" y="3487421"/>
                        <a:ext cx="12811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692728"/>
              </p:ext>
            </p:extLst>
          </p:nvPr>
        </p:nvGraphicFramePr>
        <p:xfrm>
          <a:off x="2495600" y="4652169"/>
          <a:ext cx="8128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93480" imgH="164880" progId="Equation.DSMT4">
                  <p:embed/>
                </p:oleObj>
              </mc:Choice>
              <mc:Fallback>
                <p:oleObj name="Equation" r:id="rId34" imgW="3934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652169"/>
                        <a:ext cx="81280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332441"/>
              </p:ext>
            </p:extLst>
          </p:nvPr>
        </p:nvGraphicFramePr>
        <p:xfrm>
          <a:off x="2493980" y="5242582"/>
          <a:ext cx="1282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622080" imgH="406080" progId="Equation.DSMT4">
                  <p:embed/>
                </p:oleObj>
              </mc:Choice>
              <mc:Fallback>
                <p:oleObj name="Equation" r:id="rId36" imgW="622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80" y="5242582"/>
                        <a:ext cx="1282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>
            <p:custDataLst>
              <p:tags r:id="rId12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12827000" y="1270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521310"/>
              </p:ext>
            </p:extLst>
          </p:nvPr>
        </p:nvGraphicFramePr>
        <p:xfrm>
          <a:off x="12935123" y="1108741"/>
          <a:ext cx="259556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031840" imgH="406080" progId="Equation.DSMT4">
                  <p:embed/>
                </p:oleObj>
              </mc:Choice>
              <mc:Fallback>
                <p:oleObj name="Equation" r:id="rId38" imgW="2031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5123" y="1108741"/>
                        <a:ext cx="259556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315489"/>
              </p:ext>
            </p:extLst>
          </p:nvPr>
        </p:nvGraphicFramePr>
        <p:xfrm>
          <a:off x="12880261" y="1780660"/>
          <a:ext cx="33004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577960" imgH="406080" progId="Equation.DSMT4">
                  <p:embed/>
                </p:oleObj>
              </mc:Choice>
              <mc:Fallback>
                <p:oleObj name="Equation" r:id="rId40" imgW="2577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0261" y="1780660"/>
                        <a:ext cx="33004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760219"/>
              </p:ext>
            </p:extLst>
          </p:nvPr>
        </p:nvGraphicFramePr>
        <p:xfrm>
          <a:off x="12774139" y="4337278"/>
          <a:ext cx="304641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904760" imgH="406080" progId="Equation.DSMT4">
                  <p:embed/>
                </p:oleObj>
              </mc:Choice>
              <mc:Fallback>
                <p:oleObj name="Equation" r:id="rId42" imgW="1904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4139" y="4337278"/>
                        <a:ext cx="304641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951759"/>
              </p:ext>
            </p:extLst>
          </p:nvPr>
        </p:nvGraphicFramePr>
        <p:xfrm>
          <a:off x="12996019" y="5218252"/>
          <a:ext cx="946200" cy="340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596880" imgH="215640" progId="Equation.DSMT4">
                  <p:embed/>
                </p:oleObj>
              </mc:Choice>
              <mc:Fallback>
                <p:oleObj name="Equation" r:id="rId44" imgW="59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6019" y="5218252"/>
                        <a:ext cx="946200" cy="340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/>
          <p:cNvSpPr txBox="1"/>
          <p:nvPr/>
        </p:nvSpPr>
        <p:spPr>
          <a:xfrm>
            <a:off x="7992121" y="1549827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(2023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高数一二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组合 31"/>
          <p:cNvGrpSpPr/>
          <p:nvPr>
            <p:custDataLst>
              <p:tags r:id="rId14"/>
            </p:custDataLst>
          </p:nvPr>
        </p:nvGrpSpPr>
        <p:grpSpPr>
          <a:xfrm>
            <a:off x="12585700" y="0"/>
            <a:ext cx="3815080" cy="647700"/>
            <a:chOff x="12585700" y="0"/>
            <a:chExt cx="3815080" cy="647700"/>
          </a:xfrm>
        </p:grpSpPr>
        <p:sp>
          <p:nvSpPr>
            <p:cNvPr id="29" name="RemarkBack"/>
            <p:cNvSpPr/>
            <p:nvPr>
              <p:custDataLst>
                <p:tags r:id="rId24"/>
              </p:custDataLst>
            </p:nvPr>
          </p:nvSpPr>
          <p:spPr>
            <a:xfrm>
              <a:off x="12585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0" name="RemarkBlock"/>
            <p:cNvSpPr/>
            <p:nvPr>
              <p:custDataLst>
                <p:tags r:id="rId25"/>
              </p:custDataLst>
            </p:nvPr>
          </p:nvSpPr>
          <p:spPr>
            <a:xfrm>
              <a:off x="12585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2827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aphicFrame>
        <p:nvGraphicFramePr>
          <p:cNvPr id="4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602976"/>
              </p:ext>
            </p:extLst>
          </p:nvPr>
        </p:nvGraphicFramePr>
        <p:xfrm>
          <a:off x="13008769" y="2379475"/>
          <a:ext cx="2193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714320" imgH="406080" progId="Equation.DSMT4">
                  <p:embed/>
                </p:oleObj>
              </mc:Choice>
              <mc:Fallback>
                <p:oleObj name="Equation" r:id="rId46" imgW="1714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8769" y="2379475"/>
                        <a:ext cx="21939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319324"/>
              </p:ext>
            </p:extLst>
          </p:nvPr>
        </p:nvGraphicFramePr>
        <p:xfrm>
          <a:off x="13008769" y="2968665"/>
          <a:ext cx="18684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460160" imgH="431640" progId="Equation.DSMT4">
                  <p:embed/>
                </p:oleObj>
              </mc:Choice>
              <mc:Fallback>
                <p:oleObj name="Equation" r:id="rId48" imgW="1460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8769" y="2968665"/>
                        <a:ext cx="186848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883969"/>
              </p:ext>
            </p:extLst>
          </p:nvPr>
        </p:nvGraphicFramePr>
        <p:xfrm>
          <a:off x="13088938" y="3517900"/>
          <a:ext cx="17065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1333440" imgH="431640" progId="Equation.DSMT4">
                  <p:embed/>
                </p:oleObj>
              </mc:Choice>
              <mc:Fallback>
                <p:oleObj name="Equation" r:id="rId50" imgW="1333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8938" y="3517900"/>
                        <a:ext cx="170656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矩形 60"/>
          <p:cNvSpPr/>
          <p:nvPr>
            <p:custDataLst>
              <p:tags r:id="rId15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  <a:effectLst/>
        </p:spPr>
        <p:txBody>
          <a:bodyPr wrap="square" rtlCol="0" anchor="ctr">
            <a:no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FFFFFF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6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63" name="文本框 62"/>
          <p:cNvSpPr txBox="1"/>
          <p:nvPr>
            <p:custDataLst>
              <p:tags r:id="rId17"/>
            </p:custDataLst>
          </p:nvPr>
        </p:nvSpPr>
        <p:spPr>
          <a:xfrm>
            <a:off x="12827000" y="1270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4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795241"/>
              </p:ext>
            </p:extLst>
          </p:nvPr>
        </p:nvGraphicFramePr>
        <p:xfrm>
          <a:off x="12880261" y="1148164"/>
          <a:ext cx="26447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2070000" imgH="406080" progId="Equation.DSMT4">
                  <p:embed/>
                </p:oleObj>
              </mc:Choice>
              <mc:Fallback>
                <p:oleObj name="Equation" r:id="rId52" imgW="207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0261" y="1148164"/>
                        <a:ext cx="264477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303175"/>
              </p:ext>
            </p:extLst>
          </p:nvPr>
        </p:nvGraphicFramePr>
        <p:xfrm>
          <a:off x="12886611" y="1886909"/>
          <a:ext cx="32940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2577960" imgH="406080" progId="Equation.DSMT4">
                  <p:embed/>
                </p:oleObj>
              </mc:Choice>
              <mc:Fallback>
                <p:oleObj name="Equation" r:id="rId54" imgW="2577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6611" y="1886909"/>
                        <a:ext cx="3294062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480509"/>
              </p:ext>
            </p:extLst>
          </p:nvPr>
        </p:nvGraphicFramePr>
        <p:xfrm>
          <a:off x="13056101" y="2533007"/>
          <a:ext cx="21907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1714320" imgH="406080" progId="Equation.DSMT4">
                  <p:embed/>
                </p:oleObj>
              </mc:Choice>
              <mc:Fallback>
                <p:oleObj name="Equation" r:id="rId56" imgW="1714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56101" y="2533007"/>
                        <a:ext cx="219075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136616"/>
              </p:ext>
            </p:extLst>
          </p:nvPr>
        </p:nvGraphicFramePr>
        <p:xfrm>
          <a:off x="13056101" y="2533007"/>
          <a:ext cx="21907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8" imgW="1714320" imgH="406080" progId="Equation.DSMT4">
                  <p:embed/>
                </p:oleObj>
              </mc:Choice>
              <mc:Fallback>
                <p:oleObj name="Equation" r:id="rId58" imgW="1714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56101" y="2533007"/>
                        <a:ext cx="219075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848738"/>
              </p:ext>
            </p:extLst>
          </p:nvPr>
        </p:nvGraphicFramePr>
        <p:xfrm>
          <a:off x="13056101" y="2533007"/>
          <a:ext cx="21907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0" imgW="1714320" imgH="406080" progId="Equation.DSMT4">
                  <p:embed/>
                </p:oleObj>
              </mc:Choice>
              <mc:Fallback>
                <p:oleObj name="Equation" r:id="rId60" imgW="1714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56101" y="2533007"/>
                        <a:ext cx="219075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488465"/>
              </p:ext>
            </p:extLst>
          </p:nvPr>
        </p:nvGraphicFramePr>
        <p:xfrm>
          <a:off x="13045864" y="3117487"/>
          <a:ext cx="18669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1" imgW="1460160" imgH="431640" progId="Equation.DSMT4">
                  <p:embed/>
                </p:oleObj>
              </mc:Choice>
              <mc:Fallback>
                <p:oleObj name="Equation" r:id="rId61" imgW="1460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5864" y="3117487"/>
                        <a:ext cx="18669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46488"/>
              </p:ext>
            </p:extLst>
          </p:nvPr>
        </p:nvGraphicFramePr>
        <p:xfrm>
          <a:off x="13015182" y="3785273"/>
          <a:ext cx="13160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3" imgW="1028520" imgH="431640" progId="Equation.DSMT4">
                  <p:embed/>
                </p:oleObj>
              </mc:Choice>
              <mc:Fallback>
                <p:oleObj name="Equation" r:id="rId63" imgW="1028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5182" y="3785273"/>
                        <a:ext cx="1316037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157551"/>
              </p:ext>
            </p:extLst>
          </p:nvPr>
        </p:nvGraphicFramePr>
        <p:xfrm>
          <a:off x="13008769" y="4441200"/>
          <a:ext cx="4064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5" imgW="317160" imgH="406080" progId="Equation.DSMT4">
                  <p:embed/>
                </p:oleObj>
              </mc:Choice>
              <mc:Fallback>
                <p:oleObj name="Equation" r:id="rId65" imgW="317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8769" y="4441200"/>
                        <a:ext cx="4064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977203"/>
              </p:ext>
            </p:extLst>
          </p:nvPr>
        </p:nvGraphicFramePr>
        <p:xfrm>
          <a:off x="12886611" y="5034325"/>
          <a:ext cx="2032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7" imgW="1587240" imgH="406080" progId="Equation.DSMT4">
                  <p:embed/>
                </p:oleObj>
              </mc:Choice>
              <mc:Fallback>
                <p:oleObj name="Equation" r:id="rId67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86611" y="5034325"/>
                        <a:ext cx="2032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192577"/>
              </p:ext>
            </p:extLst>
          </p:nvPr>
        </p:nvGraphicFramePr>
        <p:xfrm>
          <a:off x="14988372" y="5197874"/>
          <a:ext cx="7651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9" imgW="596880" imgH="215640" progId="Equation.DSMT4">
                  <p:embed/>
                </p:oleObj>
              </mc:Choice>
              <mc:Fallback>
                <p:oleObj name="Equation" r:id="rId69" imgW="59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8372" y="5197874"/>
                        <a:ext cx="765175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>
            <p:custDataLst>
              <p:tags r:id="rId1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9"/>
            </p:custDataLst>
          </p:nvPr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16288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  <p:tag name="PROBLEMHASREMARK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  <p:tag name="PROBLEMHASREMAR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9517</TotalTime>
  <Words>619</Words>
  <Application>Microsoft Office PowerPoint</Application>
  <PresentationFormat>宽屏</PresentationFormat>
  <Paragraphs>146</Paragraphs>
  <Slides>19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-apple-system</vt:lpstr>
      <vt:lpstr>等线</vt:lpstr>
      <vt:lpstr>黑体</vt:lpstr>
      <vt:lpstr>华文楷体</vt:lpstr>
      <vt:lpstr>宋体</vt:lpstr>
      <vt:lpstr>Microsoft Yahei</vt:lpstr>
      <vt:lpstr>Arial</vt:lpstr>
      <vt:lpstr>Calibri</vt:lpstr>
      <vt:lpstr>Times New Roman</vt:lpstr>
      <vt:lpstr>Office 主题</vt:lpstr>
      <vt:lpstr>公式</vt:lpstr>
      <vt:lpstr>Equation</vt:lpstr>
      <vt:lpstr>文档</vt:lpstr>
      <vt:lpstr>二、曲线的凹凸与拐点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243</cp:revision>
  <dcterms:created xsi:type="dcterms:W3CDTF">2009-06-13T01:14:34Z</dcterms:created>
  <dcterms:modified xsi:type="dcterms:W3CDTF">2023-11-21T11:13:41Z</dcterms:modified>
</cp:coreProperties>
</file>