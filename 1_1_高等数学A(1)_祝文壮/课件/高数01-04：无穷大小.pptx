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97" r:id="rId29"/>
    <p:sldId id="295" r:id="rId30"/>
    <p:sldId id="288" r:id="rId31"/>
    <p:sldId id="289" r:id="rId32"/>
    <p:sldId id="298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102" d="100"/>
          <a:sy n="102" d="100"/>
        </p:scale>
        <p:origin x="76" y="2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25000"/>
                    </a14:imgEffect>
                    <a14:imgEffect>
                      <a14:colorTemperature colorTemp="9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../&#24110;&#21161;.ppt" TargetMode="External"/><Relationship Id="rId5" Type="http://schemas.openxmlformats.org/officeDocument/2006/relationships/hyperlink" Target="../&#20027;&#30028;&#38754;.ppt#-1,5,&#27809;&#26377;&#24187;&#28783;&#29255;&#26631;&#39064;" TargetMode="Externa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wmf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19.bin"/><Relationship Id="rId39" Type="http://schemas.openxmlformats.org/officeDocument/2006/relationships/image" Target="../media/image26.wmf"/><Relationship Id="rId21" Type="http://schemas.openxmlformats.org/officeDocument/2006/relationships/image" Target="../media/image17.wmf"/><Relationship Id="rId34" Type="http://schemas.openxmlformats.org/officeDocument/2006/relationships/oleObject" Target="../embeddings/oleObject23.bin"/><Relationship Id="rId42" Type="http://schemas.openxmlformats.org/officeDocument/2006/relationships/oleObject" Target="../embeddings/oleObject27.bin"/><Relationship Id="rId47" Type="http://schemas.openxmlformats.org/officeDocument/2006/relationships/image" Target="../media/image29.wmf"/><Relationship Id="rId50" Type="http://schemas.openxmlformats.org/officeDocument/2006/relationships/oleObject" Target="../embeddings/oleObject32.bin"/><Relationship Id="rId7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6" Type="http://schemas.openxmlformats.org/officeDocument/2006/relationships/oleObject" Target="../embeddings/oleObject14.bin"/><Relationship Id="rId29" Type="http://schemas.openxmlformats.org/officeDocument/2006/relationships/image" Target="../media/image21.wmf"/><Relationship Id="rId11" Type="http://schemas.openxmlformats.org/officeDocument/2006/relationships/image" Target="../media/image12.wmf"/><Relationship Id="rId24" Type="http://schemas.openxmlformats.org/officeDocument/2006/relationships/oleObject" Target="../embeddings/oleObject18.bin"/><Relationship Id="rId32" Type="http://schemas.openxmlformats.org/officeDocument/2006/relationships/oleObject" Target="../embeddings/oleObject22.bin"/><Relationship Id="rId37" Type="http://schemas.openxmlformats.org/officeDocument/2006/relationships/image" Target="../media/image25.wmf"/><Relationship Id="rId40" Type="http://schemas.openxmlformats.org/officeDocument/2006/relationships/oleObject" Target="../embeddings/oleObject26.bin"/><Relationship Id="rId45" Type="http://schemas.openxmlformats.org/officeDocument/2006/relationships/image" Target="../media/image28.wmf"/><Relationship Id="rId53" Type="http://schemas.openxmlformats.org/officeDocument/2006/relationships/image" Target="../media/image31.wmf"/><Relationship Id="rId5" Type="http://schemas.openxmlformats.org/officeDocument/2006/relationships/image" Target="../media/image9.e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6.wmf"/><Relationship Id="rId31" Type="http://schemas.openxmlformats.org/officeDocument/2006/relationships/image" Target="../media/image22.wmf"/><Relationship Id="rId44" Type="http://schemas.openxmlformats.org/officeDocument/2006/relationships/oleObject" Target="../embeddings/oleObject29.bin"/><Relationship Id="rId52" Type="http://schemas.openxmlformats.org/officeDocument/2006/relationships/oleObject" Target="../embeddings/oleObject34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20.wmf"/><Relationship Id="rId30" Type="http://schemas.openxmlformats.org/officeDocument/2006/relationships/oleObject" Target="../embeddings/oleObject21.bin"/><Relationship Id="rId35" Type="http://schemas.openxmlformats.org/officeDocument/2006/relationships/image" Target="../media/image24.wmf"/><Relationship Id="rId43" Type="http://schemas.openxmlformats.org/officeDocument/2006/relationships/oleObject" Target="../embeddings/oleObject28.bin"/><Relationship Id="rId48" Type="http://schemas.openxmlformats.org/officeDocument/2006/relationships/oleObject" Target="../embeddings/oleObject31.bin"/><Relationship Id="rId8" Type="http://schemas.openxmlformats.org/officeDocument/2006/relationships/oleObject" Target="../embeddings/oleObject10.bin"/><Relationship Id="rId51" Type="http://schemas.openxmlformats.org/officeDocument/2006/relationships/oleObject" Target="../embeddings/oleObject33.bin"/><Relationship Id="rId3" Type="http://schemas.openxmlformats.org/officeDocument/2006/relationships/image" Target="../media/image8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5.wmf"/><Relationship Id="rId25" Type="http://schemas.openxmlformats.org/officeDocument/2006/relationships/image" Target="../media/image19.wmf"/><Relationship Id="rId33" Type="http://schemas.openxmlformats.org/officeDocument/2006/relationships/image" Target="../media/image23.wmf"/><Relationship Id="rId38" Type="http://schemas.openxmlformats.org/officeDocument/2006/relationships/oleObject" Target="../embeddings/oleObject25.bin"/><Relationship Id="rId46" Type="http://schemas.openxmlformats.org/officeDocument/2006/relationships/oleObject" Target="../embeddings/oleObject30.bin"/><Relationship Id="rId20" Type="http://schemas.openxmlformats.org/officeDocument/2006/relationships/oleObject" Target="../embeddings/oleObject16.bin"/><Relationship Id="rId41" Type="http://schemas.openxmlformats.org/officeDocument/2006/relationships/image" Target="../media/image2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15" Type="http://schemas.openxmlformats.org/officeDocument/2006/relationships/image" Target="../media/image14.emf"/><Relationship Id="rId23" Type="http://schemas.openxmlformats.org/officeDocument/2006/relationships/image" Target="../media/image18.emf"/><Relationship Id="rId28" Type="http://schemas.openxmlformats.org/officeDocument/2006/relationships/oleObject" Target="../embeddings/oleObject20.bin"/><Relationship Id="rId36" Type="http://schemas.openxmlformats.org/officeDocument/2006/relationships/oleObject" Target="../embeddings/oleObject24.bin"/><Relationship Id="rId49" Type="http://schemas.openxmlformats.org/officeDocument/2006/relationships/image" Target="../media/image30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w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9" Type="http://schemas.openxmlformats.org/officeDocument/2006/relationships/oleObject" Target="../embeddings/oleObject56.bin"/><Relationship Id="rId21" Type="http://schemas.openxmlformats.org/officeDocument/2006/relationships/image" Target="../media/image41.wmf"/><Relationship Id="rId34" Type="http://schemas.openxmlformats.org/officeDocument/2006/relationships/oleObject" Target="../embeddings/oleObject52.bin"/><Relationship Id="rId7" Type="http://schemas.openxmlformats.org/officeDocument/2006/relationships/image" Target="../media/image34.w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29" Type="http://schemas.openxmlformats.org/officeDocument/2006/relationships/image" Target="../media/image28.wmf"/><Relationship Id="rId41" Type="http://schemas.openxmlformats.org/officeDocument/2006/relationships/image" Target="../media/image4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6.emf"/><Relationship Id="rId24" Type="http://schemas.openxmlformats.org/officeDocument/2006/relationships/oleObject" Target="../embeddings/oleObject46.bin"/><Relationship Id="rId32" Type="http://schemas.openxmlformats.org/officeDocument/2006/relationships/image" Target="../media/image45.wmf"/><Relationship Id="rId37" Type="http://schemas.openxmlformats.org/officeDocument/2006/relationships/image" Target="../media/image46.wmf"/><Relationship Id="rId40" Type="http://schemas.openxmlformats.org/officeDocument/2006/relationships/oleObject" Target="../embeddings/oleObject57.bin"/><Relationship Id="rId5" Type="http://schemas.openxmlformats.org/officeDocument/2006/relationships/image" Target="../media/image33.emf"/><Relationship Id="rId15" Type="http://schemas.openxmlformats.org/officeDocument/2006/relationships/image" Target="../media/image38.emf"/><Relationship Id="rId23" Type="http://schemas.openxmlformats.org/officeDocument/2006/relationships/image" Target="../media/image42.wmf"/><Relationship Id="rId28" Type="http://schemas.openxmlformats.org/officeDocument/2006/relationships/oleObject" Target="../embeddings/oleObject48.bin"/><Relationship Id="rId36" Type="http://schemas.openxmlformats.org/officeDocument/2006/relationships/oleObject" Target="../embeddings/oleObject54.bin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0.wmf"/><Relationship Id="rId31" Type="http://schemas.openxmlformats.org/officeDocument/2006/relationships/oleObject" Target="../embeddings/oleObject50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5.w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image" Target="../media/image44.wmf"/><Relationship Id="rId30" Type="http://schemas.openxmlformats.org/officeDocument/2006/relationships/oleObject" Target="../embeddings/oleObject49.bin"/><Relationship Id="rId35" Type="http://schemas.openxmlformats.org/officeDocument/2006/relationships/oleObject" Target="../embeddings/oleObject53.bin"/><Relationship Id="rId8" Type="http://schemas.openxmlformats.org/officeDocument/2006/relationships/oleObject" Target="../embeddings/oleObject38.bin"/><Relationship Id="rId3" Type="http://schemas.openxmlformats.org/officeDocument/2006/relationships/image" Target="../media/image32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39.wmf"/><Relationship Id="rId25" Type="http://schemas.openxmlformats.org/officeDocument/2006/relationships/image" Target="../media/image43.wmf"/><Relationship Id="rId33" Type="http://schemas.openxmlformats.org/officeDocument/2006/relationships/oleObject" Target="../embeddings/oleObject51.bin"/><Relationship Id="rId38" Type="http://schemas.openxmlformats.org/officeDocument/2006/relationships/oleObject" Target="../embeddings/oleObject5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53.wmf"/><Relationship Id="rId18" Type="http://schemas.openxmlformats.org/officeDocument/2006/relationships/oleObject" Target="../embeddings/oleObject66.bin"/><Relationship Id="rId3" Type="http://schemas.openxmlformats.org/officeDocument/2006/relationships/image" Target="../media/image48.wmf"/><Relationship Id="rId21" Type="http://schemas.openxmlformats.org/officeDocument/2006/relationships/image" Target="../media/image57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55.wmf"/><Relationship Id="rId25" Type="http://schemas.openxmlformats.org/officeDocument/2006/relationships/image" Target="../media/image59.w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52.wmf"/><Relationship Id="rId24" Type="http://schemas.openxmlformats.org/officeDocument/2006/relationships/oleObject" Target="../embeddings/oleObject69.bin"/><Relationship Id="rId5" Type="http://schemas.openxmlformats.org/officeDocument/2006/relationships/image" Target="../media/image49.wmf"/><Relationship Id="rId15" Type="http://schemas.openxmlformats.org/officeDocument/2006/relationships/image" Target="../media/image54.wmf"/><Relationship Id="rId23" Type="http://schemas.openxmlformats.org/officeDocument/2006/relationships/image" Target="../media/image58.w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56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7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image" Target="../media/image68.wmf"/><Relationship Id="rId18" Type="http://schemas.openxmlformats.org/officeDocument/2006/relationships/oleObject" Target="../embeddings/oleObject81.bin"/><Relationship Id="rId3" Type="http://schemas.openxmlformats.org/officeDocument/2006/relationships/image" Target="../media/image63.wmf"/><Relationship Id="rId21" Type="http://schemas.openxmlformats.org/officeDocument/2006/relationships/image" Target="../media/image72.wmf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78.bin"/><Relationship Id="rId17" Type="http://schemas.openxmlformats.org/officeDocument/2006/relationships/image" Target="../media/image70.wmf"/><Relationship Id="rId2" Type="http://schemas.openxmlformats.org/officeDocument/2006/relationships/oleObject" Target="../embeddings/oleObject73.bin"/><Relationship Id="rId16" Type="http://schemas.openxmlformats.org/officeDocument/2006/relationships/oleObject" Target="../embeddings/oleObject80.bin"/><Relationship Id="rId20" Type="http://schemas.openxmlformats.org/officeDocument/2006/relationships/oleObject" Target="../embeddings/oleObject8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5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5" Type="http://schemas.openxmlformats.org/officeDocument/2006/relationships/image" Target="../media/image69.wmf"/><Relationship Id="rId23" Type="http://schemas.openxmlformats.org/officeDocument/2006/relationships/image" Target="../media/image73.wmf"/><Relationship Id="rId10" Type="http://schemas.openxmlformats.org/officeDocument/2006/relationships/oleObject" Target="../embeddings/oleObject77.bin"/><Relationship Id="rId19" Type="http://schemas.openxmlformats.org/officeDocument/2006/relationships/image" Target="../media/image71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66.wmf"/><Relationship Id="rId14" Type="http://schemas.openxmlformats.org/officeDocument/2006/relationships/oleObject" Target="../embeddings/oleObject79.bin"/><Relationship Id="rId22" Type="http://schemas.openxmlformats.org/officeDocument/2006/relationships/oleObject" Target="../embeddings/oleObject8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6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85.bin"/><Relationship Id="rId9" Type="http://schemas.openxmlformats.org/officeDocument/2006/relationships/image" Target="../media/image7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.bin"/><Relationship Id="rId13" Type="http://schemas.openxmlformats.org/officeDocument/2006/relationships/image" Target="../media/image82.wmf"/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12" Type="http://schemas.openxmlformats.org/officeDocument/2006/relationships/oleObject" Target="../embeddings/oleObject93.bin"/><Relationship Id="rId2" Type="http://schemas.openxmlformats.org/officeDocument/2006/relationships/oleObject" Target="../embeddings/oleObject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69.wmf"/><Relationship Id="rId5" Type="http://schemas.openxmlformats.org/officeDocument/2006/relationships/image" Target="../media/image79.wmf"/><Relationship Id="rId15" Type="http://schemas.openxmlformats.org/officeDocument/2006/relationships/image" Target="../media/image83.wmf"/><Relationship Id="rId10" Type="http://schemas.openxmlformats.org/officeDocument/2006/relationships/oleObject" Target="../embeddings/oleObject92.bin"/><Relationship Id="rId4" Type="http://schemas.openxmlformats.org/officeDocument/2006/relationships/oleObject" Target="../embeddings/oleObject89.bin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9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8.bin"/><Relationship Id="rId13" Type="http://schemas.openxmlformats.org/officeDocument/2006/relationships/image" Target="../media/image89.wmf"/><Relationship Id="rId18" Type="http://schemas.openxmlformats.org/officeDocument/2006/relationships/oleObject" Target="../embeddings/oleObject103.bin"/><Relationship Id="rId3" Type="http://schemas.openxmlformats.org/officeDocument/2006/relationships/image" Target="../media/image84.wmf"/><Relationship Id="rId21" Type="http://schemas.openxmlformats.org/officeDocument/2006/relationships/image" Target="../media/image93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91.wmf"/><Relationship Id="rId2" Type="http://schemas.openxmlformats.org/officeDocument/2006/relationships/oleObject" Target="../embeddings/oleObject95.bin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92.wmf"/><Relationship Id="rId4" Type="http://schemas.openxmlformats.org/officeDocument/2006/relationships/oleObject" Target="../embeddings/oleObject96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10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99.wmf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17.bin"/><Relationship Id="rId3" Type="http://schemas.openxmlformats.org/officeDocument/2006/relationships/image" Target="../media/image94.wmf"/><Relationship Id="rId21" Type="http://schemas.openxmlformats.org/officeDocument/2006/relationships/image" Target="../media/image103.emf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10.bin"/><Relationship Id="rId17" Type="http://schemas.openxmlformats.org/officeDocument/2006/relationships/image" Target="../media/image101.wmf"/><Relationship Id="rId25" Type="http://schemas.openxmlformats.org/officeDocument/2006/relationships/image" Target="../media/image105.wmf"/><Relationship Id="rId2" Type="http://schemas.openxmlformats.org/officeDocument/2006/relationships/oleObject" Target="../embeddings/oleObject105.bin"/><Relationship Id="rId16" Type="http://schemas.openxmlformats.org/officeDocument/2006/relationships/oleObject" Target="../embeddings/oleObject112.bin"/><Relationship Id="rId20" Type="http://schemas.openxmlformats.org/officeDocument/2006/relationships/oleObject" Target="../embeddings/oleObject114.bin"/><Relationship Id="rId29" Type="http://schemas.openxmlformats.org/officeDocument/2006/relationships/image" Target="../media/image107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98.emf"/><Relationship Id="rId24" Type="http://schemas.openxmlformats.org/officeDocument/2006/relationships/oleObject" Target="../embeddings/oleObject116.bin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23" Type="http://schemas.openxmlformats.org/officeDocument/2006/relationships/image" Target="../media/image104.wmf"/><Relationship Id="rId28" Type="http://schemas.openxmlformats.org/officeDocument/2006/relationships/oleObject" Target="../embeddings/oleObject118.bin"/><Relationship Id="rId10" Type="http://schemas.openxmlformats.org/officeDocument/2006/relationships/oleObject" Target="../embeddings/oleObject109.bin"/><Relationship Id="rId19" Type="http://schemas.openxmlformats.org/officeDocument/2006/relationships/image" Target="../media/image102.wmf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111.bin"/><Relationship Id="rId22" Type="http://schemas.openxmlformats.org/officeDocument/2006/relationships/oleObject" Target="../embeddings/oleObject115.bin"/><Relationship Id="rId27" Type="http://schemas.openxmlformats.org/officeDocument/2006/relationships/image" Target="../media/image10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27.bin"/><Relationship Id="rId3" Type="http://schemas.openxmlformats.org/officeDocument/2006/relationships/image" Target="../media/image108.wmf"/><Relationship Id="rId21" Type="http://schemas.openxmlformats.org/officeDocument/2006/relationships/image" Target="../media/image117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15.wmf"/><Relationship Id="rId2" Type="http://schemas.openxmlformats.org/officeDocument/2006/relationships/oleObject" Target="../embeddings/oleObject119.bin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16.w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2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118.wmf"/><Relationship Id="rId7" Type="http://schemas.openxmlformats.org/officeDocument/2006/relationships/image" Target="../media/image120.wmf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1.bin"/><Relationship Id="rId11" Type="http://schemas.openxmlformats.org/officeDocument/2006/relationships/image" Target="../media/image122.wmf"/><Relationship Id="rId5" Type="http://schemas.openxmlformats.org/officeDocument/2006/relationships/image" Target="../media/image119.wmf"/><Relationship Id="rId10" Type="http://schemas.openxmlformats.org/officeDocument/2006/relationships/oleObject" Target="../embeddings/oleObject133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2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28.wmf"/><Relationship Id="rId3" Type="http://schemas.openxmlformats.org/officeDocument/2006/relationships/image" Target="../media/image123.wmf"/><Relationship Id="rId7" Type="http://schemas.openxmlformats.org/officeDocument/2006/relationships/image" Target="../media/image125.wmf"/><Relationship Id="rId12" Type="http://schemas.openxmlformats.org/officeDocument/2006/relationships/oleObject" Target="../embeddings/oleObject139.bin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27.wmf"/><Relationship Id="rId5" Type="http://schemas.openxmlformats.org/officeDocument/2006/relationships/image" Target="../media/image124.wmf"/><Relationship Id="rId15" Type="http://schemas.openxmlformats.org/officeDocument/2006/relationships/image" Target="../media/image129.w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26.wmf"/><Relationship Id="rId14" Type="http://schemas.openxmlformats.org/officeDocument/2006/relationships/oleObject" Target="../embeddings/oleObject14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image" Target="../media/image135.wmf"/><Relationship Id="rId18" Type="http://schemas.openxmlformats.org/officeDocument/2006/relationships/oleObject" Target="../embeddings/oleObject149.bin"/><Relationship Id="rId3" Type="http://schemas.openxmlformats.org/officeDocument/2006/relationships/image" Target="../media/image130.wmf"/><Relationship Id="rId21" Type="http://schemas.openxmlformats.org/officeDocument/2006/relationships/image" Target="../media/image139.wmf"/><Relationship Id="rId7" Type="http://schemas.openxmlformats.org/officeDocument/2006/relationships/image" Target="../media/image132.wmf"/><Relationship Id="rId12" Type="http://schemas.openxmlformats.org/officeDocument/2006/relationships/oleObject" Target="../embeddings/oleObject146.bin"/><Relationship Id="rId17" Type="http://schemas.openxmlformats.org/officeDocument/2006/relationships/image" Target="../media/image137.wmf"/><Relationship Id="rId2" Type="http://schemas.openxmlformats.org/officeDocument/2006/relationships/oleObject" Target="../embeddings/oleObject141.bin"/><Relationship Id="rId16" Type="http://schemas.openxmlformats.org/officeDocument/2006/relationships/oleObject" Target="../embeddings/oleObject148.bin"/><Relationship Id="rId20" Type="http://schemas.openxmlformats.org/officeDocument/2006/relationships/oleObject" Target="../embeddings/oleObject1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34.wmf"/><Relationship Id="rId5" Type="http://schemas.openxmlformats.org/officeDocument/2006/relationships/image" Target="../media/image131.wmf"/><Relationship Id="rId15" Type="http://schemas.openxmlformats.org/officeDocument/2006/relationships/image" Target="../media/image136.wmf"/><Relationship Id="rId10" Type="http://schemas.openxmlformats.org/officeDocument/2006/relationships/oleObject" Target="../embeddings/oleObject145.bin"/><Relationship Id="rId19" Type="http://schemas.openxmlformats.org/officeDocument/2006/relationships/image" Target="../media/image138.wmf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33.wmf"/><Relationship Id="rId14" Type="http://schemas.openxmlformats.org/officeDocument/2006/relationships/oleObject" Target="../embeddings/oleObject14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45.wmf"/><Relationship Id="rId3" Type="http://schemas.openxmlformats.org/officeDocument/2006/relationships/image" Target="../media/image140.wmf"/><Relationship Id="rId7" Type="http://schemas.openxmlformats.org/officeDocument/2006/relationships/image" Target="../media/image142.wmf"/><Relationship Id="rId12" Type="http://schemas.openxmlformats.org/officeDocument/2006/relationships/oleObject" Target="../embeddings/oleObject156.bin"/><Relationship Id="rId17" Type="http://schemas.openxmlformats.org/officeDocument/2006/relationships/image" Target="../media/image147.wmf"/><Relationship Id="rId2" Type="http://schemas.openxmlformats.org/officeDocument/2006/relationships/oleObject" Target="../embeddings/oleObject151.bin"/><Relationship Id="rId16" Type="http://schemas.openxmlformats.org/officeDocument/2006/relationships/oleObject" Target="../embeddings/oleObject1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44.wmf"/><Relationship Id="rId5" Type="http://schemas.openxmlformats.org/officeDocument/2006/relationships/image" Target="../media/image141.wmf"/><Relationship Id="rId15" Type="http://schemas.openxmlformats.org/officeDocument/2006/relationships/image" Target="../media/image146.wmf"/><Relationship Id="rId10" Type="http://schemas.openxmlformats.org/officeDocument/2006/relationships/oleObject" Target="../embeddings/oleObject155.bin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43.wmf"/><Relationship Id="rId14" Type="http://schemas.openxmlformats.org/officeDocument/2006/relationships/oleObject" Target="../embeddings/oleObject157.bin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3.wmf"/><Relationship Id="rId18" Type="http://schemas.openxmlformats.org/officeDocument/2006/relationships/oleObject" Target="../embeddings/oleObject167.bin"/><Relationship Id="rId26" Type="http://schemas.openxmlformats.org/officeDocument/2006/relationships/oleObject" Target="../embeddings/oleObject171.bin"/><Relationship Id="rId39" Type="http://schemas.openxmlformats.org/officeDocument/2006/relationships/image" Target="../media/image166.wmf"/><Relationship Id="rId21" Type="http://schemas.openxmlformats.org/officeDocument/2006/relationships/image" Target="../media/image157.wmf"/><Relationship Id="rId34" Type="http://schemas.openxmlformats.org/officeDocument/2006/relationships/oleObject" Target="../embeddings/oleObject175.bin"/><Relationship Id="rId7" Type="http://schemas.openxmlformats.org/officeDocument/2006/relationships/image" Target="../media/image150.w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155.wmf"/><Relationship Id="rId25" Type="http://schemas.openxmlformats.org/officeDocument/2006/relationships/image" Target="../media/image159.wmf"/><Relationship Id="rId33" Type="http://schemas.openxmlformats.org/officeDocument/2006/relationships/image" Target="../media/image163.wmf"/><Relationship Id="rId38" Type="http://schemas.openxmlformats.org/officeDocument/2006/relationships/oleObject" Target="../embeddings/oleObject177.bin"/><Relationship Id="rId2" Type="http://schemas.openxmlformats.org/officeDocument/2006/relationships/oleObject" Target="../embeddings/oleObject159.bin"/><Relationship Id="rId16" Type="http://schemas.openxmlformats.org/officeDocument/2006/relationships/oleObject" Target="../embeddings/oleObject166.bin"/><Relationship Id="rId20" Type="http://schemas.openxmlformats.org/officeDocument/2006/relationships/oleObject" Target="../embeddings/oleObject168.bin"/><Relationship Id="rId29" Type="http://schemas.openxmlformats.org/officeDocument/2006/relationships/image" Target="../media/image16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152.wmf"/><Relationship Id="rId24" Type="http://schemas.openxmlformats.org/officeDocument/2006/relationships/oleObject" Target="../embeddings/oleObject170.bin"/><Relationship Id="rId32" Type="http://schemas.openxmlformats.org/officeDocument/2006/relationships/oleObject" Target="../embeddings/oleObject174.bin"/><Relationship Id="rId37" Type="http://schemas.openxmlformats.org/officeDocument/2006/relationships/image" Target="../media/image165.wmf"/><Relationship Id="rId5" Type="http://schemas.openxmlformats.org/officeDocument/2006/relationships/image" Target="../media/image149.wmf"/><Relationship Id="rId15" Type="http://schemas.openxmlformats.org/officeDocument/2006/relationships/image" Target="../media/image154.wmf"/><Relationship Id="rId23" Type="http://schemas.openxmlformats.org/officeDocument/2006/relationships/image" Target="../media/image158.wmf"/><Relationship Id="rId28" Type="http://schemas.openxmlformats.org/officeDocument/2006/relationships/oleObject" Target="../embeddings/oleObject172.bin"/><Relationship Id="rId36" Type="http://schemas.openxmlformats.org/officeDocument/2006/relationships/oleObject" Target="../embeddings/oleObject176.bin"/><Relationship Id="rId10" Type="http://schemas.openxmlformats.org/officeDocument/2006/relationships/oleObject" Target="../embeddings/oleObject163.bin"/><Relationship Id="rId19" Type="http://schemas.openxmlformats.org/officeDocument/2006/relationships/image" Target="../media/image156.wmf"/><Relationship Id="rId31" Type="http://schemas.openxmlformats.org/officeDocument/2006/relationships/image" Target="../media/image162.wmf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151.wmf"/><Relationship Id="rId14" Type="http://schemas.openxmlformats.org/officeDocument/2006/relationships/oleObject" Target="../embeddings/oleObject165.bin"/><Relationship Id="rId22" Type="http://schemas.openxmlformats.org/officeDocument/2006/relationships/oleObject" Target="../embeddings/oleObject169.bin"/><Relationship Id="rId27" Type="http://schemas.openxmlformats.org/officeDocument/2006/relationships/image" Target="../media/image160.wmf"/><Relationship Id="rId30" Type="http://schemas.openxmlformats.org/officeDocument/2006/relationships/oleObject" Target="../embeddings/oleObject173.bin"/><Relationship Id="rId35" Type="http://schemas.openxmlformats.org/officeDocument/2006/relationships/image" Target="../media/image164.wmf"/><Relationship Id="rId8" Type="http://schemas.openxmlformats.org/officeDocument/2006/relationships/oleObject" Target="../embeddings/oleObject162.bin"/><Relationship Id="rId3" Type="http://schemas.openxmlformats.org/officeDocument/2006/relationships/image" Target="../media/image14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13" Type="http://schemas.openxmlformats.org/officeDocument/2006/relationships/image" Target="../media/image172.wmf"/><Relationship Id="rId18" Type="http://schemas.openxmlformats.org/officeDocument/2006/relationships/oleObject" Target="../embeddings/oleObject186.bin"/><Relationship Id="rId3" Type="http://schemas.openxmlformats.org/officeDocument/2006/relationships/image" Target="../media/image167.wmf"/><Relationship Id="rId21" Type="http://schemas.openxmlformats.org/officeDocument/2006/relationships/image" Target="../media/image176.wmf"/><Relationship Id="rId7" Type="http://schemas.openxmlformats.org/officeDocument/2006/relationships/image" Target="../media/image169.wmf"/><Relationship Id="rId12" Type="http://schemas.openxmlformats.org/officeDocument/2006/relationships/oleObject" Target="../embeddings/oleObject183.bin"/><Relationship Id="rId17" Type="http://schemas.openxmlformats.org/officeDocument/2006/relationships/image" Target="../media/image174.wmf"/><Relationship Id="rId25" Type="http://schemas.openxmlformats.org/officeDocument/2006/relationships/image" Target="../media/image178.wmf"/><Relationship Id="rId2" Type="http://schemas.openxmlformats.org/officeDocument/2006/relationships/oleObject" Target="../embeddings/oleObject178.bin"/><Relationship Id="rId16" Type="http://schemas.openxmlformats.org/officeDocument/2006/relationships/oleObject" Target="../embeddings/oleObject185.bin"/><Relationship Id="rId20" Type="http://schemas.openxmlformats.org/officeDocument/2006/relationships/oleObject" Target="../embeddings/oleObject1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0.bin"/><Relationship Id="rId11" Type="http://schemas.openxmlformats.org/officeDocument/2006/relationships/image" Target="../media/image171.wmf"/><Relationship Id="rId24" Type="http://schemas.openxmlformats.org/officeDocument/2006/relationships/oleObject" Target="../embeddings/oleObject189.bin"/><Relationship Id="rId5" Type="http://schemas.openxmlformats.org/officeDocument/2006/relationships/image" Target="../media/image168.wmf"/><Relationship Id="rId15" Type="http://schemas.openxmlformats.org/officeDocument/2006/relationships/image" Target="../media/image173.wmf"/><Relationship Id="rId23" Type="http://schemas.openxmlformats.org/officeDocument/2006/relationships/image" Target="../media/image177.wmf"/><Relationship Id="rId10" Type="http://schemas.openxmlformats.org/officeDocument/2006/relationships/oleObject" Target="../embeddings/oleObject182.bin"/><Relationship Id="rId19" Type="http://schemas.openxmlformats.org/officeDocument/2006/relationships/image" Target="../media/image175.wmf"/><Relationship Id="rId4" Type="http://schemas.openxmlformats.org/officeDocument/2006/relationships/oleObject" Target="../embeddings/oleObject179.bin"/><Relationship Id="rId9" Type="http://schemas.openxmlformats.org/officeDocument/2006/relationships/image" Target="../media/image170.wmf"/><Relationship Id="rId14" Type="http://schemas.openxmlformats.org/officeDocument/2006/relationships/oleObject" Target="../embeddings/oleObject184.bin"/><Relationship Id="rId22" Type="http://schemas.openxmlformats.org/officeDocument/2006/relationships/oleObject" Target="../embeddings/oleObject18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3.bin"/><Relationship Id="rId13" Type="http://schemas.openxmlformats.org/officeDocument/2006/relationships/image" Target="../media/image184.wmf"/><Relationship Id="rId3" Type="http://schemas.openxmlformats.org/officeDocument/2006/relationships/image" Target="../media/image179.wmf"/><Relationship Id="rId7" Type="http://schemas.openxmlformats.org/officeDocument/2006/relationships/image" Target="../media/image181.wmf"/><Relationship Id="rId12" Type="http://schemas.openxmlformats.org/officeDocument/2006/relationships/oleObject" Target="../embeddings/oleObject195.bin"/><Relationship Id="rId17" Type="http://schemas.openxmlformats.org/officeDocument/2006/relationships/image" Target="../media/image186.wmf"/><Relationship Id="rId2" Type="http://schemas.openxmlformats.org/officeDocument/2006/relationships/oleObject" Target="../embeddings/oleObject190.bin"/><Relationship Id="rId16" Type="http://schemas.openxmlformats.org/officeDocument/2006/relationships/oleObject" Target="../embeddings/oleObject19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2.bin"/><Relationship Id="rId11" Type="http://schemas.openxmlformats.org/officeDocument/2006/relationships/image" Target="../media/image183.wmf"/><Relationship Id="rId5" Type="http://schemas.openxmlformats.org/officeDocument/2006/relationships/image" Target="../media/image180.wmf"/><Relationship Id="rId15" Type="http://schemas.openxmlformats.org/officeDocument/2006/relationships/image" Target="../media/image185.wmf"/><Relationship Id="rId10" Type="http://schemas.openxmlformats.org/officeDocument/2006/relationships/oleObject" Target="../embeddings/oleObject194.bin"/><Relationship Id="rId4" Type="http://schemas.openxmlformats.org/officeDocument/2006/relationships/oleObject" Target="../embeddings/oleObject191.bin"/><Relationship Id="rId9" Type="http://schemas.openxmlformats.org/officeDocument/2006/relationships/image" Target="../media/image182.wmf"/><Relationship Id="rId14" Type="http://schemas.openxmlformats.org/officeDocument/2006/relationships/oleObject" Target="../embeddings/oleObject19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3" Type="http://schemas.openxmlformats.org/officeDocument/2006/relationships/image" Target="../media/image187.wmf"/><Relationship Id="rId7" Type="http://schemas.openxmlformats.org/officeDocument/2006/relationships/image" Target="../media/image189.wmf"/><Relationship Id="rId2" Type="http://schemas.openxmlformats.org/officeDocument/2006/relationships/oleObject" Target="../embeddings/oleObject19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0.bin"/><Relationship Id="rId5" Type="http://schemas.openxmlformats.org/officeDocument/2006/relationships/image" Target="../media/image188.wmf"/><Relationship Id="rId4" Type="http://schemas.openxmlformats.org/officeDocument/2006/relationships/oleObject" Target="../embeddings/oleObject199.bin"/><Relationship Id="rId9" Type="http://schemas.openxmlformats.org/officeDocument/2006/relationships/image" Target="../media/image19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196.wmf"/><Relationship Id="rId18" Type="http://schemas.openxmlformats.org/officeDocument/2006/relationships/oleObject" Target="../embeddings/oleObject210.bin"/><Relationship Id="rId3" Type="http://schemas.openxmlformats.org/officeDocument/2006/relationships/image" Target="../media/image191.wmf"/><Relationship Id="rId21" Type="http://schemas.openxmlformats.org/officeDocument/2006/relationships/image" Target="../media/image200.wmf"/><Relationship Id="rId7" Type="http://schemas.openxmlformats.org/officeDocument/2006/relationships/image" Target="../media/image193.wmf"/><Relationship Id="rId12" Type="http://schemas.openxmlformats.org/officeDocument/2006/relationships/oleObject" Target="../embeddings/oleObject207.bin"/><Relationship Id="rId17" Type="http://schemas.openxmlformats.org/officeDocument/2006/relationships/image" Target="../media/image198.wmf"/><Relationship Id="rId2" Type="http://schemas.openxmlformats.org/officeDocument/2006/relationships/oleObject" Target="../embeddings/oleObject202.bin"/><Relationship Id="rId16" Type="http://schemas.openxmlformats.org/officeDocument/2006/relationships/oleObject" Target="../embeddings/oleObject209.bin"/><Relationship Id="rId20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195.wmf"/><Relationship Id="rId5" Type="http://schemas.openxmlformats.org/officeDocument/2006/relationships/image" Target="../media/image192.wmf"/><Relationship Id="rId15" Type="http://schemas.openxmlformats.org/officeDocument/2006/relationships/image" Target="../media/image197.wmf"/><Relationship Id="rId23" Type="http://schemas.openxmlformats.org/officeDocument/2006/relationships/image" Target="../media/image201.emf"/><Relationship Id="rId10" Type="http://schemas.openxmlformats.org/officeDocument/2006/relationships/oleObject" Target="../embeddings/oleObject206.bin"/><Relationship Id="rId19" Type="http://schemas.openxmlformats.org/officeDocument/2006/relationships/image" Target="../media/image199.wmf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194.wmf"/><Relationship Id="rId14" Type="http://schemas.openxmlformats.org/officeDocument/2006/relationships/oleObject" Target="../embeddings/oleObject208.bin"/><Relationship Id="rId22" Type="http://schemas.openxmlformats.org/officeDocument/2006/relationships/oleObject" Target="../embeddings/oleObject21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207.wmf"/><Relationship Id="rId3" Type="http://schemas.openxmlformats.org/officeDocument/2006/relationships/image" Target="../media/image202.wmf"/><Relationship Id="rId7" Type="http://schemas.openxmlformats.org/officeDocument/2006/relationships/image" Target="../media/image204.wmf"/><Relationship Id="rId12" Type="http://schemas.openxmlformats.org/officeDocument/2006/relationships/oleObject" Target="../embeddings/oleObject218.bin"/><Relationship Id="rId2" Type="http://schemas.openxmlformats.org/officeDocument/2006/relationships/oleObject" Target="../embeddings/oleObject2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206.wmf"/><Relationship Id="rId5" Type="http://schemas.openxmlformats.org/officeDocument/2006/relationships/image" Target="../media/image203.wmf"/><Relationship Id="rId15" Type="http://schemas.openxmlformats.org/officeDocument/2006/relationships/image" Target="../media/image208.wmf"/><Relationship Id="rId10" Type="http://schemas.openxmlformats.org/officeDocument/2006/relationships/oleObject" Target="../embeddings/oleObject217.bin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205.wmf"/><Relationship Id="rId14" Type="http://schemas.openxmlformats.org/officeDocument/2006/relationships/oleObject" Target="../embeddings/oleObject21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3.bin"/><Relationship Id="rId13" Type="http://schemas.openxmlformats.org/officeDocument/2006/relationships/image" Target="../media/image214.wmf"/><Relationship Id="rId18" Type="http://schemas.openxmlformats.org/officeDocument/2006/relationships/oleObject" Target="../embeddings/oleObject228.bin"/><Relationship Id="rId26" Type="http://schemas.openxmlformats.org/officeDocument/2006/relationships/oleObject" Target="../embeddings/oleObject232.bin"/><Relationship Id="rId3" Type="http://schemas.openxmlformats.org/officeDocument/2006/relationships/image" Target="../media/image209.wmf"/><Relationship Id="rId21" Type="http://schemas.openxmlformats.org/officeDocument/2006/relationships/image" Target="../media/image218.wmf"/><Relationship Id="rId7" Type="http://schemas.openxmlformats.org/officeDocument/2006/relationships/image" Target="../media/image211.wmf"/><Relationship Id="rId12" Type="http://schemas.openxmlformats.org/officeDocument/2006/relationships/oleObject" Target="../embeddings/oleObject225.bin"/><Relationship Id="rId17" Type="http://schemas.openxmlformats.org/officeDocument/2006/relationships/image" Target="../media/image216.wmf"/><Relationship Id="rId25" Type="http://schemas.openxmlformats.org/officeDocument/2006/relationships/image" Target="../media/image220.wmf"/><Relationship Id="rId2" Type="http://schemas.openxmlformats.org/officeDocument/2006/relationships/oleObject" Target="../embeddings/oleObject220.bin"/><Relationship Id="rId16" Type="http://schemas.openxmlformats.org/officeDocument/2006/relationships/oleObject" Target="../embeddings/oleObject227.bin"/><Relationship Id="rId20" Type="http://schemas.openxmlformats.org/officeDocument/2006/relationships/oleObject" Target="../embeddings/oleObject229.bin"/><Relationship Id="rId29" Type="http://schemas.openxmlformats.org/officeDocument/2006/relationships/image" Target="../media/image222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2.bin"/><Relationship Id="rId11" Type="http://schemas.openxmlformats.org/officeDocument/2006/relationships/image" Target="../media/image213.wmf"/><Relationship Id="rId24" Type="http://schemas.openxmlformats.org/officeDocument/2006/relationships/oleObject" Target="../embeddings/oleObject231.bin"/><Relationship Id="rId5" Type="http://schemas.openxmlformats.org/officeDocument/2006/relationships/image" Target="../media/image210.wmf"/><Relationship Id="rId15" Type="http://schemas.openxmlformats.org/officeDocument/2006/relationships/image" Target="../media/image215.wmf"/><Relationship Id="rId23" Type="http://schemas.openxmlformats.org/officeDocument/2006/relationships/image" Target="../media/image219.wmf"/><Relationship Id="rId28" Type="http://schemas.openxmlformats.org/officeDocument/2006/relationships/oleObject" Target="../embeddings/oleObject233.bin"/><Relationship Id="rId10" Type="http://schemas.openxmlformats.org/officeDocument/2006/relationships/oleObject" Target="../embeddings/oleObject224.bin"/><Relationship Id="rId19" Type="http://schemas.openxmlformats.org/officeDocument/2006/relationships/image" Target="../media/image217.wmf"/><Relationship Id="rId4" Type="http://schemas.openxmlformats.org/officeDocument/2006/relationships/oleObject" Target="../embeddings/oleObject221.bin"/><Relationship Id="rId9" Type="http://schemas.openxmlformats.org/officeDocument/2006/relationships/image" Target="../media/image212.wmf"/><Relationship Id="rId14" Type="http://schemas.openxmlformats.org/officeDocument/2006/relationships/oleObject" Target="../embeddings/oleObject226.bin"/><Relationship Id="rId22" Type="http://schemas.openxmlformats.org/officeDocument/2006/relationships/oleObject" Target="../embeddings/oleObject230.bin"/><Relationship Id="rId27" Type="http://schemas.openxmlformats.org/officeDocument/2006/relationships/image" Target="../media/image22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emf"/><Relationship Id="rId2" Type="http://schemas.openxmlformats.org/officeDocument/2006/relationships/oleObject" Target="../embeddings/oleObject234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7.bin"/><Relationship Id="rId3" Type="http://schemas.openxmlformats.org/officeDocument/2006/relationships/image" Target="../media/image224.wmf"/><Relationship Id="rId7" Type="http://schemas.openxmlformats.org/officeDocument/2006/relationships/image" Target="../media/image227.png"/><Relationship Id="rId2" Type="http://schemas.openxmlformats.org/officeDocument/2006/relationships/oleObject" Target="../embeddings/oleObject23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5.wmf"/><Relationship Id="rId4" Type="http://schemas.openxmlformats.org/officeDocument/2006/relationships/oleObject" Target="../embeddings/oleObject236.bin"/><Relationship Id="rId9" Type="http://schemas.openxmlformats.org/officeDocument/2006/relationships/image" Target="../media/image22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oleObject" Target="../embeddings/oleObject243.bin"/><Relationship Id="rId18" Type="http://schemas.openxmlformats.org/officeDocument/2006/relationships/image" Target="../media/image236.wmf"/><Relationship Id="rId3" Type="http://schemas.openxmlformats.org/officeDocument/2006/relationships/oleObject" Target="../embeddings/oleObject238.bin"/><Relationship Id="rId7" Type="http://schemas.openxmlformats.org/officeDocument/2006/relationships/oleObject" Target="../embeddings/oleObject240.bin"/><Relationship Id="rId12" Type="http://schemas.openxmlformats.org/officeDocument/2006/relationships/image" Target="../media/image233.wmf"/><Relationship Id="rId17" Type="http://schemas.openxmlformats.org/officeDocument/2006/relationships/oleObject" Target="../embeddings/oleObject245.bin"/><Relationship Id="rId2" Type="http://schemas.openxmlformats.org/officeDocument/2006/relationships/image" Target="../media/image228.png"/><Relationship Id="rId16" Type="http://schemas.openxmlformats.org/officeDocument/2006/relationships/image" Target="../media/image235.wmf"/><Relationship Id="rId20" Type="http://schemas.openxmlformats.org/officeDocument/2006/relationships/image" Target="../media/image237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42.bin"/><Relationship Id="rId5" Type="http://schemas.openxmlformats.org/officeDocument/2006/relationships/oleObject" Target="../embeddings/oleObject239.bin"/><Relationship Id="rId15" Type="http://schemas.openxmlformats.org/officeDocument/2006/relationships/oleObject" Target="../embeddings/oleObject244.bin"/><Relationship Id="rId10" Type="http://schemas.openxmlformats.org/officeDocument/2006/relationships/image" Target="../media/image232.wmf"/><Relationship Id="rId19" Type="http://schemas.openxmlformats.org/officeDocument/2006/relationships/oleObject" Target="../embeddings/oleObject246.bin"/><Relationship Id="rId4" Type="http://schemas.openxmlformats.org/officeDocument/2006/relationships/image" Target="../media/image229.emf"/><Relationship Id="rId9" Type="http://schemas.openxmlformats.org/officeDocument/2006/relationships/oleObject" Target="../embeddings/oleObject241.bin"/><Relationship Id="rId14" Type="http://schemas.openxmlformats.org/officeDocument/2006/relationships/image" Target="../media/image23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0.bin"/><Relationship Id="rId13" Type="http://schemas.openxmlformats.org/officeDocument/2006/relationships/image" Target="../media/image243.wmf"/><Relationship Id="rId18" Type="http://schemas.openxmlformats.org/officeDocument/2006/relationships/oleObject" Target="../embeddings/oleObject255.bin"/><Relationship Id="rId3" Type="http://schemas.openxmlformats.org/officeDocument/2006/relationships/image" Target="../media/image238.wmf"/><Relationship Id="rId21" Type="http://schemas.openxmlformats.org/officeDocument/2006/relationships/image" Target="../media/image247.png"/><Relationship Id="rId7" Type="http://schemas.openxmlformats.org/officeDocument/2006/relationships/image" Target="../media/image240.wmf"/><Relationship Id="rId12" Type="http://schemas.openxmlformats.org/officeDocument/2006/relationships/oleObject" Target="../embeddings/oleObject252.bin"/><Relationship Id="rId17" Type="http://schemas.openxmlformats.org/officeDocument/2006/relationships/image" Target="../media/image245.wmf"/><Relationship Id="rId2" Type="http://schemas.openxmlformats.org/officeDocument/2006/relationships/oleObject" Target="../embeddings/oleObject247.bin"/><Relationship Id="rId16" Type="http://schemas.openxmlformats.org/officeDocument/2006/relationships/oleObject" Target="../embeddings/oleObject254.bin"/><Relationship Id="rId20" Type="http://schemas.openxmlformats.org/officeDocument/2006/relationships/oleObject" Target="../embeddings/oleObject25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9.bin"/><Relationship Id="rId11" Type="http://schemas.openxmlformats.org/officeDocument/2006/relationships/image" Target="../media/image242.wmf"/><Relationship Id="rId5" Type="http://schemas.openxmlformats.org/officeDocument/2006/relationships/image" Target="../media/image239.wmf"/><Relationship Id="rId15" Type="http://schemas.openxmlformats.org/officeDocument/2006/relationships/image" Target="../media/image244.wmf"/><Relationship Id="rId23" Type="http://schemas.openxmlformats.org/officeDocument/2006/relationships/image" Target="../media/image248.emf"/><Relationship Id="rId10" Type="http://schemas.openxmlformats.org/officeDocument/2006/relationships/oleObject" Target="../embeddings/oleObject251.bin"/><Relationship Id="rId19" Type="http://schemas.openxmlformats.org/officeDocument/2006/relationships/image" Target="../media/image246.wmf"/><Relationship Id="rId4" Type="http://schemas.openxmlformats.org/officeDocument/2006/relationships/oleObject" Target="../embeddings/oleObject248.bin"/><Relationship Id="rId9" Type="http://schemas.openxmlformats.org/officeDocument/2006/relationships/image" Target="../media/image241.wmf"/><Relationship Id="rId14" Type="http://schemas.openxmlformats.org/officeDocument/2006/relationships/oleObject" Target="../embeddings/oleObject253.bin"/><Relationship Id="rId22" Type="http://schemas.openxmlformats.org/officeDocument/2006/relationships/oleObject" Target="../embeddings/oleObject257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1.bin"/><Relationship Id="rId13" Type="http://schemas.openxmlformats.org/officeDocument/2006/relationships/image" Target="../media/image253.wmf"/><Relationship Id="rId18" Type="http://schemas.openxmlformats.org/officeDocument/2006/relationships/image" Target="../media/image255.wmf"/><Relationship Id="rId26" Type="http://schemas.openxmlformats.org/officeDocument/2006/relationships/image" Target="../media/image259.wmf"/><Relationship Id="rId3" Type="http://schemas.openxmlformats.org/officeDocument/2006/relationships/image" Target="../media/image249.wmf"/><Relationship Id="rId21" Type="http://schemas.openxmlformats.org/officeDocument/2006/relationships/oleObject" Target="../embeddings/oleObject268.bin"/><Relationship Id="rId7" Type="http://schemas.openxmlformats.org/officeDocument/2006/relationships/image" Target="../media/image250.wmf"/><Relationship Id="rId12" Type="http://schemas.openxmlformats.org/officeDocument/2006/relationships/oleObject" Target="../embeddings/oleObject263.bin"/><Relationship Id="rId17" Type="http://schemas.openxmlformats.org/officeDocument/2006/relationships/oleObject" Target="../embeddings/oleObject266.bin"/><Relationship Id="rId25" Type="http://schemas.openxmlformats.org/officeDocument/2006/relationships/oleObject" Target="../embeddings/oleObject270.bin"/><Relationship Id="rId2" Type="http://schemas.openxmlformats.org/officeDocument/2006/relationships/oleObject" Target="../embeddings/oleObject258.bin"/><Relationship Id="rId16" Type="http://schemas.openxmlformats.org/officeDocument/2006/relationships/oleObject" Target="../embeddings/oleObject265.bin"/><Relationship Id="rId20" Type="http://schemas.openxmlformats.org/officeDocument/2006/relationships/image" Target="../media/image25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60.bin"/><Relationship Id="rId11" Type="http://schemas.openxmlformats.org/officeDocument/2006/relationships/image" Target="../media/image252.wmf"/><Relationship Id="rId24" Type="http://schemas.openxmlformats.org/officeDocument/2006/relationships/image" Target="../media/image258.wmf"/><Relationship Id="rId5" Type="http://schemas.openxmlformats.org/officeDocument/2006/relationships/image" Target="../media/image239.wmf"/><Relationship Id="rId15" Type="http://schemas.openxmlformats.org/officeDocument/2006/relationships/image" Target="../media/image254.wmf"/><Relationship Id="rId23" Type="http://schemas.openxmlformats.org/officeDocument/2006/relationships/oleObject" Target="../embeddings/oleObject269.bin"/><Relationship Id="rId28" Type="http://schemas.openxmlformats.org/officeDocument/2006/relationships/image" Target="../media/image260.wmf"/><Relationship Id="rId10" Type="http://schemas.openxmlformats.org/officeDocument/2006/relationships/oleObject" Target="../embeddings/oleObject262.bin"/><Relationship Id="rId19" Type="http://schemas.openxmlformats.org/officeDocument/2006/relationships/oleObject" Target="../embeddings/oleObject267.bin"/><Relationship Id="rId4" Type="http://schemas.openxmlformats.org/officeDocument/2006/relationships/oleObject" Target="../embeddings/oleObject259.bin"/><Relationship Id="rId9" Type="http://schemas.openxmlformats.org/officeDocument/2006/relationships/image" Target="../media/image251.wmf"/><Relationship Id="rId14" Type="http://schemas.openxmlformats.org/officeDocument/2006/relationships/oleObject" Target="../embeddings/oleObject264.bin"/><Relationship Id="rId22" Type="http://schemas.openxmlformats.org/officeDocument/2006/relationships/image" Target="../media/image257.wmf"/><Relationship Id="rId27" Type="http://schemas.openxmlformats.org/officeDocument/2006/relationships/oleObject" Target="../embeddings/oleObject271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2.bin"/><Relationship Id="rId2" Type="http://schemas.openxmlformats.org/officeDocument/2006/relationships/image" Target="../media/image26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3.wmf"/><Relationship Id="rId5" Type="http://schemas.openxmlformats.org/officeDocument/2006/relationships/oleObject" Target="../embeddings/oleObject273.bin"/><Relationship Id="rId4" Type="http://schemas.openxmlformats.org/officeDocument/2006/relationships/image" Target="../media/image26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7.bin"/><Relationship Id="rId3" Type="http://schemas.openxmlformats.org/officeDocument/2006/relationships/image" Target="../media/image264.wmf"/><Relationship Id="rId7" Type="http://schemas.openxmlformats.org/officeDocument/2006/relationships/image" Target="../media/image266.wmf"/><Relationship Id="rId2" Type="http://schemas.openxmlformats.org/officeDocument/2006/relationships/oleObject" Target="../embeddings/oleObject2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6.bin"/><Relationship Id="rId5" Type="http://schemas.openxmlformats.org/officeDocument/2006/relationships/image" Target="../media/image265.wmf"/><Relationship Id="rId4" Type="http://schemas.openxmlformats.org/officeDocument/2006/relationships/oleObject" Target="../embeddings/oleObject275.bin"/><Relationship Id="rId9" Type="http://schemas.openxmlformats.org/officeDocument/2006/relationships/image" Target="../media/image26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1.bin"/><Relationship Id="rId13" Type="http://schemas.openxmlformats.org/officeDocument/2006/relationships/image" Target="../media/image273.wmf"/><Relationship Id="rId3" Type="http://schemas.openxmlformats.org/officeDocument/2006/relationships/image" Target="../media/image268.wmf"/><Relationship Id="rId7" Type="http://schemas.openxmlformats.org/officeDocument/2006/relationships/image" Target="../media/image270.wmf"/><Relationship Id="rId12" Type="http://schemas.openxmlformats.org/officeDocument/2006/relationships/oleObject" Target="../embeddings/oleObject283.bin"/><Relationship Id="rId2" Type="http://schemas.openxmlformats.org/officeDocument/2006/relationships/oleObject" Target="../embeddings/oleObject2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0.bin"/><Relationship Id="rId11" Type="http://schemas.openxmlformats.org/officeDocument/2006/relationships/image" Target="../media/image272.wmf"/><Relationship Id="rId5" Type="http://schemas.openxmlformats.org/officeDocument/2006/relationships/image" Target="../media/image269.wmf"/><Relationship Id="rId15" Type="http://schemas.openxmlformats.org/officeDocument/2006/relationships/image" Target="../media/image274.wmf"/><Relationship Id="rId10" Type="http://schemas.openxmlformats.org/officeDocument/2006/relationships/oleObject" Target="../embeddings/oleObject282.bin"/><Relationship Id="rId4" Type="http://schemas.openxmlformats.org/officeDocument/2006/relationships/oleObject" Target="../embeddings/oleObject279.bin"/><Relationship Id="rId9" Type="http://schemas.openxmlformats.org/officeDocument/2006/relationships/image" Target="../media/image271.wmf"/><Relationship Id="rId14" Type="http://schemas.openxmlformats.org/officeDocument/2006/relationships/oleObject" Target="../embeddings/oleObject284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8.bin"/><Relationship Id="rId13" Type="http://schemas.openxmlformats.org/officeDocument/2006/relationships/image" Target="../media/image280.wmf"/><Relationship Id="rId3" Type="http://schemas.openxmlformats.org/officeDocument/2006/relationships/image" Target="../media/image275.wmf"/><Relationship Id="rId7" Type="http://schemas.openxmlformats.org/officeDocument/2006/relationships/image" Target="../media/image277.wmf"/><Relationship Id="rId12" Type="http://schemas.openxmlformats.org/officeDocument/2006/relationships/oleObject" Target="../embeddings/oleObject290.bin"/><Relationship Id="rId17" Type="http://schemas.openxmlformats.org/officeDocument/2006/relationships/image" Target="../media/image282.wmf"/><Relationship Id="rId2" Type="http://schemas.openxmlformats.org/officeDocument/2006/relationships/oleObject" Target="../embeddings/oleObject285.bin"/><Relationship Id="rId16" Type="http://schemas.openxmlformats.org/officeDocument/2006/relationships/oleObject" Target="../embeddings/oleObject29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7.bin"/><Relationship Id="rId11" Type="http://schemas.openxmlformats.org/officeDocument/2006/relationships/image" Target="../media/image279.wmf"/><Relationship Id="rId5" Type="http://schemas.openxmlformats.org/officeDocument/2006/relationships/image" Target="../media/image276.wmf"/><Relationship Id="rId15" Type="http://schemas.openxmlformats.org/officeDocument/2006/relationships/image" Target="../media/image281.wmf"/><Relationship Id="rId10" Type="http://schemas.openxmlformats.org/officeDocument/2006/relationships/oleObject" Target="../embeddings/oleObject289.bin"/><Relationship Id="rId4" Type="http://schemas.openxmlformats.org/officeDocument/2006/relationships/oleObject" Target="../embeddings/oleObject286.bin"/><Relationship Id="rId9" Type="http://schemas.openxmlformats.org/officeDocument/2006/relationships/image" Target="../media/image278.wmf"/><Relationship Id="rId14" Type="http://schemas.openxmlformats.org/officeDocument/2006/relationships/oleObject" Target="../embeddings/oleObject29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6.bin"/><Relationship Id="rId13" Type="http://schemas.openxmlformats.org/officeDocument/2006/relationships/image" Target="../media/image288.wmf"/><Relationship Id="rId18" Type="http://schemas.openxmlformats.org/officeDocument/2006/relationships/oleObject" Target="../embeddings/oleObject301.bin"/><Relationship Id="rId3" Type="http://schemas.openxmlformats.org/officeDocument/2006/relationships/image" Target="../media/image283.wmf"/><Relationship Id="rId7" Type="http://schemas.openxmlformats.org/officeDocument/2006/relationships/image" Target="../media/image285.wmf"/><Relationship Id="rId12" Type="http://schemas.openxmlformats.org/officeDocument/2006/relationships/oleObject" Target="../embeddings/oleObject298.bin"/><Relationship Id="rId17" Type="http://schemas.openxmlformats.org/officeDocument/2006/relationships/image" Target="../media/image290.wmf"/><Relationship Id="rId2" Type="http://schemas.openxmlformats.org/officeDocument/2006/relationships/oleObject" Target="../embeddings/oleObject293.bin"/><Relationship Id="rId16" Type="http://schemas.openxmlformats.org/officeDocument/2006/relationships/oleObject" Target="../embeddings/oleObject30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5.bin"/><Relationship Id="rId11" Type="http://schemas.openxmlformats.org/officeDocument/2006/relationships/image" Target="../media/image287.wmf"/><Relationship Id="rId5" Type="http://schemas.openxmlformats.org/officeDocument/2006/relationships/image" Target="../media/image284.wmf"/><Relationship Id="rId15" Type="http://schemas.openxmlformats.org/officeDocument/2006/relationships/image" Target="../media/image289.wmf"/><Relationship Id="rId10" Type="http://schemas.openxmlformats.org/officeDocument/2006/relationships/oleObject" Target="../embeddings/oleObject297.bin"/><Relationship Id="rId19" Type="http://schemas.openxmlformats.org/officeDocument/2006/relationships/image" Target="../media/image291.wmf"/><Relationship Id="rId4" Type="http://schemas.openxmlformats.org/officeDocument/2006/relationships/oleObject" Target="../embeddings/oleObject294.bin"/><Relationship Id="rId9" Type="http://schemas.openxmlformats.org/officeDocument/2006/relationships/image" Target="../media/image286.wmf"/><Relationship Id="rId14" Type="http://schemas.openxmlformats.org/officeDocument/2006/relationships/oleObject" Target="../embeddings/oleObject299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5.bin"/><Relationship Id="rId13" Type="http://schemas.openxmlformats.org/officeDocument/2006/relationships/image" Target="../media/image297.wmf"/><Relationship Id="rId18" Type="http://schemas.openxmlformats.org/officeDocument/2006/relationships/oleObject" Target="../embeddings/oleObject310.bin"/><Relationship Id="rId26" Type="http://schemas.openxmlformats.org/officeDocument/2006/relationships/oleObject" Target="../embeddings/oleObject314.bin"/><Relationship Id="rId3" Type="http://schemas.openxmlformats.org/officeDocument/2006/relationships/image" Target="../media/image292.wmf"/><Relationship Id="rId21" Type="http://schemas.openxmlformats.org/officeDocument/2006/relationships/image" Target="../media/image301.wmf"/><Relationship Id="rId7" Type="http://schemas.openxmlformats.org/officeDocument/2006/relationships/image" Target="../media/image294.wmf"/><Relationship Id="rId12" Type="http://schemas.openxmlformats.org/officeDocument/2006/relationships/oleObject" Target="../embeddings/oleObject307.bin"/><Relationship Id="rId17" Type="http://schemas.openxmlformats.org/officeDocument/2006/relationships/image" Target="../media/image299.wmf"/><Relationship Id="rId25" Type="http://schemas.openxmlformats.org/officeDocument/2006/relationships/image" Target="../media/image303.wmf"/><Relationship Id="rId2" Type="http://schemas.openxmlformats.org/officeDocument/2006/relationships/oleObject" Target="../embeddings/oleObject302.bin"/><Relationship Id="rId16" Type="http://schemas.openxmlformats.org/officeDocument/2006/relationships/oleObject" Target="../embeddings/oleObject309.bin"/><Relationship Id="rId20" Type="http://schemas.openxmlformats.org/officeDocument/2006/relationships/oleObject" Target="../embeddings/oleObject3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4.bin"/><Relationship Id="rId11" Type="http://schemas.openxmlformats.org/officeDocument/2006/relationships/image" Target="../media/image296.wmf"/><Relationship Id="rId24" Type="http://schemas.openxmlformats.org/officeDocument/2006/relationships/oleObject" Target="../embeddings/oleObject313.bin"/><Relationship Id="rId5" Type="http://schemas.openxmlformats.org/officeDocument/2006/relationships/image" Target="../media/image293.wmf"/><Relationship Id="rId15" Type="http://schemas.openxmlformats.org/officeDocument/2006/relationships/image" Target="../media/image298.wmf"/><Relationship Id="rId23" Type="http://schemas.openxmlformats.org/officeDocument/2006/relationships/image" Target="../media/image302.wmf"/><Relationship Id="rId10" Type="http://schemas.openxmlformats.org/officeDocument/2006/relationships/oleObject" Target="../embeddings/oleObject306.bin"/><Relationship Id="rId19" Type="http://schemas.openxmlformats.org/officeDocument/2006/relationships/image" Target="../media/image300.wmf"/><Relationship Id="rId4" Type="http://schemas.openxmlformats.org/officeDocument/2006/relationships/oleObject" Target="../embeddings/oleObject303.bin"/><Relationship Id="rId9" Type="http://schemas.openxmlformats.org/officeDocument/2006/relationships/image" Target="../media/image295.wmf"/><Relationship Id="rId14" Type="http://schemas.openxmlformats.org/officeDocument/2006/relationships/oleObject" Target="../embeddings/oleObject308.bin"/><Relationship Id="rId22" Type="http://schemas.openxmlformats.org/officeDocument/2006/relationships/oleObject" Target="../embeddings/oleObject312.bin"/><Relationship Id="rId27" Type="http://schemas.openxmlformats.org/officeDocument/2006/relationships/image" Target="../media/image304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8.bin"/><Relationship Id="rId13" Type="http://schemas.openxmlformats.org/officeDocument/2006/relationships/oleObject" Target="../embeddings/oleObject320.bin"/><Relationship Id="rId18" Type="http://schemas.openxmlformats.org/officeDocument/2006/relationships/image" Target="../media/image313.wmf"/><Relationship Id="rId3" Type="http://schemas.openxmlformats.org/officeDocument/2006/relationships/image" Target="../media/image305.wmf"/><Relationship Id="rId21" Type="http://schemas.openxmlformats.org/officeDocument/2006/relationships/oleObject" Target="../embeddings/oleObject324.bin"/><Relationship Id="rId7" Type="http://schemas.openxmlformats.org/officeDocument/2006/relationships/image" Target="../media/image307.wmf"/><Relationship Id="rId12" Type="http://schemas.openxmlformats.org/officeDocument/2006/relationships/image" Target="../media/image310.png"/><Relationship Id="rId17" Type="http://schemas.openxmlformats.org/officeDocument/2006/relationships/oleObject" Target="../embeddings/oleObject322.bin"/><Relationship Id="rId2" Type="http://schemas.openxmlformats.org/officeDocument/2006/relationships/oleObject" Target="../embeddings/oleObject315.bin"/><Relationship Id="rId16" Type="http://schemas.openxmlformats.org/officeDocument/2006/relationships/image" Target="../media/image312.wmf"/><Relationship Id="rId20" Type="http://schemas.openxmlformats.org/officeDocument/2006/relationships/image" Target="../media/image31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7.bin"/><Relationship Id="rId11" Type="http://schemas.openxmlformats.org/officeDocument/2006/relationships/image" Target="../media/image309.wmf"/><Relationship Id="rId24" Type="http://schemas.openxmlformats.org/officeDocument/2006/relationships/image" Target="../media/image316.wmf"/><Relationship Id="rId5" Type="http://schemas.openxmlformats.org/officeDocument/2006/relationships/image" Target="../media/image306.wmf"/><Relationship Id="rId15" Type="http://schemas.openxmlformats.org/officeDocument/2006/relationships/oleObject" Target="../embeddings/oleObject321.bin"/><Relationship Id="rId23" Type="http://schemas.openxmlformats.org/officeDocument/2006/relationships/oleObject" Target="../embeddings/oleObject325.bin"/><Relationship Id="rId10" Type="http://schemas.openxmlformats.org/officeDocument/2006/relationships/oleObject" Target="../embeddings/oleObject319.bin"/><Relationship Id="rId19" Type="http://schemas.openxmlformats.org/officeDocument/2006/relationships/oleObject" Target="../embeddings/oleObject323.bin"/><Relationship Id="rId4" Type="http://schemas.openxmlformats.org/officeDocument/2006/relationships/oleObject" Target="../embeddings/oleObject316.bin"/><Relationship Id="rId9" Type="http://schemas.openxmlformats.org/officeDocument/2006/relationships/image" Target="../media/image308.wmf"/><Relationship Id="rId14" Type="http://schemas.openxmlformats.org/officeDocument/2006/relationships/image" Target="../media/image311.wmf"/><Relationship Id="rId22" Type="http://schemas.openxmlformats.org/officeDocument/2006/relationships/image" Target="../media/image315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9.bin"/><Relationship Id="rId13" Type="http://schemas.openxmlformats.org/officeDocument/2006/relationships/image" Target="../media/image322.wmf"/><Relationship Id="rId18" Type="http://schemas.openxmlformats.org/officeDocument/2006/relationships/oleObject" Target="../embeddings/oleObject334.bin"/><Relationship Id="rId3" Type="http://schemas.openxmlformats.org/officeDocument/2006/relationships/image" Target="../media/image317.wmf"/><Relationship Id="rId7" Type="http://schemas.openxmlformats.org/officeDocument/2006/relationships/image" Target="../media/image319.wmf"/><Relationship Id="rId12" Type="http://schemas.openxmlformats.org/officeDocument/2006/relationships/oleObject" Target="../embeddings/oleObject331.bin"/><Relationship Id="rId17" Type="http://schemas.openxmlformats.org/officeDocument/2006/relationships/image" Target="../media/image324.wmf"/><Relationship Id="rId2" Type="http://schemas.openxmlformats.org/officeDocument/2006/relationships/oleObject" Target="../embeddings/oleObject326.bin"/><Relationship Id="rId16" Type="http://schemas.openxmlformats.org/officeDocument/2006/relationships/oleObject" Target="../embeddings/oleObject3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8.bin"/><Relationship Id="rId11" Type="http://schemas.openxmlformats.org/officeDocument/2006/relationships/image" Target="../media/image321.wmf"/><Relationship Id="rId5" Type="http://schemas.openxmlformats.org/officeDocument/2006/relationships/image" Target="../media/image318.wmf"/><Relationship Id="rId15" Type="http://schemas.openxmlformats.org/officeDocument/2006/relationships/image" Target="../media/image323.wmf"/><Relationship Id="rId10" Type="http://schemas.openxmlformats.org/officeDocument/2006/relationships/oleObject" Target="../embeddings/oleObject330.bin"/><Relationship Id="rId19" Type="http://schemas.openxmlformats.org/officeDocument/2006/relationships/image" Target="../media/image325.wmf"/><Relationship Id="rId4" Type="http://schemas.openxmlformats.org/officeDocument/2006/relationships/oleObject" Target="../embeddings/oleObject327.bin"/><Relationship Id="rId9" Type="http://schemas.openxmlformats.org/officeDocument/2006/relationships/image" Target="../media/image320.wmf"/><Relationship Id="rId14" Type="http://schemas.openxmlformats.org/officeDocument/2006/relationships/oleObject" Target="../embeddings/oleObject33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8.bin"/><Relationship Id="rId13" Type="http://schemas.openxmlformats.org/officeDocument/2006/relationships/image" Target="../media/image331.wmf"/><Relationship Id="rId18" Type="http://schemas.openxmlformats.org/officeDocument/2006/relationships/oleObject" Target="../embeddings/oleObject343.bin"/><Relationship Id="rId3" Type="http://schemas.openxmlformats.org/officeDocument/2006/relationships/image" Target="../media/image326.wmf"/><Relationship Id="rId21" Type="http://schemas.openxmlformats.org/officeDocument/2006/relationships/image" Target="../media/image335.wmf"/><Relationship Id="rId7" Type="http://schemas.openxmlformats.org/officeDocument/2006/relationships/image" Target="../media/image328.wmf"/><Relationship Id="rId12" Type="http://schemas.openxmlformats.org/officeDocument/2006/relationships/oleObject" Target="../embeddings/oleObject340.bin"/><Relationship Id="rId17" Type="http://schemas.openxmlformats.org/officeDocument/2006/relationships/image" Target="../media/image333.wmf"/><Relationship Id="rId2" Type="http://schemas.openxmlformats.org/officeDocument/2006/relationships/oleObject" Target="../embeddings/oleObject335.bin"/><Relationship Id="rId16" Type="http://schemas.openxmlformats.org/officeDocument/2006/relationships/oleObject" Target="../embeddings/oleObject342.bin"/><Relationship Id="rId20" Type="http://schemas.openxmlformats.org/officeDocument/2006/relationships/oleObject" Target="../embeddings/oleObject3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7.bin"/><Relationship Id="rId11" Type="http://schemas.openxmlformats.org/officeDocument/2006/relationships/image" Target="../media/image330.wmf"/><Relationship Id="rId5" Type="http://schemas.openxmlformats.org/officeDocument/2006/relationships/image" Target="../media/image327.wmf"/><Relationship Id="rId15" Type="http://schemas.openxmlformats.org/officeDocument/2006/relationships/image" Target="../media/image332.wmf"/><Relationship Id="rId23" Type="http://schemas.openxmlformats.org/officeDocument/2006/relationships/image" Target="../media/image336.wmf"/><Relationship Id="rId10" Type="http://schemas.openxmlformats.org/officeDocument/2006/relationships/oleObject" Target="../embeddings/oleObject339.bin"/><Relationship Id="rId19" Type="http://schemas.openxmlformats.org/officeDocument/2006/relationships/image" Target="../media/image334.wmf"/><Relationship Id="rId4" Type="http://schemas.openxmlformats.org/officeDocument/2006/relationships/oleObject" Target="../embeddings/oleObject336.bin"/><Relationship Id="rId9" Type="http://schemas.openxmlformats.org/officeDocument/2006/relationships/image" Target="../media/image329.wmf"/><Relationship Id="rId14" Type="http://schemas.openxmlformats.org/officeDocument/2006/relationships/oleObject" Target="../embeddings/oleObject341.bin"/><Relationship Id="rId22" Type="http://schemas.openxmlformats.org/officeDocument/2006/relationships/oleObject" Target="../embeddings/oleObject34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Oval 2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438400" y="2501900"/>
            <a:ext cx="5867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2C2FF"/>
                    </a:gs>
                    <a:gs pos="100000">
                      <a:srgbClr val="0000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7459" name="Oval 3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438400" y="3222625"/>
            <a:ext cx="5867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2C2FF"/>
                    </a:gs>
                    <a:gs pos="100000">
                      <a:srgbClr val="0000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chemeClr val="accent2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7460" name="Oval 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438400" y="4711700"/>
            <a:ext cx="58674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C2C2FF"/>
                    </a:gs>
                    <a:gs pos="100000">
                      <a:srgbClr val="0000FF"/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7462" name="AutoShape 6">
            <a:hlinkClick r:id="rId5" action="ppaction://hlinkpres?slideindex=5&amp;slidetitle=没有幻灯片标题"/>
          </p:cNvPr>
          <p:cNvSpPr>
            <a:spLocks noChangeArrowheads="1"/>
          </p:cNvSpPr>
          <p:nvPr/>
        </p:nvSpPr>
        <p:spPr bwMode="auto">
          <a:xfrm>
            <a:off x="9499601" y="6159500"/>
            <a:ext cx="639763" cy="304800"/>
          </a:xfrm>
          <a:prstGeom prst="flowChartAlternateProcess">
            <a:avLst/>
          </a:prstGeom>
          <a:noFill/>
          <a:ln>
            <a:noFill/>
          </a:ln>
          <a:effectLst>
            <a:prstShdw prst="shdw17" dist="17961" dir="2700000">
              <a:srgbClr val="00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/>
            <a:endParaRPr lang="zh-CN" altLang="zh-CN" sz="2000"/>
          </a:p>
        </p:txBody>
      </p:sp>
      <p:sp>
        <p:nvSpPr>
          <p:cNvPr id="147463" name="Rectangle 7">
            <a:hlinkClick r:id="rId6"/>
          </p:cNvPr>
          <p:cNvSpPr>
            <a:spLocks noChangeArrowheads="1"/>
          </p:cNvSpPr>
          <p:nvPr/>
        </p:nvSpPr>
        <p:spPr bwMode="auto">
          <a:xfrm>
            <a:off x="8534400" y="6096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408362" y="2803525"/>
            <a:ext cx="5126038" cy="685800"/>
          </a:xfrm>
          <a:noFill/>
          <a:ln w="53975" cmpd="thickThin">
            <a:solidFill>
              <a:srgbClr val="FF0000"/>
            </a:solidFill>
          </a:ln>
        </p:spPr>
        <p:txBody>
          <a:bodyPr/>
          <a:lstStyle/>
          <a:p>
            <a:pPr algn="l" eaLnBrk="1" hangingPunct="1">
              <a:defRPr/>
            </a:pPr>
            <a:r>
              <a:rPr lang="en-US" altLang="zh-CN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itchFamily="2" charset="-122"/>
                <a:cs typeface="Times New Roman" panose="02020603050405020304" pitchFamily="18" charset="0"/>
              </a:rPr>
              <a:t>1.4</a:t>
            </a:r>
            <a:r>
              <a:rPr lang="en-US" altLang="zh-CN" sz="4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4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无穷小与无穷大</a:t>
            </a: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9768408" y="404664"/>
            <a:ext cx="1566454" cy="523220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486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7" name="Text Box 3"/>
          <p:cNvSpPr txBox="1">
            <a:spLocks noChangeArrowheads="1"/>
          </p:cNvSpPr>
          <p:nvPr/>
        </p:nvSpPr>
        <p:spPr bwMode="auto">
          <a:xfrm>
            <a:off x="1768701" y="1484784"/>
            <a:ext cx="1728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a typeface="黑体" pitchFamily="2" charset="-122"/>
              </a:rPr>
              <a:t>1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359434" name="Text Box 10"/>
          <p:cNvSpPr txBox="1">
            <a:spLocks noChangeArrowheads="1"/>
          </p:cNvSpPr>
          <p:nvPr/>
        </p:nvSpPr>
        <p:spPr bwMode="auto">
          <a:xfrm>
            <a:off x="1761786" y="774914"/>
            <a:ext cx="4876800" cy="5794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无穷小及其性质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724114"/>
              </p:ext>
            </p:extLst>
          </p:nvPr>
        </p:nvGraphicFramePr>
        <p:xfrm>
          <a:off x="3071664" y="1484786"/>
          <a:ext cx="2846958" cy="68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279360" progId="Equation.DSMT4">
                  <p:embed/>
                </p:oleObj>
              </mc:Choice>
              <mc:Fallback>
                <p:oleObj name="Equation" r:id="rId2" imgW="11682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1664" y="1484786"/>
                        <a:ext cx="2846958" cy="681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794395"/>
              </p:ext>
            </p:extLst>
          </p:nvPr>
        </p:nvGraphicFramePr>
        <p:xfrm>
          <a:off x="2030415" y="2205038"/>
          <a:ext cx="7161929" cy="523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58840" imgH="215640" progId="Equation.DSMT4">
                  <p:embed/>
                </p:oleObj>
              </mc:Choice>
              <mc:Fallback>
                <p:oleObj name="Equation" r:id="rId4" imgW="2958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30415" y="2205038"/>
                        <a:ext cx="7161929" cy="5238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284266"/>
              </p:ext>
            </p:extLst>
          </p:nvPr>
        </p:nvGraphicFramePr>
        <p:xfrm>
          <a:off x="3143672" y="2924945"/>
          <a:ext cx="2520280" cy="684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279360" progId="Equation.DSMT4">
                  <p:embed/>
                </p:oleObj>
              </mc:Choice>
              <mc:Fallback>
                <p:oleObj name="Equation" r:id="rId6" imgW="10285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72" y="2924945"/>
                        <a:ext cx="2520280" cy="684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9"/>
          <p:cNvSpPr txBox="1">
            <a:spLocks noChangeArrowheads="1"/>
          </p:cNvSpPr>
          <p:nvPr/>
        </p:nvSpPr>
        <p:spPr bwMode="auto">
          <a:xfrm>
            <a:off x="2278288" y="4679032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注意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3242693" y="4630594"/>
            <a:ext cx="647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1.</a:t>
            </a:r>
            <a:r>
              <a:rPr lang="zh-CN" altLang="en-US" sz="2800" b="1" dirty="0"/>
              <a:t>无穷小是变量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不能与很小的数混淆</a:t>
            </a:r>
            <a:r>
              <a:rPr lang="en-US" altLang="zh-CN" sz="2800" b="1" dirty="0"/>
              <a:t>;</a:t>
            </a:r>
          </a:p>
        </p:txBody>
      </p:sp>
      <p:sp>
        <p:nvSpPr>
          <p:cNvPr id="26" name="Text Box 11"/>
          <p:cNvSpPr txBox="1">
            <a:spLocks noChangeArrowheads="1"/>
          </p:cNvSpPr>
          <p:nvPr/>
        </p:nvSpPr>
        <p:spPr bwMode="auto">
          <a:xfrm>
            <a:off x="3242693" y="5246585"/>
            <a:ext cx="647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2.</a:t>
            </a:r>
            <a:r>
              <a:rPr lang="zh-CN" altLang="en-US" sz="2800" b="1" dirty="0"/>
              <a:t>零是可以作为无穷小的唯一的数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781640"/>
              </p:ext>
            </p:extLst>
          </p:nvPr>
        </p:nvGraphicFramePr>
        <p:xfrm>
          <a:off x="6168008" y="1502759"/>
          <a:ext cx="2808312" cy="536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30040" imgH="215640" progId="Equation.DSMT4">
                  <p:embed/>
                </p:oleObj>
              </mc:Choice>
              <mc:Fallback>
                <p:oleObj name="Equation" r:id="rId8" imgW="1130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008" y="1502759"/>
                        <a:ext cx="2808312" cy="536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655201"/>
              </p:ext>
            </p:extLst>
          </p:nvPr>
        </p:nvGraphicFramePr>
        <p:xfrm>
          <a:off x="5945548" y="2908589"/>
          <a:ext cx="1518604" cy="548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34680" imgH="228600" progId="Equation.DSMT4">
                  <p:embed/>
                </p:oleObj>
              </mc:Choice>
              <mc:Fallback>
                <p:oleObj name="Equation" r:id="rId10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548" y="2908589"/>
                        <a:ext cx="1518604" cy="548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433866"/>
              </p:ext>
            </p:extLst>
          </p:nvPr>
        </p:nvGraphicFramePr>
        <p:xfrm>
          <a:off x="2082987" y="3636366"/>
          <a:ext cx="7161929" cy="576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44720" imgH="228600" progId="Equation.DSMT4">
                  <p:embed/>
                </p:oleObj>
              </mc:Choice>
              <mc:Fallback>
                <p:oleObj name="Equation" r:id="rId12" imgW="28447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987" y="3636366"/>
                        <a:ext cx="7161929" cy="576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049435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7" grpId="0" autoUpdateAnimBg="0"/>
      <p:bldP spid="359434" grpId="0"/>
      <p:bldP spid="24" grpId="0" autoUpdateAnimBg="0"/>
      <p:bldP spid="25" grpId="0" autoUpdateAnimBg="0"/>
      <p:bldP spid="2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890559"/>
              </p:ext>
            </p:extLst>
          </p:nvPr>
        </p:nvGraphicFramePr>
        <p:xfrm>
          <a:off x="1692066" y="994994"/>
          <a:ext cx="1028697" cy="442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06224" imgH="190417" progId="Equation.3">
                  <p:embed/>
                </p:oleObj>
              </mc:Choice>
              <mc:Fallback>
                <p:oleObj name="公式" r:id="rId2" imgW="406224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066" y="994994"/>
                        <a:ext cx="1028697" cy="442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149661"/>
              </p:ext>
            </p:extLst>
          </p:nvPr>
        </p:nvGraphicFramePr>
        <p:xfrm>
          <a:off x="4137848" y="999050"/>
          <a:ext cx="682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6859" imgH="142836" progId="Equation.3">
                  <p:embed/>
                </p:oleObj>
              </mc:Choice>
              <mc:Fallback>
                <p:oleObj name="公式" r:id="rId4" imgW="266859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7848" y="999050"/>
                        <a:ext cx="6826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1488404"/>
              </p:ext>
            </p:extLst>
          </p:nvPr>
        </p:nvGraphicFramePr>
        <p:xfrm>
          <a:off x="4943872" y="989592"/>
          <a:ext cx="13223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203040" progId="Equation.DSMT4">
                  <p:embed/>
                </p:oleObj>
              </mc:Choice>
              <mc:Fallback>
                <p:oleObj name="Equation" r:id="rId6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2" y="989592"/>
                        <a:ext cx="13223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097442"/>
              </p:ext>
            </p:extLst>
          </p:nvPr>
        </p:nvGraphicFramePr>
        <p:xfrm>
          <a:off x="1493964" y="1558707"/>
          <a:ext cx="58547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89040" imgH="406080" progId="Equation.DSMT4">
                  <p:embed/>
                </p:oleObj>
              </mc:Choice>
              <mc:Fallback>
                <p:oleObj name="Equation" r:id="rId8" imgW="2489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964" y="1558707"/>
                        <a:ext cx="58547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688500"/>
              </p:ext>
            </p:extLst>
          </p:nvPr>
        </p:nvGraphicFramePr>
        <p:xfrm>
          <a:off x="1847528" y="2521209"/>
          <a:ext cx="9683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31613" imgH="203112" progId="Equation.3">
                  <p:embed/>
                </p:oleObj>
              </mc:Choice>
              <mc:Fallback>
                <p:oleObj name="公式" r:id="rId10" imgW="4316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2521209"/>
                        <a:ext cx="9683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391358"/>
              </p:ext>
            </p:extLst>
          </p:nvPr>
        </p:nvGraphicFramePr>
        <p:xfrm>
          <a:off x="2822229" y="2563278"/>
          <a:ext cx="8255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68140" imgH="165028" progId="Equation.3">
                  <p:embed/>
                </p:oleObj>
              </mc:Choice>
              <mc:Fallback>
                <p:oleObj name="公式" r:id="rId12" imgW="368140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229" y="2563278"/>
                        <a:ext cx="82550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9618571"/>
              </p:ext>
            </p:extLst>
          </p:nvPr>
        </p:nvGraphicFramePr>
        <p:xfrm>
          <a:off x="3695527" y="2534250"/>
          <a:ext cx="682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6859" imgH="142836" progId="Equation.3">
                  <p:embed/>
                </p:oleObj>
              </mc:Choice>
              <mc:Fallback>
                <p:oleObj name="公式" r:id="rId14" imgW="266859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527" y="2534250"/>
                        <a:ext cx="6826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292356"/>
              </p:ext>
            </p:extLst>
          </p:nvPr>
        </p:nvGraphicFramePr>
        <p:xfrm>
          <a:off x="4528369" y="2512026"/>
          <a:ext cx="12652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83920" imgH="203040" progId="Equation.DSMT4">
                  <p:embed/>
                </p:oleObj>
              </mc:Choice>
              <mc:Fallback>
                <p:oleObj name="Equation" r:id="rId16" imgW="583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8369" y="2512026"/>
                        <a:ext cx="1265237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641274"/>
              </p:ext>
            </p:extLst>
          </p:nvPr>
        </p:nvGraphicFramePr>
        <p:xfrm>
          <a:off x="1607423" y="3103320"/>
          <a:ext cx="626586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43200" imgH="215640" progId="Equation.DSMT4">
                  <p:embed/>
                </p:oleObj>
              </mc:Choice>
              <mc:Fallback>
                <p:oleObj name="Equation" r:id="rId18" imgW="2743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7423" y="3103320"/>
                        <a:ext cx="6265862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741659"/>
              </p:ext>
            </p:extLst>
          </p:nvPr>
        </p:nvGraphicFramePr>
        <p:xfrm>
          <a:off x="3100898" y="4325047"/>
          <a:ext cx="102393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57200" imgH="228600" progId="Equation.3">
                  <p:embed/>
                </p:oleObj>
              </mc:Choice>
              <mc:Fallback>
                <p:oleObj name="公式" r:id="rId20" imgW="457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0898" y="4325047"/>
                        <a:ext cx="1023937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978060"/>
              </p:ext>
            </p:extLst>
          </p:nvPr>
        </p:nvGraphicFramePr>
        <p:xfrm>
          <a:off x="4151785" y="4352608"/>
          <a:ext cx="682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66859" imgH="142836" progId="Equation.3">
                  <p:embed/>
                </p:oleObj>
              </mc:Choice>
              <mc:Fallback>
                <p:oleObj name="公式" r:id="rId22" imgW="266859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5" y="4352608"/>
                        <a:ext cx="6826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478183"/>
              </p:ext>
            </p:extLst>
          </p:nvPr>
        </p:nvGraphicFramePr>
        <p:xfrm>
          <a:off x="4888309" y="4305934"/>
          <a:ext cx="143351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34680" imgH="228600" progId="Equation.DSMT4">
                  <p:embed/>
                </p:oleObj>
              </mc:Choice>
              <mc:Fallback>
                <p:oleObj name="Equation" r:id="rId24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8309" y="4305934"/>
                        <a:ext cx="1433513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711481"/>
              </p:ext>
            </p:extLst>
          </p:nvPr>
        </p:nvGraphicFramePr>
        <p:xfrm>
          <a:off x="1847528" y="4860444"/>
          <a:ext cx="66706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920680" imgH="241200" progId="Equation.DSMT4">
                  <p:embed/>
                </p:oleObj>
              </mc:Choice>
              <mc:Fallback>
                <p:oleObj name="Equation" r:id="rId26" imgW="292068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528" y="4860444"/>
                        <a:ext cx="667067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005345"/>
              </p:ext>
            </p:extLst>
          </p:nvPr>
        </p:nvGraphicFramePr>
        <p:xfrm>
          <a:off x="2119294" y="4334333"/>
          <a:ext cx="936104" cy="464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44240" imgH="203040" progId="Equation.DSMT4">
                  <p:embed/>
                </p:oleObj>
              </mc:Choice>
              <mc:Fallback>
                <p:oleObj name="Equation" r:id="rId28" imgW="444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119294" y="4334333"/>
                        <a:ext cx="936104" cy="4646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204351"/>
              </p:ext>
            </p:extLst>
          </p:nvPr>
        </p:nvGraphicFramePr>
        <p:xfrm>
          <a:off x="3647729" y="790855"/>
          <a:ext cx="432048" cy="813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15640" imgH="406080" progId="Equation.DSMT4">
                  <p:embed/>
                </p:oleObj>
              </mc:Choice>
              <mc:Fallback>
                <p:oleObj name="Equation" r:id="rId30" imgW="215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3647729" y="790855"/>
                        <a:ext cx="432048" cy="813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000349"/>
              </p:ext>
            </p:extLst>
          </p:nvPr>
        </p:nvGraphicFramePr>
        <p:xfrm>
          <a:off x="7863777" y="1591849"/>
          <a:ext cx="4333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15640" imgH="406080" progId="Equation.DSMT4">
                  <p:embed/>
                </p:oleObj>
              </mc:Choice>
              <mc:Fallback>
                <p:oleObj name="Equation" r:id="rId32" imgW="215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3777" y="1591849"/>
                        <a:ext cx="433387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016948"/>
              </p:ext>
            </p:extLst>
          </p:nvPr>
        </p:nvGraphicFramePr>
        <p:xfrm>
          <a:off x="8297165" y="1804406"/>
          <a:ext cx="864096" cy="460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80880" imgH="203040" progId="Equation.DSMT4">
                  <p:embed/>
                </p:oleObj>
              </mc:Choice>
              <mc:Fallback>
                <p:oleObj name="Equation" r:id="rId34" imgW="380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8297165" y="1804406"/>
                        <a:ext cx="864096" cy="4608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399668"/>
              </p:ext>
            </p:extLst>
          </p:nvPr>
        </p:nvGraphicFramePr>
        <p:xfrm>
          <a:off x="9264352" y="1765432"/>
          <a:ext cx="132238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609480" imgH="203040" progId="Equation.DSMT4">
                  <p:embed/>
                </p:oleObj>
              </mc:Choice>
              <mc:Fallback>
                <p:oleObj name="Equation" r:id="rId36" imgW="609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4352" y="1765432"/>
                        <a:ext cx="1322387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781186"/>
              </p:ext>
            </p:extLst>
          </p:nvPr>
        </p:nvGraphicFramePr>
        <p:xfrm>
          <a:off x="7269711" y="1566201"/>
          <a:ext cx="594066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279360" imgH="406080" progId="Equation.DSMT4">
                  <p:embed/>
                </p:oleObj>
              </mc:Choice>
              <mc:Fallback>
                <p:oleObj name="Equation" r:id="rId38" imgW="279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269711" y="1566201"/>
                        <a:ext cx="594066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3264936"/>
              </p:ext>
            </p:extLst>
          </p:nvPr>
        </p:nvGraphicFramePr>
        <p:xfrm>
          <a:off x="2919339" y="754015"/>
          <a:ext cx="593725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279360" imgH="406080" progId="Equation.DSMT4">
                  <p:embed/>
                </p:oleObj>
              </mc:Choice>
              <mc:Fallback>
                <p:oleObj name="Equation" r:id="rId40" imgW="279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339" y="754015"/>
                        <a:ext cx="593725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789378"/>
              </p:ext>
            </p:extLst>
          </p:nvPr>
        </p:nvGraphicFramePr>
        <p:xfrm>
          <a:off x="2208418" y="3710012"/>
          <a:ext cx="9683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2" imgW="431613" imgH="203112" progId="Equation.3">
                  <p:embed/>
                </p:oleObj>
              </mc:Choice>
              <mc:Fallback>
                <p:oleObj name="公式" r:id="rId42" imgW="43161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418" y="3710012"/>
                        <a:ext cx="9683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495299"/>
              </p:ext>
            </p:extLst>
          </p:nvPr>
        </p:nvGraphicFramePr>
        <p:xfrm>
          <a:off x="3170883" y="3775637"/>
          <a:ext cx="82550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3" imgW="368140" imgH="165028" progId="Equation.3">
                  <p:embed/>
                </p:oleObj>
              </mc:Choice>
              <mc:Fallback>
                <p:oleObj name="公式" r:id="rId43" imgW="368140" imgH="16502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0883" y="3775637"/>
                        <a:ext cx="82550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073537"/>
              </p:ext>
            </p:extLst>
          </p:nvPr>
        </p:nvGraphicFramePr>
        <p:xfrm>
          <a:off x="4029804" y="3729600"/>
          <a:ext cx="8651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4" imgW="380880" imgH="203040" progId="Equation.DSMT4">
                  <p:embed/>
                </p:oleObj>
              </mc:Choice>
              <mc:Fallback>
                <p:oleObj name="Equation" r:id="rId44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9804" y="3729600"/>
                        <a:ext cx="86518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26253"/>
              </p:ext>
            </p:extLst>
          </p:nvPr>
        </p:nvGraphicFramePr>
        <p:xfrm>
          <a:off x="4928412" y="3734607"/>
          <a:ext cx="1152128" cy="451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583920" imgH="203040" progId="Equation.DSMT4">
                  <p:embed/>
                </p:oleObj>
              </mc:Choice>
              <mc:Fallback>
                <p:oleObj name="Equation" r:id="rId46" imgW="583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8412" y="3734607"/>
                        <a:ext cx="1152128" cy="451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4431798"/>
              </p:ext>
            </p:extLst>
          </p:nvPr>
        </p:nvGraphicFramePr>
        <p:xfrm>
          <a:off x="2518561" y="5572211"/>
          <a:ext cx="9366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8" imgW="444240" imgH="203040" progId="Equation.DSMT4">
                  <p:embed/>
                </p:oleObj>
              </mc:Choice>
              <mc:Fallback>
                <p:oleObj name="Equation" r:id="rId48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561" y="5572211"/>
                        <a:ext cx="936625" cy="463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9936527"/>
              </p:ext>
            </p:extLst>
          </p:nvPr>
        </p:nvGraphicFramePr>
        <p:xfrm>
          <a:off x="3400106" y="5563490"/>
          <a:ext cx="1023937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0" imgW="457200" imgH="228600" progId="Equation.3">
                  <p:embed/>
                </p:oleObj>
              </mc:Choice>
              <mc:Fallback>
                <p:oleObj name="公式" r:id="rId50" imgW="457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106" y="5563490"/>
                        <a:ext cx="1023937" cy="5095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457434"/>
              </p:ext>
            </p:extLst>
          </p:nvPr>
        </p:nvGraphicFramePr>
        <p:xfrm>
          <a:off x="4421314" y="5620568"/>
          <a:ext cx="8651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380835" imgH="203112" progId="Equation.DSMT4">
                  <p:embed/>
                </p:oleObj>
              </mc:Choice>
              <mc:Fallback>
                <p:oleObj name="Equation" r:id="rId51" imgW="38083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1314" y="5620568"/>
                        <a:ext cx="865187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956398"/>
              </p:ext>
            </p:extLst>
          </p:nvPr>
        </p:nvGraphicFramePr>
        <p:xfrm>
          <a:off x="5363784" y="5578144"/>
          <a:ext cx="1433512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634680" imgH="228600" progId="Equation.DSMT4">
                  <p:embed/>
                </p:oleObj>
              </mc:Choice>
              <mc:Fallback>
                <p:oleObj name="Equation" r:id="rId52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3784" y="5578144"/>
                        <a:ext cx="1433512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/>
          <p:cNvCxnSpPr/>
          <p:nvPr/>
        </p:nvCxnSpPr>
        <p:spPr>
          <a:xfrm flipV="1">
            <a:off x="7300523" y="2407896"/>
            <a:ext cx="3238075" cy="88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2236226" y="4179209"/>
            <a:ext cx="3713550" cy="274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2570835" y="6050983"/>
            <a:ext cx="4047142" cy="94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223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1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4314928"/>
              </p:ext>
            </p:extLst>
          </p:nvPr>
        </p:nvGraphicFramePr>
        <p:xfrm>
          <a:off x="2096093" y="664891"/>
          <a:ext cx="54133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1195" imgH="406224" progId="Equation.3">
                  <p:embed/>
                </p:oleObj>
              </mc:Choice>
              <mc:Fallback>
                <p:oleObj name="公式" r:id="rId2" imgW="24119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6093" y="664891"/>
                        <a:ext cx="54133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2612350"/>
              </p:ext>
            </p:extLst>
          </p:nvPr>
        </p:nvGraphicFramePr>
        <p:xfrm>
          <a:off x="2581074" y="926307"/>
          <a:ext cx="682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6859" imgH="142836" progId="Equation.3">
                  <p:embed/>
                </p:oleObj>
              </mc:Choice>
              <mc:Fallback>
                <p:oleObj name="公式" r:id="rId4" imgW="266859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074" y="926307"/>
                        <a:ext cx="6826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506618"/>
              </p:ext>
            </p:extLst>
          </p:nvPr>
        </p:nvGraphicFramePr>
        <p:xfrm>
          <a:off x="2190553" y="2443338"/>
          <a:ext cx="53975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1195" imgH="406224" progId="Equation.3">
                  <p:embed/>
                </p:oleObj>
              </mc:Choice>
              <mc:Fallback>
                <p:oleObj name="公式" r:id="rId6" imgW="24119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553" y="2443338"/>
                        <a:ext cx="53975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6186634"/>
              </p:ext>
            </p:extLst>
          </p:nvPr>
        </p:nvGraphicFramePr>
        <p:xfrm>
          <a:off x="2865289" y="2682083"/>
          <a:ext cx="5397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1195" imgH="203112" progId="Equation.3">
                  <p:embed/>
                </p:oleObj>
              </mc:Choice>
              <mc:Fallback>
                <p:oleObj name="公式" r:id="rId8" imgW="24119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289" y="2682083"/>
                        <a:ext cx="5397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295048"/>
              </p:ext>
            </p:extLst>
          </p:nvPr>
        </p:nvGraphicFramePr>
        <p:xfrm>
          <a:off x="3362500" y="2737645"/>
          <a:ext cx="682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6859" imgH="142836" progId="Equation.3">
                  <p:embed/>
                </p:oleObj>
              </mc:Choice>
              <mc:Fallback>
                <p:oleObj name="公式" r:id="rId10" imgW="266859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500" y="2737645"/>
                        <a:ext cx="6826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8472729"/>
              </p:ext>
            </p:extLst>
          </p:nvPr>
        </p:nvGraphicFramePr>
        <p:xfrm>
          <a:off x="2333428" y="4504799"/>
          <a:ext cx="3968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7569" imgH="202936" progId="Equation.3">
                  <p:embed/>
                </p:oleObj>
              </mc:Choice>
              <mc:Fallback>
                <p:oleObj name="公式" r:id="rId12" imgW="177569" imgH="202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428" y="4504799"/>
                        <a:ext cx="3968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272011"/>
              </p:ext>
            </p:extLst>
          </p:nvPr>
        </p:nvGraphicFramePr>
        <p:xfrm>
          <a:off x="2701745" y="4526706"/>
          <a:ext cx="6826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6859" imgH="142836" progId="Equation.3">
                  <p:embed/>
                </p:oleObj>
              </mc:Choice>
              <mc:Fallback>
                <p:oleObj name="公式" r:id="rId14" imgW="266859" imgH="1428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745" y="4526706"/>
                        <a:ext cx="6826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991545" y="1484785"/>
          <a:ext cx="51641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60440" imgH="406080" progId="Equation.DSMT4">
                  <p:embed/>
                </p:oleObj>
              </mc:Choice>
              <mc:Fallback>
                <p:oleObj name="Equation" r:id="rId16" imgW="2260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5" y="1484785"/>
                        <a:ext cx="51641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678200"/>
              </p:ext>
            </p:extLst>
          </p:nvPr>
        </p:nvGraphicFramePr>
        <p:xfrm>
          <a:off x="1582093" y="3408413"/>
          <a:ext cx="5773737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27200" imgH="406080" progId="Equation.DSMT4">
                  <p:embed/>
                </p:oleObj>
              </mc:Choice>
              <mc:Fallback>
                <p:oleObj name="Equation" r:id="rId18" imgW="2527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093" y="3408413"/>
                        <a:ext cx="5773737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612315"/>
              </p:ext>
            </p:extLst>
          </p:nvPr>
        </p:nvGraphicFramePr>
        <p:xfrm>
          <a:off x="1958983" y="5183287"/>
          <a:ext cx="51641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60440" imgH="228600" progId="Equation.DSMT4">
                  <p:embed/>
                </p:oleObj>
              </mc:Choice>
              <mc:Fallback>
                <p:oleObj name="Equation" r:id="rId20" imgW="22604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83" y="5183287"/>
                        <a:ext cx="5164137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100516"/>
              </p:ext>
            </p:extLst>
          </p:nvPr>
        </p:nvGraphicFramePr>
        <p:xfrm>
          <a:off x="3417728" y="4504799"/>
          <a:ext cx="1514873" cy="440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98400" imgH="203040" progId="Equation.DSMT4">
                  <p:embed/>
                </p:oleObj>
              </mc:Choice>
              <mc:Fallback>
                <p:oleObj name="Equation" r:id="rId22" imgW="698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17728" y="4504799"/>
                        <a:ext cx="1514873" cy="4406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553914"/>
              </p:ext>
            </p:extLst>
          </p:nvPr>
        </p:nvGraphicFramePr>
        <p:xfrm>
          <a:off x="4151784" y="2715419"/>
          <a:ext cx="15414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711000" imgH="203040" progId="Equation.DSMT4">
                  <p:embed/>
                </p:oleObj>
              </mc:Choice>
              <mc:Fallback>
                <p:oleObj name="Equation" r:id="rId24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784" y="2715419"/>
                        <a:ext cx="15414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914110"/>
              </p:ext>
            </p:extLst>
          </p:nvPr>
        </p:nvGraphicFramePr>
        <p:xfrm>
          <a:off x="3323382" y="926307"/>
          <a:ext cx="13493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22080" imgH="203040" progId="Equation.DSMT4">
                  <p:embed/>
                </p:oleObj>
              </mc:Choice>
              <mc:Fallback>
                <p:oleObj name="Equation" r:id="rId26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3382" y="926307"/>
                        <a:ext cx="13493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787613"/>
              </p:ext>
            </p:extLst>
          </p:nvPr>
        </p:nvGraphicFramePr>
        <p:xfrm>
          <a:off x="8015995" y="1700809"/>
          <a:ext cx="8651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80835" imgH="203112" progId="Equation.DSMT4">
                  <p:embed/>
                </p:oleObj>
              </mc:Choice>
              <mc:Fallback>
                <p:oleObj name="Equation" r:id="rId28" imgW="38083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5995" y="1700809"/>
                        <a:ext cx="865187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029968"/>
              </p:ext>
            </p:extLst>
          </p:nvPr>
        </p:nvGraphicFramePr>
        <p:xfrm>
          <a:off x="7518003" y="1397808"/>
          <a:ext cx="54133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41195" imgH="406224" progId="Equation.3">
                  <p:embed/>
                </p:oleObj>
              </mc:Choice>
              <mc:Fallback>
                <p:oleObj name="公式" r:id="rId30" imgW="24119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003" y="1397808"/>
                        <a:ext cx="54133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6025340"/>
              </p:ext>
            </p:extLst>
          </p:nvPr>
        </p:nvGraphicFramePr>
        <p:xfrm>
          <a:off x="8861711" y="1700808"/>
          <a:ext cx="13493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622080" imgH="203040" progId="Equation.DSMT4">
                  <p:embed/>
                </p:oleObj>
              </mc:Choice>
              <mc:Fallback>
                <p:oleObj name="Equation" r:id="rId31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61711" y="1700808"/>
                        <a:ext cx="13493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697793"/>
              </p:ext>
            </p:extLst>
          </p:nvPr>
        </p:nvGraphicFramePr>
        <p:xfrm>
          <a:off x="7302289" y="3372872"/>
          <a:ext cx="53975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41195" imgH="406224" progId="Equation.3">
                  <p:embed/>
                </p:oleObj>
              </mc:Choice>
              <mc:Fallback>
                <p:oleObj name="公式" r:id="rId33" imgW="241195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289" y="3372872"/>
                        <a:ext cx="53975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060634"/>
              </p:ext>
            </p:extLst>
          </p:nvPr>
        </p:nvGraphicFramePr>
        <p:xfrm>
          <a:off x="7832674" y="3580184"/>
          <a:ext cx="5397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241195" imgH="203112" progId="Equation.3">
                  <p:embed/>
                </p:oleObj>
              </mc:Choice>
              <mc:Fallback>
                <p:oleObj name="公式" r:id="rId34" imgW="24119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674" y="3580184"/>
                        <a:ext cx="53975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414207"/>
              </p:ext>
            </p:extLst>
          </p:nvPr>
        </p:nvGraphicFramePr>
        <p:xfrm>
          <a:off x="8318883" y="3619749"/>
          <a:ext cx="8651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80835" imgH="203112" progId="Equation.DSMT4">
                  <p:embed/>
                </p:oleObj>
              </mc:Choice>
              <mc:Fallback>
                <p:oleObj name="Equation" r:id="rId35" imgW="38083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883" y="3619749"/>
                        <a:ext cx="8651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306606"/>
              </p:ext>
            </p:extLst>
          </p:nvPr>
        </p:nvGraphicFramePr>
        <p:xfrm>
          <a:off x="9184071" y="3585740"/>
          <a:ext cx="15414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711000" imgH="203040" progId="Equation.DSMT4">
                  <p:embed/>
                </p:oleObj>
              </mc:Choice>
              <mc:Fallback>
                <p:oleObj name="Equation" r:id="rId36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84071" y="3585740"/>
                        <a:ext cx="15414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637421"/>
              </p:ext>
            </p:extLst>
          </p:nvPr>
        </p:nvGraphicFramePr>
        <p:xfrm>
          <a:off x="7175289" y="5183287"/>
          <a:ext cx="3968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8" imgW="177569" imgH="202936" progId="Equation.3">
                  <p:embed/>
                </p:oleObj>
              </mc:Choice>
              <mc:Fallback>
                <p:oleObj name="公式" r:id="rId38" imgW="177569" imgH="202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289" y="5183287"/>
                        <a:ext cx="3968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494644"/>
              </p:ext>
            </p:extLst>
          </p:nvPr>
        </p:nvGraphicFramePr>
        <p:xfrm>
          <a:off x="7572164" y="5227458"/>
          <a:ext cx="865187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80835" imgH="203112" progId="Equation.DSMT4">
                  <p:embed/>
                </p:oleObj>
              </mc:Choice>
              <mc:Fallback>
                <p:oleObj name="Equation" r:id="rId39" imgW="38083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164" y="5227458"/>
                        <a:ext cx="865187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14975"/>
              </p:ext>
            </p:extLst>
          </p:nvPr>
        </p:nvGraphicFramePr>
        <p:xfrm>
          <a:off x="8498491" y="5265837"/>
          <a:ext cx="15144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698400" imgH="203040" progId="Equation.DSMT4">
                  <p:embed/>
                </p:oleObj>
              </mc:Choice>
              <mc:Fallback>
                <p:oleObj name="Equation" r:id="rId40" imgW="698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98491" y="5265837"/>
                        <a:ext cx="15144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24"/>
          <p:cNvCxnSpPr/>
          <p:nvPr/>
        </p:nvCxnSpPr>
        <p:spPr>
          <a:xfrm flipV="1">
            <a:off x="7596304" y="2323508"/>
            <a:ext cx="2460136" cy="1531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7355830" y="4239934"/>
            <a:ext cx="3238075" cy="88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7214629" y="5689421"/>
            <a:ext cx="2740173" cy="3009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45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"/>
          <p:cNvGrpSpPr>
            <a:grpSpLocks/>
          </p:cNvGrpSpPr>
          <p:nvPr/>
        </p:nvGrpSpPr>
        <p:grpSpPr bwMode="auto">
          <a:xfrm>
            <a:off x="1487488" y="1023164"/>
            <a:ext cx="8344374" cy="1675261"/>
            <a:chOff x="469" y="480"/>
            <a:chExt cx="5341" cy="4118"/>
          </a:xfrm>
        </p:grpSpPr>
        <p:sp>
          <p:nvSpPr>
            <p:cNvPr id="2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2050277" y="267451"/>
            <a:ext cx="5410200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2.</a:t>
            </a:r>
            <a:r>
              <a:rPr lang="zh-CN" altLang="en-US" sz="3200" b="1" dirty="0">
                <a:solidFill>
                  <a:srgbClr val="FF0000"/>
                </a:solidFill>
              </a:rPr>
              <a:t>无穷小与函数极限的关系</a:t>
            </a:r>
            <a:r>
              <a:rPr lang="en-US" altLang="zh-CN" sz="32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1938662" y="2662748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2601799" y="2680604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CC"/>
                </a:solidFill>
              </a:rPr>
              <a:t>必要性</a:t>
            </a:r>
          </a:p>
        </p:txBody>
      </p:sp>
      <p:graphicFrame>
        <p:nvGraphicFramePr>
          <p:cNvPr id="178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8023649"/>
              </p:ext>
            </p:extLst>
          </p:nvPr>
        </p:nvGraphicFramePr>
        <p:xfrm>
          <a:off x="4002768" y="2751212"/>
          <a:ext cx="2646721" cy="62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55900" imgH="647700" progId="Equation.3">
                  <p:embed/>
                </p:oleObj>
              </mc:Choice>
              <mc:Fallback>
                <p:oleObj name="公式" r:id="rId2" imgW="27559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2768" y="2751212"/>
                        <a:ext cx="2646721" cy="62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569704"/>
              </p:ext>
            </p:extLst>
          </p:nvPr>
        </p:nvGraphicFramePr>
        <p:xfrm>
          <a:off x="6816080" y="2751035"/>
          <a:ext cx="3015782" cy="430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87700" imgH="457200" progId="Equation.3">
                  <p:embed/>
                </p:oleObj>
              </mc:Choice>
              <mc:Fallback>
                <p:oleObj name="公式" r:id="rId4" imgW="3187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2751035"/>
                        <a:ext cx="3015782" cy="430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873130"/>
              </p:ext>
            </p:extLst>
          </p:nvPr>
        </p:nvGraphicFramePr>
        <p:xfrm>
          <a:off x="2617263" y="3359181"/>
          <a:ext cx="2864672" cy="63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97200" imgH="660400" progId="Equation.3">
                  <p:embed/>
                </p:oleObj>
              </mc:Choice>
              <mc:Fallback>
                <p:oleObj name="公式" r:id="rId6" imgW="29972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263" y="3359181"/>
                        <a:ext cx="2864672" cy="63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84643"/>
              </p:ext>
            </p:extLst>
          </p:nvPr>
        </p:nvGraphicFramePr>
        <p:xfrm>
          <a:off x="5696527" y="3410820"/>
          <a:ext cx="3123075" cy="414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48000" imgH="406400" progId="Equation.3">
                  <p:embed/>
                </p:oleObj>
              </mc:Choice>
              <mc:Fallback>
                <p:oleObj name="公式" r:id="rId8" imgW="3048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6527" y="3410820"/>
                        <a:ext cx="3123075" cy="4142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5" name="Text Box 9"/>
          <p:cNvSpPr txBox="1">
            <a:spLocks noChangeArrowheads="1"/>
          </p:cNvSpPr>
          <p:nvPr/>
        </p:nvSpPr>
        <p:spPr bwMode="auto">
          <a:xfrm>
            <a:off x="2202010" y="3954702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CC"/>
                </a:solidFill>
              </a:rPr>
              <a:t>充分性</a:t>
            </a:r>
          </a:p>
        </p:txBody>
      </p:sp>
      <p:graphicFrame>
        <p:nvGraphicFramePr>
          <p:cNvPr id="1781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621255"/>
              </p:ext>
            </p:extLst>
          </p:nvPr>
        </p:nvGraphicFramePr>
        <p:xfrm>
          <a:off x="3629614" y="4023156"/>
          <a:ext cx="3060563" cy="425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87700" imgH="444500" progId="Equation.3">
                  <p:embed/>
                </p:oleObj>
              </mc:Choice>
              <mc:Fallback>
                <p:oleObj name="公式" r:id="rId10" imgW="31877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614" y="4023156"/>
                        <a:ext cx="3060563" cy="425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280271"/>
              </p:ext>
            </p:extLst>
          </p:nvPr>
        </p:nvGraphicFramePr>
        <p:xfrm>
          <a:off x="2925910" y="4555936"/>
          <a:ext cx="5092828" cy="43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486400" imgH="469900" progId="Equation.3">
                  <p:embed/>
                </p:oleObj>
              </mc:Choice>
              <mc:Fallback>
                <p:oleObj name="公式" r:id="rId12" imgW="5486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910" y="4555936"/>
                        <a:ext cx="5092828" cy="4346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018392"/>
              </p:ext>
            </p:extLst>
          </p:nvPr>
        </p:nvGraphicFramePr>
        <p:xfrm>
          <a:off x="2188099" y="5043215"/>
          <a:ext cx="4461390" cy="628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686300" imgH="660400" progId="Equation.3">
                  <p:embed/>
                </p:oleObj>
              </mc:Choice>
              <mc:Fallback>
                <p:oleObj name="公式" r:id="rId14" imgW="46863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8099" y="5043215"/>
                        <a:ext cx="4461390" cy="628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788980"/>
              </p:ext>
            </p:extLst>
          </p:nvPr>
        </p:nvGraphicFramePr>
        <p:xfrm>
          <a:off x="6649489" y="5052518"/>
          <a:ext cx="2326831" cy="61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51100" imgH="647700" progId="Equation.3">
                  <p:embed/>
                </p:oleObj>
              </mc:Choice>
              <mc:Fallback>
                <p:oleObj name="公式" r:id="rId16" imgW="24511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9489" y="5052518"/>
                        <a:ext cx="2326831" cy="612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1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8927396"/>
              </p:ext>
            </p:extLst>
          </p:nvPr>
        </p:nvGraphicFramePr>
        <p:xfrm>
          <a:off x="8976320" y="5100272"/>
          <a:ext cx="706814" cy="32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710891" imgH="330057" progId="Equation.3">
                  <p:embed/>
                </p:oleObj>
              </mc:Choice>
              <mc:Fallback>
                <p:oleObj name="公式" r:id="rId18" imgW="710891" imgH="3300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76320" y="5100272"/>
                        <a:ext cx="706814" cy="32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739272"/>
              </p:ext>
            </p:extLst>
          </p:nvPr>
        </p:nvGraphicFramePr>
        <p:xfrm>
          <a:off x="5159895" y="5679291"/>
          <a:ext cx="5043906" cy="612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197080" imgH="266400" progId="Equation.DSMT4">
                  <p:embed/>
                </p:oleObj>
              </mc:Choice>
              <mc:Fallback>
                <p:oleObj name="Equation" r:id="rId20" imgW="219708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59895" y="5679291"/>
                        <a:ext cx="5043906" cy="612266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570247"/>
              </p:ext>
            </p:extLst>
          </p:nvPr>
        </p:nvGraphicFramePr>
        <p:xfrm>
          <a:off x="2164038" y="1828501"/>
          <a:ext cx="5492623" cy="538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36760" imgH="228600" progId="Equation.DSMT4">
                  <p:embed/>
                </p:oleObj>
              </mc:Choice>
              <mc:Fallback>
                <p:oleObj name="Equation" r:id="rId22" imgW="2336760" imgH="228600" progId="Equation.DSMT4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4038" y="1828501"/>
                        <a:ext cx="5492623" cy="5388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1938662" y="1189242"/>
            <a:ext cx="6749355" cy="658855"/>
            <a:chOff x="1938662" y="1189242"/>
            <a:chExt cx="6749355" cy="658855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4006582"/>
                </p:ext>
              </p:extLst>
            </p:nvPr>
          </p:nvGraphicFramePr>
          <p:xfrm>
            <a:off x="3192092" y="1200397"/>
            <a:ext cx="5495925" cy="647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5499100" imgH="647700" progId="Equation.DSMT4">
                    <p:embed/>
                  </p:oleObj>
                </mc:Choice>
                <mc:Fallback>
                  <p:oleObj name="Equation" r:id="rId24" imgW="5499100" imgH="647700" progId="Equation.DSMT4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2092" y="1200397"/>
                          <a:ext cx="5495925" cy="647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116"/>
            <p:cNvSpPr>
              <a:spLocks noChangeArrowheads="1"/>
            </p:cNvSpPr>
            <p:nvPr/>
          </p:nvSpPr>
          <p:spPr bwMode="auto">
            <a:xfrm>
              <a:off x="1938662" y="1189242"/>
              <a:ext cx="1127448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244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8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79" grpId="0" autoUpdateAnimBg="0"/>
      <p:bldP spid="178180" grpId="0" autoUpdateAnimBg="0"/>
      <p:bldP spid="17818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1846262" y="3558189"/>
            <a:ext cx="8008026" cy="1243999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533" y="706"/>
              <a:ext cx="5220" cy="3612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1554" name="Text Box 2"/>
          <p:cNvSpPr txBox="1">
            <a:spLocks noChangeArrowheads="1"/>
          </p:cNvSpPr>
          <p:nvPr/>
        </p:nvSpPr>
        <p:spPr bwMode="auto">
          <a:xfrm>
            <a:off x="1846262" y="764704"/>
            <a:ext cx="1184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意义</a:t>
            </a:r>
          </a:p>
        </p:txBody>
      </p:sp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2865213" y="764704"/>
            <a:ext cx="7010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1.</a:t>
            </a:r>
            <a:r>
              <a:rPr lang="zh-CN" altLang="en-US" sz="2800" b="1" dirty="0"/>
              <a:t>将一般极限问题转化为特殊极限问题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无穷小</a:t>
            </a:r>
            <a:r>
              <a:rPr lang="en-US" altLang="zh-CN" sz="2800" b="1" dirty="0"/>
              <a:t>);</a:t>
            </a:r>
          </a:p>
        </p:txBody>
      </p:sp>
      <p:graphicFrame>
        <p:nvGraphicFramePr>
          <p:cNvPr id="179204" name="Object 4"/>
          <p:cNvGraphicFramePr>
            <a:graphicFrameLocks noChangeAspect="1"/>
          </p:cNvGraphicFramePr>
          <p:nvPr/>
        </p:nvGraphicFramePr>
        <p:xfrm>
          <a:off x="2898268" y="1844825"/>
          <a:ext cx="647700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731000" imgH="1066800" progId="Equation.3">
                  <p:embed/>
                </p:oleObj>
              </mc:Choice>
              <mc:Fallback>
                <p:oleObj name="公式" r:id="rId2" imgW="6731000" imgH="1066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268" y="1844825"/>
                        <a:ext cx="647700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2207568" y="2961009"/>
            <a:ext cx="424847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无穷小的运算性质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sp>
        <p:nvSpPr>
          <p:cNvPr id="179206" name="Text Box 6"/>
          <p:cNvSpPr txBox="1">
            <a:spLocks noChangeArrowheads="1"/>
          </p:cNvSpPr>
          <p:nvPr/>
        </p:nvSpPr>
        <p:spPr bwMode="auto">
          <a:xfrm>
            <a:off x="2286000" y="3656528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2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在同一过程中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有限个无穷小的代数和仍是无穷小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2286000" y="47259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79208" name="Object 8"/>
          <p:cNvGraphicFramePr>
            <a:graphicFrameLocks noChangeAspect="1"/>
          </p:cNvGraphicFramePr>
          <p:nvPr/>
        </p:nvGraphicFramePr>
        <p:xfrm>
          <a:off x="2971800" y="4802188"/>
          <a:ext cx="600452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867400" imgH="457200" progId="Equation.3">
                  <p:embed/>
                </p:oleObj>
              </mc:Choice>
              <mc:Fallback>
                <p:oleObj name="公式" r:id="rId4" imgW="5867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802188"/>
                        <a:ext cx="600452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9" name="Object 9"/>
          <p:cNvGraphicFramePr>
            <a:graphicFrameLocks noChangeAspect="1"/>
          </p:cNvGraphicFramePr>
          <p:nvPr/>
        </p:nvGraphicFramePr>
        <p:xfrm>
          <a:off x="2895600" y="5413376"/>
          <a:ext cx="44958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648200" imgH="469900" progId="Equation.3">
                  <p:embed/>
                </p:oleObj>
              </mc:Choice>
              <mc:Fallback>
                <p:oleObj name="公式" r:id="rId6" imgW="4648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413376"/>
                        <a:ext cx="44958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7848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7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autoUpdateAnimBg="0"/>
      <p:bldP spid="179205" grpId="0" autoUpdateAnimBg="0"/>
      <p:bldP spid="179206" grpId="0" autoUpdateAnimBg="0"/>
      <p:bldP spid="17920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578" name="Object 2"/>
          <p:cNvGraphicFramePr>
            <a:graphicFrameLocks noChangeAspect="1"/>
          </p:cNvGraphicFramePr>
          <p:nvPr/>
        </p:nvGraphicFramePr>
        <p:xfrm>
          <a:off x="2514601" y="738188"/>
          <a:ext cx="37560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924300" imgH="889000" progId="Equation.3">
                  <p:embed/>
                </p:oleObj>
              </mc:Choice>
              <mc:Fallback>
                <p:oleObj name="公式" r:id="rId2" imgW="39243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738188"/>
                        <a:ext cx="37560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7" name="Object 3"/>
          <p:cNvGraphicFramePr>
            <a:graphicFrameLocks noChangeAspect="1"/>
          </p:cNvGraphicFramePr>
          <p:nvPr/>
        </p:nvGraphicFramePr>
        <p:xfrm>
          <a:off x="6553200" y="763588"/>
          <a:ext cx="3733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98900" imgH="889000" progId="Equation.3">
                  <p:embed/>
                </p:oleObj>
              </mc:Choice>
              <mc:Fallback>
                <p:oleObj name="公式" r:id="rId4" imgW="38989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763588"/>
                        <a:ext cx="37338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2514600" y="1762125"/>
          <a:ext cx="330993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454400" imgH="457200" progId="Equation.3">
                  <p:embed/>
                </p:oleObj>
              </mc:Choice>
              <mc:Fallback>
                <p:oleObj name="公式" r:id="rId6" imgW="3454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762125"/>
                        <a:ext cx="330993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29" name="Object 5"/>
          <p:cNvGraphicFramePr>
            <a:graphicFrameLocks noChangeAspect="1"/>
          </p:cNvGraphicFramePr>
          <p:nvPr/>
        </p:nvGraphicFramePr>
        <p:xfrm>
          <a:off x="5867400" y="1766889"/>
          <a:ext cx="264953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68600" imgH="482600" progId="Equation.3">
                  <p:embed/>
                </p:oleObj>
              </mc:Choice>
              <mc:Fallback>
                <p:oleObj name="公式" r:id="rId8" imgW="2768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766889"/>
                        <a:ext cx="264953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0" name="Object 6"/>
          <p:cNvGraphicFramePr>
            <a:graphicFrameLocks noChangeAspect="1"/>
          </p:cNvGraphicFramePr>
          <p:nvPr/>
        </p:nvGraphicFramePr>
        <p:xfrm>
          <a:off x="2514600" y="2473326"/>
          <a:ext cx="2236788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36800" imgH="482600" progId="Equation.3">
                  <p:embed/>
                </p:oleObj>
              </mc:Choice>
              <mc:Fallback>
                <p:oleObj name="公式" r:id="rId10" imgW="23368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473326"/>
                        <a:ext cx="2236788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1" name="Object 7"/>
          <p:cNvGraphicFramePr>
            <a:graphicFrameLocks noChangeAspect="1"/>
          </p:cNvGraphicFramePr>
          <p:nvPr/>
        </p:nvGraphicFramePr>
        <p:xfrm>
          <a:off x="4953000" y="2262188"/>
          <a:ext cx="110648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55700" imgH="889000" progId="Equation.3">
                  <p:embed/>
                </p:oleObj>
              </mc:Choice>
              <mc:Fallback>
                <p:oleObj name="公式" r:id="rId12" imgW="1155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262188"/>
                        <a:ext cx="1106488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2" name="Object 8"/>
          <p:cNvGraphicFramePr>
            <a:graphicFrameLocks noChangeAspect="1"/>
          </p:cNvGraphicFramePr>
          <p:nvPr/>
        </p:nvGraphicFramePr>
        <p:xfrm>
          <a:off x="6248401" y="2608264"/>
          <a:ext cx="5826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09336" imgH="317362" progId="Equation.3">
                  <p:embed/>
                </p:oleObj>
              </mc:Choice>
              <mc:Fallback>
                <p:oleObj name="公式" r:id="rId14" imgW="609336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2608264"/>
                        <a:ext cx="58261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3" name="Object 9"/>
          <p:cNvGraphicFramePr>
            <a:graphicFrameLocks noChangeAspect="1"/>
          </p:cNvGraphicFramePr>
          <p:nvPr/>
        </p:nvGraphicFramePr>
        <p:xfrm>
          <a:off x="2514600" y="3284538"/>
          <a:ext cx="31956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340100" imgH="406400" progId="Equation.3">
                  <p:embed/>
                </p:oleObj>
              </mc:Choice>
              <mc:Fallback>
                <p:oleObj name="公式" r:id="rId16" imgW="3340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284538"/>
                        <a:ext cx="319563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34" name="Text Box 10"/>
          <p:cNvSpPr txBox="1">
            <a:spLocks noChangeArrowheads="1"/>
          </p:cNvSpPr>
          <p:nvPr/>
        </p:nvSpPr>
        <p:spPr bwMode="auto">
          <a:xfrm>
            <a:off x="2438400" y="4319954"/>
            <a:ext cx="777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　</a:t>
            </a:r>
            <a:r>
              <a:rPr lang="zh-CN" altLang="en-US" sz="2800" b="1" dirty="0">
                <a:latin typeface="宋体" charset="-122"/>
              </a:rPr>
              <a:t>无穷多个无穷小的代数和未必是无穷小</a:t>
            </a:r>
            <a:r>
              <a:rPr lang="en-US" altLang="zh-CN" sz="2800" b="1" dirty="0">
                <a:latin typeface="宋体" charset="-122"/>
              </a:rPr>
              <a:t>.</a:t>
            </a:r>
            <a:endParaRPr lang="en-US" altLang="zh-CN" sz="2800" b="1" dirty="0">
              <a:ea typeface="黑体" pitchFamily="49" charset="-122"/>
            </a:endParaRPr>
          </a:p>
        </p:txBody>
      </p:sp>
      <p:graphicFrame>
        <p:nvGraphicFramePr>
          <p:cNvPr id="180235" name="Object 11"/>
          <p:cNvGraphicFramePr>
            <a:graphicFrameLocks noChangeAspect="1"/>
          </p:cNvGraphicFramePr>
          <p:nvPr/>
        </p:nvGraphicFramePr>
        <p:xfrm>
          <a:off x="2567608" y="4797153"/>
          <a:ext cx="42672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483100" imgH="901700" progId="Equation.3">
                  <p:embed/>
                </p:oleObj>
              </mc:Choice>
              <mc:Fallback>
                <p:oleObj name="公式" r:id="rId18" imgW="44831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608" y="4797153"/>
                        <a:ext cx="42672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0236" name="Object 12"/>
          <p:cNvGraphicFramePr>
            <a:graphicFrameLocks noChangeAspect="1"/>
          </p:cNvGraphicFramePr>
          <p:nvPr/>
        </p:nvGraphicFramePr>
        <p:xfrm>
          <a:off x="3287688" y="5589240"/>
          <a:ext cx="4536504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635500" imgH="901700" progId="Equation.3">
                  <p:embed/>
                </p:oleObj>
              </mc:Choice>
              <mc:Fallback>
                <p:oleObj name="公式" r:id="rId20" imgW="46355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688" y="5589240"/>
                        <a:ext cx="4536504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4079776" y="3717033"/>
          <a:ext cx="23241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28520" imgH="203040" progId="Equation.DSMT4">
                  <p:embed/>
                </p:oleObj>
              </mc:Choice>
              <mc:Fallback>
                <p:oleObj name="Equation" r:id="rId22" imgW="1028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79776" y="3717033"/>
                        <a:ext cx="2324100" cy="460375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145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>
            <a:grpSpLocks/>
          </p:cNvGrpSpPr>
          <p:nvPr/>
        </p:nvGrpSpPr>
        <p:grpSpPr bwMode="auto">
          <a:xfrm>
            <a:off x="2135560" y="813324"/>
            <a:ext cx="7560840" cy="825340"/>
            <a:chOff x="469" y="480"/>
            <a:chExt cx="5341" cy="4118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643" y="739"/>
              <a:ext cx="4964" cy="345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2524886" y="906131"/>
            <a:ext cx="731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3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有界函数与无穷小的乘积是无穷小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81251" name="Text Box 3"/>
          <p:cNvSpPr txBox="1">
            <a:spLocks noChangeArrowheads="1"/>
          </p:cNvSpPr>
          <p:nvPr/>
        </p:nvSpPr>
        <p:spPr bwMode="auto">
          <a:xfrm>
            <a:off x="2476500" y="16510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81253" name="Object 5"/>
          <p:cNvGraphicFramePr>
            <a:graphicFrameLocks noChangeAspect="1"/>
          </p:cNvGraphicFramePr>
          <p:nvPr/>
        </p:nvGraphicFramePr>
        <p:xfrm>
          <a:off x="2895600" y="2471738"/>
          <a:ext cx="6400800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80200" imgH="1092200" progId="Equation.3">
                  <p:embed/>
                </p:oleObj>
              </mc:Choice>
              <mc:Fallback>
                <p:oleObj name="公式" r:id="rId2" imgW="6680200" imgH="1092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471738"/>
                        <a:ext cx="6400800" cy="104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4" name="Object 6"/>
          <p:cNvGraphicFramePr>
            <a:graphicFrameLocks noChangeAspect="1"/>
          </p:cNvGraphicFramePr>
          <p:nvPr/>
        </p:nvGraphicFramePr>
        <p:xfrm>
          <a:off x="2819400" y="3765550"/>
          <a:ext cx="47196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927600" imgH="469900" progId="Equation.3">
                  <p:embed/>
                </p:oleObj>
              </mc:Choice>
              <mc:Fallback>
                <p:oleObj name="公式" r:id="rId4" imgW="4927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765550"/>
                        <a:ext cx="47196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5" name="Object 7"/>
          <p:cNvGraphicFramePr>
            <a:graphicFrameLocks noChangeAspect="1"/>
          </p:cNvGraphicFramePr>
          <p:nvPr/>
        </p:nvGraphicFramePr>
        <p:xfrm>
          <a:off x="2819401" y="4584700"/>
          <a:ext cx="6450013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731000" imgH="1498600" progId="Equation.3">
                  <p:embed/>
                </p:oleObj>
              </mc:Choice>
              <mc:Fallback>
                <p:oleObj name="公式" r:id="rId6" imgW="6731000" imgH="149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4584700"/>
                        <a:ext cx="6450013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3452628"/>
              </p:ext>
            </p:extLst>
          </p:nvPr>
        </p:nvGraphicFramePr>
        <p:xfrm>
          <a:off x="3215680" y="1444259"/>
          <a:ext cx="4608512" cy="7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317160" progId="Equation.DSMT4">
                  <p:embed/>
                </p:oleObj>
              </mc:Choice>
              <mc:Fallback>
                <p:oleObj name="Equation" r:id="rId8" imgW="182880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15680" y="1444259"/>
                        <a:ext cx="4608512" cy="787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129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1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1762286" y="2895601"/>
            <a:ext cx="8942226" cy="2549624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82274" name="Text Box 2"/>
          <p:cNvSpPr txBox="1">
            <a:spLocks noChangeArrowheads="1"/>
          </p:cNvSpPr>
          <p:nvPr/>
        </p:nvSpPr>
        <p:spPr bwMode="auto">
          <a:xfrm>
            <a:off x="2286000" y="3000375"/>
            <a:ext cx="800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推论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1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在同一过程中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有极限的变量与无穷小的乘  积是无穷小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2286000" y="4036377"/>
            <a:ext cx="731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推论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2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常数与无穷小的乘积是无穷小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2276874" y="4703602"/>
            <a:ext cx="731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推论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</a:rPr>
              <a:t>3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有限个无穷小的乘积也是无穷小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154629" name="Object 5"/>
          <p:cNvGraphicFramePr>
            <a:graphicFrameLocks noChangeAspect="1"/>
          </p:cNvGraphicFramePr>
          <p:nvPr/>
        </p:nvGraphicFramePr>
        <p:xfrm>
          <a:off x="2581275" y="914400"/>
          <a:ext cx="2871788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97200" imgH="457200" progId="Equation.3">
                  <p:embed/>
                </p:oleObj>
              </mc:Choice>
              <mc:Fallback>
                <p:oleObj name="公式" r:id="rId2" imgW="2997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914400"/>
                        <a:ext cx="2871788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8" name="Object 6"/>
          <p:cNvGraphicFramePr>
            <a:graphicFrameLocks noChangeAspect="1"/>
          </p:cNvGraphicFramePr>
          <p:nvPr/>
        </p:nvGraphicFramePr>
        <p:xfrm>
          <a:off x="5611814" y="914401"/>
          <a:ext cx="42179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406900" imgH="482600" progId="Equation.3">
                  <p:embed/>
                </p:oleObj>
              </mc:Choice>
              <mc:Fallback>
                <p:oleObj name="公式" r:id="rId4" imgW="44069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1814" y="914401"/>
                        <a:ext cx="42179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79" name="Object 7"/>
          <p:cNvGraphicFramePr>
            <a:graphicFrameLocks noChangeAspect="1"/>
          </p:cNvGraphicFramePr>
          <p:nvPr/>
        </p:nvGraphicFramePr>
        <p:xfrm>
          <a:off x="2679700" y="1600201"/>
          <a:ext cx="19685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57400" imgH="482600" progId="Equation.3">
                  <p:embed/>
                </p:oleObj>
              </mc:Choice>
              <mc:Fallback>
                <p:oleObj name="公式" r:id="rId6" imgW="20574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1600201"/>
                        <a:ext cx="19685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0" name="Object 8"/>
          <p:cNvGraphicFramePr>
            <a:graphicFrameLocks noChangeAspect="1"/>
          </p:cNvGraphicFramePr>
          <p:nvPr/>
        </p:nvGraphicFramePr>
        <p:xfrm>
          <a:off x="4686301" y="1409700"/>
          <a:ext cx="13366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397000" imgH="889000" progId="Equation.3">
                  <p:embed/>
                </p:oleObj>
              </mc:Choice>
              <mc:Fallback>
                <p:oleObj name="公式" r:id="rId8" imgW="1397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1" y="1409700"/>
                        <a:ext cx="133667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1" name="Object 9"/>
          <p:cNvGraphicFramePr>
            <a:graphicFrameLocks noChangeAspect="1"/>
          </p:cNvGraphicFramePr>
          <p:nvPr/>
        </p:nvGraphicFramePr>
        <p:xfrm>
          <a:off x="6096001" y="1755776"/>
          <a:ext cx="5826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09336" imgH="317362" progId="Equation.3">
                  <p:embed/>
                </p:oleObj>
              </mc:Choice>
              <mc:Fallback>
                <p:oleObj name="公式" r:id="rId10" imgW="609336" imgH="3173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1755776"/>
                        <a:ext cx="58261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22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622090"/>
              </p:ext>
            </p:extLst>
          </p:nvPr>
        </p:nvGraphicFramePr>
        <p:xfrm>
          <a:off x="2468563" y="2356487"/>
          <a:ext cx="44354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635500" imgH="469900" progId="Equation.3">
                  <p:embed/>
                </p:oleObj>
              </mc:Choice>
              <mc:Fallback>
                <p:oleObj name="公式" r:id="rId12" imgW="4635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2356487"/>
                        <a:ext cx="443547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092871"/>
              </p:ext>
            </p:extLst>
          </p:nvPr>
        </p:nvGraphicFramePr>
        <p:xfrm>
          <a:off x="3467275" y="5572124"/>
          <a:ext cx="5257452" cy="503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20760" imgH="203040" progId="Equation.DSMT4">
                  <p:embed/>
                </p:oleObj>
              </mc:Choice>
              <mc:Fallback>
                <p:oleObj name="Equation" r:id="rId14" imgW="2120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67275" y="5572124"/>
                        <a:ext cx="5257452" cy="503708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223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autoUpdateAnimBg="0"/>
      <p:bldP spid="182275" grpId="0" autoUpdateAnimBg="0"/>
      <p:bldP spid="18227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87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757277"/>
              </p:ext>
            </p:extLst>
          </p:nvPr>
        </p:nvGraphicFramePr>
        <p:xfrm>
          <a:off x="3214564" y="621438"/>
          <a:ext cx="3349872" cy="10395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406080" progId="Equation.DSMT4">
                  <p:embed/>
                </p:oleObj>
              </mc:Choice>
              <mc:Fallback>
                <p:oleObj name="Equation" r:id="rId2" imgW="1307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564" y="621438"/>
                        <a:ext cx="3349872" cy="10395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8757" name="Text Box 5"/>
          <p:cNvSpPr txBox="1">
            <a:spLocks noChangeArrowheads="1"/>
          </p:cNvSpPr>
          <p:nvPr/>
        </p:nvSpPr>
        <p:spPr bwMode="auto">
          <a:xfrm>
            <a:off x="1919288" y="1773239"/>
            <a:ext cx="609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58758" name="Object 6"/>
          <p:cNvGraphicFramePr>
            <a:graphicFrameLocks noChangeAspect="1"/>
          </p:cNvGraphicFramePr>
          <p:nvPr/>
        </p:nvGraphicFramePr>
        <p:xfrm>
          <a:off x="2659064" y="1766889"/>
          <a:ext cx="21415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00100" imgH="279400" progId="Equation.3">
                  <p:embed/>
                </p:oleObj>
              </mc:Choice>
              <mc:Fallback>
                <p:oleObj name="公式" r:id="rId4" imgW="8001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4" y="1766889"/>
                        <a:ext cx="214153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59" name="Object 7"/>
          <p:cNvGraphicFramePr>
            <a:graphicFrameLocks noChangeAspect="1"/>
          </p:cNvGraphicFramePr>
          <p:nvPr/>
        </p:nvGraphicFramePr>
        <p:xfrm>
          <a:off x="4943475" y="1484313"/>
          <a:ext cx="198120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98197" imgH="444307" progId="Equation.3">
                  <p:embed/>
                </p:oleObj>
              </mc:Choice>
              <mc:Fallback>
                <p:oleObj name="公式" r:id="rId6" imgW="698197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1484313"/>
                        <a:ext cx="1981200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60" name="Object 8"/>
          <p:cNvGraphicFramePr>
            <a:graphicFrameLocks noChangeAspect="1"/>
          </p:cNvGraphicFramePr>
          <p:nvPr/>
        </p:nvGraphicFramePr>
        <p:xfrm>
          <a:off x="7032626" y="1484313"/>
          <a:ext cx="3052763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143000" imgH="406400" progId="Equation.3">
                  <p:embed/>
                </p:oleObj>
              </mc:Choice>
              <mc:Fallback>
                <p:oleObj name="公式" r:id="rId8" imgW="11430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1484313"/>
                        <a:ext cx="3052763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87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358745"/>
              </p:ext>
            </p:extLst>
          </p:nvPr>
        </p:nvGraphicFramePr>
        <p:xfrm>
          <a:off x="2724150" y="2924177"/>
          <a:ext cx="2723778" cy="1012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91726" imgH="406224" progId="Equation.3">
                  <p:embed/>
                </p:oleObj>
              </mc:Choice>
              <mc:Fallback>
                <p:oleObj name="公式" r:id="rId10" imgW="109172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2924177"/>
                        <a:ext cx="2723778" cy="1012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783632" y="4149081"/>
          <a:ext cx="1296144" cy="88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96880" imgH="406080" progId="Equation.DSMT4">
                  <p:embed/>
                </p:oleObj>
              </mc:Choice>
              <mc:Fallback>
                <p:oleObj name="Equation" r:id="rId12" imgW="596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83632" y="4149081"/>
                        <a:ext cx="1296144" cy="88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079776" y="4149080"/>
          <a:ext cx="1872208" cy="881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63280" imgH="406080" progId="Equation.DSMT4">
                  <p:embed/>
                </p:oleObj>
              </mc:Choice>
              <mc:Fallback>
                <p:oleObj name="Equation" r:id="rId14" imgW="8632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079776" y="4149080"/>
                        <a:ext cx="1872208" cy="881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591945" y="3212976"/>
          <a:ext cx="576065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360" imgH="177480" progId="Equation.DSMT4">
                  <p:embed/>
                </p:oleObj>
              </mc:Choice>
              <mc:Fallback>
                <p:oleObj name="Equation" r:id="rId16" imgW="27936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591945" y="3212976"/>
                        <a:ext cx="576065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951985" y="4365104"/>
          <a:ext cx="5762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360" imgH="177480" progId="Equation.DSMT4">
                  <p:embed/>
                </p:oleObj>
              </mc:Choice>
              <mc:Fallback>
                <p:oleObj name="Equation" r:id="rId18" imgW="2793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985" y="4365104"/>
                        <a:ext cx="5762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711624" y="5229201"/>
          <a:ext cx="2520280" cy="9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04840" imgH="406080" progId="Equation.DSMT4">
                  <p:embed/>
                </p:oleObj>
              </mc:Choice>
              <mc:Fallback>
                <p:oleObj name="Equation" r:id="rId20" imgW="11048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711624" y="5229201"/>
                        <a:ext cx="2520280" cy="9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944209" y="842887"/>
            <a:ext cx="915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19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2" name="Text Box 4"/>
          <p:cNvSpPr txBox="1">
            <a:spLocks noChangeArrowheads="1"/>
          </p:cNvSpPr>
          <p:nvPr/>
        </p:nvSpPr>
        <p:spPr bwMode="auto">
          <a:xfrm>
            <a:off x="1761495" y="1338972"/>
            <a:ext cx="609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577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064459"/>
              </p:ext>
            </p:extLst>
          </p:nvPr>
        </p:nvGraphicFramePr>
        <p:xfrm>
          <a:off x="2514159" y="1099699"/>
          <a:ext cx="230505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875920" imgH="406224" progId="Equation.3">
                  <p:embed/>
                </p:oleObj>
              </mc:Choice>
              <mc:Fallback>
                <p:oleObj name="公式" r:id="rId2" imgW="875920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159" y="1099699"/>
                        <a:ext cx="2305050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207862"/>
              </p:ext>
            </p:extLst>
          </p:nvPr>
        </p:nvGraphicFramePr>
        <p:xfrm>
          <a:off x="4916879" y="1054023"/>
          <a:ext cx="5427662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97100" imgH="406400" progId="Equation.3">
                  <p:embed/>
                </p:oleObj>
              </mc:Choice>
              <mc:Fallback>
                <p:oleObj name="公式" r:id="rId4" imgW="21971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879" y="1054023"/>
                        <a:ext cx="5427662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379197"/>
              </p:ext>
            </p:extLst>
          </p:nvPr>
        </p:nvGraphicFramePr>
        <p:xfrm>
          <a:off x="1608979" y="1955084"/>
          <a:ext cx="4392488" cy="1136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16100" imgH="469900" progId="Equation.3">
                  <p:embed/>
                </p:oleObj>
              </mc:Choice>
              <mc:Fallback>
                <p:oleObj name="公式" r:id="rId6" imgW="18161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8979" y="1955084"/>
                        <a:ext cx="4392488" cy="1136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395979"/>
              </p:ext>
            </p:extLst>
          </p:nvPr>
        </p:nvGraphicFramePr>
        <p:xfrm>
          <a:off x="5861076" y="2316574"/>
          <a:ext cx="1322388" cy="516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20474" imgH="203112" progId="Equation.3">
                  <p:embed/>
                </p:oleObj>
              </mc:Choice>
              <mc:Fallback>
                <p:oleObj name="公式" r:id="rId8" imgW="520474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76" y="2316574"/>
                        <a:ext cx="1322388" cy="516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9207429"/>
              </p:ext>
            </p:extLst>
          </p:nvPr>
        </p:nvGraphicFramePr>
        <p:xfrm>
          <a:off x="7294608" y="2262396"/>
          <a:ext cx="1556062" cy="527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71543" imgH="171334" progId="Equation.3">
                  <p:embed/>
                </p:oleObj>
              </mc:Choice>
              <mc:Fallback>
                <p:oleObj name="公式" r:id="rId10" imgW="571543" imgH="1713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4608" y="2262396"/>
                        <a:ext cx="1556062" cy="527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553975"/>
              </p:ext>
            </p:extLst>
          </p:nvPr>
        </p:nvGraphicFramePr>
        <p:xfrm>
          <a:off x="1392956" y="3085990"/>
          <a:ext cx="4608511" cy="848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790700" imgH="330200" progId="Equation.3">
                  <p:embed/>
                </p:oleObj>
              </mc:Choice>
              <mc:Fallback>
                <p:oleObj name="公式" r:id="rId12" imgW="17907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2956" y="3085990"/>
                        <a:ext cx="4608511" cy="848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655665"/>
              </p:ext>
            </p:extLst>
          </p:nvPr>
        </p:nvGraphicFramePr>
        <p:xfrm>
          <a:off x="5886063" y="3069237"/>
          <a:ext cx="3822585" cy="84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498600" imgH="330200" progId="Equation.3">
                  <p:embed/>
                </p:oleObj>
              </mc:Choice>
              <mc:Fallback>
                <p:oleObj name="公式" r:id="rId14" imgW="1498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063" y="3069237"/>
                        <a:ext cx="3822585" cy="84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4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504179"/>
              </p:ext>
            </p:extLst>
          </p:nvPr>
        </p:nvGraphicFramePr>
        <p:xfrm>
          <a:off x="1703313" y="3741250"/>
          <a:ext cx="3528591" cy="1091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35100" imgH="444500" progId="Equation.3">
                  <p:embed/>
                </p:oleObj>
              </mc:Choice>
              <mc:Fallback>
                <p:oleObj name="公式" r:id="rId16" imgW="14351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13" y="3741250"/>
                        <a:ext cx="3528591" cy="10919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4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52591"/>
              </p:ext>
            </p:extLst>
          </p:nvPr>
        </p:nvGraphicFramePr>
        <p:xfrm>
          <a:off x="5231904" y="3735597"/>
          <a:ext cx="1192567" cy="97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94870" imgH="406048" progId="Equation.3">
                  <p:embed/>
                </p:oleObj>
              </mc:Choice>
              <mc:Fallback>
                <p:oleObj name="公式" r:id="rId18" imgW="494870" imgH="40604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3735597"/>
                        <a:ext cx="1192567" cy="97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774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787268"/>
              </p:ext>
            </p:extLst>
          </p:nvPr>
        </p:nvGraphicFramePr>
        <p:xfrm>
          <a:off x="5231904" y="1322293"/>
          <a:ext cx="5762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9601" imgH="152567" progId="Equation.3">
                  <p:embed/>
                </p:oleObj>
              </mc:Choice>
              <mc:Fallback>
                <p:oleObj name="公式" r:id="rId20" imgW="209601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1322293"/>
                        <a:ext cx="57626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725503"/>
              </p:ext>
            </p:extLst>
          </p:nvPr>
        </p:nvGraphicFramePr>
        <p:xfrm>
          <a:off x="7464152" y="478507"/>
          <a:ext cx="2179637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14400" imgH="215640" progId="Equation.DSMT4">
                  <p:embed/>
                </p:oleObj>
              </mc:Choice>
              <mc:Fallback>
                <p:oleObj name="Equation" r:id="rId22" imgW="9144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464152" y="478507"/>
                        <a:ext cx="2179637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607856"/>
              </p:ext>
            </p:extLst>
          </p:nvPr>
        </p:nvGraphicFramePr>
        <p:xfrm>
          <a:off x="6689040" y="3902336"/>
          <a:ext cx="4763624" cy="941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374560" imgH="419040" progId="Equation.DSMT4">
                  <p:embed/>
                </p:oleObj>
              </mc:Choice>
              <mc:Fallback>
                <p:oleObj name="Equation" r:id="rId24" imgW="2374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689040" y="3902336"/>
                        <a:ext cx="4763624" cy="9411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751416" y="390632"/>
            <a:ext cx="80182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672163"/>
              </p:ext>
            </p:extLst>
          </p:nvPr>
        </p:nvGraphicFramePr>
        <p:xfrm>
          <a:off x="1228520" y="5059223"/>
          <a:ext cx="980977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495680" imgH="507960" progId="Equation.DSMT4">
                  <p:embed/>
                </p:oleObj>
              </mc:Choice>
              <mc:Fallback>
                <p:oleObj name="Equation" r:id="rId26" imgW="449568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520" y="5059223"/>
                        <a:ext cx="9809775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883921"/>
              </p:ext>
            </p:extLst>
          </p:nvPr>
        </p:nvGraphicFramePr>
        <p:xfrm>
          <a:off x="2595067" y="310379"/>
          <a:ext cx="4611416" cy="850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260440" imgH="330120" progId="Equation.DSMT4">
                  <p:embed/>
                </p:oleObj>
              </mc:Choice>
              <mc:Fallback>
                <p:oleObj name="Equation" r:id="rId28" imgW="2260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595067" y="310379"/>
                        <a:ext cx="4611416" cy="85060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228520" y="502396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11716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57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7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5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7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57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57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 autoUpdateAnimBg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674892"/>
            <a:ext cx="4042386" cy="888999"/>
          </a:xfrm>
        </p:spPr>
        <p:txBody>
          <a:bodyPr/>
          <a:lstStyle/>
          <a:p>
            <a:pPr algn="l" eaLnBrk="1" hangingPunct="1"/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一、无穷小的比较</a:t>
            </a:r>
          </a:p>
        </p:txBody>
      </p:sp>
      <p:sp>
        <p:nvSpPr>
          <p:cNvPr id="218115" name="Text Box 3"/>
          <p:cNvSpPr txBox="1">
            <a:spLocks noChangeArrowheads="1"/>
          </p:cNvSpPr>
          <p:nvPr/>
        </p:nvSpPr>
        <p:spPr bwMode="auto">
          <a:xfrm>
            <a:off x="2362200" y="1752601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例如</a:t>
            </a:r>
            <a:r>
              <a:rPr lang="en-US" altLang="zh-CN" sz="2800" b="1"/>
              <a:t>,</a:t>
            </a:r>
          </a:p>
        </p:txBody>
      </p:sp>
      <p:graphicFrame>
        <p:nvGraphicFramePr>
          <p:cNvPr id="218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830728"/>
              </p:ext>
            </p:extLst>
          </p:nvPr>
        </p:nvGraphicFramePr>
        <p:xfrm>
          <a:off x="3338191" y="2275042"/>
          <a:ext cx="1054747" cy="942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800" imgH="419040" progId="Equation.DSMT4">
                  <p:embed/>
                </p:oleObj>
              </mc:Choice>
              <mc:Fallback>
                <p:oleObj name="Equation" r:id="rId2" imgW="4698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191" y="2275042"/>
                        <a:ext cx="1054747" cy="942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7" name="Object 5"/>
          <p:cNvGraphicFramePr>
            <a:graphicFrameLocks noChangeAspect="1"/>
          </p:cNvGraphicFramePr>
          <p:nvPr/>
        </p:nvGraphicFramePr>
        <p:xfrm>
          <a:off x="3446464" y="3352801"/>
          <a:ext cx="1247775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8100" imgH="838200" progId="Equation.3">
                  <p:embed/>
                </p:oleObj>
              </mc:Choice>
              <mc:Fallback>
                <p:oleObj name="公式" r:id="rId4" imgW="13081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4" y="3352801"/>
                        <a:ext cx="1247775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8" name="Object 6"/>
          <p:cNvGraphicFramePr>
            <a:graphicFrameLocks noChangeAspect="1"/>
          </p:cNvGraphicFramePr>
          <p:nvPr/>
        </p:nvGraphicFramePr>
        <p:xfrm>
          <a:off x="3446463" y="4122738"/>
          <a:ext cx="1693862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78000" imgH="1270000" progId="Equation.3">
                  <p:embed/>
                </p:oleObj>
              </mc:Choice>
              <mc:Fallback>
                <p:oleObj name="公式" r:id="rId6" imgW="1778000" imgH="1270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463" y="4122738"/>
                        <a:ext cx="1693862" cy="1211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19" name="Object 7"/>
          <p:cNvGraphicFramePr>
            <a:graphicFrameLocks noChangeAspect="1"/>
          </p:cNvGraphicFramePr>
          <p:nvPr/>
        </p:nvGraphicFramePr>
        <p:xfrm>
          <a:off x="3505200" y="1600200"/>
          <a:ext cx="65547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553200" imgH="838200" progId="Equation.3">
                  <p:embed/>
                </p:oleObj>
              </mc:Choice>
              <mc:Fallback>
                <p:oleObj name="公式" r:id="rId8" imgW="65532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600200"/>
                        <a:ext cx="65547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0" name="Text Box 8"/>
          <p:cNvSpPr txBox="1">
            <a:spLocks noChangeArrowheads="1"/>
          </p:cNvSpPr>
          <p:nvPr/>
        </p:nvSpPr>
        <p:spPr bwMode="auto">
          <a:xfrm>
            <a:off x="2438400" y="5500689"/>
            <a:ext cx="76215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极限不同</a:t>
            </a:r>
            <a:r>
              <a:rPr lang="en-US" altLang="zh-CN" sz="2800" b="1" dirty="0"/>
              <a:t>,  </a:t>
            </a:r>
            <a:r>
              <a:rPr lang="zh-CN" altLang="en-US" sz="2800" b="1" dirty="0"/>
              <a:t>反映了趋向于零的“快慢”程度不同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218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115333"/>
              </p:ext>
            </p:extLst>
          </p:nvPr>
        </p:nvGraphicFramePr>
        <p:xfrm>
          <a:off x="6249194" y="2563812"/>
          <a:ext cx="2791273" cy="527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06360" imgH="228600" progId="Equation.DSMT4">
                  <p:embed/>
                </p:oleObj>
              </mc:Choice>
              <mc:Fallback>
                <p:oleObj name="Equation" r:id="rId10" imgW="1206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9194" y="2563812"/>
                        <a:ext cx="2791273" cy="527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7014080"/>
              </p:ext>
            </p:extLst>
          </p:nvPr>
        </p:nvGraphicFramePr>
        <p:xfrm>
          <a:off x="6492380" y="3576639"/>
          <a:ext cx="2974800" cy="434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136900" imgH="457200" progId="Equation.3">
                  <p:embed/>
                </p:oleObj>
              </mc:Choice>
              <mc:Fallback>
                <p:oleObj name="公式" r:id="rId12" imgW="31369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380" y="3576639"/>
                        <a:ext cx="2974800" cy="434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3" name="Text Box 11"/>
          <p:cNvSpPr txBox="1">
            <a:spLocks noChangeArrowheads="1"/>
          </p:cNvSpPr>
          <p:nvPr/>
        </p:nvSpPr>
        <p:spPr bwMode="auto">
          <a:xfrm>
            <a:off x="8108950" y="4694238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不可比</a:t>
            </a:r>
            <a:r>
              <a:rPr lang="en-US" altLang="zh-CN" sz="2800" b="1"/>
              <a:t>.</a:t>
            </a:r>
            <a:endParaRPr lang="en-US" altLang="zh-CN" b="1"/>
          </a:p>
        </p:txBody>
      </p:sp>
      <p:graphicFrame>
        <p:nvGraphicFramePr>
          <p:cNvPr id="218124" name="Object 12"/>
          <p:cNvGraphicFramePr>
            <a:graphicFrameLocks noChangeAspect="1"/>
          </p:cNvGraphicFramePr>
          <p:nvPr/>
        </p:nvGraphicFramePr>
        <p:xfrm>
          <a:off x="4437064" y="2576514"/>
          <a:ext cx="555625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83947" imgH="368140" progId="Equation.3">
                  <p:embed/>
                </p:oleObj>
              </mc:Choice>
              <mc:Fallback>
                <p:oleObj name="公式" r:id="rId14" imgW="583947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4" y="2576514"/>
                        <a:ext cx="555625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5" name="Object 13"/>
          <p:cNvGraphicFramePr>
            <a:graphicFrameLocks noChangeAspect="1"/>
          </p:cNvGraphicFramePr>
          <p:nvPr/>
        </p:nvGraphicFramePr>
        <p:xfrm>
          <a:off x="4741863" y="3576639"/>
          <a:ext cx="5334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58800" imgH="368300" progId="Equation.3">
                  <p:embed/>
                </p:oleObj>
              </mc:Choice>
              <mc:Fallback>
                <p:oleObj name="公式" r:id="rId16" imgW="558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3576639"/>
                        <a:ext cx="5334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6" name="Object 14"/>
          <p:cNvGraphicFramePr>
            <a:graphicFrameLocks noChangeAspect="1"/>
          </p:cNvGraphicFramePr>
          <p:nvPr/>
        </p:nvGraphicFramePr>
        <p:xfrm>
          <a:off x="5199064" y="4533900"/>
          <a:ext cx="152558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00200" imgH="838200" progId="Equation.3">
                  <p:embed/>
                </p:oleObj>
              </mc:Choice>
              <mc:Fallback>
                <p:oleObj name="公式" r:id="rId18" imgW="16002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4" y="4533900"/>
                        <a:ext cx="1525587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7" name="Object 15"/>
          <p:cNvGraphicFramePr>
            <a:graphicFrameLocks noChangeAspect="1"/>
          </p:cNvGraphicFramePr>
          <p:nvPr/>
        </p:nvGraphicFramePr>
        <p:xfrm>
          <a:off x="6799264" y="4789489"/>
          <a:ext cx="1125537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80588" imgH="380835" progId="Equation.3">
                  <p:embed/>
                </p:oleObj>
              </mc:Choice>
              <mc:Fallback>
                <p:oleObj name="公式" r:id="rId20" imgW="1180588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9264" y="4789489"/>
                        <a:ext cx="1125537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8" name="Text Box 16"/>
          <p:cNvSpPr txBox="1">
            <a:spLocks noChangeArrowheads="1"/>
          </p:cNvSpPr>
          <p:nvPr/>
        </p:nvSpPr>
        <p:spPr bwMode="auto">
          <a:xfrm>
            <a:off x="2511556" y="2743200"/>
            <a:ext cx="612645" cy="2133600"/>
          </a:xfrm>
          <a:prstGeom prst="rect">
            <a:avLst/>
          </a:prstGeom>
          <a:noFill/>
          <a:ln w="28575">
            <a:solidFill>
              <a:srgbClr val="CC0066"/>
            </a:solidFill>
            <a:miter lim="800000"/>
            <a:headEnd/>
            <a:tailEnd/>
          </a:ln>
          <a:effectLst/>
        </p:spPr>
        <p:txBody>
          <a:bodyPr vert="eaVert" lIns="90000" tIns="46800" rIns="90000" bIns="468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观察各极限</a:t>
            </a:r>
          </a:p>
        </p:txBody>
      </p:sp>
    </p:spTree>
    <p:extLst>
      <p:ext uri="{BB962C8B-B14F-4D97-AF65-F5344CB8AC3E}">
        <p14:creationId xmlns:p14="http://schemas.microsoft.com/office/powerpoint/2010/main" val="336203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8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"/>
                                        <p:tgtEl>
                                          <p:spTgt spid="21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8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5" grpId="0" autoUpdateAnimBg="0"/>
      <p:bldP spid="218120" grpId="0" autoUpdateAnimBg="0"/>
      <p:bldP spid="218123" grpId="0" autoUpdateAnimBg="0"/>
      <p:bldP spid="218128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1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936757"/>
              </p:ext>
            </p:extLst>
          </p:nvPr>
        </p:nvGraphicFramePr>
        <p:xfrm>
          <a:off x="2432050" y="1263510"/>
          <a:ext cx="6688286" cy="141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97000" imgH="634680" progId="Equation.DSMT4">
                  <p:embed/>
                </p:oleObj>
              </mc:Choice>
              <mc:Fallback>
                <p:oleObj name="Equation" r:id="rId2" imgW="299700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1263510"/>
                        <a:ext cx="6688286" cy="141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2411413" y="6858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191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005825"/>
              </p:ext>
            </p:extLst>
          </p:nvPr>
        </p:nvGraphicFramePr>
        <p:xfrm>
          <a:off x="3336451" y="727318"/>
          <a:ext cx="6847361" cy="500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46240" imgH="215640" progId="Equation.DSMT4">
                  <p:embed/>
                </p:oleObj>
              </mc:Choice>
              <mc:Fallback>
                <p:oleObj name="Equation" r:id="rId4" imgW="2946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6451" y="727318"/>
                        <a:ext cx="6847361" cy="500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722471"/>
              </p:ext>
            </p:extLst>
          </p:nvPr>
        </p:nvGraphicFramePr>
        <p:xfrm>
          <a:off x="2378729" y="2673008"/>
          <a:ext cx="8044044" cy="931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4960" imgH="406080" progId="Equation.DSMT4">
                  <p:embed/>
                </p:oleObj>
              </mc:Choice>
              <mc:Fallback>
                <p:oleObj name="Equation" r:id="rId6" imgW="3504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729" y="2673008"/>
                        <a:ext cx="8044044" cy="931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4950750"/>
              </p:ext>
            </p:extLst>
          </p:nvPr>
        </p:nvGraphicFramePr>
        <p:xfrm>
          <a:off x="2897188" y="3500195"/>
          <a:ext cx="7400181" cy="1436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76360" imgH="634680" progId="Equation.DSMT4">
                  <p:embed/>
                </p:oleObj>
              </mc:Choice>
              <mc:Fallback>
                <p:oleObj name="Equation" r:id="rId8" imgW="327636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7188" y="3500195"/>
                        <a:ext cx="7400181" cy="14369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2073679"/>
              </p:ext>
            </p:extLst>
          </p:nvPr>
        </p:nvGraphicFramePr>
        <p:xfrm>
          <a:off x="2432050" y="5029201"/>
          <a:ext cx="76581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166100" imgH="1473200" progId="Equation.DSMT4">
                  <p:embed/>
                </p:oleObj>
              </mc:Choice>
              <mc:Fallback>
                <p:oleObj name="Equation" r:id="rId10" imgW="8166100" imgH="147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5029201"/>
                        <a:ext cx="7658100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4" name="Line 8"/>
          <p:cNvSpPr>
            <a:spLocks noChangeShapeType="1"/>
          </p:cNvSpPr>
          <p:nvPr/>
        </p:nvSpPr>
        <p:spPr bwMode="auto">
          <a:xfrm>
            <a:off x="3021013" y="26670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5" name="Line 9"/>
          <p:cNvSpPr>
            <a:spLocks noChangeShapeType="1"/>
          </p:cNvSpPr>
          <p:nvPr/>
        </p:nvSpPr>
        <p:spPr bwMode="auto">
          <a:xfrm>
            <a:off x="2963863" y="4972050"/>
            <a:ext cx="1447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6" name="Line 10"/>
          <p:cNvSpPr>
            <a:spLocks noChangeShapeType="1"/>
          </p:cNvSpPr>
          <p:nvPr/>
        </p:nvSpPr>
        <p:spPr bwMode="auto">
          <a:xfrm>
            <a:off x="6907213" y="1905000"/>
            <a:ext cx="2133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7" name="Line 11"/>
          <p:cNvSpPr>
            <a:spLocks noChangeShapeType="1"/>
          </p:cNvSpPr>
          <p:nvPr/>
        </p:nvSpPr>
        <p:spPr bwMode="auto">
          <a:xfrm>
            <a:off x="8050213" y="3333750"/>
            <a:ext cx="2133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8" name="Line 12"/>
          <p:cNvSpPr>
            <a:spLocks noChangeShapeType="1"/>
          </p:cNvSpPr>
          <p:nvPr/>
        </p:nvSpPr>
        <p:spPr bwMode="auto">
          <a:xfrm>
            <a:off x="8050213" y="4248150"/>
            <a:ext cx="2133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49" name="Line 13"/>
          <p:cNvSpPr>
            <a:spLocks noChangeShapeType="1"/>
          </p:cNvSpPr>
          <p:nvPr/>
        </p:nvSpPr>
        <p:spPr bwMode="auto">
          <a:xfrm>
            <a:off x="9021763" y="5695950"/>
            <a:ext cx="914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9150" name="Line 14"/>
          <p:cNvSpPr>
            <a:spLocks noChangeShapeType="1"/>
          </p:cNvSpPr>
          <p:nvPr/>
        </p:nvSpPr>
        <p:spPr bwMode="auto">
          <a:xfrm>
            <a:off x="2944813" y="6400800"/>
            <a:ext cx="990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23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9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9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9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4" grpId="0" animBg="1"/>
      <p:bldP spid="219145" grpId="0" animBg="1"/>
      <p:bldP spid="219146" grpId="0" animBg="1"/>
      <p:bldP spid="219147" grpId="0" animBg="1"/>
      <p:bldP spid="219148" grpId="0" animBg="1"/>
      <p:bldP spid="219149" grpId="0" animBg="1"/>
      <p:bldP spid="21915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9714" y="101400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635761"/>
              </p:ext>
            </p:extLst>
          </p:nvPr>
        </p:nvGraphicFramePr>
        <p:xfrm>
          <a:off x="2711624" y="1014008"/>
          <a:ext cx="74358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60360" imgH="228600" progId="Equation.DSMT4">
                  <p:embed/>
                </p:oleObj>
              </mc:Choice>
              <mc:Fallback>
                <p:oleObj name="Equation" r:id="rId2" imgW="3060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1624" y="1014008"/>
                        <a:ext cx="7435850" cy="55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569228"/>
              </p:ext>
            </p:extLst>
          </p:nvPr>
        </p:nvGraphicFramePr>
        <p:xfrm>
          <a:off x="2495600" y="1833399"/>
          <a:ext cx="6480720" cy="875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600" imgH="406080" progId="Equation.DSMT4">
                  <p:embed/>
                </p:oleObj>
              </mc:Choice>
              <mc:Fallback>
                <p:oleObj name="Equation" r:id="rId4" imgW="3009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95600" y="1833399"/>
                        <a:ext cx="6480720" cy="8750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796489"/>
              </p:ext>
            </p:extLst>
          </p:nvPr>
        </p:nvGraphicFramePr>
        <p:xfrm>
          <a:off x="2374962" y="2698013"/>
          <a:ext cx="4914546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360" imgH="406080" progId="Equation.DSMT4">
                  <p:embed/>
                </p:oleObj>
              </mc:Choice>
              <mc:Fallback>
                <p:oleObj name="Equation" r:id="rId6" imgW="2133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74962" y="2698013"/>
                        <a:ext cx="4914546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3821162"/>
              </p:ext>
            </p:extLst>
          </p:nvPr>
        </p:nvGraphicFramePr>
        <p:xfrm>
          <a:off x="2351584" y="3687528"/>
          <a:ext cx="30718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33440" imgH="406080" progId="Equation.DSMT4">
                  <p:embed/>
                </p:oleObj>
              </mc:Choice>
              <mc:Fallback>
                <p:oleObj name="Equation" r:id="rId8" imgW="13334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51584" y="3687528"/>
                        <a:ext cx="3071812" cy="93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489530"/>
              </p:ext>
            </p:extLst>
          </p:nvPr>
        </p:nvGraphicFramePr>
        <p:xfrm>
          <a:off x="5735960" y="3687528"/>
          <a:ext cx="1800200" cy="886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25480" imgH="406080" progId="Equation.DSMT4">
                  <p:embed/>
                </p:oleObj>
              </mc:Choice>
              <mc:Fallback>
                <p:oleObj name="Equation" r:id="rId10" imgW="825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35960" y="3687528"/>
                        <a:ext cx="1800200" cy="886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4408985"/>
              </p:ext>
            </p:extLst>
          </p:nvPr>
        </p:nvGraphicFramePr>
        <p:xfrm>
          <a:off x="2374962" y="4922526"/>
          <a:ext cx="1008112" cy="52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480" imgH="203040" progId="Equation.DSMT4">
                  <p:embed/>
                </p:oleObj>
              </mc:Choice>
              <mc:Fallback>
                <p:oleObj name="Equation" r:id="rId12" imgW="3934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74962" y="4922526"/>
                        <a:ext cx="1008112" cy="520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977006"/>
              </p:ext>
            </p:extLst>
          </p:nvPr>
        </p:nvGraphicFramePr>
        <p:xfrm>
          <a:off x="3645478" y="4717274"/>
          <a:ext cx="3890682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88760" imgH="406080" progId="Equation.DSMT4">
                  <p:embed/>
                </p:oleObj>
              </mc:Choice>
              <mc:Fallback>
                <p:oleObj name="Equation" r:id="rId14" imgW="1688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645478" y="4717274"/>
                        <a:ext cx="3890682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16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Text Box 2"/>
          <p:cNvSpPr txBox="1">
            <a:spLocks noChangeArrowheads="1"/>
          </p:cNvSpPr>
          <p:nvPr/>
        </p:nvSpPr>
        <p:spPr bwMode="auto">
          <a:xfrm>
            <a:off x="2362200" y="852488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  <a:cs typeface="Times New Roman" panose="02020603050405020304" pitchFamily="18" charset="0"/>
              </a:rPr>
              <a:t>1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20163" name="Text Box 3"/>
          <p:cNvSpPr txBox="1">
            <a:spLocks noChangeArrowheads="1"/>
          </p:cNvSpPr>
          <p:nvPr/>
        </p:nvSpPr>
        <p:spPr bwMode="auto">
          <a:xfrm>
            <a:off x="2438400" y="180498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91492" name="Object 4"/>
          <p:cNvGraphicFramePr>
            <a:graphicFrameLocks noChangeAspect="1"/>
          </p:cNvGraphicFramePr>
          <p:nvPr/>
        </p:nvGraphicFramePr>
        <p:xfrm>
          <a:off x="3200400" y="914401"/>
          <a:ext cx="67325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731000" imgH="444500" progId="Equation.3">
                  <p:embed/>
                </p:oleObj>
              </mc:Choice>
              <mc:Fallback>
                <p:oleObj name="公式" r:id="rId2" imgW="6731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914401"/>
                        <a:ext cx="67325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5" name="Object 5"/>
          <p:cNvGraphicFramePr>
            <a:graphicFrameLocks noChangeAspect="1"/>
          </p:cNvGraphicFramePr>
          <p:nvPr/>
        </p:nvGraphicFramePr>
        <p:xfrm>
          <a:off x="3200400" y="1600200"/>
          <a:ext cx="1993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93900" imgH="901700" progId="Equation.3">
                  <p:embed/>
                </p:oleObj>
              </mc:Choice>
              <mc:Fallback>
                <p:oleObj name="公式" r:id="rId4" imgW="19939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00200"/>
                        <a:ext cx="1993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6" name="Object 6"/>
          <p:cNvGraphicFramePr>
            <a:graphicFrameLocks noChangeAspect="1"/>
          </p:cNvGraphicFramePr>
          <p:nvPr/>
        </p:nvGraphicFramePr>
        <p:xfrm>
          <a:off x="5257800" y="1676400"/>
          <a:ext cx="2209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09800" imgH="838200" progId="Equation.3">
                  <p:embed/>
                </p:oleObj>
              </mc:Choice>
              <mc:Fallback>
                <p:oleObj name="公式" r:id="rId6" imgW="22098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676400"/>
                        <a:ext cx="2209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7" name="Object 7"/>
          <p:cNvGraphicFramePr>
            <a:graphicFrameLocks noChangeAspect="1"/>
          </p:cNvGraphicFramePr>
          <p:nvPr/>
        </p:nvGraphicFramePr>
        <p:xfrm>
          <a:off x="7543801" y="1917700"/>
          <a:ext cx="5826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83947" imgH="368140" progId="Equation.3">
                  <p:embed/>
                </p:oleObj>
              </mc:Choice>
              <mc:Fallback>
                <p:oleObj name="公式" r:id="rId8" imgW="583947" imgH="3681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1917700"/>
                        <a:ext cx="5826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68" name="Object 8"/>
          <p:cNvGraphicFramePr>
            <a:graphicFrameLocks noChangeAspect="1"/>
          </p:cNvGraphicFramePr>
          <p:nvPr/>
        </p:nvGraphicFramePr>
        <p:xfrm>
          <a:off x="3109914" y="2819401"/>
          <a:ext cx="61864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184900" imgH="444500" progId="Equation.3">
                  <p:embed/>
                </p:oleObj>
              </mc:Choice>
              <mc:Fallback>
                <p:oleObj name="公式" r:id="rId10" imgW="61849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914" y="2819401"/>
                        <a:ext cx="618648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9" name="Text Box 9"/>
          <p:cNvSpPr txBox="1">
            <a:spLocks noChangeArrowheads="1"/>
          </p:cNvSpPr>
          <p:nvPr/>
        </p:nvSpPr>
        <p:spPr bwMode="auto">
          <a:xfrm>
            <a:off x="2343150" y="3600451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220170" name="Object 10"/>
          <p:cNvGraphicFramePr>
            <a:graphicFrameLocks noChangeAspect="1"/>
          </p:cNvGraphicFramePr>
          <p:nvPr/>
        </p:nvGraphicFramePr>
        <p:xfrm>
          <a:off x="3333750" y="3709988"/>
          <a:ext cx="594518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5943600" imgH="406400" progId="Equation.3">
                  <p:embed/>
                </p:oleObj>
              </mc:Choice>
              <mc:Fallback>
                <p:oleObj name="公式" r:id="rId12" imgW="5943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3750" y="3709988"/>
                        <a:ext cx="5945188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71" name="Text Box 11"/>
          <p:cNvSpPr txBox="1">
            <a:spLocks noChangeArrowheads="1"/>
          </p:cNvSpPr>
          <p:nvPr/>
        </p:nvSpPr>
        <p:spPr bwMode="auto">
          <a:xfrm>
            <a:off x="2495550" y="4611688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20172" name="Object 12"/>
          <p:cNvGraphicFramePr>
            <a:graphicFrameLocks noChangeAspect="1"/>
          </p:cNvGraphicFramePr>
          <p:nvPr/>
        </p:nvGraphicFramePr>
        <p:xfrm>
          <a:off x="3232150" y="4470400"/>
          <a:ext cx="2692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92400" imgH="850900" progId="Equation.3">
                  <p:embed/>
                </p:oleObj>
              </mc:Choice>
              <mc:Fallback>
                <p:oleObj name="公式" r:id="rId14" imgW="26924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0" y="4470400"/>
                        <a:ext cx="26924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73" name="Object 13"/>
          <p:cNvGraphicFramePr>
            <a:graphicFrameLocks noChangeAspect="1"/>
          </p:cNvGraphicFramePr>
          <p:nvPr/>
        </p:nvGraphicFramePr>
        <p:xfrm>
          <a:off x="6007100" y="4483100"/>
          <a:ext cx="3289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289300" imgH="850900" progId="Equation.3">
                  <p:embed/>
                </p:oleObj>
              </mc:Choice>
              <mc:Fallback>
                <p:oleObj name="公式" r:id="rId16" imgW="3289300" imgH="850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483100"/>
                        <a:ext cx="3289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74" name="Object 14"/>
          <p:cNvGraphicFramePr>
            <a:graphicFrameLocks noChangeAspect="1"/>
          </p:cNvGraphicFramePr>
          <p:nvPr/>
        </p:nvGraphicFramePr>
        <p:xfrm>
          <a:off x="9353550" y="4521200"/>
          <a:ext cx="6286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647700" imgH="825500" progId="Equation.3">
                  <p:embed/>
                </p:oleObj>
              </mc:Choice>
              <mc:Fallback>
                <p:oleObj name="公式" r:id="rId18" imgW="647700" imgH="825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3550" y="4521200"/>
                        <a:ext cx="6286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175" name="Object 15"/>
          <p:cNvGraphicFramePr>
            <a:graphicFrameLocks noChangeAspect="1"/>
          </p:cNvGraphicFramePr>
          <p:nvPr/>
        </p:nvGraphicFramePr>
        <p:xfrm>
          <a:off x="3409950" y="5589588"/>
          <a:ext cx="48895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889500" imgH="431800" progId="Equation.3">
                  <p:embed/>
                </p:oleObj>
              </mc:Choice>
              <mc:Fallback>
                <p:oleObj name="公式" r:id="rId20" imgW="48895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950" y="5589588"/>
                        <a:ext cx="48895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747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0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0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0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autoUpdateAnimBg="0"/>
      <p:bldP spid="220169" grpId="0" autoUpdateAnimBg="0"/>
      <p:bldP spid="22017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1504486" y="1564686"/>
            <a:ext cx="8911994" cy="3088450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653" y="576"/>
              <a:ext cx="4978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431704" y="1700808"/>
          <a:ext cx="4752528" cy="564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215640" progId="Equation.DSMT4">
                  <p:embed/>
                </p:oleObj>
              </mc:Choice>
              <mc:Fallback>
                <p:oleObj name="Equation" r:id="rId2" imgW="18158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31704" y="1700808"/>
                        <a:ext cx="4752528" cy="564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783632" y="2492896"/>
          <a:ext cx="576064" cy="372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39680" progId="Equation.DSMT4">
                  <p:embed/>
                </p:oleObj>
              </mc:Choice>
              <mc:Fallback>
                <p:oleObj name="Equation" r:id="rId4" imgW="2156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83632" y="2492896"/>
                        <a:ext cx="576064" cy="372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431705" y="2420888"/>
          <a:ext cx="1921715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203040" progId="Equation.DSMT4">
                  <p:embed/>
                </p:oleObj>
              </mc:Choice>
              <mc:Fallback>
                <p:oleObj name="Equation" r:id="rId6" imgW="774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31705" y="2420888"/>
                        <a:ext cx="1921715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359696" y="3212977"/>
          <a:ext cx="40528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960" imgH="215640" progId="Equation.DSMT4">
                  <p:embed/>
                </p:oleObj>
              </mc:Choice>
              <mc:Fallback>
                <p:oleObj name="Equation" r:id="rId8" imgW="16509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3212977"/>
                        <a:ext cx="405288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536160" y="2996953"/>
          <a:ext cx="2304256" cy="945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360" imgH="406080" progId="Equation.DSMT4">
                  <p:embed/>
                </p:oleObj>
              </mc:Choice>
              <mc:Fallback>
                <p:oleObj name="Equation" r:id="rId10" imgW="990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536160" y="2996953"/>
                        <a:ext cx="2304256" cy="945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423592" y="4005065"/>
          <a:ext cx="2520280" cy="510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680" imgH="215640" progId="Equation.DSMT4">
                  <p:embed/>
                </p:oleObj>
              </mc:Choice>
              <mc:Fallback>
                <p:oleObj name="Equation" r:id="rId12" imgW="10666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23592" y="4005065"/>
                        <a:ext cx="2520280" cy="510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63552" y="4797152"/>
          <a:ext cx="756084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800" imgH="190440" progId="Equation.DSMT4">
                  <p:embed/>
                </p:oleObj>
              </mc:Choice>
              <mc:Fallback>
                <p:oleObj name="Equation" r:id="rId14" imgW="25380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63552" y="4797152"/>
                        <a:ext cx="756084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866297" y="4797152"/>
          <a:ext cx="6532562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92080" imgH="469800" progId="Equation.DSMT4">
                  <p:embed/>
                </p:oleObj>
              </mc:Choice>
              <mc:Fallback>
                <p:oleObj name="Equation" r:id="rId16" imgW="26920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866297" y="4797152"/>
                        <a:ext cx="6532562" cy="1138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847528" y="936021"/>
            <a:ext cx="7391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用等价无穷小可给出函数的近似表达式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045943" y="1681334"/>
            <a:ext cx="1149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FF0000"/>
                </a:solidFill>
              </a:rPr>
              <a:t>定理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086446" y="3158354"/>
            <a:ext cx="114967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 dirty="0">
                <a:solidFill>
                  <a:srgbClr val="FF0000"/>
                </a:solidFill>
              </a:rPr>
              <a:t>定理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64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6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077268"/>
              </p:ext>
            </p:extLst>
          </p:nvPr>
        </p:nvGraphicFramePr>
        <p:xfrm>
          <a:off x="1919536" y="1094236"/>
          <a:ext cx="7484448" cy="5336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203040" progId="Equation.DSMT4">
                  <p:embed/>
                </p:oleObj>
              </mc:Choice>
              <mc:Fallback>
                <p:oleObj name="Equation" r:id="rId2" imgW="914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19536" y="1094236"/>
                        <a:ext cx="7484448" cy="5336446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n w="254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4" name="Text Box 2"/>
          <p:cNvSpPr txBox="1">
            <a:spLocks noChangeArrowheads="1"/>
          </p:cNvSpPr>
          <p:nvPr/>
        </p:nvSpPr>
        <p:spPr bwMode="auto">
          <a:xfrm>
            <a:off x="2121107" y="333894"/>
            <a:ext cx="3697796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常用等价无穷小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2211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473109"/>
              </p:ext>
            </p:extLst>
          </p:nvPr>
        </p:nvGraphicFramePr>
        <p:xfrm>
          <a:off x="4927116" y="415840"/>
          <a:ext cx="17208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879600" imgH="457200" progId="Equation.3">
                  <p:embed/>
                </p:oleObj>
              </mc:Choice>
              <mc:Fallback>
                <p:oleObj name="公式" r:id="rId4" imgW="1879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116" y="415840"/>
                        <a:ext cx="17208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6959684"/>
              </p:ext>
            </p:extLst>
          </p:nvPr>
        </p:nvGraphicFramePr>
        <p:xfrm>
          <a:off x="6647966" y="400620"/>
          <a:ext cx="3771480" cy="4827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87240" imgH="203040" progId="Equation.DSMT4">
                  <p:embed/>
                </p:oleObj>
              </mc:Choice>
              <mc:Fallback>
                <p:oleObj name="Equation" r:id="rId6" imgW="1587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47966" y="400620"/>
                        <a:ext cx="3771480" cy="4827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351584" y="1196752"/>
          <a:ext cx="1728192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203040" progId="Equation.DSMT4">
                  <p:embed/>
                </p:oleObj>
              </mc:Choice>
              <mc:Fallback>
                <p:oleObj name="Equation" r:id="rId8" imgW="812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51584" y="1196752"/>
                        <a:ext cx="1728192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807968" y="1196752"/>
          <a:ext cx="2160240" cy="416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4080" imgH="203040" progId="Equation.DSMT4">
                  <p:embed/>
                </p:oleObj>
              </mc:Choice>
              <mc:Fallback>
                <p:oleObj name="Equation" r:id="rId10" imgW="1054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807968" y="1196752"/>
                        <a:ext cx="2160240" cy="416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51584" y="1700808"/>
          <a:ext cx="262096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31560" imgH="406080" progId="Equation.DSMT4">
                  <p:embed/>
                </p:oleObj>
              </mc:Choice>
              <mc:Fallback>
                <p:oleObj name="Equation" r:id="rId12" imgW="1231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1700808"/>
                        <a:ext cx="262096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351584" y="2636912"/>
          <a:ext cx="18367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63280" imgH="203040" progId="Equation.DSMT4">
                  <p:embed/>
                </p:oleObj>
              </mc:Choice>
              <mc:Fallback>
                <p:oleObj name="Equation" r:id="rId14" imgW="863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2636912"/>
                        <a:ext cx="18367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07968" y="1700809"/>
          <a:ext cx="323850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3880" imgH="406080" progId="Equation.DSMT4">
                  <p:embed/>
                </p:oleObj>
              </mc:Choice>
              <mc:Fallback>
                <p:oleObj name="Equation" r:id="rId16" imgW="1523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1700809"/>
                        <a:ext cx="323850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807969" y="2708920"/>
          <a:ext cx="2293937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79280" imgH="203040" progId="Equation.DSMT4">
                  <p:embed/>
                </p:oleObj>
              </mc:Choice>
              <mc:Fallback>
                <p:oleObj name="Equation" r:id="rId18" imgW="1079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9" y="2708920"/>
                        <a:ext cx="2293937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351584" y="3212976"/>
          <a:ext cx="22415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54080" imgH="203040" progId="Equation.DSMT4">
                  <p:embed/>
                </p:oleObj>
              </mc:Choice>
              <mc:Fallback>
                <p:oleObj name="Equation" r:id="rId20" imgW="1054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3212976"/>
                        <a:ext cx="22415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807968" y="3284984"/>
          <a:ext cx="27257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82680" imgH="203040" progId="Equation.DSMT4">
                  <p:embed/>
                </p:oleObj>
              </mc:Choice>
              <mc:Fallback>
                <p:oleObj name="Equation" r:id="rId22" imgW="1282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8" y="3284984"/>
                        <a:ext cx="27257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351584" y="3861048"/>
          <a:ext cx="2268252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66680" imgH="203040" progId="Equation.DSMT4">
                  <p:embed/>
                </p:oleObj>
              </mc:Choice>
              <mc:Fallback>
                <p:oleObj name="Equation" r:id="rId24" imgW="1066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351584" y="3861048"/>
                        <a:ext cx="2268252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807968" y="3933057"/>
          <a:ext cx="2592288" cy="406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295280" imgH="203040" progId="Equation.DSMT4">
                  <p:embed/>
                </p:oleObj>
              </mc:Choice>
              <mc:Fallback>
                <p:oleObj name="Equation" r:id="rId26" imgW="1295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807968" y="3933057"/>
                        <a:ext cx="2592288" cy="4066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351585" y="4437112"/>
          <a:ext cx="1960217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888840" imgH="228600" progId="Equation.DSMT4">
                  <p:embed/>
                </p:oleObj>
              </mc:Choice>
              <mc:Fallback>
                <p:oleObj name="Equation" r:id="rId28" imgW="888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351585" y="4437112"/>
                        <a:ext cx="1960217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5879977" y="4437112"/>
          <a:ext cx="2436273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104840" imgH="228600" progId="Equation.DSMT4">
                  <p:embed/>
                </p:oleObj>
              </mc:Choice>
              <mc:Fallback>
                <p:oleObj name="Equation" r:id="rId30" imgW="1104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879977" y="4437112"/>
                        <a:ext cx="2436273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351584" y="5085184"/>
          <a:ext cx="2664296" cy="461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320480" imgH="228600" progId="Equation.DSMT4">
                  <p:embed/>
                </p:oleObj>
              </mc:Choice>
              <mc:Fallback>
                <p:oleObj name="Equation" r:id="rId32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351584" y="5085184"/>
                        <a:ext cx="2664296" cy="461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807969" y="5085185"/>
          <a:ext cx="3024337" cy="449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536480" imgH="228600" progId="Equation.DSMT4">
                  <p:embed/>
                </p:oleObj>
              </mc:Choice>
              <mc:Fallback>
                <p:oleObj name="Equation" r:id="rId34" imgW="1536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807969" y="5085185"/>
                        <a:ext cx="3024337" cy="4499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312862"/>
              </p:ext>
            </p:extLst>
          </p:nvPr>
        </p:nvGraphicFramePr>
        <p:xfrm>
          <a:off x="2266950" y="5589588"/>
          <a:ext cx="26892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422360" imgH="419040" progId="Equation.DSMT4">
                  <p:embed/>
                </p:oleObj>
              </mc:Choice>
              <mc:Fallback>
                <p:oleObj name="Equation" r:id="rId36" imgW="1422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266950" y="5589588"/>
                        <a:ext cx="2689225" cy="792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5879976" y="5589240"/>
          <a:ext cx="3168352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676160" imgH="419040" progId="Equation.DSMT4">
                  <p:embed/>
                </p:oleObj>
              </mc:Choice>
              <mc:Fallback>
                <p:oleObj name="Equation" r:id="rId38" imgW="16761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5879976" y="5589240"/>
                        <a:ext cx="3168352" cy="79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1141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316741"/>
              </p:ext>
            </p:extLst>
          </p:nvPr>
        </p:nvGraphicFramePr>
        <p:xfrm>
          <a:off x="2191002" y="1231250"/>
          <a:ext cx="2557588" cy="878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8960" imgH="419040" progId="Equation.DSMT4">
                  <p:embed/>
                </p:oleObj>
              </mc:Choice>
              <mc:Fallback>
                <p:oleObj name="Equation" r:id="rId2" imgW="12189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1002" y="1231250"/>
                        <a:ext cx="2557588" cy="878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313044"/>
              </p:ext>
            </p:extLst>
          </p:nvPr>
        </p:nvGraphicFramePr>
        <p:xfrm>
          <a:off x="4680360" y="1250941"/>
          <a:ext cx="3672408" cy="952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20" imgH="444240" progId="Equation.DSMT4">
                  <p:embed/>
                </p:oleObj>
              </mc:Choice>
              <mc:Fallback>
                <p:oleObj name="Equation" r:id="rId4" imgW="1714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80360" y="1250941"/>
                        <a:ext cx="3672408" cy="952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748836"/>
              </p:ext>
            </p:extLst>
          </p:nvPr>
        </p:nvGraphicFramePr>
        <p:xfrm>
          <a:off x="8375945" y="1541288"/>
          <a:ext cx="504056" cy="371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00" imgH="177480" progId="Equation.DSMT4">
                  <p:embed/>
                </p:oleObj>
              </mc:Choice>
              <mc:Fallback>
                <p:oleObj name="Equation" r:id="rId6" imgW="2412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75945" y="1541288"/>
                        <a:ext cx="504056" cy="371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574927"/>
              </p:ext>
            </p:extLst>
          </p:nvPr>
        </p:nvGraphicFramePr>
        <p:xfrm>
          <a:off x="2830982" y="814324"/>
          <a:ext cx="1656185" cy="469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215640" progId="Equation.DSMT4">
                  <p:embed/>
                </p:oleObj>
              </mc:Choice>
              <mc:Fallback>
                <p:oleObj name="Equation" r:id="rId8" imgW="761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830982" y="814324"/>
                        <a:ext cx="1656185" cy="469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504786"/>
              </p:ext>
            </p:extLst>
          </p:nvPr>
        </p:nvGraphicFramePr>
        <p:xfrm>
          <a:off x="2351586" y="2159025"/>
          <a:ext cx="3024335" cy="528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07880" imgH="228600" progId="Equation.DSMT4">
                  <p:embed/>
                </p:oleObj>
              </mc:Choice>
              <mc:Fallback>
                <p:oleObj name="Equation" r:id="rId10" imgW="1307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51586" y="2159025"/>
                        <a:ext cx="3024335" cy="528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795514"/>
              </p:ext>
            </p:extLst>
          </p:nvPr>
        </p:nvGraphicFramePr>
        <p:xfrm>
          <a:off x="2079249" y="2846723"/>
          <a:ext cx="2669341" cy="12812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9720" imgH="609480" progId="Equation.DSMT4">
                  <p:embed/>
                </p:oleObj>
              </mc:Choice>
              <mc:Fallback>
                <p:oleObj name="Equation" r:id="rId12" imgW="126972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79249" y="2846723"/>
                        <a:ext cx="2669341" cy="12812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302200"/>
              </p:ext>
            </p:extLst>
          </p:nvPr>
        </p:nvGraphicFramePr>
        <p:xfrm>
          <a:off x="4738406" y="2522708"/>
          <a:ext cx="2563864" cy="1579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57120" imgH="774360" progId="Equation.DSMT4">
                  <p:embed/>
                </p:oleObj>
              </mc:Choice>
              <mc:Fallback>
                <p:oleObj name="Equation" r:id="rId14" imgW="12571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738406" y="2522708"/>
                        <a:ext cx="2563864" cy="1579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331545"/>
              </p:ext>
            </p:extLst>
          </p:nvPr>
        </p:nvGraphicFramePr>
        <p:xfrm>
          <a:off x="2378402" y="4016127"/>
          <a:ext cx="1629365" cy="914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3600" imgH="406080" progId="Equation.DSMT4">
                  <p:embed/>
                </p:oleObj>
              </mc:Choice>
              <mc:Fallback>
                <p:oleObj name="Equation" r:id="rId16" imgW="723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78402" y="4016127"/>
                        <a:ext cx="1629365" cy="9147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259365"/>
              </p:ext>
            </p:extLst>
          </p:nvPr>
        </p:nvGraphicFramePr>
        <p:xfrm>
          <a:off x="3913164" y="4088491"/>
          <a:ext cx="1263553" cy="84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09480" imgH="406080" progId="Equation.DSMT4">
                  <p:embed/>
                </p:oleObj>
              </mc:Choice>
              <mc:Fallback>
                <p:oleObj name="Equation" r:id="rId18" imgW="609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913164" y="4088491"/>
                        <a:ext cx="1263553" cy="8423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899988"/>
              </p:ext>
            </p:extLst>
          </p:nvPr>
        </p:nvGraphicFramePr>
        <p:xfrm>
          <a:off x="5150842" y="4088491"/>
          <a:ext cx="1737245" cy="1302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12520" imgH="609480" progId="Equation.DSMT4">
                  <p:embed/>
                </p:oleObj>
              </mc:Choice>
              <mc:Fallback>
                <p:oleObj name="Equation" r:id="rId20" imgW="81252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50842" y="4088491"/>
                        <a:ext cx="1737245" cy="1302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649319"/>
              </p:ext>
            </p:extLst>
          </p:nvPr>
        </p:nvGraphicFramePr>
        <p:xfrm>
          <a:off x="6888187" y="4368548"/>
          <a:ext cx="504056" cy="371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41200" imgH="177480" progId="Equation.DSMT4">
                  <p:embed/>
                </p:oleObj>
              </mc:Choice>
              <mc:Fallback>
                <p:oleObj name="Equation" r:id="rId22" imgW="2412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888187" y="4368548"/>
                        <a:ext cx="504056" cy="371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369482"/>
              </p:ext>
            </p:extLst>
          </p:nvPr>
        </p:nvGraphicFramePr>
        <p:xfrm>
          <a:off x="2436999" y="5003222"/>
          <a:ext cx="3096188" cy="946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371600" imgH="419040" progId="Equation.DSMT4">
                  <p:embed/>
                </p:oleObj>
              </mc:Choice>
              <mc:Fallback>
                <p:oleObj name="Equation" r:id="rId24" imgW="13716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436999" y="5003222"/>
                        <a:ext cx="3096188" cy="9460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 flipH="1">
            <a:off x="2191002" y="747119"/>
            <a:ext cx="540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证</a:t>
            </a:r>
          </a:p>
        </p:txBody>
      </p:sp>
    </p:spTree>
    <p:extLst>
      <p:ext uri="{BB962C8B-B14F-4D97-AF65-F5344CB8AC3E}">
        <p14:creationId xmlns:p14="http://schemas.microsoft.com/office/powerpoint/2010/main" val="146150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695400" y="1363998"/>
            <a:ext cx="10938526" cy="5121012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257583"/>
            <a:ext cx="4560507" cy="981963"/>
          </a:xfrm>
          <a:solidFill>
            <a:schemeClr val="bg1"/>
          </a:solidFill>
        </p:spPr>
        <p:txBody>
          <a:bodyPr/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二、等价无穷小替换</a:t>
            </a:r>
          </a:p>
        </p:txBody>
      </p:sp>
      <p:sp>
        <p:nvSpPr>
          <p:cNvPr id="222211" name="Text Box 3"/>
          <p:cNvSpPr txBox="1">
            <a:spLocks noChangeArrowheads="1"/>
          </p:cNvSpPr>
          <p:nvPr/>
        </p:nvSpPr>
        <p:spPr bwMode="auto">
          <a:xfrm>
            <a:off x="1991544" y="1623692"/>
            <a:ext cx="601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等价无穷小替换定理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532153"/>
              </p:ext>
            </p:extLst>
          </p:nvPr>
        </p:nvGraphicFramePr>
        <p:xfrm>
          <a:off x="2063552" y="2128416"/>
          <a:ext cx="5875784" cy="501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480" imgH="228600" progId="Equation.DSMT4">
                  <p:embed/>
                </p:oleObj>
              </mc:Choice>
              <mc:Fallback>
                <p:oleObj name="Equation" r:id="rId2" imgW="2679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3552" y="2128416"/>
                        <a:ext cx="5875784" cy="5012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0837555"/>
              </p:ext>
            </p:extLst>
          </p:nvPr>
        </p:nvGraphicFramePr>
        <p:xfrm>
          <a:off x="8106498" y="2162230"/>
          <a:ext cx="731738" cy="433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20" imgH="203040" progId="Equation.DSMT4">
                  <p:embed/>
                </p:oleObj>
              </mc:Choice>
              <mc:Fallback>
                <p:oleObj name="Equation" r:id="rId4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06498" y="2162230"/>
                        <a:ext cx="731738" cy="4336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892285"/>
              </p:ext>
            </p:extLst>
          </p:nvPr>
        </p:nvGraphicFramePr>
        <p:xfrm>
          <a:off x="2198309" y="2756097"/>
          <a:ext cx="4536505" cy="589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47840" imgH="291960" progId="Equation.DSMT4">
                  <p:embed/>
                </p:oleObj>
              </mc:Choice>
              <mc:Fallback>
                <p:oleObj name="Equation" r:id="rId6" imgW="22478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98309" y="2756097"/>
                        <a:ext cx="4536505" cy="589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312705"/>
              </p:ext>
            </p:extLst>
          </p:nvPr>
        </p:nvGraphicFramePr>
        <p:xfrm>
          <a:off x="2192670" y="3373223"/>
          <a:ext cx="4646794" cy="844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74560" imgH="431640" progId="Equation.DSMT4">
                  <p:embed/>
                </p:oleObj>
              </mc:Choice>
              <mc:Fallback>
                <p:oleObj name="Equation" r:id="rId8" imgW="2374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92670" y="3373223"/>
                        <a:ext cx="4646794" cy="844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098812"/>
              </p:ext>
            </p:extLst>
          </p:nvPr>
        </p:nvGraphicFramePr>
        <p:xfrm>
          <a:off x="2207568" y="4264215"/>
          <a:ext cx="4517989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23800" imgH="444240" progId="Equation.DSMT4">
                  <p:embed/>
                </p:oleObj>
              </mc:Choice>
              <mc:Fallback>
                <p:oleObj name="Equation" r:id="rId10" imgW="2323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07568" y="4264215"/>
                        <a:ext cx="4517989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026115"/>
              </p:ext>
            </p:extLst>
          </p:nvPr>
        </p:nvGraphicFramePr>
        <p:xfrm>
          <a:off x="2133839" y="5091284"/>
          <a:ext cx="3672408" cy="90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52480" imgH="431640" progId="Equation.DSMT4">
                  <p:embed/>
                </p:oleObj>
              </mc:Choice>
              <mc:Fallback>
                <p:oleObj name="Equation" r:id="rId12" imgW="1752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839" y="5091284"/>
                        <a:ext cx="3672408" cy="904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683826"/>
              </p:ext>
            </p:extLst>
          </p:nvPr>
        </p:nvGraphicFramePr>
        <p:xfrm>
          <a:off x="5853230" y="5155948"/>
          <a:ext cx="4517988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23800" imgH="444240" progId="Equation.DSMT4">
                  <p:embed/>
                </p:oleObj>
              </mc:Choice>
              <mc:Fallback>
                <p:oleObj name="Equation" r:id="rId14" imgW="2323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853230" y="5155948"/>
                        <a:ext cx="4517988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588543"/>
              </p:ext>
            </p:extLst>
          </p:nvPr>
        </p:nvGraphicFramePr>
        <p:xfrm>
          <a:off x="7939336" y="386823"/>
          <a:ext cx="315912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25400" imgH="444240" progId="Equation.DSMT4">
                  <p:embed/>
                </p:oleObj>
              </mc:Choice>
              <mc:Fallback>
                <p:oleObj name="Equation" r:id="rId16" imgW="16254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939336" y="386823"/>
                        <a:ext cx="3159125" cy="862013"/>
                      </a:xfrm>
                      <a:prstGeom prst="rect">
                        <a:avLst/>
                      </a:prstGeom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922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2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2"/>
          <p:cNvSpPr txBox="1">
            <a:spLocks noChangeArrowheads="1"/>
          </p:cNvSpPr>
          <p:nvPr/>
        </p:nvSpPr>
        <p:spPr bwMode="auto">
          <a:xfrm>
            <a:off x="2451100" y="1004888"/>
            <a:ext cx="836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  <a:cs typeface="Times New Roman" panose="02020603050405020304" pitchFamily="18" charset="0"/>
              </a:rPr>
              <a:t>3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94563" name="Object 3"/>
          <p:cNvGraphicFramePr>
            <a:graphicFrameLocks noChangeAspect="1"/>
          </p:cNvGraphicFramePr>
          <p:nvPr/>
        </p:nvGraphicFramePr>
        <p:xfrm>
          <a:off x="3454400" y="831850"/>
          <a:ext cx="2489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89200" imgH="901700" progId="Equation.3">
                  <p:embed/>
                </p:oleObj>
              </mc:Choice>
              <mc:Fallback>
                <p:oleObj name="公式" r:id="rId2" imgW="24892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4400" y="831850"/>
                        <a:ext cx="2489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6" name="Text Box 4"/>
          <p:cNvSpPr txBox="1">
            <a:spLocks noChangeArrowheads="1"/>
          </p:cNvSpPr>
          <p:nvPr/>
        </p:nvSpPr>
        <p:spPr bwMode="auto">
          <a:xfrm>
            <a:off x="2457450" y="20955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23237" name="Object 5"/>
          <p:cNvGraphicFramePr>
            <a:graphicFrameLocks noChangeAspect="1"/>
          </p:cNvGraphicFramePr>
          <p:nvPr/>
        </p:nvGraphicFramePr>
        <p:xfrm>
          <a:off x="3198814" y="1955800"/>
          <a:ext cx="66309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29400" imgH="889000" progId="Equation.3">
                  <p:embed/>
                </p:oleObj>
              </mc:Choice>
              <mc:Fallback>
                <p:oleObj name="公式" r:id="rId4" imgW="6629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8814" y="1955800"/>
                        <a:ext cx="66309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/>
          <p:cNvGraphicFramePr>
            <a:graphicFrameLocks noChangeAspect="1"/>
          </p:cNvGraphicFramePr>
          <p:nvPr/>
        </p:nvGraphicFramePr>
        <p:xfrm>
          <a:off x="3086100" y="2908300"/>
          <a:ext cx="2616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16200" imgH="1371600" progId="Equation.3">
                  <p:embed/>
                </p:oleObj>
              </mc:Choice>
              <mc:Fallback>
                <p:oleObj name="公式" r:id="rId6" imgW="26162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2908300"/>
                        <a:ext cx="26162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/>
          <p:cNvGraphicFramePr>
            <a:graphicFrameLocks noChangeAspect="1"/>
          </p:cNvGraphicFramePr>
          <p:nvPr/>
        </p:nvGraphicFramePr>
        <p:xfrm>
          <a:off x="5727700" y="3225800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09600" imgH="330200" progId="Equation.3">
                  <p:embed/>
                </p:oleObj>
              </mc:Choice>
              <mc:Fallback>
                <p:oleObj name="公式" r:id="rId8" imgW="609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3225800"/>
                        <a:ext cx="609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0" name="Text Box 8"/>
          <p:cNvSpPr txBox="1">
            <a:spLocks noChangeArrowheads="1"/>
          </p:cNvSpPr>
          <p:nvPr/>
        </p:nvSpPr>
        <p:spPr bwMode="auto">
          <a:xfrm>
            <a:off x="3505200" y="4495801"/>
            <a:ext cx="556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不能滥用等价无穷小代换</a:t>
            </a:r>
            <a:r>
              <a:rPr lang="en-US" altLang="zh-CN" sz="2800" b="1" dirty="0"/>
              <a:t>.</a:t>
            </a:r>
          </a:p>
        </p:txBody>
      </p:sp>
      <p:sp>
        <p:nvSpPr>
          <p:cNvPr id="223241" name="Text Box 9"/>
          <p:cNvSpPr txBox="1">
            <a:spLocks noChangeArrowheads="1"/>
          </p:cNvSpPr>
          <p:nvPr/>
        </p:nvSpPr>
        <p:spPr bwMode="auto">
          <a:xfrm>
            <a:off x="2438400" y="5181601"/>
            <a:ext cx="670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对于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代数和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中各无穷小一般不能分别替换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23242" name="Text Box 10"/>
          <p:cNvSpPr txBox="1">
            <a:spLocks noChangeArrowheads="1"/>
          </p:cNvSpPr>
          <p:nvPr/>
        </p:nvSpPr>
        <p:spPr bwMode="auto">
          <a:xfrm>
            <a:off x="2438400" y="4495801"/>
            <a:ext cx="1143000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CC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</a:p>
        </p:txBody>
      </p:sp>
    </p:spTree>
    <p:extLst>
      <p:ext uri="{BB962C8B-B14F-4D97-AF65-F5344CB8AC3E}">
        <p14:creationId xmlns:p14="http://schemas.microsoft.com/office/powerpoint/2010/main" val="317056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3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223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6" grpId="0" autoUpdateAnimBg="0"/>
      <p:bldP spid="223240" grpId="0" autoUpdateAnimBg="0"/>
      <p:bldP spid="223241" grpId="0" autoUpdateAnimBg="0"/>
      <p:bldP spid="22324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ext Box 2"/>
          <p:cNvSpPr txBox="1">
            <a:spLocks noChangeArrowheads="1"/>
          </p:cNvSpPr>
          <p:nvPr/>
        </p:nvSpPr>
        <p:spPr bwMode="auto">
          <a:xfrm>
            <a:off x="2374900" y="1023144"/>
            <a:ext cx="84078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  <a:cs typeface="Times New Roman" panose="02020603050405020304" pitchFamily="18" charset="0"/>
              </a:rPr>
              <a:t>4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95587" name="Object 3"/>
          <p:cNvGraphicFramePr>
            <a:graphicFrameLocks noChangeAspect="1"/>
          </p:cNvGraphicFramePr>
          <p:nvPr/>
        </p:nvGraphicFramePr>
        <p:xfrm>
          <a:off x="3378200" y="838200"/>
          <a:ext cx="3098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98800" imgH="889000" progId="Equation.3">
                  <p:embed/>
                </p:oleObj>
              </mc:Choice>
              <mc:Fallback>
                <p:oleObj name="公式" r:id="rId2" imgW="3098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8200" y="838200"/>
                        <a:ext cx="3098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0" name="Text Box 4"/>
          <p:cNvSpPr txBox="1">
            <a:spLocks noChangeArrowheads="1"/>
          </p:cNvSpPr>
          <p:nvPr/>
        </p:nvSpPr>
        <p:spPr bwMode="auto">
          <a:xfrm>
            <a:off x="2755900" y="19812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24261" name="Object 5"/>
          <p:cNvGraphicFramePr>
            <a:graphicFrameLocks noChangeAspect="1"/>
          </p:cNvGraphicFramePr>
          <p:nvPr/>
        </p:nvGraphicFramePr>
        <p:xfrm>
          <a:off x="3397250" y="2044700"/>
          <a:ext cx="541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410200" imgH="457200" progId="Equation.3">
                  <p:embed/>
                </p:oleObj>
              </mc:Choice>
              <mc:Fallback>
                <p:oleObj name="公式" r:id="rId4" imgW="54102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250" y="2044700"/>
                        <a:ext cx="541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2" name="Object 6"/>
          <p:cNvGraphicFramePr>
            <a:graphicFrameLocks noChangeAspect="1"/>
          </p:cNvGraphicFramePr>
          <p:nvPr/>
        </p:nvGraphicFramePr>
        <p:xfrm>
          <a:off x="3403600" y="2514600"/>
          <a:ext cx="2616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16200" imgH="965200" progId="Equation.3">
                  <p:embed/>
                </p:oleObj>
              </mc:Choice>
              <mc:Fallback>
                <p:oleObj name="公式" r:id="rId6" imgW="26162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3600" y="2514600"/>
                        <a:ext cx="2616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3" name="Object 7"/>
          <p:cNvGraphicFramePr>
            <a:graphicFrameLocks noChangeAspect="1"/>
          </p:cNvGraphicFramePr>
          <p:nvPr/>
        </p:nvGraphicFramePr>
        <p:xfrm>
          <a:off x="6108700" y="2825750"/>
          <a:ext cx="609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09600" imgH="330200" progId="Equation.3">
                  <p:embed/>
                </p:oleObj>
              </mc:Choice>
              <mc:Fallback>
                <p:oleObj name="公式" r:id="rId8" imgW="6096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2825750"/>
                        <a:ext cx="609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64" name="Text Box 8"/>
          <p:cNvSpPr txBox="1">
            <a:spLocks noChangeArrowheads="1"/>
          </p:cNvSpPr>
          <p:nvPr/>
        </p:nvSpPr>
        <p:spPr bwMode="auto">
          <a:xfrm>
            <a:off x="2425700" y="3671887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24265" name="Object 9"/>
          <p:cNvGraphicFramePr>
            <a:graphicFrameLocks noChangeAspect="1"/>
          </p:cNvGraphicFramePr>
          <p:nvPr/>
        </p:nvGraphicFramePr>
        <p:xfrm>
          <a:off x="3276600" y="3733801"/>
          <a:ext cx="16637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62978" imgH="406224" progId="Equation.3">
                  <p:embed/>
                </p:oleObj>
              </mc:Choice>
              <mc:Fallback>
                <p:oleObj name="公式" r:id="rId10" imgW="166297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733801"/>
                        <a:ext cx="16637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6" name="Object 10"/>
          <p:cNvGraphicFramePr>
            <a:graphicFrameLocks noChangeAspect="1"/>
          </p:cNvGraphicFramePr>
          <p:nvPr/>
        </p:nvGraphicFramePr>
        <p:xfrm>
          <a:off x="3270250" y="4402138"/>
          <a:ext cx="46736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673600" imgH="406400" progId="Equation.3">
                  <p:embed/>
                </p:oleObj>
              </mc:Choice>
              <mc:Fallback>
                <p:oleObj name="公式" r:id="rId12" imgW="4673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4402138"/>
                        <a:ext cx="46736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7" name="Object 11"/>
          <p:cNvGraphicFramePr>
            <a:graphicFrameLocks noChangeAspect="1"/>
          </p:cNvGraphicFramePr>
          <p:nvPr/>
        </p:nvGraphicFramePr>
        <p:xfrm>
          <a:off x="8001000" y="4114800"/>
          <a:ext cx="1066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66800" imgH="889000" progId="Equation.3">
                  <p:embed/>
                </p:oleObj>
              </mc:Choice>
              <mc:Fallback>
                <p:oleObj name="公式" r:id="rId14" imgW="10668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4114800"/>
                        <a:ext cx="1066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8" name="Object 12"/>
          <p:cNvGraphicFramePr>
            <a:graphicFrameLocks noChangeAspect="1"/>
          </p:cNvGraphicFramePr>
          <p:nvPr/>
        </p:nvGraphicFramePr>
        <p:xfrm>
          <a:off x="5257800" y="3735388"/>
          <a:ext cx="18923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892300" imgH="393700" progId="Equation.3">
                  <p:embed/>
                </p:oleObj>
              </mc:Choice>
              <mc:Fallback>
                <p:oleObj name="公式" r:id="rId16" imgW="1892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735388"/>
                        <a:ext cx="18923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466321"/>
              </p:ext>
            </p:extLst>
          </p:nvPr>
        </p:nvGraphicFramePr>
        <p:xfrm>
          <a:off x="3402146" y="4649578"/>
          <a:ext cx="26162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616200" imgH="1384300" progId="Equation.3">
                  <p:embed/>
                </p:oleObj>
              </mc:Choice>
              <mc:Fallback>
                <p:oleObj name="公式" r:id="rId18" imgW="2616200" imgH="1384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146" y="4649578"/>
                        <a:ext cx="2616200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0" name="Object 14"/>
          <p:cNvGraphicFramePr>
            <a:graphicFrameLocks noChangeAspect="1"/>
          </p:cNvGraphicFramePr>
          <p:nvPr/>
        </p:nvGraphicFramePr>
        <p:xfrm>
          <a:off x="5988050" y="5124450"/>
          <a:ext cx="838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38200" imgH="889000" progId="Equation.3">
                  <p:embed/>
                </p:oleObj>
              </mc:Choice>
              <mc:Fallback>
                <p:oleObj name="公式" r:id="rId20" imgW="8382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5124450"/>
                        <a:ext cx="838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1" name="Text Box 15"/>
          <p:cNvSpPr txBox="1">
            <a:spLocks noChangeArrowheads="1"/>
          </p:cNvSpPr>
          <p:nvPr/>
        </p:nvSpPr>
        <p:spPr bwMode="auto">
          <a:xfrm>
            <a:off x="2362200" y="19954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错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24272" name="Object 16"/>
          <p:cNvGraphicFramePr>
            <a:graphicFrameLocks noChangeAspect="1"/>
          </p:cNvGraphicFramePr>
          <p:nvPr/>
        </p:nvGraphicFramePr>
        <p:xfrm>
          <a:off x="4203701" y="2806700"/>
          <a:ext cx="3032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90514" imgH="218946" progId="Equation.3">
                  <p:embed/>
                </p:oleObj>
              </mc:Choice>
              <mc:Fallback>
                <p:oleObj name="公式" r:id="rId22" imgW="190514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3701" y="2806700"/>
                        <a:ext cx="303213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174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4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 autoUpdateAnimBg="0"/>
      <p:bldP spid="224264" grpId="0" autoUpdateAnimBg="0"/>
      <p:bldP spid="22427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2"/>
          <p:cNvSpPr txBox="1">
            <a:spLocks noChangeArrowheads="1"/>
          </p:cNvSpPr>
          <p:nvPr/>
        </p:nvSpPr>
        <p:spPr bwMode="auto">
          <a:xfrm>
            <a:off x="2413000" y="889001"/>
            <a:ext cx="121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  <a:cs typeface="Times New Roman" panose="02020603050405020304" pitchFamily="18" charset="0"/>
              </a:rPr>
              <a:t>5</a:t>
            </a:r>
            <a:endParaRPr lang="en-US" altLang="zh-CN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196611" name="Object 3"/>
          <p:cNvGraphicFramePr>
            <a:graphicFrameLocks noChangeAspect="1"/>
          </p:cNvGraphicFramePr>
          <p:nvPr/>
        </p:nvGraphicFramePr>
        <p:xfrm>
          <a:off x="3441700" y="762000"/>
          <a:ext cx="3644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644900" imgH="838200" progId="Equation.3">
                  <p:embed/>
                </p:oleObj>
              </mc:Choice>
              <mc:Fallback>
                <p:oleObj name="公式" r:id="rId2" imgW="36449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762000"/>
                        <a:ext cx="3644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4" name="Text Box 4"/>
          <p:cNvSpPr txBox="1">
            <a:spLocks noChangeArrowheads="1"/>
          </p:cNvSpPr>
          <p:nvPr/>
        </p:nvSpPr>
        <p:spPr bwMode="auto">
          <a:xfrm>
            <a:off x="2413000" y="1752601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25285" name="Object 5"/>
          <p:cNvGraphicFramePr>
            <a:graphicFrameLocks noChangeAspect="1"/>
          </p:cNvGraphicFramePr>
          <p:nvPr/>
        </p:nvGraphicFramePr>
        <p:xfrm>
          <a:off x="3327400" y="1866901"/>
          <a:ext cx="29210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21000" imgH="393700" progId="Equation.3">
                  <p:embed/>
                </p:oleObj>
              </mc:Choice>
              <mc:Fallback>
                <p:oleObj name="公式" r:id="rId4" imgW="29210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1866901"/>
                        <a:ext cx="29210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6" name="Object 6"/>
          <p:cNvGraphicFramePr>
            <a:graphicFrameLocks noChangeAspect="1"/>
          </p:cNvGraphicFramePr>
          <p:nvPr/>
        </p:nvGraphicFramePr>
        <p:xfrm>
          <a:off x="6604000" y="1866901"/>
          <a:ext cx="27686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68600" imgH="393700" progId="Equation.3">
                  <p:embed/>
                </p:oleObj>
              </mc:Choice>
              <mc:Fallback>
                <p:oleObj name="公式" r:id="rId6" imgW="2768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1866901"/>
                        <a:ext cx="27686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7" name="Object 7"/>
          <p:cNvGraphicFramePr>
            <a:graphicFrameLocks noChangeAspect="1"/>
          </p:cNvGraphicFramePr>
          <p:nvPr/>
        </p:nvGraphicFramePr>
        <p:xfrm>
          <a:off x="2946400" y="2362200"/>
          <a:ext cx="3505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505200" imgH="838200" progId="Equation.3">
                  <p:embed/>
                </p:oleObj>
              </mc:Choice>
              <mc:Fallback>
                <p:oleObj name="公式" r:id="rId8" imgW="35052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2362200"/>
                        <a:ext cx="3505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8" name="Object 8"/>
          <p:cNvGraphicFramePr>
            <a:graphicFrameLocks noChangeAspect="1"/>
          </p:cNvGraphicFramePr>
          <p:nvPr/>
        </p:nvGraphicFramePr>
        <p:xfrm>
          <a:off x="2946400" y="3098800"/>
          <a:ext cx="52070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207000" imgH="1320800" progId="Equation.3">
                  <p:embed/>
                </p:oleObj>
              </mc:Choice>
              <mc:Fallback>
                <p:oleObj name="公式" r:id="rId10" imgW="5207000" imgH="1320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3098800"/>
                        <a:ext cx="520700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9" name="Object 9"/>
          <p:cNvGraphicFramePr>
            <a:graphicFrameLocks noChangeAspect="1"/>
          </p:cNvGraphicFramePr>
          <p:nvPr/>
        </p:nvGraphicFramePr>
        <p:xfrm>
          <a:off x="3708400" y="4546600"/>
          <a:ext cx="40767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076700" imgH="1765300" progId="Equation.3">
                  <p:embed/>
                </p:oleObj>
              </mc:Choice>
              <mc:Fallback>
                <p:oleObj name="公式" r:id="rId12" imgW="4076700" imgH="1765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546600"/>
                        <a:ext cx="40767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0" name="Object 10"/>
          <p:cNvGraphicFramePr>
            <a:graphicFrameLocks noChangeAspect="1"/>
          </p:cNvGraphicFramePr>
          <p:nvPr/>
        </p:nvGraphicFramePr>
        <p:xfrm>
          <a:off x="7861300" y="5003800"/>
          <a:ext cx="64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47700" imgH="838200" progId="Equation.3">
                  <p:embed/>
                </p:oleObj>
              </mc:Choice>
              <mc:Fallback>
                <p:oleObj name="公式" r:id="rId14" imgW="6477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0" y="5003800"/>
                        <a:ext cx="647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103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84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9247" y="757504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89246" y="3398040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231855"/>
              </p:ext>
            </p:extLst>
          </p:nvPr>
        </p:nvGraphicFramePr>
        <p:xfrm>
          <a:off x="2927648" y="572263"/>
          <a:ext cx="2592288" cy="979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431640" progId="Equation.DSMT4">
                  <p:embed/>
                </p:oleObj>
              </mc:Choice>
              <mc:Fallback>
                <p:oleObj name="Equation" r:id="rId2" imgW="11430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27648" y="572263"/>
                        <a:ext cx="2592288" cy="9793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855641" y="1412776"/>
          <a:ext cx="5608243" cy="884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7960" imgH="406080" progId="Equation.DSMT4">
                  <p:embed/>
                </p:oleObj>
              </mc:Choice>
              <mc:Fallback>
                <p:oleObj name="Equation" r:id="rId4" imgW="2577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55641" y="1412776"/>
                        <a:ext cx="5608243" cy="884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8472265" y="1628800"/>
          <a:ext cx="405045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40" imgH="203040" progId="Equation.DSMT4">
                  <p:embed/>
                </p:oleObj>
              </mc:Choice>
              <mc:Fallback>
                <p:oleObj name="Equation" r:id="rId6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72265" y="1628800"/>
                        <a:ext cx="405045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21957" y="2204865"/>
          <a:ext cx="1849294" cy="873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431640" progId="Equation.DSMT4">
                  <p:embed/>
                </p:oleObj>
              </mc:Choice>
              <mc:Fallback>
                <p:oleObj name="Equation" r:id="rId8" imgW="914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21957" y="2204865"/>
                        <a:ext cx="1849294" cy="8732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223792" y="2204864"/>
          <a:ext cx="1296146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47640" imgH="431640" progId="Equation.DSMT4">
                  <p:embed/>
                </p:oleObj>
              </mc:Choice>
              <mc:Fallback>
                <p:oleObj name="Equation" r:id="rId10" imgW="647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23792" y="2204864"/>
                        <a:ext cx="1296146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519936" y="2420888"/>
          <a:ext cx="543272" cy="38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00" imgH="177480" progId="Equation.DSMT4">
                  <p:embed/>
                </p:oleObj>
              </mc:Choice>
              <mc:Fallback>
                <p:oleObj name="Equation" r:id="rId12" imgW="2538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19936" y="2420888"/>
                        <a:ext cx="543272" cy="3802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140364"/>
              </p:ext>
            </p:extLst>
          </p:nvPr>
        </p:nvGraphicFramePr>
        <p:xfrm>
          <a:off x="3119729" y="3191884"/>
          <a:ext cx="2304256" cy="92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15920" imgH="406080" progId="Equation.DSMT4">
                  <p:embed/>
                </p:oleObj>
              </mc:Choice>
              <mc:Fallback>
                <p:oleObj name="Equation" r:id="rId14" imgW="10159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119729" y="3191884"/>
                        <a:ext cx="2304256" cy="921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59689" y="4221089"/>
          <a:ext cx="720080" cy="415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120" imgH="190440" progId="Equation.DSMT4">
                  <p:embed/>
                </p:oleObj>
              </mc:Choice>
              <mc:Fallback>
                <p:oleObj name="Equation" r:id="rId16" imgW="3301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59689" y="4221089"/>
                        <a:ext cx="720080" cy="4154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503712" y="4221088"/>
          <a:ext cx="36131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38000" imgH="228600" progId="Equation.DSMT4">
                  <p:embed/>
                </p:oleObj>
              </mc:Choice>
              <mc:Fallback>
                <p:oleObj name="Equation" r:id="rId18" imgW="1638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03712" y="4221088"/>
                        <a:ext cx="3613150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104112" y="4221088"/>
          <a:ext cx="15128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11000" imgH="203040" progId="Equation.DSMT4">
                  <p:embed/>
                </p:oleObj>
              </mc:Choice>
              <mc:Fallback>
                <p:oleObj name="Equation" r:id="rId20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104112" y="4221088"/>
                        <a:ext cx="1512888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8616281" y="4221088"/>
          <a:ext cx="12096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33160" imgH="228600" progId="Equation.DSMT4">
                  <p:embed/>
                </p:oleObj>
              </mc:Choice>
              <mc:Fallback>
                <p:oleObj name="Equation" r:id="rId22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616281" y="4221088"/>
                        <a:ext cx="12096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335422" y="4797153"/>
          <a:ext cx="768231" cy="455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42720" imgH="203040" progId="Equation.DSMT4">
                  <p:embed/>
                </p:oleObj>
              </mc:Choice>
              <mc:Fallback>
                <p:oleObj name="Equation" r:id="rId24" imgW="342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335422" y="4797153"/>
                        <a:ext cx="768231" cy="4552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3143672" y="5085184"/>
          <a:ext cx="4006264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42920" imgH="419040" progId="Equation.DSMT4">
                  <p:embed/>
                </p:oleObj>
              </mc:Choice>
              <mc:Fallback>
                <p:oleObj name="Equation" r:id="rId26" imgW="19429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143672" y="5085184"/>
                        <a:ext cx="4006264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171679" y="161660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2189247" y="416719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F245E73-C1B7-405E-80F7-393FAC03912B}"/>
              </a:ext>
            </a:extLst>
          </p:cNvPr>
          <p:cNvGrpSpPr/>
          <p:nvPr/>
        </p:nvGrpSpPr>
        <p:grpSpPr>
          <a:xfrm>
            <a:off x="7320136" y="5457790"/>
            <a:ext cx="4656790" cy="1033272"/>
            <a:chOff x="7320136" y="5457790"/>
            <a:chExt cx="4656790" cy="1033272"/>
          </a:xfrm>
        </p:grpSpPr>
        <p:sp>
          <p:nvSpPr>
            <p:cNvPr id="17" name="卷形: 水平 16">
              <a:extLst>
                <a:ext uri="{FF2B5EF4-FFF2-40B4-BE49-F238E27FC236}">
                  <a16:creationId xmlns:a16="http://schemas.microsoft.com/office/drawing/2014/main" id="{D5D5DEAA-CF36-4630-BCB3-C3F518A7CFA0}"/>
                </a:ext>
              </a:extLst>
            </p:cNvPr>
            <p:cNvSpPr/>
            <p:nvPr/>
          </p:nvSpPr>
          <p:spPr>
            <a:xfrm>
              <a:off x="7320136" y="5457790"/>
              <a:ext cx="4608512" cy="1033272"/>
            </a:xfrm>
            <a:prstGeom prst="horizontalScroll">
              <a:avLst/>
            </a:prstGeom>
            <a:gradFill>
              <a:gsLst>
                <a:gs pos="13000">
                  <a:srgbClr val="FFC000"/>
                </a:gs>
                <a:gs pos="0">
                  <a:srgbClr val="FFC000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100000">
                  <a:srgbClr val="00B0F0"/>
                </a:gs>
              </a:gsLst>
              <a:lin ang="5400000" scaled="1"/>
            </a:gradFill>
            <a:ln w="31750" cmpd="thickThin">
              <a:solidFill>
                <a:srgbClr val="FF0000"/>
              </a:solidFill>
            </a:ln>
            <a:effectLst/>
          </p:spPr>
          <p:txBody>
            <a:bodyPr wrap="square" rtlCol="0" anchor="ctr">
              <a:spAutoFit/>
              <a:scene3d>
                <a:camera prst="orthographicFront"/>
                <a:lightRig rig="glow" dir="tl">
                  <a:rot lat="0" lon="0" rev="5400000"/>
                </a:lightRig>
              </a:scene3d>
              <a:sp3d contourW="12700">
                <a:bevelT w="25400" h="25400"/>
                <a:contourClr>
                  <a:schemeClr val="accent6">
                    <a:shade val="73000"/>
                  </a:schemeClr>
                </a:contourClr>
              </a:sp3d>
            </a:bodyPr>
            <a:lstStyle/>
            <a:p>
              <a:pPr algn="ctr"/>
              <a:endParaRPr lang="zh-CN" altLang="en-US" sz="4400" b="1" dirty="0">
                <a:ln w="11430"/>
                <a:solidFill>
                  <a:srgbClr val="00206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52189EF-7AFC-4B37-A46F-549079C7999A}"/>
                </a:ext>
              </a:extLst>
            </p:cNvPr>
            <p:cNvSpPr txBox="1"/>
            <p:nvPr/>
          </p:nvSpPr>
          <p:spPr>
            <a:xfrm>
              <a:off x="7464152" y="5733256"/>
              <a:ext cx="45127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/>
                <a:t>无穷小代换可以多次使用！</a:t>
              </a:r>
            </a:p>
          </p:txBody>
        </p:sp>
      </p:grpSp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8112290"/>
              </p:ext>
            </p:extLst>
          </p:nvPr>
        </p:nvGraphicFramePr>
        <p:xfrm>
          <a:off x="6960096" y="2602996"/>
          <a:ext cx="4695825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070000" imgH="304560" progId="Equation.DSMT4">
                  <p:embed/>
                </p:oleObj>
              </mc:Choice>
              <mc:Fallback>
                <p:oleObj name="Equation" r:id="rId28" imgW="20700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960096" y="2602996"/>
                        <a:ext cx="4695825" cy="690563"/>
                      </a:xfrm>
                      <a:prstGeom prst="rect">
                        <a:avLst/>
                      </a:prstGeom>
                      <a:ln w="222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465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22957" y="644439"/>
            <a:ext cx="2400267" cy="797167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二、无穷大</a:t>
            </a:r>
          </a:p>
        </p:txBody>
      </p:sp>
      <p:graphicFrame>
        <p:nvGraphicFramePr>
          <p:cNvPr id="18329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689303"/>
              </p:ext>
            </p:extLst>
          </p:nvPr>
        </p:nvGraphicFramePr>
        <p:xfrm>
          <a:off x="2100054" y="1925017"/>
          <a:ext cx="8134350" cy="409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84309" imgH="3764061" progId="Word.Document.8">
                  <p:embed/>
                </p:oleObj>
              </mc:Choice>
              <mc:Fallback>
                <p:oleObj name="Document" r:id="rId2" imgW="7484309" imgH="3764061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054" y="1925017"/>
                        <a:ext cx="8134350" cy="409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3300" name="Text Box 4"/>
          <p:cNvSpPr txBox="1">
            <a:spLocks noChangeArrowheads="1"/>
          </p:cNvSpPr>
          <p:nvPr/>
        </p:nvSpPr>
        <p:spPr bwMode="auto">
          <a:xfrm>
            <a:off x="2133600" y="1426900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绝对值无限增大的变量称为</a:t>
            </a:r>
            <a:r>
              <a:rPr lang="zh-CN" altLang="en-US" sz="28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无穷大</a:t>
            </a:r>
            <a:r>
              <a:rPr lang="en-US" altLang="zh-CN" sz="2800" b="1" dirty="0"/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2135558" y="2013476"/>
            <a:ext cx="1287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solidFill>
                  <a:srgbClr val="FF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定义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kern="100" dirty="0">
                <a:latin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661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8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0" grpId="0" autoUpdateAnimBg="0"/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"/>
          <p:cNvSpPr txBox="1">
            <a:spLocks noChangeArrowheads="1"/>
          </p:cNvSpPr>
          <p:nvPr/>
        </p:nvSpPr>
        <p:spPr bwMode="auto">
          <a:xfrm>
            <a:off x="2451247" y="980776"/>
            <a:ext cx="57926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特殊情形：正无穷大，负无穷大．</a:t>
            </a:r>
          </a:p>
        </p:txBody>
      </p:sp>
      <p:graphicFrame>
        <p:nvGraphicFramePr>
          <p:cNvPr id="1843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152493"/>
              </p:ext>
            </p:extLst>
          </p:nvPr>
        </p:nvGraphicFramePr>
        <p:xfrm>
          <a:off x="2495600" y="1610069"/>
          <a:ext cx="5817840" cy="837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083300" imgH="876300" progId="Equation.3">
                  <p:embed/>
                </p:oleObj>
              </mc:Choice>
              <mc:Fallback>
                <p:oleObj name="公式" r:id="rId2" imgW="60833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600" y="1610069"/>
                        <a:ext cx="5817840" cy="837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24" name="Text Box 4"/>
          <p:cNvSpPr txBox="1">
            <a:spLocks noChangeArrowheads="1"/>
          </p:cNvSpPr>
          <p:nvPr/>
        </p:nvSpPr>
        <p:spPr bwMode="auto">
          <a:xfrm>
            <a:off x="2255167" y="2694323"/>
            <a:ext cx="121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</a:p>
        </p:txBody>
      </p:sp>
      <p:sp>
        <p:nvSpPr>
          <p:cNvPr id="184325" name="Text Box 5"/>
          <p:cNvSpPr txBox="1">
            <a:spLocks noChangeArrowheads="1"/>
          </p:cNvSpPr>
          <p:nvPr/>
        </p:nvSpPr>
        <p:spPr bwMode="auto">
          <a:xfrm>
            <a:off x="3352316" y="2694322"/>
            <a:ext cx="647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1.</a:t>
            </a:r>
            <a:r>
              <a:rPr lang="zh-CN" altLang="en-US" sz="2800" b="1" dirty="0"/>
              <a:t>无穷大是变量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不能与很大的数混淆</a:t>
            </a:r>
            <a:r>
              <a:rPr lang="en-US" altLang="zh-CN" sz="2800" b="1" dirty="0"/>
              <a:t>;</a:t>
            </a:r>
          </a:p>
        </p:txBody>
      </p:sp>
      <p:sp>
        <p:nvSpPr>
          <p:cNvPr id="184326" name="Text Box 6"/>
          <p:cNvSpPr txBox="1">
            <a:spLocks noChangeArrowheads="1"/>
          </p:cNvSpPr>
          <p:nvPr/>
        </p:nvSpPr>
        <p:spPr bwMode="auto">
          <a:xfrm>
            <a:off x="3332381" y="3956531"/>
            <a:ext cx="6553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3. </a:t>
            </a:r>
            <a:r>
              <a:rPr lang="zh-CN" altLang="en-US" sz="2800" b="1" dirty="0"/>
              <a:t>无穷大是一种特殊的无界变量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但是无界变量未必是无穷大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1843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008738"/>
              </p:ext>
            </p:extLst>
          </p:nvPr>
        </p:nvGraphicFramePr>
        <p:xfrm>
          <a:off x="3390900" y="3319944"/>
          <a:ext cx="586740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083300" imgH="660400" progId="Equation.3">
                  <p:embed/>
                </p:oleObj>
              </mc:Choice>
              <mc:Fallback>
                <p:oleObj name="公式" r:id="rId4" imgW="60833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0900" y="3319944"/>
                        <a:ext cx="5867400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Box 6"/>
              <p:cNvSpPr txBox="1">
                <a:spLocks noChangeArrowheads="1"/>
              </p:cNvSpPr>
              <p:nvPr/>
            </p:nvSpPr>
            <p:spPr bwMode="auto">
              <a:xfrm>
                <a:off x="3332381" y="4874081"/>
                <a:ext cx="6553200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/>
                  <a:t>4. </a:t>
                </a:r>
                <a:r>
                  <a:rPr lang="zh-CN" altLang="en-US" sz="2800" b="1" dirty="0"/>
                  <a:t>类似可定义当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zh-CN" altLang="en-US" sz="2800" b="1" dirty="0"/>
                  <a:t>时的无穷大数列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zh-CN" sz="28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pt-BR" altLang="zh-CN" sz="2800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b="1" dirty="0"/>
                  <a:t>,</a:t>
                </a:r>
                <a:r>
                  <a:rPr lang="zh-CN" altLang="en-US" sz="2800" b="1" dirty="0"/>
                  <a:t>记作</a:t>
                </a:r>
                <a:endParaRPr lang="en-US" altLang="zh-CN" sz="2800" b="1" dirty="0"/>
              </a:p>
            </p:txBody>
          </p:sp>
        </mc:Choice>
        <mc:Fallback xmlns="">
          <p:sp>
            <p:nvSpPr>
              <p:cNvPr id="8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2381" y="4874081"/>
                <a:ext cx="6553200" cy="954107"/>
              </a:xfrm>
              <a:prstGeom prst="rect">
                <a:avLst/>
              </a:prstGeom>
              <a:blipFill rotWithShape="0">
                <a:blip r:embed="rId7"/>
                <a:stretch>
                  <a:fillRect l="-1953" t="-8974" b="-1794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67535"/>
              </p:ext>
            </p:extLst>
          </p:nvPr>
        </p:nvGraphicFramePr>
        <p:xfrm>
          <a:off x="5087888" y="5307832"/>
          <a:ext cx="1830809" cy="675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9160" imgH="279360" progId="Equation.DSMT4">
                  <p:embed/>
                </p:oleObj>
              </mc:Choice>
              <mc:Fallback>
                <p:oleObj name="Equation" r:id="rId8" imgW="74916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888" y="5307832"/>
                        <a:ext cx="1830809" cy="675890"/>
                      </a:xfrm>
                      <a:prstGeom prst="rect">
                        <a:avLst/>
                      </a:prstGeom>
                      <a:noFill/>
                      <a:ln w="1270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682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184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4" grpId="0" autoUpdateAnimBg="0"/>
      <p:bldP spid="184325" grpId="0" autoUpdateAnimBg="0"/>
      <p:bldP spid="184326" grpId="0" autoUpdateAnimBg="0"/>
      <p:bldP spid="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7502" y="326765"/>
            <a:ext cx="3371850" cy="2082800"/>
          </a:xfrm>
          <a:prstGeom prst="rect">
            <a:avLst/>
          </a:prstGeom>
          <a:noFill/>
          <a:ln w="3175">
            <a:solidFill>
              <a:srgbClr val="FF7C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7699" name="Object 3"/>
          <p:cNvGraphicFramePr>
            <a:graphicFrameLocks noChangeAspect="1"/>
          </p:cNvGraphicFramePr>
          <p:nvPr/>
        </p:nvGraphicFramePr>
        <p:xfrm>
          <a:off x="9220201" y="533401"/>
          <a:ext cx="10953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43086" imgH="895247" progId="Equation.3">
                  <p:embed/>
                </p:oleObj>
              </mc:Choice>
              <mc:Fallback>
                <p:oleObj name="公式" r:id="rId3" imgW="1743086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1" y="533401"/>
                        <a:ext cx="10953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1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499999"/>
              </p:ext>
            </p:extLst>
          </p:nvPr>
        </p:nvGraphicFramePr>
        <p:xfrm>
          <a:off x="2493639" y="800345"/>
          <a:ext cx="4938713" cy="137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270500" imgH="1473200" progId="Equation.3">
                  <p:embed/>
                </p:oleObj>
              </mc:Choice>
              <mc:Fallback>
                <p:oleObj name="公式" r:id="rId5" imgW="5270500" imgH="147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639" y="800345"/>
                        <a:ext cx="4938713" cy="137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732888"/>
              </p:ext>
            </p:extLst>
          </p:nvPr>
        </p:nvGraphicFramePr>
        <p:xfrm>
          <a:off x="2351583" y="2077311"/>
          <a:ext cx="6889243" cy="1412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57320" imgH="596880" progId="Equation.DSMT4">
                  <p:embed/>
                </p:oleObj>
              </mc:Choice>
              <mc:Fallback>
                <p:oleObj name="Equation" r:id="rId7" imgW="285732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3" y="2077311"/>
                        <a:ext cx="6889243" cy="1412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555035"/>
              </p:ext>
            </p:extLst>
          </p:nvPr>
        </p:nvGraphicFramePr>
        <p:xfrm>
          <a:off x="2576081" y="3214464"/>
          <a:ext cx="2684496" cy="954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3000" imgH="406080" progId="Equation.DSMT4">
                  <p:embed/>
                </p:oleObj>
              </mc:Choice>
              <mc:Fallback>
                <p:oleObj name="Equation" r:id="rId9" imgW="1143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081" y="3214464"/>
                        <a:ext cx="2684496" cy="954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181354"/>
              </p:ext>
            </p:extLst>
          </p:nvPr>
        </p:nvGraphicFramePr>
        <p:xfrm>
          <a:off x="5339924" y="3512057"/>
          <a:ext cx="3900903" cy="544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50960" imgH="228600" progId="Equation.DSMT4">
                  <p:embed/>
                </p:oleObj>
              </mc:Choice>
              <mc:Fallback>
                <p:oleObj name="Equation" r:id="rId11" imgW="1650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9924" y="3512057"/>
                        <a:ext cx="3900903" cy="5442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306773"/>
              </p:ext>
            </p:extLst>
          </p:nvPr>
        </p:nvGraphicFramePr>
        <p:xfrm>
          <a:off x="2351584" y="4031667"/>
          <a:ext cx="6362514" cy="962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03160" imgH="406080" progId="Equation.DSMT4">
                  <p:embed/>
                </p:oleObj>
              </mc:Choice>
              <mc:Fallback>
                <p:oleObj name="Equation" r:id="rId13" imgW="2603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84" y="4031667"/>
                        <a:ext cx="6362514" cy="9620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09812"/>
              </p:ext>
            </p:extLst>
          </p:nvPr>
        </p:nvGraphicFramePr>
        <p:xfrm>
          <a:off x="3148014" y="5029201"/>
          <a:ext cx="3250161" cy="454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365500" imgH="469900" progId="Equation.3">
                  <p:embed/>
                </p:oleObj>
              </mc:Choice>
              <mc:Fallback>
                <p:oleObj name="公式" r:id="rId15" imgW="33655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4" y="5029201"/>
                        <a:ext cx="3250161" cy="4540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139987"/>
              </p:ext>
            </p:extLst>
          </p:nvPr>
        </p:nvGraphicFramePr>
        <p:xfrm>
          <a:off x="2438401" y="5684850"/>
          <a:ext cx="3225551" cy="4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3581400" imgH="457200" progId="Equation.3">
                  <p:embed/>
                </p:oleObj>
              </mc:Choice>
              <mc:Fallback>
                <p:oleObj name="公式" r:id="rId17" imgW="3581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1" y="5684850"/>
                        <a:ext cx="3225551" cy="4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75018"/>
              </p:ext>
            </p:extLst>
          </p:nvPr>
        </p:nvGraphicFramePr>
        <p:xfrm>
          <a:off x="5663952" y="5753106"/>
          <a:ext cx="1181100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1422400" imgH="330200" progId="Equation.3">
                  <p:embed/>
                </p:oleObj>
              </mc:Choice>
              <mc:Fallback>
                <p:oleObj name="公式" r:id="rId19" imgW="14224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952" y="5753106"/>
                        <a:ext cx="1181100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6" name="Text Box 12"/>
          <p:cNvSpPr txBox="1">
            <a:spLocks noChangeArrowheads="1"/>
          </p:cNvSpPr>
          <p:nvPr/>
        </p:nvSpPr>
        <p:spPr bwMode="auto">
          <a:xfrm>
            <a:off x="7161411" y="5572780"/>
            <a:ext cx="2514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不是无穷大．</a:t>
            </a:r>
          </a:p>
        </p:txBody>
      </p:sp>
      <p:sp>
        <p:nvSpPr>
          <p:cNvPr id="185357" name="Text Box 13"/>
          <p:cNvSpPr txBox="1">
            <a:spLocks noChangeArrowheads="1"/>
          </p:cNvSpPr>
          <p:nvPr/>
        </p:nvSpPr>
        <p:spPr bwMode="auto">
          <a:xfrm>
            <a:off x="9142611" y="3465924"/>
            <a:ext cx="1066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无界，</a:t>
            </a:r>
          </a:p>
        </p:txBody>
      </p:sp>
    </p:spTree>
    <p:extLst>
      <p:ext uri="{BB962C8B-B14F-4D97-AF65-F5344CB8AC3E}">
        <p14:creationId xmlns:p14="http://schemas.microsoft.com/office/powerpoint/2010/main" val="322564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8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"/>
                                        <p:tgtEl>
                                          <p:spTgt spid="18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56" grpId="0" autoUpdateAnimBg="0"/>
      <p:bldP spid="18535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579165"/>
              </p:ext>
            </p:extLst>
          </p:nvPr>
        </p:nvGraphicFramePr>
        <p:xfrm>
          <a:off x="3411982" y="853225"/>
          <a:ext cx="2876153" cy="948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31560" imgH="406080" progId="Equation.DSMT4">
                  <p:embed/>
                </p:oleObj>
              </mc:Choice>
              <mc:Fallback>
                <p:oleObj name="Equation" r:id="rId2" imgW="1231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982" y="853225"/>
                        <a:ext cx="2876153" cy="948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1" name="Text Box 3"/>
          <p:cNvSpPr txBox="1">
            <a:spLocks noChangeArrowheads="1"/>
          </p:cNvSpPr>
          <p:nvPr/>
        </p:nvSpPr>
        <p:spPr bwMode="auto">
          <a:xfrm>
            <a:off x="2379663" y="1914526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3128963" y="2092326"/>
          <a:ext cx="12493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59866" imgH="406224" progId="Equation.3">
                  <p:embed/>
                </p:oleObj>
              </mc:Choice>
              <mc:Fallback>
                <p:oleObj name="公式" r:id="rId4" imgW="145986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8963" y="2092326"/>
                        <a:ext cx="12493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/>
        </p:nvGraphicFramePr>
        <p:xfrm>
          <a:off x="4513264" y="1905000"/>
          <a:ext cx="2268537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54300" imgH="965200" progId="Equation.3">
                  <p:embed/>
                </p:oleObj>
              </mc:Choice>
              <mc:Fallback>
                <p:oleObj name="公式" r:id="rId6" imgW="26543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264" y="1905000"/>
                        <a:ext cx="2268537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4" name="Object 6"/>
          <p:cNvGraphicFramePr>
            <a:graphicFrameLocks noChangeAspect="1"/>
          </p:cNvGraphicFramePr>
          <p:nvPr/>
        </p:nvGraphicFramePr>
        <p:xfrm>
          <a:off x="2455864" y="2895601"/>
          <a:ext cx="2300287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92400" imgH="889000" progId="Equation.3">
                  <p:embed/>
                </p:oleObj>
              </mc:Choice>
              <mc:Fallback>
                <p:oleObj name="公式" r:id="rId8" imgW="26924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2895601"/>
                        <a:ext cx="2300287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5" name="Object 7"/>
          <p:cNvGraphicFramePr>
            <a:graphicFrameLocks noChangeAspect="1"/>
          </p:cNvGraphicFramePr>
          <p:nvPr/>
        </p:nvGraphicFramePr>
        <p:xfrm>
          <a:off x="5046663" y="2897188"/>
          <a:ext cx="1409700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51000" imgH="889000" progId="Equation.3">
                  <p:embed/>
                </p:oleObj>
              </mc:Choice>
              <mc:Fallback>
                <p:oleObj name="公式" r:id="rId10" imgW="16510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6663" y="2897188"/>
                        <a:ext cx="1409700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6" name="Object 8"/>
          <p:cNvGraphicFramePr>
            <a:graphicFrameLocks noChangeAspect="1"/>
          </p:cNvGraphicFramePr>
          <p:nvPr/>
        </p:nvGraphicFramePr>
        <p:xfrm>
          <a:off x="2362201" y="3886201"/>
          <a:ext cx="3179763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721100" imgH="889000" progId="Equation.3">
                  <p:embed/>
                </p:oleObj>
              </mc:Choice>
              <mc:Fallback>
                <p:oleObj name="公式" r:id="rId12" imgW="37211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3886201"/>
                        <a:ext cx="3179763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7" name="Object 9"/>
          <p:cNvGraphicFramePr>
            <a:graphicFrameLocks noChangeAspect="1"/>
          </p:cNvGraphicFramePr>
          <p:nvPr/>
        </p:nvGraphicFramePr>
        <p:xfrm>
          <a:off x="5638800" y="3886200"/>
          <a:ext cx="22685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654300" imgH="965200" progId="Equation.3">
                  <p:embed/>
                </p:oleObj>
              </mc:Choice>
              <mc:Fallback>
                <p:oleObj name="公式" r:id="rId14" imgW="2654300" imgH="965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886200"/>
                        <a:ext cx="226853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8" name="Object 10"/>
          <p:cNvGraphicFramePr>
            <a:graphicFrameLocks noChangeAspect="1"/>
          </p:cNvGraphicFramePr>
          <p:nvPr/>
        </p:nvGraphicFramePr>
        <p:xfrm>
          <a:off x="8001000" y="3878264"/>
          <a:ext cx="212725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489200" imgH="901700" progId="Equation.3">
                  <p:embed/>
                </p:oleObj>
              </mc:Choice>
              <mc:Fallback>
                <p:oleObj name="公式" r:id="rId16" imgW="2489200" imgH="901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878264"/>
                        <a:ext cx="2127250" cy="76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382279"/>
              </p:ext>
            </p:extLst>
          </p:nvPr>
        </p:nvGraphicFramePr>
        <p:xfrm>
          <a:off x="2455864" y="4771664"/>
          <a:ext cx="8119224" cy="1227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530520" imgH="533160" progId="Equation.DSMT4">
                  <p:embed/>
                </p:oleObj>
              </mc:Choice>
              <mc:Fallback>
                <p:oleObj name="Equation" r:id="rId18" imgW="35305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4771664"/>
                        <a:ext cx="8119224" cy="12279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80" name="Line 12"/>
          <p:cNvSpPr>
            <a:spLocks noChangeShapeType="1"/>
          </p:cNvSpPr>
          <p:nvPr/>
        </p:nvSpPr>
        <p:spPr bwMode="auto">
          <a:xfrm>
            <a:off x="3863975" y="5984875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63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561165"/>
              </p:ext>
            </p:extLst>
          </p:nvPr>
        </p:nvGraphicFramePr>
        <p:xfrm>
          <a:off x="8328248" y="1014603"/>
          <a:ext cx="2700337" cy="245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0" imgW="2200582" imgH="2000000" progId="Paint.Picture">
                  <p:embed/>
                </p:oleObj>
              </mc:Choice>
              <mc:Fallback>
                <p:oleObj name="BMP 图象" r:id="rId20" imgW="2200582" imgH="200000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1014603"/>
                        <a:ext cx="2700337" cy="2455863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rgbClr val="FF7C8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747380"/>
              </p:ext>
            </p:extLst>
          </p:nvPr>
        </p:nvGraphicFramePr>
        <p:xfrm>
          <a:off x="9998470" y="1325471"/>
          <a:ext cx="9826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447771" imgH="895247" progId="Equation.3">
                  <p:embed/>
                </p:oleObj>
              </mc:Choice>
              <mc:Fallback>
                <p:oleObj name="公式" r:id="rId22" imgW="1447771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8470" y="1325471"/>
                        <a:ext cx="9826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434120" y="1014603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4120" y="474662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定义</a:t>
            </a:r>
          </a:p>
        </p:txBody>
      </p:sp>
    </p:spTree>
    <p:extLst>
      <p:ext uri="{BB962C8B-B14F-4D97-AF65-F5344CB8AC3E}">
        <p14:creationId xmlns:p14="http://schemas.microsoft.com/office/powerpoint/2010/main" val="127020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6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6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6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autoUpdateAnimBg="0"/>
      <p:bldP spid="186380" grpId="0" animBg="1"/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3229332"/>
              </p:ext>
            </p:extLst>
          </p:nvPr>
        </p:nvGraphicFramePr>
        <p:xfrm>
          <a:off x="3065843" y="899583"/>
          <a:ext cx="628650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080" imgH="279360" progId="Equation.DSMT4">
                  <p:embed/>
                </p:oleObj>
              </mc:Choice>
              <mc:Fallback>
                <p:oleObj name="Equation" r:id="rId2" imgW="26920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843" y="899583"/>
                        <a:ext cx="628650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371" name="Text Box 3"/>
          <p:cNvSpPr txBox="1">
            <a:spLocks noChangeArrowheads="1"/>
          </p:cNvSpPr>
          <p:nvPr/>
        </p:nvSpPr>
        <p:spPr bwMode="auto">
          <a:xfrm>
            <a:off x="2251570" y="1655645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86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906303"/>
              </p:ext>
            </p:extLst>
          </p:nvPr>
        </p:nvGraphicFramePr>
        <p:xfrm>
          <a:off x="3179837" y="1828683"/>
          <a:ext cx="12493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59866" imgH="406224" progId="Equation.3">
                  <p:embed/>
                </p:oleObj>
              </mc:Choice>
              <mc:Fallback>
                <p:oleObj name="公式" r:id="rId4" imgW="145986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837" y="1828683"/>
                        <a:ext cx="12493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7163925"/>
              </p:ext>
            </p:extLst>
          </p:nvPr>
        </p:nvGraphicFramePr>
        <p:xfrm>
          <a:off x="4659313" y="1731963"/>
          <a:ext cx="222091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760" imgH="215640" progId="Equation.DSMT4">
                  <p:embed/>
                </p:oleObj>
              </mc:Choice>
              <mc:Fallback>
                <p:oleObj name="Equation" r:id="rId6" imgW="977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9313" y="1731963"/>
                        <a:ext cx="222091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638072"/>
              </p:ext>
            </p:extLst>
          </p:nvPr>
        </p:nvGraphicFramePr>
        <p:xfrm>
          <a:off x="7166625" y="1668847"/>
          <a:ext cx="2065174" cy="534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8840" imgH="228600" progId="Equation.DSMT4">
                  <p:embed/>
                </p:oleObj>
              </mc:Choice>
              <mc:Fallback>
                <p:oleObj name="Equation" r:id="rId8" imgW="888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6625" y="1668847"/>
                        <a:ext cx="2065174" cy="5346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808701"/>
              </p:ext>
            </p:extLst>
          </p:nvPr>
        </p:nvGraphicFramePr>
        <p:xfrm>
          <a:off x="2358156" y="2278121"/>
          <a:ext cx="2439269" cy="521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680" imgH="228600" progId="Equation.DSMT4">
                  <p:embed/>
                </p:oleObj>
              </mc:Choice>
              <mc:Fallback>
                <p:oleObj name="Equation" r:id="rId10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156" y="2278121"/>
                        <a:ext cx="2439269" cy="521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669021"/>
              </p:ext>
            </p:extLst>
          </p:nvPr>
        </p:nvGraphicFramePr>
        <p:xfrm>
          <a:off x="5041900" y="2292350"/>
          <a:ext cx="40624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88760" imgH="215640" progId="Equation.DSMT4">
                  <p:embed/>
                </p:oleObj>
              </mc:Choice>
              <mc:Fallback>
                <p:oleObj name="Equation" r:id="rId12" imgW="1688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1900" y="2292350"/>
                        <a:ext cx="40624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78705" y="889809"/>
            <a:ext cx="7457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855537"/>
              </p:ext>
            </p:extLst>
          </p:nvPr>
        </p:nvGraphicFramePr>
        <p:xfrm>
          <a:off x="2370263" y="2908237"/>
          <a:ext cx="305435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07880" imgH="279360" progId="Equation.DSMT4">
                  <p:embed/>
                </p:oleObj>
              </mc:Choice>
              <mc:Fallback>
                <p:oleObj name="Equation" r:id="rId14" imgW="13078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263" y="2908237"/>
                        <a:ext cx="305435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988250"/>
              </p:ext>
            </p:extLst>
          </p:nvPr>
        </p:nvGraphicFramePr>
        <p:xfrm>
          <a:off x="2468102" y="3636787"/>
          <a:ext cx="124936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59866" imgH="406224" progId="Equation.3">
                  <p:embed/>
                </p:oleObj>
              </mc:Choice>
              <mc:Fallback>
                <p:oleObj name="公式" r:id="rId16" imgW="1459866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102" y="3636787"/>
                        <a:ext cx="124936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2907761"/>
              </p:ext>
            </p:extLst>
          </p:nvPr>
        </p:nvGraphicFramePr>
        <p:xfrm>
          <a:off x="3978230" y="3557598"/>
          <a:ext cx="2395538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54080" imgH="215640" progId="Equation.DSMT4">
                  <p:embed/>
                </p:oleObj>
              </mc:Choice>
              <mc:Fallback>
                <p:oleObj name="Equation" r:id="rId17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230" y="3557598"/>
                        <a:ext cx="2395538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011460"/>
              </p:ext>
            </p:extLst>
          </p:nvPr>
        </p:nvGraphicFramePr>
        <p:xfrm>
          <a:off x="6661150" y="3491831"/>
          <a:ext cx="21828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39600" imgH="228600" progId="Equation.DSMT4">
                  <p:embed/>
                </p:oleObj>
              </mc:Choice>
              <mc:Fallback>
                <p:oleObj name="Equation" r:id="rId19" imgW="93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150" y="3491831"/>
                        <a:ext cx="21828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621830"/>
              </p:ext>
            </p:extLst>
          </p:nvPr>
        </p:nvGraphicFramePr>
        <p:xfrm>
          <a:off x="2370263" y="4101659"/>
          <a:ext cx="2508600" cy="530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79280" imgH="228600" progId="Equation.DSMT4">
                  <p:embed/>
                </p:oleObj>
              </mc:Choice>
              <mc:Fallback>
                <p:oleObj name="Equation" r:id="rId21" imgW="107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263" y="4101659"/>
                        <a:ext cx="2508600" cy="5306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050562"/>
              </p:ext>
            </p:extLst>
          </p:nvPr>
        </p:nvGraphicFramePr>
        <p:xfrm>
          <a:off x="4941283" y="4069432"/>
          <a:ext cx="47037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55520" imgH="215640" progId="Equation.DSMT4">
                  <p:embed/>
                </p:oleObj>
              </mc:Choice>
              <mc:Fallback>
                <p:oleObj name="Equation" r:id="rId23" imgW="1955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1283" y="4069432"/>
                        <a:ext cx="47037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300921"/>
              </p:ext>
            </p:extLst>
          </p:nvPr>
        </p:nvGraphicFramePr>
        <p:xfrm>
          <a:off x="2400425" y="4653907"/>
          <a:ext cx="29940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82680" imgH="279360" progId="Equation.DSMT4">
                  <p:embed/>
                </p:oleObj>
              </mc:Choice>
              <mc:Fallback>
                <p:oleObj name="Equation" r:id="rId25" imgW="128268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425" y="4653907"/>
                        <a:ext cx="2994025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59276"/>
              </p:ext>
            </p:extLst>
          </p:nvPr>
        </p:nvGraphicFramePr>
        <p:xfrm>
          <a:off x="2330450" y="5284788"/>
          <a:ext cx="4330700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854000" imgH="279360" progId="Equation.DSMT4">
                  <p:embed/>
                </p:oleObj>
              </mc:Choice>
              <mc:Fallback>
                <p:oleObj name="Equation" r:id="rId27" imgW="185400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5284788"/>
                        <a:ext cx="4330700" cy="65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90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6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6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6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39473" y="4149080"/>
            <a:ext cx="98650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       不过，假如有一位新客人坚持要一个人住单间，旅馆其实可以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b="1" dirty="0"/>
              <a:t>同时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让现有的住在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号房间的客人搬进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号房间，也就是，让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/>
              <a:t>号房的房客搬进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/>
              <a:t>号房，让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/>
              <a:t>号房的房客搬进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/>
              <a:t>号房，再让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800" b="1" dirty="0"/>
              <a:t>号房的房客搬进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800" b="1" dirty="0"/>
              <a:t>号房 </a:t>
            </a:r>
            <a:r>
              <a:rPr lang="en-US" altLang="zh-CN" sz="2800" b="1" dirty="0"/>
              <a:t>... </a:t>
            </a:r>
            <a:r>
              <a:rPr lang="zh-CN" altLang="en-US" sz="2800" b="1" dirty="0"/>
              <a:t>这样，一间空房就被腾了</a:t>
            </a:r>
            <a:r>
              <a:rPr lang="zh-CN" altLang="en-US" sz="2800" b="1"/>
              <a:t>出来</a:t>
            </a:r>
            <a:r>
              <a:rPr lang="en-US" altLang="zh-CN" sz="2800" b="1"/>
              <a:t>.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216" y="723038"/>
            <a:ext cx="2023822" cy="25088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61352" y="1191266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         </a:t>
            </a:r>
            <a:r>
              <a:rPr lang="zh-CN" altLang="en-US" sz="2800" b="1" dirty="0"/>
              <a:t>德国著名数学家大卫</a:t>
            </a:r>
            <a:r>
              <a:rPr lang="en-US" altLang="zh-CN" sz="2800" b="1" dirty="0"/>
              <a:t>·</a:t>
            </a:r>
            <a:r>
              <a:rPr lang="zh-CN" altLang="en-US" sz="2800" b="1" dirty="0"/>
              <a:t>希尔伯特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(David Hilbert)</a:t>
            </a:r>
            <a:r>
              <a:rPr lang="zh-CN" altLang="en-US" sz="2800" b="1" dirty="0"/>
              <a:t>，</a:t>
            </a:r>
            <a:endParaRPr lang="en-US" altLang="zh-CN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88288" y="1714486"/>
            <a:ext cx="83529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提出过一个有关 “无穷” 的最著名的思想实验，叫</a:t>
            </a:r>
            <a:endParaRPr lang="en-US" altLang="zh-CN" sz="2800" b="1" dirty="0"/>
          </a:p>
          <a:p>
            <a:r>
              <a:rPr lang="zh-CN" altLang="en-US" sz="2800" b="1" dirty="0"/>
              <a:t>作“</a:t>
            </a:r>
            <a:r>
              <a:rPr lang="zh-CN" altLang="en-US" sz="2800" b="1" dirty="0">
                <a:solidFill>
                  <a:srgbClr val="FF0000"/>
                </a:solidFill>
              </a:rPr>
              <a:t>旅馆悖论</a:t>
            </a:r>
            <a:r>
              <a:rPr lang="zh-CN" altLang="en-US" sz="2800" b="1" dirty="0"/>
              <a:t>”</a:t>
            </a:r>
            <a:r>
              <a:rPr lang="en-US" altLang="zh-CN" sz="2800" b="1" dirty="0"/>
              <a:t>.</a:t>
            </a:r>
            <a:r>
              <a:rPr lang="zh-CN" altLang="en-US" sz="2800" b="1" dirty="0"/>
              <a:t>它的内容如下：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27448" y="2700424"/>
            <a:ext cx="102552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         一个拥有 “无穷” 个单人间的旅馆，里面住满</a:t>
            </a:r>
            <a:endParaRPr lang="en-US" altLang="zh-CN" sz="2800" b="1" dirty="0"/>
          </a:p>
          <a:p>
            <a:r>
              <a:rPr lang="zh-CN" altLang="en-US" sz="2800" b="1" dirty="0"/>
              <a:t>了 “无穷” 个客人，这时如果再有客人想要住店的</a:t>
            </a:r>
            <a:endParaRPr lang="en-US" altLang="zh-CN" sz="2800" b="1" dirty="0"/>
          </a:p>
          <a:p>
            <a:r>
              <a:rPr lang="zh-CN" altLang="en-US" sz="2800" b="1" dirty="0"/>
              <a:t>话，那么理论上，新来的房客就不可能被单独安排在一间屋里</a:t>
            </a:r>
            <a:r>
              <a:rPr lang="en-US" altLang="zh-CN" sz="2800" b="1" dirty="0"/>
              <a:t>.</a:t>
            </a:r>
            <a:endParaRPr lang="zh-CN" altLang="en-US" sz="28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4439816" y="364633"/>
            <a:ext cx="2244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历史小故事</a:t>
            </a:r>
          </a:p>
        </p:txBody>
      </p:sp>
      <p:sp>
        <p:nvSpPr>
          <p:cNvPr id="10" name="上凸弯带形 9"/>
          <p:cNvSpPr/>
          <p:nvPr/>
        </p:nvSpPr>
        <p:spPr>
          <a:xfrm>
            <a:off x="3113806" y="303509"/>
            <a:ext cx="4896544" cy="758952"/>
          </a:xfrm>
          <a:prstGeom prst="ellipseRibbon2">
            <a:avLst/>
          </a:prstGeom>
          <a:noFill/>
          <a:ln w="28575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125E24D-DDC6-4707-B68E-3980C77216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157440"/>
              </p:ext>
            </p:extLst>
          </p:nvPr>
        </p:nvGraphicFramePr>
        <p:xfrm>
          <a:off x="1487488" y="5973494"/>
          <a:ext cx="3240360" cy="51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680" imgH="203040" progId="Equation.DSMT4">
                  <p:embed/>
                </p:oleObj>
              </mc:Choice>
              <mc:Fallback>
                <p:oleObj name="Equation" r:id="rId3" imgW="1282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7488" y="5973494"/>
                        <a:ext cx="3240360" cy="513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46DE313-DA32-4E67-9111-36C8E54020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62985"/>
              </p:ext>
            </p:extLst>
          </p:nvPr>
        </p:nvGraphicFramePr>
        <p:xfrm>
          <a:off x="5159896" y="5986091"/>
          <a:ext cx="3240360" cy="503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7880" imgH="203040" progId="Equation.DSMT4">
                  <p:embed/>
                </p:oleObj>
              </mc:Choice>
              <mc:Fallback>
                <p:oleObj name="Equation" r:id="rId5" imgW="13078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59896" y="5986091"/>
                        <a:ext cx="3240360" cy="503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023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6" grpId="0"/>
      <p:bldP spid="8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1541294" y="1329852"/>
            <a:ext cx="8515145" cy="1101855"/>
            <a:chOff x="469" y="480"/>
            <a:chExt cx="5341" cy="4118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9925" y="109642"/>
            <a:ext cx="5280587" cy="1080435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l" eaLnBrk="1" hangingPunct="1"/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三、无穷小与无穷大的关系</a:t>
            </a:r>
          </a:p>
        </p:txBody>
      </p:sp>
      <p:sp>
        <p:nvSpPr>
          <p:cNvPr id="187395" name="Text Box 3"/>
          <p:cNvSpPr txBox="1">
            <a:spLocks noChangeArrowheads="1"/>
          </p:cNvSpPr>
          <p:nvPr/>
        </p:nvSpPr>
        <p:spPr bwMode="auto">
          <a:xfrm>
            <a:off x="2017867" y="1359644"/>
            <a:ext cx="7543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en-US" altLang="zh-CN" sz="2800" b="1" dirty="0">
                <a:solidFill>
                  <a:srgbClr val="FF0000"/>
                </a:solidFill>
                <a:ea typeface="黑体" pitchFamily="49" charset="-122"/>
                <a:cs typeface="Times New Roman" panose="02020603050405020304" pitchFamily="18" charset="0"/>
              </a:rPr>
              <a:t>4</a:t>
            </a:r>
            <a:r>
              <a:rPr lang="en-US" altLang="zh-CN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在同一过程中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无穷大的倒数为无穷小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恒不为零的无穷小的倒数为无穷大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87396" name="Text Box 4"/>
          <p:cNvSpPr txBox="1">
            <a:spLocks noChangeArrowheads="1"/>
          </p:cNvSpPr>
          <p:nvPr/>
        </p:nvSpPr>
        <p:spPr bwMode="auto">
          <a:xfrm>
            <a:off x="2279576" y="2678170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</a:p>
        </p:txBody>
      </p:sp>
      <p:graphicFrame>
        <p:nvGraphicFramePr>
          <p:cNvPr id="1873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894107"/>
              </p:ext>
            </p:extLst>
          </p:nvPr>
        </p:nvGraphicFramePr>
        <p:xfrm>
          <a:off x="3179140" y="2717162"/>
          <a:ext cx="2755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55900" imgH="647700" progId="Equation.3">
                  <p:embed/>
                </p:oleObj>
              </mc:Choice>
              <mc:Fallback>
                <p:oleObj name="公式" r:id="rId2" imgW="2755900" imgH="647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140" y="2717162"/>
                        <a:ext cx="27559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077287"/>
              </p:ext>
            </p:extLst>
          </p:nvPr>
        </p:nvGraphicFramePr>
        <p:xfrm>
          <a:off x="2853499" y="3476831"/>
          <a:ext cx="6145212" cy="143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13500" imgH="1498600" progId="Equation.3">
                  <p:embed/>
                </p:oleObj>
              </mc:Choice>
              <mc:Fallback>
                <p:oleObj name="公式" r:id="rId4" imgW="6413500" imgH="149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3499" y="3476831"/>
                        <a:ext cx="6145212" cy="143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050852"/>
              </p:ext>
            </p:extLst>
          </p:nvPr>
        </p:nvGraphicFramePr>
        <p:xfrm>
          <a:off x="5437811" y="3988160"/>
          <a:ext cx="2008326" cy="1035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019300" imgH="1041400" progId="Equation.3">
                  <p:embed/>
                </p:oleObj>
              </mc:Choice>
              <mc:Fallback>
                <p:oleObj name="公式" r:id="rId6" imgW="20193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7811" y="3988160"/>
                        <a:ext cx="2008326" cy="10357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0750367"/>
              </p:ext>
            </p:extLst>
          </p:nvPr>
        </p:nvGraphicFramePr>
        <p:xfrm>
          <a:off x="2853499" y="5158394"/>
          <a:ext cx="4592638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800600" imgH="977900" progId="Equation.3">
                  <p:embed/>
                </p:oleObj>
              </mc:Choice>
              <mc:Fallback>
                <p:oleObj name="公式" r:id="rId8" imgW="48006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3499" y="5158394"/>
                        <a:ext cx="4592638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757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8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autoUpdateAnimBg="0"/>
      <p:bldP spid="18739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893440"/>
              </p:ext>
            </p:extLst>
          </p:nvPr>
        </p:nvGraphicFramePr>
        <p:xfrm>
          <a:off x="2181411" y="926716"/>
          <a:ext cx="5256584" cy="628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524500" imgH="660400" progId="Equation.3">
                  <p:embed/>
                </p:oleObj>
              </mc:Choice>
              <mc:Fallback>
                <p:oleObj name="公式" r:id="rId2" imgW="55245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1411" y="926716"/>
                        <a:ext cx="5256584" cy="628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226237"/>
              </p:ext>
            </p:extLst>
          </p:nvPr>
        </p:nvGraphicFramePr>
        <p:xfrm>
          <a:off x="2163701" y="1669347"/>
          <a:ext cx="6019800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629400" imgH="1498600" progId="Equation.3">
                  <p:embed/>
                </p:oleObj>
              </mc:Choice>
              <mc:Fallback>
                <p:oleObj name="公式" r:id="rId4" imgW="6629400" imgH="149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01" y="1669347"/>
                        <a:ext cx="6019800" cy="136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208061"/>
              </p:ext>
            </p:extLst>
          </p:nvPr>
        </p:nvGraphicFramePr>
        <p:xfrm>
          <a:off x="7437995" y="2213666"/>
          <a:ext cx="2463800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679700" imgH="1041400" progId="Equation.3">
                  <p:embed/>
                </p:oleObj>
              </mc:Choice>
              <mc:Fallback>
                <p:oleObj name="公式" r:id="rId6" imgW="26797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7995" y="2213666"/>
                        <a:ext cx="2463800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225378"/>
              </p:ext>
            </p:extLst>
          </p:nvPr>
        </p:nvGraphicFramePr>
        <p:xfrm>
          <a:off x="2163701" y="3108437"/>
          <a:ext cx="4497325" cy="913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813300" imgH="977900" progId="Equation.3">
                  <p:embed/>
                </p:oleObj>
              </mc:Choice>
              <mc:Fallback>
                <p:oleObj name="公式" r:id="rId8" imgW="4813300" imgH="977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701" y="3108437"/>
                        <a:ext cx="4497325" cy="913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824119"/>
              </p:ext>
            </p:extLst>
          </p:nvPr>
        </p:nvGraphicFramePr>
        <p:xfrm>
          <a:off x="4943873" y="2482748"/>
          <a:ext cx="21907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311400" imgH="444500" progId="Equation.3">
                  <p:embed/>
                </p:oleObj>
              </mc:Choice>
              <mc:Fallback>
                <p:oleObj name="公式" r:id="rId10" imgW="23114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873" y="2482748"/>
                        <a:ext cx="21907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3" name="Text Box 7"/>
          <p:cNvSpPr txBox="1">
            <a:spLocks noChangeArrowheads="1"/>
          </p:cNvSpPr>
          <p:nvPr/>
        </p:nvSpPr>
        <p:spPr bwMode="auto">
          <a:xfrm>
            <a:off x="2136652" y="3984330"/>
            <a:ext cx="762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意义</a:t>
            </a:r>
            <a:r>
              <a:rPr lang="zh-CN" altLang="en-US" sz="2800" b="1" dirty="0">
                <a:solidFill>
                  <a:srgbClr val="0080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/>
              <a:t>关于无穷大的讨论</a:t>
            </a:r>
            <a:r>
              <a:rPr lang="en-US" altLang="zh-CN" sz="2800" b="1" dirty="0"/>
              <a:t>,</a:t>
            </a:r>
            <a:r>
              <a:rPr lang="zh-CN" altLang="en-US" sz="2800" b="1" dirty="0"/>
              <a:t>都可归结为关于无穷小的讨论，这样可使计算简化</a:t>
            </a:r>
            <a:r>
              <a:rPr lang="en-US" altLang="zh-CN" sz="2800" b="1" dirty="0"/>
              <a:t>.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1CA0987-3838-440F-A527-BABA97B9C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45400"/>
              </p:ext>
            </p:extLst>
          </p:nvPr>
        </p:nvGraphicFramePr>
        <p:xfrm>
          <a:off x="2279576" y="4940075"/>
          <a:ext cx="3469233" cy="991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22360" imgH="406080" progId="Equation.DSMT4">
                  <p:embed/>
                </p:oleObj>
              </mc:Choice>
              <mc:Fallback>
                <p:oleObj name="Equation" r:id="rId12" imgW="14223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79576" y="4940075"/>
                        <a:ext cx="3469233" cy="9912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A2221E3-DEA9-4E3A-8FB2-A020823BB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8233331"/>
              </p:ext>
            </p:extLst>
          </p:nvPr>
        </p:nvGraphicFramePr>
        <p:xfrm>
          <a:off x="6096000" y="4919886"/>
          <a:ext cx="34385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09400" imgH="406080" progId="Equation.DSMT4">
                  <p:embed/>
                </p:oleObj>
              </mc:Choice>
              <mc:Fallback>
                <p:oleObj name="Equation" r:id="rId14" imgW="1409400" imgH="406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1CA0987-3838-440F-A527-BABA97B9CD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096000" y="4919886"/>
                        <a:ext cx="3438525" cy="992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2827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3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250140"/>
              </p:ext>
            </p:extLst>
          </p:nvPr>
        </p:nvGraphicFramePr>
        <p:xfrm>
          <a:off x="1341837" y="1364302"/>
          <a:ext cx="38322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63560" imgH="406080" progId="Equation.DSMT4">
                  <p:embed/>
                </p:oleObj>
              </mc:Choice>
              <mc:Fallback>
                <p:oleObj name="Equation" r:id="rId2" imgW="1663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1837" y="1364302"/>
                        <a:ext cx="3832225" cy="935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080322"/>
              </p:ext>
            </p:extLst>
          </p:nvPr>
        </p:nvGraphicFramePr>
        <p:xfrm>
          <a:off x="1341837" y="2290383"/>
          <a:ext cx="4392612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17360" imgH="419040" progId="Equation.DSMT4">
                  <p:embed/>
                </p:oleObj>
              </mc:Choice>
              <mc:Fallback>
                <p:oleObj name="Equation" r:id="rId4" imgW="1917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41837" y="2290383"/>
                        <a:ext cx="4392612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679389"/>
              </p:ext>
            </p:extLst>
          </p:nvPr>
        </p:nvGraphicFramePr>
        <p:xfrm>
          <a:off x="1335007" y="3271287"/>
          <a:ext cx="3248025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85720" imgH="419040" progId="Equation.DSMT4">
                  <p:embed/>
                </p:oleObj>
              </mc:Choice>
              <mc:Fallback>
                <p:oleObj name="Equation" r:id="rId6" imgW="14857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35007" y="3271287"/>
                        <a:ext cx="3248025" cy="91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1229154"/>
              </p:ext>
            </p:extLst>
          </p:nvPr>
        </p:nvGraphicFramePr>
        <p:xfrm>
          <a:off x="1341837" y="4181461"/>
          <a:ext cx="2024870" cy="887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27000" imgH="406080" progId="Equation.DSMT4">
                  <p:embed/>
                </p:oleObj>
              </mc:Choice>
              <mc:Fallback>
                <p:oleObj name="Equation" r:id="rId8" imgW="9270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41837" y="4181461"/>
                        <a:ext cx="2024870" cy="8876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723660" y="714602"/>
            <a:ext cx="1005403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已知</a:t>
            </a:r>
          </a:p>
        </p:txBody>
      </p:sp>
      <p:sp>
        <p:nvSpPr>
          <p:cNvPr id="11" name="右箭头 10"/>
          <p:cNvSpPr/>
          <p:nvPr/>
        </p:nvSpPr>
        <p:spPr>
          <a:xfrm>
            <a:off x="5926825" y="2797061"/>
            <a:ext cx="721591" cy="446270"/>
          </a:xfrm>
          <a:prstGeom prst="rightArrow">
            <a:avLst/>
          </a:prstGeom>
          <a:solidFill>
            <a:srgbClr val="0000CC"/>
          </a:solidFill>
          <a:ln>
            <a:solidFill>
              <a:srgbClr val="0000CC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6714"/>
              </p:ext>
            </p:extLst>
          </p:nvPr>
        </p:nvGraphicFramePr>
        <p:xfrm>
          <a:off x="7032104" y="1305284"/>
          <a:ext cx="41243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640" imgH="419040" progId="Equation.DSMT4">
                  <p:embed/>
                </p:oleObj>
              </mc:Choice>
              <mc:Fallback>
                <p:oleObj name="Equation" r:id="rId10" imgW="17906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032104" y="1305284"/>
                        <a:ext cx="4124325" cy="9636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795822"/>
              </p:ext>
            </p:extLst>
          </p:nvPr>
        </p:nvGraphicFramePr>
        <p:xfrm>
          <a:off x="7026898" y="2299339"/>
          <a:ext cx="4713288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57400" imgH="419040" progId="Equation.DSMT4">
                  <p:embed/>
                </p:oleObj>
              </mc:Choice>
              <mc:Fallback>
                <p:oleObj name="Equation" r:id="rId12" imgW="2057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26898" y="2299339"/>
                        <a:ext cx="4713288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658920"/>
              </p:ext>
            </p:extLst>
          </p:nvPr>
        </p:nvGraphicFramePr>
        <p:xfrm>
          <a:off x="7045830" y="3227322"/>
          <a:ext cx="35528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00" imgH="406080" progId="Equation.DSMT4">
                  <p:embed/>
                </p:oleObj>
              </mc:Choice>
              <mc:Fallback>
                <p:oleObj name="Equation" r:id="rId14" imgW="1625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045830" y="3227322"/>
                        <a:ext cx="3552825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064201"/>
              </p:ext>
            </p:extLst>
          </p:nvPr>
        </p:nvGraphicFramePr>
        <p:xfrm>
          <a:off x="7080080" y="4105381"/>
          <a:ext cx="230346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080" imgH="419040" progId="Equation.DSMT4">
                  <p:embed/>
                </p:oleObj>
              </mc:Choice>
              <mc:Fallback>
                <p:oleObj name="Equation" r:id="rId16" imgW="10540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080080" y="4105381"/>
                        <a:ext cx="2303462" cy="915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538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453539"/>
              </p:ext>
            </p:extLst>
          </p:nvPr>
        </p:nvGraphicFramePr>
        <p:xfrm>
          <a:off x="2999656" y="783705"/>
          <a:ext cx="3528392" cy="903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240" imgH="406080" progId="Equation.DSMT4">
                  <p:embed/>
                </p:oleObj>
              </mc:Choice>
              <mc:Fallback>
                <p:oleObj name="Equation" r:id="rId2" imgW="1587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99656" y="783705"/>
                        <a:ext cx="3528392" cy="903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046792"/>
              </p:ext>
            </p:extLst>
          </p:nvPr>
        </p:nvGraphicFramePr>
        <p:xfrm>
          <a:off x="2707293" y="1631878"/>
          <a:ext cx="6026170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120" imgH="406080" progId="Equation.DSMT4">
                  <p:embed/>
                </p:oleObj>
              </mc:Choice>
              <mc:Fallback>
                <p:oleObj name="Equation" r:id="rId4" imgW="26161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07293" y="1631878"/>
                        <a:ext cx="6026170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416453"/>
              </p:ext>
            </p:extLst>
          </p:nvPr>
        </p:nvGraphicFramePr>
        <p:xfrm>
          <a:off x="2455659" y="2426937"/>
          <a:ext cx="59372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77960" imgH="406080" progId="Equation.DSMT4">
                  <p:embed/>
                </p:oleObj>
              </mc:Choice>
              <mc:Fallback>
                <p:oleObj name="Equation" r:id="rId6" imgW="2577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59" y="2426937"/>
                        <a:ext cx="59372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053987"/>
              </p:ext>
            </p:extLst>
          </p:nvPr>
        </p:nvGraphicFramePr>
        <p:xfrm>
          <a:off x="2018987" y="3313471"/>
          <a:ext cx="825284" cy="44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5320" imgH="190440" progId="Equation.DSMT4">
                  <p:embed/>
                </p:oleObj>
              </mc:Choice>
              <mc:Fallback>
                <p:oleObj name="Equation" r:id="rId8" imgW="35532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18987" y="3313471"/>
                        <a:ext cx="825284" cy="44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07567" y="3645024"/>
          <a:ext cx="3130098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58640" imgH="406080" progId="Equation.DSMT4">
                  <p:embed/>
                </p:oleObj>
              </mc:Choice>
              <mc:Fallback>
                <p:oleObj name="Equation" r:id="rId10" imgW="1358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07567" y="3645024"/>
                        <a:ext cx="3130098" cy="9361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375921" y="3645024"/>
          <a:ext cx="3416379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080" imgH="457200" progId="Equation.DSMT4">
                  <p:embed/>
                </p:oleObj>
              </mc:Choice>
              <mc:Fallback>
                <p:oleObj name="Equation" r:id="rId12" imgW="15490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375921" y="3645024"/>
                        <a:ext cx="3416379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706293"/>
              </p:ext>
            </p:extLst>
          </p:nvPr>
        </p:nvGraphicFramePr>
        <p:xfrm>
          <a:off x="2962155" y="4725144"/>
          <a:ext cx="2333059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28520" imgH="444240" progId="Equation.DSMT4">
                  <p:embed/>
                </p:oleObj>
              </mc:Choice>
              <mc:Fallback>
                <p:oleObj name="Equation" r:id="rId14" imgW="10285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62155" y="4725144"/>
                        <a:ext cx="2333059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9770026"/>
              </p:ext>
            </p:extLst>
          </p:nvPr>
        </p:nvGraphicFramePr>
        <p:xfrm>
          <a:off x="5266534" y="4756155"/>
          <a:ext cx="713234" cy="946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04560" imgH="406080" progId="Equation.DSMT4">
                  <p:embed/>
                </p:oleObj>
              </mc:Choice>
              <mc:Fallback>
                <p:oleObj name="Equation" r:id="rId16" imgW="304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266534" y="4756155"/>
                        <a:ext cx="713234" cy="946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034184" y="961075"/>
            <a:ext cx="824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008181" y="183832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6D82421-7193-47BB-A9D5-1CF470FBAF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516822"/>
              </p:ext>
            </p:extLst>
          </p:nvPr>
        </p:nvGraphicFramePr>
        <p:xfrm>
          <a:off x="7108825" y="5226050"/>
          <a:ext cx="35575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00200" imgH="406080" progId="Equation.DSMT4">
                  <p:embed/>
                </p:oleObj>
              </mc:Choice>
              <mc:Fallback>
                <p:oleObj name="Equation" r:id="rId18" imgW="1600200" imgH="406080" progId="Equation.DSMT4">
                  <p:embed/>
                  <p:pic>
                    <p:nvPicPr>
                      <p:cNvPr id="3" name="对象 2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108825" y="5226050"/>
                        <a:ext cx="3557588" cy="903288"/>
                      </a:xfrm>
                      <a:prstGeom prst="rect">
                        <a:avLst/>
                      </a:prstGeom>
                      <a:ln w="1587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777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731733"/>
              </p:ext>
            </p:extLst>
          </p:nvPr>
        </p:nvGraphicFramePr>
        <p:xfrm>
          <a:off x="3251684" y="119059"/>
          <a:ext cx="3960440" cy="110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507960" progId="Equation.DSMT4">
                  <p:embed/>
                </p:oleObj>
              </mc:Choice>
              <mc:Fallback>
                <p:oleObj name="Equation" r:id="rId2" imgW="18158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51684" y="119059"/>
                        <a:ext cx="3960440" cy="110781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402993"/>
              </p:ext>
            </p:extLst>
          </p:nvPr>
        </p:nvGraphicFramePr>
        <p:xfrm>
          <a:off x="2423592" y="1145013"/>
          <a:ext cx="5472608" cy="967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98600" imgH="406080" progId="Equation.DSMT4">
                  <p:embed/>
                </p:oleObj>
              </mc:Choice>
              <mc:Fallback>
                <p:oleObj name="Equation" r:id="rId4" imgW="22986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23592" y="1145013"/>
                        <a:ext cx="5472608" cy="967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409864"/>
              </p:ext>
            </p:extLst>
          </p:nvPr>
        </p:nvGraphicFramePr>
        <p:xfrm>
          <a:off x="1645336" y="1963405"/>
          <a:ext cx="2965035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215640" progId="Equation.DSMT4">
                  <p:embed/>
                </p:oleObj>
              </mc:Choice>
              <mc:Fallback>
                <p:oleObj name="Equation" r:id="rId6" imgW="1269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45336" y="1963405"/>
                        <a:ext cx="2965035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279576" y="2420889"/>
          <a:ext cx="6840760" cy="1085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00400" imgH="507960" progId="Equation.DSMT4">
                  <p:embed/>
                </p:oleObj>
              </mc:Choice>
              <mc:Fallback>
                <p:oleObj name="Equation" r:id="rId8" imgW="32004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79576" y="2420889"/>
                        <a:ext cx="6840760" cy="1085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279576" y="3501008"/>
          <a:ext cx="2073830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6680" imgH="444240" progId="Equation.DSMT4">
                  <p:embed/>
                </p:oleObj>
              </mc:Choice>
              <mc:Fallback>
                <p:oleObj name="Equation" r:id="rId10" imgW="1066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279576" y="3501008"/>
                        <a:ext cx="2073830" cy="864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439816" y="3501008"/>
          <a:ext cx="2160240" cy="9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6680" imgH="444240" progId="Equation.DSMT4">
                  <p:embed/>
                </p:oleObj>
              </mc:Choice>
              <mc:Fallback>
                <p:oleObj name="Equation" r:id="rId12" imgW="10666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39816" y="3501008"/>
                        <a:ext cx="2160240" cy="9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672065" y="3573017"/>
          <a:ext cx="1881213" cy="792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65160" imgH="406080" progId="Equation.DSMT4">
                  <p:embed/>
                </p:oleObj>
              </mc:Choice>
              <mc:Fallback>
                <p:oleObj name="Equation" r:id="rId14" imgW="965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672065" y="3573017"/>
                        <a:ext cx="1881213" cy="7920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991544" y="4581128"/>
          <a:ext cx="3503190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65080" imgH="507960" progId="Equation.DSMT4">
                  <p:embed/>
                </p:oleObj>
              </mc:Choice>
              <mc:Fallback>
                <p:oleObj name="Equation" r:id="rId16" imgW="176508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91544" y="4581128"/>
                        <a:ext cx="3503190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447929" y="4653136"/>
          <a:ext cx="297497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98320" imgH="444240" progId="Equation.DSMT4">
                  <p:embed/>
                </p:oleObj>
              </mc:Choice>
              <mc:Fallback>
                <p:oleObj name="Equation" r:id="rId18" imgW="1498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7929" y="4653136"/>
                        <a:ext cx="2974975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631504" y="4149080"/>
          <a:ext cx="436038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203040" progId="Equation.DSMT4">
                  <p:embed/>
                </p:oleObj>
              </mc:Choice>
              <mc:Fallback>
                <p:oleObj name="Equation" r:id="rId20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631504" y="4149080"/>
                        <a:ext cx="436038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23592" y="5517233"/>
          <a:ext cx="1944216" cy="85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15920" imgH="444240" progId="Equation.DSMT4">
                  <p:embed/>
                </p:oleObj>
              </mc:Choice>
              <mc:Fallback>
                <p:oleObj name="Equation" r:id="rId22" imgW="10159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423592" y="5517233"/>
                        <a:ext cx="1944216" cy="850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4439816" y="5589240"/>
          <a:ext cx="576064" cy="768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04560" imgH="406080" progId="Equation.DSMT4">
                  <p:embed/>
                </p:oleObj>
              </mc:Choice>
              <mc:Fallback>
                <p:oleObj name="Equation" r:id="rId24" imgW="304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39816" y="5589240"/>
                        <a:ext cx="576064" cy="768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283954"/>
              </p:ext>
            </p:extLst>
          </p:nvPr>
        </p:nvGraphicFramePr>
        <p:xfrm>
          <a:off x="5519936" y="5511518"/>
          <a:ext cx="4932362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260440" imgH="507960" progId="Equation.DSMT4">
                  <p:embed/>
                </p:oleObj>
              </mc:Choice>
              <mc:Fallback>
                <p:oleObj name="Equation" r:id="rId26" imgW="22604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9936" y="5511518"/>
                        <a:ext cx="4932362" cy="11080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2094674" y="340964"/>
            <a:ext cx="119952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645336" y="133217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</p:spTree>
    <p:extLst>
      <p:ext uri="{BB962C8B-B14F-4D97-AF65-F5344CB8AC3E}">
        <p14:creationId xmlns:p14="http://schemas.microsoft.com/office/powerpoint/2010/main" val="125132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06770" y="679672"/>
            <a:ext cx="988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5989" y="703360"/>
            <a:ext cx="2468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设 </a:t>
            </a:r>
            <a:r>
              <a:rPr lang="en-US" altLang="zh-CN" sz="2800" b="1" i="1" dirty="0"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800" b="1" dirty="0"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&gt;0,</a:t>
            </a:r>
            <a:r>
              <a:rPr lang="zh-CN" altLang="en-US" sz="2800" b="1" dirty="0"/>
              <a:t>求极限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837466"/>
              </p:ext>
            </p:extLst>
          </p:nvPr>
        </p:nvGraphicFramePr>
        <p:xfrm>
          <a:off x="4943872" y="25247"/>
          <a:ext cx="3091740" cy="1639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774360" progId="Equation.DSMT4">
                  <p:embed/>
                </p:oleObj>
              </mc:Choice>
              <mc:Fallback>
                <p:oleObj name="Equation" r:id="rId2" imgW="13334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943872" y="25247"/>
                        <a:ext cx="3091740" cy="163917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521795" y="145741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21578" y="1471842"/>
            <a:ext cx="41520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利用等价无穷小量替换，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12879" y="145165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有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518526"/>
              </p:ext>
            </p:extLst>
          </p:nvPr>
        </p:nvGraphicFramePr>
        <p:xfrm>
          <a:off x="6913616" y="1917571"/>
          <a:ext cx="3443967" cy="1463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685800" progId="Equation.DSMT4">
                  <p:embed/>
                </p:oleObj>
              </mc:Choice>
              <mc:Fallback>
                <p:oleObj name="Equation" r:id="rId4" imgW="161280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13616" y="1917571"/>
                        <a:ext cx="3443967" cy="14632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095171"/>
              </p:ext>
            </p:extLst>
          </p:nvPr>
        </p:nvGraphicFramePr>
        <p:xfrm>
          <a:off x="2484821" y="3292144"/>
          <a:ext cx="3831283" cy="1511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880" imgH="685800" progId="Equation.DSMT4">
                  <p:embed/>
                </p:oleObj>
              </mc:Choice>
              <mc:Fallback>
                <p:oleObj name="Equation" r:id="rId6" imgW="17398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84821" y="3292144"/>
                        <a:ext cx="3831283" cy="15111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19537"/>
              </p:ext>
            </p:extLst>
          </p:nvPr>
        </p:nvGraphicFramePr>
        <p:xfrm>
          <a:off x="6316104" y="3211166"/>
          <a:ext cx="3394893" cy="165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12800" imgH="787320" progId="Equation.DSMT4">
                  <p:embed/>
                </p:oleObj>
              </mc:Choice>
              <mc:Fallback>
                <p:oleObj name="Equation" r:id="rId8" imgW="16128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16104" y="3211166"/>
                        <a:ext cx="3394893" cy="165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070392"/>
              </p:ext>
            </p:extLst>
          </p:nvPr>
        </p:nvGraphicFramePr>
        <p:xfrm>
          <a:off x="9747250" y="3511550"/>
          <a:ext cx="857250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120" imgH="330120" progId="Equation.DSMT4">
                  <p:embed/>
                </p:oleObj>
              </mc:Choice>
              <mc:Fallback>
                <p:oleObj name="Equation" r:id="rId10" imgW="3301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747250" y="3511550"/>
                        <a:ext cx="857250" cy="858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AutoShape 2"/>
          <p:cNvSpPr>
            <a:spLocks noChangeArrowheads="1"/>
          </p:cNvSpPr>
          <p:nvPr/>
        </p:nvSpPr>
        <p:spPr bwMode="auto">
          <a:xfrm>
            <a:off x="1293918" y="4652590"/>
            <a:ext cx="9698626" cy="2184985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063900"/>
              </p:ext>
            </p:extLst>
          </p:nvPr>
        </p:nvGraphicFramePr>
        <p:xfrm>
          <a:off x="1506770" y="4760507"/>
          <a:ext cx="9131767" cy="521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000320" imgH="228600" progId="Equation.DSMT4">
                  <p:embed/>
                </p:oleObj>
              </mc:Choice>
              <mc:Fallback>
                <p:oleObj name="Equation" r:id="rId13" imgW="4000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06770" y="4760507"/>
                        <a:ext cx="9131767" cy="521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476795"/>
              </p:ext>
            </p:extLst>
          </p:nvPr>
        </p:nvGraphicFramePr>
        <p:xfrm>
          <a:off x="1793665" y="5205052"/>
          <a:ext cx="8563918" cy="521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746160" imgH="228600" progId="Equation.DSMT4">
                  <p:embed/>
                </p:oleObj>
              </mc:Choice>
              <mc:Fallback>
                <p:oleObj name="Equation" r:id="rId15" imgW="3746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93665" y="5205052"/>
                        <a:ext cx="8563918" cy="5210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401545"/>
              </p:ext>
            </p:extLst>
          </p:nvPr>
        </p:nvGraphicFramePr>
        <p:xfrm>
          <a:off x="1793665" y="5716845"/>
          <a:ext cx="8190767" cy="490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606480" imgH="215640" progId="Equation.DSMT4">
                  <p:embed/>
                </p:oleObj>
              </mc:Choice>
              <mc:Fallback>
                <p:oleObj name="Equation" r:id="rId17" imgW="360648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793665" y="5716845"/>
                        <a:ext cx="8190767" cy="4900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0953456"/>
              </p:ext>
            </p:extLst>
          </p:nvPr>
        </p:nvGraphicFramePr>
        <p:xfrm>
          <a:off x="1506770" y="6161260"/>
          <a:ext cx="6375227" cy="494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946240" imgH="228600" progId="Equation.DSMT4">
                  <p:embed/>
                </p:oleObj>
              </mc:Choice>
              <mc:Fallback>
                <p:oleObj name="Equation" r:id="rId19" imgW="2946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06770" y="6161260"/>
                        <a:ext cx="6375227" cy="4946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710632"/>
              </p:ext>
            </p:extLst>
          </p:nvPr>
        </p:nvGraphicFramePr>
        <p:xfrm>
          <a:off x="8795153" y="85539"/>
          <a:ext cx="326072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422360" imgH="596880" progId="Equation.DSMT4">
                  <p:embed/>
                </p:oleObj>
              </mc:Choice>
              <mc:Fallback>
                <p:oleObj name="Equation" r:id="rId21" imgW="1422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795153" y="85539"/>
                        <a:ext cx="3260725" cy="1368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2225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1506770" y="1927984"/>
            <a:ext cx="5421148" cy="1517399"/>
            <a:chOff x="1506770" y="1721466"/>
            <a:chExt cx="5421148" cy="1517399"/>
          </a:xfrm>
        </p:grpSpPr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0283367"/>
                </p:ext>
              </p:extLst>
            </p:nvPr>
          </p:nvGraphicFramePr>
          <p:xfrm>
            <a:off x="2703377" y="1721466"/>
            <a:ext cx="4224541" cy="1517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981080" imgH="711000" progId="Equation.DSMT4">
                    <p:embed/>
                  </p:oleObj>
                </mc:Choice>
                <mc:Fallback>
                  <p:oleObj name="Equation" r:id="rId23" imgW="1981080" imgH="7110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703377" y="1721466"/>
                          <a:ext cx="4224541" cy="15173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文本框 19"/>
            <p:cNvSpPr txBox="1"/>
            <p:nvPr/>
          </p:nvSpPr>
          <p:spPr>
            <a:xfrm>
              <a:off x="1506770" y="2184697"/>
              <a:ext cx="12153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原式</a:t>
              </a:r>
              <a:r>
                <a:rPr lang="en-US" altLang="zh-CN" sz="2800" b="1" dirty="0"/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11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10791" y="399889"/>
            <a:ext cx="90281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3578173"/>
              </p:ext>
            </p:extLst>
          </p:nvPr>
        </p:nvGraphicFramePr>
        <p:xfrm>
          <a:off x="2532069" y="203266"/>
          <a:ext cx="5040560" cy="916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4880" imgH="406080" progId="Equation.DSMT4">
                  <p:embed/>
                </p:oleObj>
              </mc:Choice>
              <mc:Fallback>
                <p:oleObj name="Equation" r:id="rId2" imgW="2234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32069" y="203266"/>
                        <a:ext cx="5040560" cy="91646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623640" y="96661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80663" y="96661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因为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225844"/>
              </p:ext>
            </p:extLst>
          </p:nvPr>
        </p:nvGraphicFramePr>
        <p:xfrm>
          <a:off x="1763524" y="1434533"/>
          <a:ext cx="5463274" cy="753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7960" imgH="355320" progId="Equation.DSMT4">
                  <p:embed/>
                </p:oleObj>
              </mc:Choice>
              <mc:Fallback>
                <p:oleObj name="Equation" r:id="rId4" imgW="25779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3524" y="1434533"/>
                        <a:ext cx="5463274" cy="753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557593"/>
              </p:ext>
            </p:extLst>
          </p:nvPr>
        </p:nvGraphicFramePr>
        <p:xfrm>
          <a:off x="7199380" y="1291694"/>
          <a:ext cx="2757634" cy="974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120" imgH="444240" progId="Equation.DSMT4">
                  <p:embed/>
                </p:oleObj>
              </mc:Choice>
              <mc:Fallback>
                <p:oleObj name="Equation" r:id="rId6" imgW="12571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99380" y="1291694"/>
                        <a:ext cx="2757634" cy="9746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623640" y="2199884"/>
            <a:ext cx="63161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由等价无穷小替换及连续函数的性质，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702602" y="2673818"/>
            <a:ext cx="5870027" cy="863574"/>
            <a:chOff x="1702602" y="2673818"/>
            <a:chExt cx="5870027" cy="863574"/>
          </a:xfrm>
        </p:grpSpPr>
        <p:sp>
          <p:nvSpPr>
            <p:cNvPr id="9" name="文本框 8"/>
            <p:cNvSpPr txBox="1"/>
            <p:nvPr/>
          </p:nvSpPr>
          <p:spPr>
            <a:xfrm>
              <a:off x="1702602" y="2821339"/>
              <a:ext cx="11128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/>
                <a:t>原式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1238690"/>
                </p:ext>
              </p:extLst>
            </p:nvPr>
          </p:nvGraphicFramePr>
          <p:xfrm>
            <a:off x="2715026" y="2673818"/>
            <a:ext cx="4857603" cy="863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286000" imgH="406080" progId="Equation.DSMT4">
                    <p:embed/>
                  </p:oleObj>
                </mc:Choice>
                <mc:Fallback>
                  <p:oleObj name="Equation" r:id="rId8" imgW="228600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715026" y="2673818"/>
                          <a:ext cx="4857603" cy="863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738709"/>
              </p:ext>
            </p:extLst>
          </p:nvPr>
        </p:nvGraphicFramePr>
        <p:xfrm>
          <a:off x="2503118" y="3410960"/>
          <a:ext cx="4950550" cy="1036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89040" imgH="520560" progId="Equation.DSMT4">
                  <p:embed/>
                </p:oleObj>
              </mc:Choice>
              <mc:Fallback>
                <p:oleObj name="Equation" r:id="rId10" imgW="248904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03118" y="3410960"/>
                        <a:ext cx="4950550" cy="10369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920051"/>
              </p:ext>
            </p:extLst>
          </p:nvPr>
        </p:nvGraphicFramePr>
        <p:xfrm>
          <a:off x="2495244" y="4368801"/>
          <a:ext cx="4953813" cy="1037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89040" imgH="520560" progId="Equation.DSMT4">
                  <p:embed/>
                </p:oleObj>
              </mc:Choice>
              <mc:Fallback>
                <p:oleObj name="Equation" r:id="rId12" imgW="248904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95244" y="4368801"/>
                        <a:ext cx="4953813" cy="1037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314391"/>
              </p:ext>
            </p:extLst>
          </p:nvPr>
        </p:nvGraphicFramePr>
        <p:xfrm>
          <a:off x="2513602" y="5346870"/>
          <a:ext cx="4024929" cy="1006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81080" imgH="495000" progId="Equation.DSMT4">
                  <p:embed/>
                </p:oleObj>
              </mc:Choice>
              <mc:Fallback>
                <p:oleObj name="Equation" r:id="rId14" imgW="19810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13602" y="5346870"/>
                        <a:ext cx="4024929" cy="1006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597725"/>
              </p:ext>
            </p:extLst>
          </p:nvPr>
        </p:nvGraphicFramePr>
        <p:xfrm>
          <a:off x="6456040" y="5356071"/>
          <a:ext cx="3245936" cy="997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12800" imgH="495000" progId="Equation.DSMT4">
                  <p:embed/>
                </p:oleObj>
              </mc:Choice>
              <mc:Fallback>
                <p:oleObj name="Equation" r:id="rId16" imgW="16128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456040" y="5356071"/>
                        <a:ext cx="3245936" cy="997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798444"/>
              </p:ext>
            </p:extLst>
          </p:nvPr>
        </p:nvGraphicFramePr>
        <p:xfrm>
          <a:off x="9721406" y="5406404"/>
          <a:ext cx="837057" cy="69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68280" imgH="304560" progId="Equation.DSMT4">
                  <p:embed/>
                </p:oleObj>
              </mc:Choice>
              <mc:Fallback>
                <p:oleObj name="Equation" r:id="rId18" imgW="36828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721406" y="5406404"/>
                        <a:ext cx="837057" cy="692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28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2" y="6926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0008495"/>
              </p:ext>
            </p:extLst>
          </p:nvPr>
        </p:nvGraphicFramePr>
        <p:xfrm>
          <a:off x="2351584" y="453539"/>
          <a:ext cx="5207977" cy="1001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1200" imgH="444240" progId="Equation.DSMT4">
                  <p:embed/>
                </p:oleObj>
              </mc:Choice>
              <mc:Fallback>
                <p:oleObj name="Equation" r:id="rId2" imgW="23112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51584" y="453539"/>
                        <a:ext cx="5207977" cy="1001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806129"/>
              </p:ext>
            </p:extLst>
          </p:nvPr>
        </p:nvGraphicFramePr>
        <p:xfrm>
          <a:off x="7641885" y="516620"/>
          <a:ext cx="1887522" cy="8753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406080" progId="Equation.DSMT4">
                  <p:embed/>
                </p:oleObj>
              </mc:Choice>
              <mc:Fallback>
                <p:oleObj name="Equation" r:id="rId4" imgW="8762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41885" y="516620"/>
                        <a:ext cx="1887522" cy="8753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346761" y="151911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896560"/>
              </p:ext>
            </p:extLst>
          </p:nvPr>
        </p:nvGraphicFramePr>
        <p:xfrm>
          <a:off x="2003243" y="1527031"/>
          <a:ext cx="2952329" cy="659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7880" imgH="291960" progId="Equation.DSMT4">
                  <p:embed/>
                </p:oleObj>
              </mc:Choice>
              <mc:Fallback>
                <p:oleObj name="Equation" r:id="rId6" imgW="13078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03243" y="1527031"/>
                        <a:ext cx="2952329" cy="6592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7235595"/>
              </p:ext>
            </p:extLst>
          </p:nvPr>
        </p:nvGraphicFramePr>
        <p:xfrm>
          <a:off x="5035312" y="1316020"/>
          <a:ext cx="4348163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30320" imgH="444240" progId="Equation.DSMT4">
                  <p:embed/>
                </p:oleObj>
              </mc:Choice>
              <mc:Fallback>
                <p:oleObj name="Equation" r:id="rId8" imgW="1930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35312" y="1316020"/>
                        <a:ext cx="4348163" cy="100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428572"/>
              </p:ext>
            </p:extLst>
          </p:nvPr>
        </p:nvGraphicFramePr>
        <p:xfrm>
          <a:off x="1343472" y="2288349"/>
          <a:ext cx="328930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60160" imgH="406080" progId="Equation.DSMT4">
                  <p:embed/>
                </p:oleObj>
              </mc:Choice>
              <mc:Fallback>
                <p:oleObj name="Equation" r:id="rId10" imgW="14601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43472" y="2288349"/>
                        <a:ext cx="3289300" cy="91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924116" y="2465930"/>
            <a:ext cx="5234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利用等价无穷小替换定理可得，</a:t>
            </a: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27850"/>
              </p:ext>
            </p:extLst>
          </p:nvPr>
        </p:nvGraphicFramePr>
        <p:xfrm>
          <a:off x="2565400" y="4276725"/>
          <a:ext cx="22177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02960" imgH="406080" progId="Equation.DSMT4">
                  <p:embed/>
                </p:oleObj>
              </mc:Choice>
              <mc:Fallback>
                <p:oleObj name="Equation" r:id="rId12" imgW="10029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65400" y="4276725"/>
                        <a:ext cx="2217738" cy="898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301540"/>
              </p:ext>
            </p:extLst>
          </p:nvPr>
        </p:nvGraphicFramePr>
        <p:xfrm>
          <a:off x="1547419" y="3234264"/>
          <a:ext cx="3863975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14320" imgH="444240" progId="Equation.DSMT4">
                  <p:embed/>
                </p:oleObj>
              </mc:Choice>
              <mc:Fallback>
                <p:oleObj name="Equation" r:id="rId14" imgW="17143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47419" y="3234264"/>
                        <a:ext cx="3863975" cy="1001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0698814"/>
              </p:ext>
            </p:extLst>
          </p:nvPr>
        </p:nvGraphicFramePr>
        <p:xfrm>
          <a:off x="5411394" y="3268791"/>
          <a:ext cx="3405188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11280" imgH="431640" progId="Equation.DSMT4">
                  <p:embed/>
                </p:oleObj>
              </mc:Choice>
              <mc:Fallback>
                <p:oleObj name="Equation" r:id="rId16" imgW="1511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11394" y="3268791"/>
                        <a:ext cx="3405188" cy="973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854713"/>
              </p:ext>
            </p:extLst>
          </p:nvPr>
        </p:nvGraphicFramePr>
        <p:xfrm>
          <a:off x="4729615" y="4504907"/>
          <a:ext cx="611394" cy="4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360" imgH="203040" progId="Equation.DSMT4">
                  <p:embed/>
                </p:oleObj>
              </mc:Choice>
              <mc:Fallback>
                <p:oleObj name="Equation" r:id="rId18" imgW="2793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29615" y="4504907"/>
                        <a:ext cx="611394" cy="44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4107"/>
              </p:ext>
            </p:extLst>
          </p:nvPr>
        </p:nvGraphicFramePr>
        <p:xfrm>
          <a:off x="1483309" y="5245873"/>
          <a:ext cx="868275" cy="434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080" imgH="203040" progId="Equation.DSMT4">
                  <p:embed/>
                </p:oleObj>
              </mc:Choice>
              <mc:Fallback>
                <p:oleObj name="Equation" r:id="rId20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483309" y="5245873"/>
                        <a:ext cx="868275" cy="434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940110"/>
              </p:ext>
            </p:extLst>
          </p:nvPr>
        </p:nvGraphicFramePr>
        <p:xfrm>
          <a:off x="2839644" y="5272361"/>
          <a:ext cx="257175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93760" imgH="406080" progId="Equation.DSMT4">
                  <p:embed/>
                </p:oleObj>
              </mc:Choice>
              <mc:Fallback>
                <p:oleObj name="Equation" r:id="rId22" imgW="11937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839644" y="5272361"/>
                        <a:ext cx="2571750" cy="874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609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5879</TotalTime>
  <Words>630</Words>
  <Application>Microsoft Office PowerPoint</Application>
  <PresentationFormat>宽屏</PresentationFormat>
  <Paragraphs>108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等线</vt:lpstr>
      <vt:lpstr>黑体</vt:lpstr>
      <vt:lpstr>华文楷体</vt:lpstr>
      <vt:lpstr>华文行楷</vt:lpstr>
      <vt:lpstr>宋体</vt:lpstr>
      <vt:lpstr>Arial</vt:lpstr>
      <vt:lpstr>Calibri</vt:lpstr>
      <vt:lpstr>Cambria Math</vt:lpstr>
      <vt:lpstr>Times New Roman</vt:lpstr>
      <vt:lpstr>Office 主题</vt:lpstr>
      <vt:lpstr>Equation</vt:lpstr>
      <vt:lpstr>公式</vt:lpstr>
      <vt:lpstr>Document</vt:lpstr>
      <vt:lpstr>BMP 图象</vt:lpstr>
      <vt:lpstr> 1.4 无穷小与无穷大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一、无穷小的比较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二、等价无穷小替换</vt:lpstr>
      <vt:lpstr>PowerPoint 演示文稿</vt:lpstr>
      <vt:lpstr>PowerPoint 演示文稿</vt:lpstr>
      <vt:lpstr>PowerPoint 演示文稿</vt:lpstr>
      <vt:lpstr>PowerPoint 演示文稿</vt:lpstr>
      <vt:lpstr>二、无穷大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三、无穷小与无穷大的关系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尔里德 李</cp:lastModifiedBy>
  <cp:revision>169</cp:revision>
  <dcterms:created xsi:type="dcterms:W3CDTF">2009-06-13T01:14:34Z</dcterms:created>
  <dcterms:modified xsi:type="dcterms:W3CDTF">2023-10-08T15:07:21Z</dcterms:modified>
</cp:coreProperties>
</file>