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80" r:id="rId12"/>
    <p:sldId id="281" r:id="rId13"/>
    <p:sldId id="282" r:id="rId14"/>
    <p:sldId id="271" r:id="rId15"/>
    <p:sldId id="272" r:id="rId16"/>
    <p:sldId id="273" r:id="rId17"/>
    <p:sldId id="283" r:id="rId18"/>
    <p:sldId id="284" r:id="rId19"/>
    <p:sldId id="274" r:id="rId20"/>
    <p:sldId id="275" r:id="rId21"/>
    <p:sldId id="276" r:id="rId22"/>
    <p:sldId id="277" r:id="rId23"/>
    <p:sldId id="288" r:id="rId24"/>
    <p:sldId id="278" r:id="rId25"/>
    <p:sldId id="279" r:id="rId26"/>
    <p:sldId id="286" r:id="rId2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238" autoAdjust="0"/>
  </p:normalViewPr>
  <p:slideViewPr>
    <p:cSldViewPr>
      <p:cViewPr varScale="1">
        <p:scale>
          <a:sx n="72" d="100"/>
          <a:sy n="72" d="100"/>
        </p:scale>
        <p:origin x="2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8830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8830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B9E99-717C-4D1D-8F62-F2DD7E562410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03FEC-CCC4-44CA-8BCF-3E34BE9472A7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761AAC-51DD-42E5-9AE4-0D55FAD392B8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92490-CCC3-44F4-B3C5-1CB6C811103A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6AAA0-DC5A-485B-AD61-745090330BD0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CF1EE-005A-4310-94C8-AB90E8FF5BFC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708A5-20E5-44A4-BF2B-D2544AE9E3A1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EB82E-00E2-4248-9639-C8588A0F94D2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B9A96-13D4-4BB3-B3FA-DEDD7E1AA34B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B59CE9-43C8-46FD-A461-B4EC9349FAA0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DDEBF-B37C-45E8-875A-4DF2A659DF91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E0752C9-D5C7-4F1E-BCDD-5B7FD5A56078}" type="datetime1">
              <a:rPr lang="zh-CN" altLang="en-US" smtClean="0"/>
              <a:pPr>
                <a:defRPr/>
              </a:pPr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2.bin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3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7.w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57.wmf"/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56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6.wmf"/><Relationship Id="rId5" Type="http://schemas.openxmlformats.org/officeDocument/2006/relationships/image" Target="../media/image53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65.wmf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6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1.wmf"/><Relationship Id="rId18" Type="http://schemas.openxmlformats.org/officeDocument/2006/relationships/oleObject" Target="../embeddings/oleObject73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73.wmf"/><Relationship Id="rId2" Type="http://schemas.openxmlformats.org/officeDocument/2006/relationships/oleObject" Target="../embeddings/oleObject65.bin"/><Relationship Id="rId16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0.wmf"/><Relationship Id="rId5" Type="http://schemas.openxmlformats.org/officeDocument/2006/relationships/image" Target="../media/image67.wmf"/><Relationship Id="rId15" Type="http://schemas.openxmlformats.org/officeDocument/2006/relationships/image" Target="../media/image72.wmf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74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7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6.bin"/><Relationship Id="rId3" Type="http://schemas.openxmlformats.org/officeDocument/2006/relationships/image" Target="../media/image75.wmf"/><Relationship Id="rId21" Type="http://schemas.openxmlformats.org/officeDocument/2006/relationships/image" Target="../media/image83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81.wmf"/><Relationship Id="rId25" Type="http://schemas.openxmlformats.org/officeDocument/2006/relationships/image" Target="../media/image85.wmf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78.wmf"/><Relationship Id="rId24" Type="http://schemas.openxmlformats.org/officeDocument/2006/relationships/oleObject" Target="../embeddings/oleObject85.bin"/><Relationship Id="rId5" Type="http://schemas.openxmlformats.org/officeDocument/2006/relationships/image" Target="../media/image76.wmf"/><Relationship Id="rId15" Type="http://schemas.openxmlformats.org/officeDocument/2006/relationships/image" Target="../media/image80.wmf"/><Relationship Id="rId23" Type="http://schemas.openxmlformats.org/officeDocument/2006/relationships/image" Target="../media/image84.wmf"/><Relationship Id="rId10" Type="http://schemas.openxmlformats.org/officeDocument/2006/relationships/oleObject" Target="../embeddings/oleObject78.bin"/><Relationship Id="rId19" Type="http://schemas.openxmlformats.org/officeDocument/2006/relationships/image" Target="../media/image82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80.bin"/><Relationship Id="rId22" Type="http://schemas.openxmlformats.org/officeDocument/2006/relationships/oleObject" Target="../embeddings/oleObject84.bin"/><Relationship Id="rId27" Type="http://schemas.openxmlformats.org/officeDocument/2006/relationships/image" Target="../media/image8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1.wmf"/><Relationship Id="rId3" Type="http://schemas.openxmlformats.org/officeDocument/2006/relationships/image" Target="../media/image87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92.bin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0.wmf"/><Relationship Id="rId5" Type="http://schemas.openxmlformats.org/officeDocument/2006/relationships/image" Target="../media/image88.wmf"/><Relationship Id="rId15" Type="http://schemas.openxmlformats.org/officeDocument/2006/relationships/image" Target="../media/image92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9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98.wmf"/><Relationship Id="rId18" Type="http://schemas.openxmlformats.org/officeDocument/2006/relationships/oleObject" Target="../embeddings/oleObject102.bin"/><Relationship Id="rId3" Type="http://schemas.openxmlformats.org/officeDocument/2006/relationships/image" Target="../media/image93.wmf"/><Relationship Id="rId21" Type="http://schemas.openxmlformats.org/officeDocument/2006/relationships/image" Target="../media/image102.wmf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100.w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5" Type="http://schemas.openxmlformats.org/officeDocument/2006/relationships/image" Target="../media/image99.wmf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101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96.wmf"/><Relationship Id="rId14" Type="http://schemas.openxmlformats.org/officeDocument/2006/relationships/oleObject" Target="../embeddings/oleObject10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07.wmf"/><Relationship Id="rId18" Type="http://schemas.openxmlformats.org/officeDocument/2006/relationships/oleObject" Target="../embeddings/oleObject112.bin"/><Relationship Id="rId26" Type="http://schemas.openxmlformats.org/officeDocument/2006/relationships/oleObject" Target="../embeddings/oleObject116.bin"/><Relationship Id="rId3" Type="http://schemas.openxmlformats.org/officeDocument/2006/relationships/image" Target="../media/image103.wmf"/><Relationship Id="rId21" Type="http://schemas.openxmlformats.org/officeDocument/2006/relationships/image" Target="../media/image111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09.wmf"/><Relationship Id="rId25" Type="http://schemas.openxmlformats.org/officeDocument/2006/relationships/image" Target="../media/image113.wmf"/><Relationship Id="rId2" Type="http://schemas.openxmlformats.org/officeDocument/2006/relationships/oleObject" Target="../embeddings/oleObject104.bin"/><Relationship Id="rId16" Type="http://schemas.openxmlformats.org/officeDocument/2006/relationships/oleObject" Target="../embeddings/oleObject111.bin"/><Relationship Id="rId20" Type="http://schemas.openxmlformats.org/officeDocument/2006/relationships/oleObject" Target="../embeddings/oleObject1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06.wmf"/><Relationship Id="rId24" Type="http://schemas.openxmlformats.org/officeDocument/2006/relationships/oleObject" Target="../embeddings/oleObject115.bin"/><Relationship Id="rId5" Type="http://schemas.openxmlformats.org/officeDocument/2006/relationships/image" Target="../media/image104.wmf"/><Relationship Id="rId15" Type="http://schemas.openxmlformats.org/officeDocument/2006/relationships/image" Target="../media/image108.wmf"/><Relationship Id="rId23" Type="http://schemas.openxmlformats.org/officeDocument/2006/relationships/image" Target="../media/image112.wmf"/><Relationship Id="rId10" Type="http://schemas.openxmlformats.org/officeDocument/2006/relationships/oleObject" Target="../embeddings/oleObject108.bin"/><Relationship Id="rId19" Type="http://schemas.openxmlformats.org/officeDocument/2006/relationships/image" Target="../media/image110.w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5.wmf"/><Relationship Id="rId14" Type="http://schemas.openxmlformats.org/officeDocument/2006/relationships/oleObject" Target="../embeddings/oleObject110.bin"/><Relationship Id="rId22" Type="http://schemas.openxmlformats.org/officeDocument/2006/relationships/oleObject" Target="../embeddings/oleObject114.bin"/><Relationship Id="rId27" Type="http://schemas.openxmlformats.org/officeDocument/2006/relationships/image" Target="../media/image11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125.bin"/><Relationship Id="rId3" Type="http://schemas.openxmlformats.org/officeDocument/2006/relationships/image" Target="../media/image115.wmf"/><Relationship Id="rId21" Type="http://schemas.openxmlformats.org/officeDocument/2006/relationships/image" Target="../media/image123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21.wmf"/><Relationship Id="rId2" Type="http://schemas.openxmlformats.org/officeDocument/2006/relationships/oleObject" Target="../embeddings/oleObject117.bin"/><Relationship Id="rId16" Type="http://schemas.openxmlformats.org/officeDocument/2006/relationships/oleObject" Target="../embeddings/oleObject124.bin"/><Relationship Id="rId20" Type="http://schemas.openxmlformats.org/officeDocument/2006/relationships/oleObject" Target="../embeddings/oleObject1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18.wmf"/><Relationship Id="rId5" Type="http://schemas.openxmlformats.org/officeDocument/2006/relationships/image" Target="../media/image116.wmf"/><Relationship Id="rId15" Type="http://schemas.openxmlformats.org/officeDocument/2006/relationships/image" Target="../media/image120.wmf"/><Relationship Id="rId23" Type="http://schemas.openxmlformats.org/officeDocument/2006/relationships/image" Target="../media/image124.wmf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23.bin"/><Relationship Id="rId22" Type="http://schemas.openxmlformats.org/officeDocument/2006/relationships/oleObject" Target="../embeddings/oleObject12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30.wmf"/><Relationship Id="rId18" Type="http://schemas.openxmlformats.org/officeDocument/2006/relationships/oleObject" Target="../embeddings/oleObject136.bin"/><Relationship Id="rId3" Type="http://schemas.openxmlformats.org/officeDocument/2006/relationships/image" Target="../media/image125.wmf"/><Relationship Id="rId21" Type="http://schemas.openxmlformats.org/officeDocument/2006/relationships/image" Target="../media/image134.wmf"/><Relationship Id="rId7" Type="http://schemas.openxmlformats.org/officeDocument/2006/relationships/image" Target="../media/image127.wmf"/><Relationship Id="rId12" Type="http://schemas.openxmlformats.org/officeDocument/2006/relationships/oleObject" Target="../embeddings/oleObject133.bin"/><Relationship Id="rId17" Type="http://schemas.openxmlformats.org/officeDocument/2006/relationships/image" Target="../media/image132.wmf"/><Relationship Id="rId2" Type="http://schemas.openxmlformats.org/officeDocument/2006/relationships/oleObject" Target="../embeddings/oleObject128.bin"/><Relationship Id="rId16" Type="http://schemas.openxmlformats.org/officeDocument/2006/relationships/oleObject" Target="../embeddings/oleObject135.bin"/><Relationship Id="rId20" Type="http://schemas.openxmlformats.org/officeDocument/2006/relationships/oleObject" Target="../embeddings/oleObject1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29.wmf"/><Relationship Id="rId5" Type="http://schemas.openxmlformats.org/officeDocument/2006/relationships/image" Target="../media/image126.wmf"/><Relationship Id="rId15" Type="http://schemas.openxmlformats.org/officeDocument/2006/relationships/image" Target="../media/image131.wmf"/><Relationship Id="rId10" Type="http://schemas.openxmlformats.org/officeDocument/2006/relationships/oleObject" Target="../embeddings/oleObject132.bin"/><Relationship Id="rId19" Type="http://schemas.openxmlformats.org/officeDocument/2006/relationships/image" Target="../media/image133.wmf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28.wmf"/><Relationship Id="rId14" Type="http://schemas.openxmlformats.org/officeDocument/2006/relationships/oleObject" Target="../embeddings/oleObject13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40.wmf"/><Relationship Id="rId18" Type="http://schemas.openxmlformats.org/officeDocument/2006/relationships/oleObject" Target="../embeddings/oleObject146.bin"/><Relationship Id="rId3" Type="http://schemas.openxmlformats.org/officeDocument/2006/relationships/image" Target="../media/image135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42.w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39.wmf"/><Relationship Id="rId5" Type="http://schemas.openxmlformats.org/officeDocument/2006/relationships/image" Target="../media/image136.wmf"/><Relationship Id="rId15" Type="http://schemas.openxmlformats.org/officeDocument/2006/relationships/image" Target="../media/image141.wmf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43.w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4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image" Target="../media/image149.wmf"/><Relationship Id="rId18" Type="http://schemas.openxmlformats.org/officeDocument/2006/relationships/oleObject" Target="../embeddings/oleObject155.bin"/><Relationship Id="rId26" Type="http://schemas.openxmlformats.org/officeDocument/2006/relationships/oleObject" Target="../embeddings/oleObject159.bin"/><Relationship Id="rId3" Type="http://schemas.openxmlformats.org/officeDocument/2006/relationships/image" Target="../media/image144.wmf"/><Relationship Id="rId21" Type="http://schemas.openxmlformats.org/officeDocument/2006/relationships/image" Target="../media/image153.wmf"/><Relationship Id="rId7" Type="http://schemas.openxmlformats.org/officeDocument/2006/relationships/image" Target="../media/image146.wmf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151.wmf"/><Relationship Id="rId25" Type="http://schemas.openxmlformats.org/officeDocument/2006/relationships/image" Target="../media/image155.wmf"/><Relationship Id="rId2" Type="http://schemas.openxmlformats.org/officeDocument/2006/relationships/oleObject" Target="../embeddings/oleObject147.bin"/><Relationship Id="rId16" Type="http://schemas.openxmlformats.org/officeDocument/2006/relationships/oleObject" Target="../embeddings/oleObject154.bin"/><Relationship Id="rId20" Type="http://schemas.openxmlformats.org/officeDocument/2006/relationships/oleObject" Target="../embeddings/oleObject1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48.wmf"/><Relationship Id="rId24" Type="http://schemas.openxmlformats.org/officeDocument/2006/relationships/oleObject" Target="../embeddings/oleObject158.bin"/><Relationship Id="rId5" Type="http://schemas.openxmlformats.org/officeDocument/2006/relationships/image" Target="../media/image145.wmf"/><Relationship Id="rId15" Type="http://schemas.openxmlformats.org/officeDocument/2006/relationships/image" Target="../media/image150.wmf"/><Relationship Id="rId23" Type="http://schemas.openxmlformats.org/officeDocument/2006/relationships/image" Target="../media/image154.wmf"/><Relationship Id="rId10" Type="http://schemas.openxmlformats.org/officeDocument/2006/relationships/oleObject" Target="../embeddings/oleObject151.bin"/><Relationship Id="rId19" Type="http://schemas.openxmlformats.org/officeDocument/2006/relationships/image" Target="../media/image152.wmf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47.wmf"/><Relationship Id="rId14" Type="http://schemas.openxmlformats.org/officeDocument/2006/relationships/oleObject" Target="../embeddings/oleObject153.bin"/><Relationship Id="rId22" Type="http://schemas.openxmlformats.org/officeDocument/2006/relationships/oleObject" Target="../embeddings/oleObject157.bin"/><Relationship Id="rId27" Type="http://schemas.openxmlformats.org/officeDocument/2006/relationships/image" Target="../media/image15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162.wmf"/><Relationship Id="rId18" Type="http://schemas.openxmlformats.org/officeDocument/2006/relationships/oleObject" Target="../embeddings/oleObject168.bin"/><Relationship Id="rId3" Type="http://schemas.openxmlformats.org/officeDocument/2006/relationships/image" Target="../media/image157.wmf"/><Relationship Id="rId7" Type="http://schemas.openxmlformats.org/officeDocument/2006/relationships/image" Target="../media/image159.wmf"/><Relationship Id="rId12" Type="http://schemas.openxmlformats.org/officeDocument/2006/relationships/oleObject" Target="../embeddings/oleObject165.bin"/><Relationship Id="rId17" Type="http://schemas.openxmlformats.org/officeDocument/2006/relationships/image" Target="../media/image164.wmf"/><Relationship Id="rId2" Type="http://schemas.openxmlformats.org/officeDocument/2006/relationships/oleObject" Target="../embeddings/oleObject160.bin"/><Relationship Id="rId16" Type="http://schemas.openxmlformats.org/officeDocument/2006/relationships/oleObject" Target="../embeddings/oleObject1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161.wmf"/><Relationship Id="rId5" Type="http://schemas.openxmlformats.org/officeDocument/2006/relationships/image" Target="../media/image158.wmf"/><Relationship Id="rId15" Type="http://schemas.openxmlformats.org/officeDocument/2006/relationships/image" Target="../media/image163.wmf"/><Relationship Id="rId10" Type="http://schemas.openxmlformats.org/officeDocument/2006/relationships/oleObject" Target="../embeddings/oleObject164.bin"/><Relationship Id="rId19" Type="http://schemas.openxmlformats.org/officeDocument/2006/relationships/image" Target="../media/image165.wmf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60.wmf"/><Relationship Id="rId14" Type="http://schemas.openxmlformats.org/officeDocument/2006/relationships/oleObject" Target="../embeddings/oleObject16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70.wmf"/><Relationship Id="rId18" Type="http://schemas.openxmlformats.org/officeDocument/2006/relationships/oleObject" Target="../embeddings/oleObject177.bin"/><Relationship Id="rId3" Type="http://schemas.openxmlformats.org/officeDocument/2006/relationships/image" Target="../media/image166.wmf"/><Relationship Id="rId7" Type="http://schemas.openxmlformats.org/officeDocument/2006/relationships/image" Target="../media/image160.wmf"/><Relationship Id="rId12" Type="http://schemas.openxmlformats.org/officeDocument/2006/relationships/oleObject" Target="../embeddings/oleObject174.bin"/><Relationship Id="rId17" Type="http://schemas.openxmlformats.org/officeDocument/2006/relationships/image" Target="../media/image172.wmf"/><Relationship Id="rId2" Type="http://schemas.openxmlformats.org/officeDocument/2006/relationships/oleObject" Target="../embeddings/oleObject169.bin"/><Relationship Id="rId16" Type="http://schemas.openxmlformats.org/officeDocument/2006/relationships/oleObject" Target="../embeddings/oleObject1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69.wmf"/><Relationship Id="rId5" Type="http://schemas.openxmlformats.org/officeDocument/2006/relationships/image" Target="../media/image167.wmf"/><Relationship Id="rId15" Type="http://schemas.openxmlformats.org/officeDocument/2006/relationships/image" Target="../media/image171.wmf"/><Relationship Id="rId10" Type="http://schemas.openxmlformats.org/officeDocument/2006/relationships/oleObject" Target="../embeddings/oleObject173.bin"/><Relationship Id="rId19" Type="http://schemas.openxmlformats.org/officeDocument/2006/relationships/image" Target="../media/image173.wmf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68.wmf"/><Relationship Id="rId14" Type="http://schemas.openxmlformats.org/officeDocument/2006/relationships/oleObject" Target="../embeddings/oleObject175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image" Target="../media/image174.wmf"/><Relationship Id="rId26" Type="http://schemas.openxmlformats.org/officeDocument/2006/relationships/image" Target="../media/image178.wmf"/><Relationship Id="rId39" Type="http://schemas.openxmlformats.org/officeDocument/2006/relationships/oleObject" Target="../embeddings/oleObject189.bin"/><Relationship Id="rId21" Type="http://schemas.openxmlformats.org/officeDocument/2006/relationships/oleObject" Target="../embeddings/oleObject180.bin"/><Relationship Id="rId34" Type="http://schemas.openxmlformats.org/officeDocument/2006/relationships/image" Target="../media/image182.wmf"/><Relationship Id="rId42" Type="http://schemas.openxmlformats.org/officeDocument/2006/relationships/image" Target="../media/image186.wmf"/><Relationship Id="rId47" Type="http://schemas.openxmlformats.org/officeDocument/2006/relationships/oleObject" Target="../embeddings/oleObject193.bin"/><Relationship Id="rId50" Type="http://schemas.openxmlformats.org/officeDocument/2006/relationships/image" Target="../media/image190.wmf"/><Relationship Id="rId55" Type="http://schemas.openxmlformats.org/officeDocument/2006/relationships/oleObject" Target="../embeddings/oleObject197.bin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29" Type="http://schemas.openxmlformats.org/officeDocument/2006/relationships/oleObject" Target="../embeddings/oleObject184.bin"/><Relationship Id="rId11" Type="http://schemas.openxmlformats.org/officeDocument/2006/relationships/tags" Target="../tags/tag11.xml"/><Relationship Id="rId24" Type="http://schemas.openxmlformats.org/officeDocument/2006/relationships/image" Target="../media/image177.wmf"/><Relationship Id="rId32" Type="http://schemas.openxmlformats.org/officeDocument/2006/relationships/image" Target="../media/image181.wmf"/><Relationship Id="rId37" Type="http://schemas.openxmlformats.org/officeDocument/2006/relationships/oleObject" Target="../embeddings/oleObject188.bin"/><Relationship Id="rId40" Type="http://schemas.openxmlformats.org/officeDocument/2006/relationships/image" Target="../media/image185.wmf"/><Relationship Id="rId45" Type="http://schemas.openxmlformats.org/officeDocument/2006/relationships/oleObject" Target="../embeddings/oleObject192.bin"/><Relationship Id="rId53" Type="http://schemas.openxmlformats.org/officeDocument/2006/relationships/oleObject" Target="../embeddings/oleObject196.bin"/><Relationship Id="rId58" Type="http://schemas.openxmlformats.org/officeDocument/2006/relationships/image" Target="../media/image194.wmf"/><Relationship Id="rId5" Type="http://schemas.openxmlformats.org/officeDocument/2006/relationships/tags" Target="../tags/tag5.xml"/><Relationship Id="rId19" Type="http://schemas.openxmlformats.org/officeDocument/2006/relationships/oleObject" Target="../embeddings/oleObject179.bin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76.wmf"/><Relationship Id="rId27" Type="http://schemas.openxmlformats.org/officeDocument/2006/relationships/oleObject" Target="../embeddings/oleObject183.bin"/><Relationship Id="rId30" Type="http://schemas.openxmlformats.org/officeDocument/2006/relationships/image" Target="../media/image180.wmf"/><Relationship Id="rId35" Type="http://schemas.openxmlformats.org/officeDocument/2006/relationships/oleObject" Target="../embeddings/oleObject187.bin"/><Relationship Id="rId43" Type="http://schemas.openxmlformats.org/officeDocument/2006/relationships/oleObject" Target="../embeddings/oleObject191.bin"/><Relationship Id="rId48" Type="http://schemas.openxmlformats.org/officeDocument/2006/relationships/image" Target="../media/image189.wmf"/><Relationship Id="rId56" Type="http://schemas.openxmlformats.org/officeDocument/2006/relationships/image" Target="../media/image193.wmf"/><Relationship Id="rId8" Type="http://schemas.openxmlformats.org/officeDocument/2006/relationships/tags" Target="../tags/tag8.xml"/><Relationship Id="rId51" Type="http://schemas.openxmlformats.org/officeDocument/2006/relationships/oleObject" Target="../embeddings/oleObject195.bin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oleObject" Target="../embeddings/oleObject178.bin"/><Relationship Id="rId25" Type="http://schemas.openxmlformats.org/officeDocument/2006/relationships/oleObject" Target="../embeddings/oleObject182.bin"/><Relationship Id="rId33" Type="http://schemas.openxmlformats.org/officeDocument/2006/relationships/oleObject" Target="../embeddings/oleObject186.bin"/><Relationship Id="rId38" Type="http://schemas.openxmlformats.org/officeDocument/2006/relationships/image" Target="../media/image184.wmf"/><Relationship Id="rId46" Type="http://schemas.openxmlformats.org/officeDocument/2006/relationships/image" Target="../media/image188.wmf"/><Relationship Id="rId59" Type="http://schemas.openxmlformats.org/officeDocument/2006/relationships/image" Target="../media/image195.tmp"/><Relationship Id="rId20" Type="http://schemas.openxmlformats.org/officeDocument/2006/relationships/image" Target="../media/image175.wmf"/><Relationship Id="rId41" Type="http://schemas.openxmlformats.org/officeDocument/2006/relationships/oleObject" Target="../embeddings/oleObject190.bin"/><Relationship Id="rId54" Type="http://schemas.openxmlformats.org/officeDocument/2006/relationships/image" Target="../media/image192.w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oleObject" Target="../embeddings/oleObject181.bin"/><Relationship Id="rId28" Type="http://schemas.openxmlformats.org/officeDocument/2006/relationships/image" Target="../media/image179.wmf"/><Relationship Id="rId36" Type="http://schemas.openxmlformats.org/officeDocument/2006/relationships/image" Target="../media/image183.wmf"/><Relationship Id="rId49" Type="http://schemas.openxmlformats.org/officeDocument/2006/relationships/oleObject" Target="../embeddings/oleObject194.bin"/><Relationship Id="rId57" Type="http://schemas.openxmlformats.org/officeDocument/2006/relationships/oleObject" Target="../embeddings/oleObject198.bin"/><Relationship Id="rId10" Type="http://schemas.openxmlformats.org/officeDocument/2006/relationships/tags" Target="../tags/tag10.xml"/><Relationship Id="rId31" Type="http://schemas.openxmlformats.org/officeDocument/2006/relationships/oleObject" Target="../embeddings/oleObject185.bin"/><Relationship Id="rId44" Type="http://schemas.openxmlformats.org/officeDocument/2006/relationships/image" Target="../media/image187.wmf"/><Relationship Id="rId52" Type="http://schemas.openxmlformats.org/officeDocument/2006/relationships/image" Target="../media/image19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201.wmf"/><Relationship Id="rId3" Type="http://schemas.openxmlformats.org/officeDocument/2006/relationships/image" Target="../media/image196.wmf"/><Relationship Id="rId7" Type="http://schemas.openxmlformats.org/officeDocument/2006/relationships/image" Target="../media/image198.wmf"/><Relationship Id="rId12" Type="http://schemas.openxmlformats.org/officeDocument/2006/relationships/oleObject" Target="../embeddings/oleObject204.bin"/><Relationship Id="rId2" Type="http://schemas.openxmlformats.org/officeDocument/2006/relationships/oleObject" Target="../embeddings/oleObject1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200.wmf"/><Relationship Id="rId5" Type="http://schemas.openxmlformats.org/officeDocument/2006/relationships/image" Target="../media/image197.wmf"/><Relationship Id="rId10" Type="http://schemas.openxmlformats.org/officeDocument/2006/relationships/oleObject" Target="../embeddings/oleObject203.bin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9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oleObject" Target="../embeddings/oleObject210.bin"/><Relationship Id="rId18" Type="http://schemas.openxmlformats.org/officeDocument/2006/relationships/image" Target="../media/image209.w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212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1.bin"/><Relationship Id="rId10" Type="http://schemas.openxmlformats.org/officeDocument/2006/relationships/image" Target="../media/image205.wmf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20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217.wmf"/><Relationship Id="rId26" Type="http://schemas.openxmlformats.org/officeDocument/2006/relationships/image" Target="../media/image221.wmf"/><Relationship Id="rId3" Type="http://schemas.openxmlformats.org/officeDocument/2006/relationships/oleObject" Target="../embeddings/oleObject213.bin"/><Relationship Id="rId21" Type="http://schemas.openxmlformats.org/officeDocument/2006/relationships/oleObject" Target="../embeddings/oleObject222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214.wmf"/><Relationship Id="rId17" Type="http://schemas.openxmlformats.org/officeDocument/2006/relationships/oleObject" Target="../embeddings/oleObject220.bin"/><Relationship Id="rId25" Type="http://schemas.openxmlformats.org/officeDocument/2006/relationships/oleObject" Target="../embeddings/oleObject224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6.wmf"/><Relationship Id="rId20" Type="http://schemas.openxmlformats.org/officeDocument/2006/relationships/image" Target="../media/image218.wmf"/><Relationship Id="rId29" Type="http://schemas.openxmlformats.org/officeDocument/2006/relationships/oleObject" Target="../embeddings/oleObject22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17.bin"/><Relationship Id="rId24" Type="http://schemas.openxmlformats.org/officeDocument/2006/relationships/image" Target="../media/image220.wmf"/><Relationship Id="rId32" Type="http://schemas.openxmlformats.org/officeDocument/2006/relationships/image" Target="../media/image224.wmf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23" Type="http://schemas.openxmlformats.org/officeDocument/2006/relationships/oleObject" Target="../embeddings/oleObject223.bin"/><Relationship Id="rId28" Type="http://schemas.openxmlformats.org/officeDocument/2006/relationships/image" Target="../media/image222.wmf"/><Relationship Id="rId10" Type="http://schemas.openxmlformats.org/officeDocument/2006/relationships/image" Target="../media/image213.wmf"/><Relationship Id="rId19" Type="http://schemas.openxmlformats.org/officeDocument/2006/relationships/oleObject" Target="../embeddings/oleObject221.bin"/><Relationship Id="rId31" Type="http://schemas.openxmlformats.org/officeDocument/2006/relationships/oleObject" Target="../embeddings/oleObject227.bin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215.wmf"/><Relationship Id="rId22" Type="http://schemas.openxmlformats.org/officeDocument/2006/relationships/image" Target="../media/image219.wmf"/><Relationship Id="rId27" Type="http://schemas.openxmlformats.org/officeDocument/2006/relationships/oleObject" Target="../embeddings/oleObject225.bin"/><Relationship Id="rId30" Type="http://schemas.openxmlformats.org/officeDocument/2006/relationships/image" Target="../media/image22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2783632" y="2492896"/>
            <a:ext cx="6474691" cy="946150"/>
          </a:xfrm>
          <a:prstGeom prst="rect">
            <a:avLst/>
          </a:prstGeom>
          <a:noFill/>
          <a:ln w="6350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400" b="1" dirty="0">
                <a:solidFill>
                  <a:srgbClr val="FF3300"/>
                </a:solidFill>
                <a:latin typeface="宋体" panose="02010600030101010101" pitchFamily="2" charset="-122"/>
                <a:cs typeface="ˎ̥"/>
              </a:rPr>
              <a:t>§</a:t>
            </a:r>
            <a:r>
              <a:rPr lang="en-US" altLang="zh-CN" sz="4400" b="1" dirty="0">
                <a:solidFill>
                  <a:srgbClr val="FF3300"/>
                </a:solidFill>
                <a:ea typeface="ˎ̥"/>
                <a:cs typeface="ˎ̥"/>
              </a:rPr>
              <a:t>1.4 </a:t>
            </a:r>
            <a:r>
              <a:rPr lang="zh-CN" altLang="en-US" sz="4400" b="1" dirty="0">
                <a:solidFill>
                  <a:srgbClr val="FF3300"/>
                </a:solidFill>
                <a:latin typeface="宋体" panose="02010600030101010101" pitchFamily="2" charset="-122"/>
                <a:cs typeface="ˎ̥"/>
              </a:rPr>
              <a:t>一阶线性微分方程</a:t>
            </a:r>
            <a:endParaRPr lang="zh-CN" altLang="en-US" sz="44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9933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CFB884-F4AB-4802-A1E9-225241BC14FA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09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148415"/>
              </p:ext>
            </p:extLst>
          </p:nvPr>
        </p:nvGraphicFramePr>
        <p:xfrm>
          <a:off x="3823975" y="1045600"/>
          <a:ext cx="47482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367" imgH="406224" progId="Equation.DSMT4">
                  <p:embed/>
                </p:oleObj>
              </mc:Choice>
              <mc:Fallback>
                <p:oleObj name="Equation" r:id="rId2" imgW="1688367" imgH="406224" progId="Equation.DSMT4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3975" y="1045600"/>
                        <a:ext cx="4748213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Text Box 3"/>
          <p:cNvSpPr txBox="1">
            <a:spLocks noChangeArrowheads="1"/>
          </p:cNvSpPr>
          <p:nvPr/>
        </p:nvSpPr>
        <p:spPr bwMode="auto">
          <a:xfrm>
            <a:off x="1624012" y="616131"/>
            <a:ext cx="3479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一阶线性微分方程</a:t>
            </a:r>
          </a:p>
        </p:txBody>
      </p:sp>
      <p:graphicFrame>
        <p:nvGraphicFramePr>
          <p:cNvPr id="614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770363"/>
              </p:ext>
            </p:extLst>
          </p:nvPr>
        </p:nvGraphicFramePr>
        <p:xfrm>
          <a:off x="1624012" y="2121413"/>
          <a:ext cx="4521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215640" progId="Equation.DSMT4">
                  <p:embed/>
                </p:oleObj>
              </mc:Choice>
              <mc:Fallback>
                <p:oleObj name="Equation" r:id="rId4" imgW="1790640" imgH="215640" progId="Equation.DSMT4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2" y="2121413"/>
                        <a:ext cx="45212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89963"/>
              </p:ext>
            </p:extLst>
          </p:nvPr>
        </p:nvGraphicFramePr>
        <p:xfrm>
          <a:off x="4300537" y="2554006"/>
          <a:ext cx="4214812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406080" progId="Equation.DSMT4">
                  <p:embed/>
                </p:oleObj>
              </mc:Choice>
              <mc:Fallback>
                <p:oleObj name="Equation" r:id="rId6" imgW="1650960" imgH="406080" progId="Equation.DSMT4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537" y="2554006"/>
                        <a:ext cx="4214812" cy="1036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5"/>
          <p:cNvGraphicFramePr>
            <a:graphicFrameLocks noChangeAspect="1"/>
          </p:cNvGraphicFramePr>
          <p:nvPr/>
        </p:nvGraphicFramePr>
        <p:xfrm>
          <a:off x="1644650" y="3424237"/>
          <a:ext cx="8304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65280" imgH="215640" progId="Equation.DSMT4">
                  <p:embed/>
                </p:oleObj>
              </mc:Choice>
              <mc:Fallback>
                <p:oleObj name="Equation" r:id="rId8" imgW="3365280" imgH="215640" progId="Equation.DSMT4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3424237"/>
                        <a:ext cx="8304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6"/>
          <p:cNvGraphicFramePr>
            <a:graphicFrameLocks noChangeAspect="1"/>
          </p:cNvGraphicFramePr>
          <p:nvPr/>
        </p:nvGraphicFramePr>
        <p:xfrm>
          <a:off x="1624012" y="4027489"/>
          <a:ext cx="3492499" cy="502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320" imgH="215640" progId="Equation.DSMT4">
                  <p:embed/>
                </p:oleObj>
              </mc:Choice>
              <mc:Fallback>
                <p:oleObj name="Equation" r:id="rId10" imgW="1498320" imgH="215640" progId="Equation.DSMT4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2" y="4027489"/>
                        <a:ext cx="3492499" cy="5023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7"/>
          <p:cNvGraphicFramePr>
            <a:graphicFrameLocks noChangeAspect="1"/>
          </p:cNvGraphicFramePr>
          <p:nvPr/>
        </p:nvGraphicFramePr>
        <p:xfrm>
          <a:off x="4300537" y="4346576"/>
          <a:ext cx="37306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60160" imgH="406080" progId="Equation.DSMT4">
                  <p:embed/>
                </p:oleObj>
              </mc:Choice>
              <mc:Fallback>
                <p:oleObj name="Equation" r:id="rId12" imgW="1460160" imgH="406080" progId="Equation.DSMT4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537" y="4346576"/>
                        <a:ext cx="3730625" cy="103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725347"/>
              </p:ext>
            </p:extLst>
          </p:nvPr>
        </p:nvGraphicFramePr>
        <p:xfrm>
          <a:off x="1644649" y="5365470"/>
          <a:ext cx="4602934" cy="52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79560" imgH="215640" progId="Equation.DSMT4">
                  <p:embed/>
                </p:oleObj>
              </mc:Choice>
              <mc:Fallback>
                <p:oleObj name="Equation" r:id="rId14" imgW="1879560" imgH="215640" progId="Equation.DSMT4">
                  <p:embed/>
                  <p:pic>
                    <p:nvPicPr>
                      <p:cNvPr id="0" name="Picture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49" y="5365470"/>
                        <a:ext cx="4602934" cy="5283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66269"/>
              </p:ext>
            </p:extLst>
          </p:nvPr>
        </p:nvGraphicFramePr>
        <p:xfrm>
          <a:off x="1644649" y="5939265"/>
          <a:ext cx="67691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81000" imgH="215640" progId="Equation.DSMT4">
                  <p:embed/>
                </p:oleObj>
              </mc:Choice>
              <mc:Fallback>
                <p:oleObj name="Equation" r:id="rId16" imgW="2781000" imgH="215640" progId="Equation.DSMT4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49" y="5939265"/>
                        <a:ext cx="67691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7" name="灯片编号占位符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605C5F-8E37-4284-AA8B-A58ED60D3459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63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9" name="Text Box 2"/>
          <p:cNvSpPr txBox="1">
            <a:spLocks noChangeArrowheads="1"/>
          </p:cNvSpPr>
          <p:nvPr/>
        </p:nvSpPr>
        <p:spPr bwMode="auto">
          <a:xfrm>
            <a:off x="1963560" y="871032"/>
            <a:ext cx="22445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常数变易法</a:t>
            </a:r>
          </a:p>
        </p:txBody>
      </p:sp>
      <p:graphicFrame>
        <p:nvGraphicFramePr>
          <p:cNvPr id="7171" name="Object 2"/>
          <p:cNvGraphicFramePr>
            <a:graphicFrameLocks noChangeAspect="1"/>
          </p:cNvGraphicFramePr>
          <p:nvPr/>
        </p:nvGraphicFramePr>
        <p:xfrm>
          <a:off x="1963560" y="1465587"/>
          <a:ext cx="423068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228600" progId="Equation.DSMT4">
                  <p:embed/>
                </p:oleObj>
              </mc:Choice>
              <mc:Fallback>
                <p:oleObj name="Equation" r:id="rId2" imgW="1714320" imgH="228600" progId="Equation.DSMT4">
                  <p:embed/>
                  <p:pic>
                    <p:nvPicPr>
                      <p:cNvPr id="0" name="Picture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560" y="1465587"/>
                        <a:ext cx="4230687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3"/>
          <p:cNvGraphicFramePr>
            <a:graphicFrameLocks noChangeAspect="1"/>
          </p:cNvGraphicFramePr>
          <p:nvPr/>
        </p:nvGraphicFramePr>
        <p:xfrm>
          <a:off x="4663103" y="1946292"/>
          <a:ext cx="21621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5920" imgH="406224" progId="Equation.DSMT4">
                  <p:embed/>
                </p:oleObj>
              </mc:Choice>
              <mc:Fallback>
                <p:oleObj name="Equation" r:id="rId4" imgW="875920" imgH="406224" progId="Equation.DSMT4">
                  <p:embed/>
                  <p:pic>
                    <p:nvPicPr>
                      <p:cNvPr id="0" name="Picture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3103" y="1946292"/>
                        <a:ext cx="2162175" cy="100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4"/>
          <p:cNvGraphicFramePr>
            <a:graphicFrameLocks noChangeAspect="1"/>
          </p:cNvGraphicFramePr>
          <p:nvPr/>
        </p:nvGraphicFramePr>
        <p:xfrm>
          <a:off x="1963560" y="2931350"/>
          <a:ext cx="35433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4960" imgH="215640" progId="Equation.DSMT4">
                  <p:embed/>
                </p:oleObj>
              </mc:Choice>
              <mc:Fallback>
                <p:oleObj name="Equation" r:id="rId6" imgW="1434960" imgH="215640" progId="Equation.DSMT4">
                  <p:embed/>
                  <p:pic>
                    <p:nvPicPr>
                      <p:cNvPr id="0" name="Picture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560" y="2931350"/>
                        <a:ext cx="3543300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5"/>
          <p:cNvGraphicFramePr>
            <a:graphicFrameLocks noChangeAspect="1"/>
          </p:cNvGraphicFramePr>
          <p:nvPr/>
        </p:nvGraphicFramePr>
        <p:xfrm>
          <a:off x="1963560" y="4114490"/>
          <a:ext cx="34782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09400" imgH="228600" progId="Equation.DSMT4">
                  <p:embed/>
                </p:oleObj>
              </mc:Choice>
              <mc:Fallback>
                <p:oleObj name="Equation" r:id="rId8" imgW="1409400" imgH="228600" progId="Equation.DSMT4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560" y="4114490"/>
                        <a:ext cx="3478212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6"/>
          <p:cNvGraphicFramePr>
            <a:graphicFrameLocks noChangeAspect="1"/>
          </p:cNvGraphicFramePr>
          <p:nvPr/>
        </p:nvGraphicFramePr>
        <p:xfrm>
          <a:off x="1862138" y="4722557"/>
          <a:ext cx="812006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88960" imgH="215640" progId="Equation.DSMT4">
                  <p:embed/>
                </p:oleObj>
              </mc:Choice>
              <mc:Fallback>
                <p:oleObj name="Equation" r:id="rId10" imgW="3288960" imgH="215640" progId="Equation.DSMT4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4722557"/>
                        <a:ext cx="8120062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7"/>
          <p:cNvGraphicFramePr>
            <a:graphicFrameLocks noChangeAspect="1"/>
          </p:cNvGraphicFramePr>
          <p:nvPr/>
        </p:nvGraphicFramePr>
        <p:xfrm>
          <a:off x="2804934" y="3465819"/>
          <a:ext cx="5338763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57400" imgH="292100" progId="Equation.DSMT4">
                  <p:embed/>
                </p:oleObj>
              </mc:Choice>
              <mc:Fallback>
                <p:oleObj name="Equation" r:id="rId12" imgW="2057400" imgH="292100" progId="Equation.DSMT4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934" y="3465819"/>
                        <a:ext cx="5338763" cy="735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8"/>
          <p:cNvGraphicFramePr>
            <a:graphicFrameLocks noChangeAspect="1"/>
          </p:cNvGraphicFramePr>
          <p:nvPr/>
        </p:nvGraphicFramePr>
        <p:xfrm>
          <a:off x="2048646" y="5257027"/>
          <a:ext cx="5318805" cy="71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8920" imgH="291960" progId="Equation.DSMT4">
                  <p:embed/>
                </p:oleObj>
              </mc:Choice>
              <mc:Fallback>
                <p:oleObj name="Equation" r:id="rId14" imgW="2158920" imgH="291960" progId="Equation.DSMT4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8646" y="5257027"/>
                        <a:ext cx="5318805" cy="7173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灯片编号占位符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9A4324C-13F8-4008-85D8-A1B85515D16B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49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114550" y="922338"/>
          <a:ext cx="6799263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406080" progId="Equation.DSMT4">
                  <p:embed/>
                </p:oleObj>
              </mc:Choice>
              <mc:Fallback>
                <p:oleObj name="Equation" r:id="rId2" imgW="2590560" imgH="406080" progId="Equation.DSMT4">
                  <p:embed/>
                  <p:pic>
                    <p:nvPicPr>
                      <p:cNvPr id="0" name="Picture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922338"/>
                        <a:ext cx="6799263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930400" y="2274511"/>
            <a:ext cx="19559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代入</a:t>
            </a:r>
            <a:r>
              <a:rPr lang="en-US" altLang="zh-CN" sz="2800" b="1" dirty="0"/>
              <a:t>(1.1)</a:t>
            </a:r>
            <a:r>
              <a:rPr lang="zh-CN" altLang="en-US" sz="2800" b="1" dirty="0"/>
              <a:t>得</a:t>
            </a:r>
          </a:p>
        </p:txBody>
      </p:sp>
      <p:graphicFrame>
        <p:nvGraphicFramePr>
          <p:cNvPr id="8196" name="Object 3"/>
          <p:cNvGraphicFramePr>
            <a:graphicFrameLocks noChangeAspect="1"/>
          </p:cNvGraphicFramePr>
          <p:nvPr/>
        </p:nvGraphicFramePr>
        <p:xfrm>
          <a:off x="4297363" y="2044700"/>
          <a:ext cx="33940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406080" progId="Equation.DSMT4">
                  <p:embed/>
                </p:oleObj>
              </mc:Choice>
              <mc:Fallback>
                <p:oleObj name="Equation" r:id="rId4" imgW="1371600" imgH="406080" progId="Equation.DSMT4">
                  <p:embed/>
                  <p:pic>
                    <p:nvPicPr>
                      <p:cNvPr id="0" name="Picture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363" y="2044700"/>
                        <a:ext cx="3394075" cy="100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215488" y="3243775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积分得</a:t>
            </a:r>
          </a:p>
        </p:txBody>
      </p:sp>
      <p:graphicFrame>
        <p:nvGraphicFramePr>
          <p:cNvPr id="8198" name="Object 4"/>
          <p:cNvGraphicFramePr>
            <a:graphicFrameLocks noChangeAspect="1"/>
          </p:cNvGraphicFramePr>
          <p:nvPr/>
        </p:nvGraphicFramePr>
        <p:xfrm>
          <a:off x="3579813" y="3035300"/>
          <a:ext cx="45005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65080" imgH="330120" progId="Equation.DSMT4">
                  <p:embed/>
                </p:oleObj>
              </mc:Choice>
              <mc:Fallback>
                <p:oleObj name="Equation" r:id="rId6" imgW="1765080" imgH="330120" progId="Equation.DSMT4">
                  <p:embed/>
                  <p:pic>
                    <p:nvPicPr>
                      <p:cNvPr id="0" name="Picture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813" y="3035300"/>
                        <a:ext cx="450056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5"/>
          <p:cNvGraphicFramePr>
            <a:graphicFrameLocks noChangeAspect="1"/>
          </p:cNvGraphicFramePr>
          <p:nvPr/>
        </p:nvGraphicFramePr>
        <p:xfrm>
          <a:off x="1943100" y="3986213"/>
          <a:ext cx="36036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60160" imgH="228600" progId="Equation.DSMT4">
                  <p:embed/>
                </p:oleObj>
              </mc:Choice>
              <mc:Fallback>
                <p:oleObj name="Equation" r:id="rId8" imgW="1460160" imgH="228600" progId="Equation.DSMT4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3986213"/>
                        <a:ext cx="3603625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6"/>
          <p:cNvGraphicFramePr>
            <a:graphicFrameLocks noChangeAspect="1"/>
          </p:cNvGraphicFramePr>
          <p:nvPr/>
        </p:nvGraphicFramePr>
        <p:xfrm>
          <a:off x="2555875" y="4737100"/>
          <a:ext cx="653415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63480" imgH="330120" progId="Equation.DSMT4">
                  <p:embed/>
                </p:oleObj>
              </mc:Choice>
              <mc:Fallback>
                <p:oleObj name="Equation" r:id="rId10" imgW="2463480" imgH="330120" progId="Equation.DSMT4">
                  <p:embed/>
                  <p:pic>
                    <p:nvPicPr>
                      <p:cNvPr id="0" name="Picture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737100"/>
                        <a:ext cx="6534150" cy="871538"/>
                      </a:xfrm>
                      <a:prstGeom prst="rect">
                        <a:avLst/>
                      </a:prstGeom>
                      <a:noFill/>
                      <a:ln w="5080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051957" y="5739215"/>
            <a:ext cx="5710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注  求</a:t>
            </a:r>
            <a:r>
              <a:rPr lang="en-US" altLang="zh-CN" sz="2800" b="1" dirty="0">
                <a:solidFill>
                  <a:srgbClr val="FF3300"/>
                </a:solidFill>
              </a:rPr>
              <a:t>(1.1)</a:t>
            </a:r>
            <a:r>
              <a:rPr lang="zh-CN" altLang="en-US" sz="2800" b="1" dirty="0">
                <a:solidFill>
                  <a:srgbClr val="FF3300"/>
                </a:solidFill>
              </a:rPr>
              <a:t>的通解可直接用公式</a:t>
            </a:r>
            <a:r>
              <a:rPr lang="en-US" altLang="zh-CN" sz="2800" b="1" dirty="0">
                <a:solidFill>
                  <a:srgbClr val="FF3300"/>
                </a:solidFill>
              </a:rPr>
              <a:t>(1.3)</a:t>
            </a:r>
          </a:p>
        </p:txBody>
      </p:sp>
      <p:sp>
        <p:nvSpPr>
          <p:cNvPr id="36874" name="灯片编号占位符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BCEDB0E-B80E-408B-ADEA-C34A858165F6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71363" y="4911013"/>
            <a:ext cx="873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(1.3)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00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8197" grpId="0"/>
      <p:bldP spid="8201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6" name="Group 2"/>
          <p:cNvGrpSpPr>
            <a:grpSpLocks/>
          </p:cNvGrpSpPr>
          <p:nvPr/>
        </p:nvGrpSpPr>
        <p:grpSpPr bwMode="auto">
          <a:xfrm>
            <a:off x="2423592" y="908720"/>
            <a:ext cx="6611938" cy="1690688"/>
            <a:chOff x="543" y="333"/>
            <a:chExt cx="4165" cy="1065"/>
          </a:xfrm>
        </p:grpSpPr>
        <p:sp>
          <p:nvSpPr>
            <p:cNvPr id="37905" name="Text Box 3"/>
            <p:cNvSpPr txBox="1">
              <a:spLocks noChangeArrowheads="1"/>
            </p:cNvSpPr>
            <p:nvPr/>
          </p:nvSpPr>
          <p:spPr bwMode="auto">
            <a:xfrm>
              <a:off x="543" y="333"/>
              <a:ext cx="137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b="1" dirty="0">
                  <a:solidFill>
                    <a:srgbClr val="FF3300"/>
                  </a:solidFill>
                </a:rPr>
                <a:t>例</a:t>
              </a:r>
              <a:r>
                <a:rPr lang="en-US" altLang="zh-CN" sz="3200" b="1" dirty="0">
                  <a:solidFill>
                    <a:srgbClr val="FF3300"/>
                  </a:solidFill>
                </a:rPr>
                <a:t>1</a:t>
              </a:r>
              <a:r>
                <a:rPr lang="en-US" altLang="zh-CN" sz="3200" b="1" dirty="0"/>
                <a:t>   </a:t>
              </a:r>
              <a:r>
                <a:rPr lang="zh-CN" altLang="en-US" sz="2800" b="1" dirty="0"/>
                <a:t>求方程</a:t>
              </a:r>
            </a:p>
          </p:txBody>
        </p:sp>
        <p:graphicFrame>
          <p:nvGraphicFramePr>
            <p:cNvPr id="3789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7117412"/>
                </p:ext>
              </p:extLst>
            </p:nvPr>
          </p:nvGraphicFramePr>
          <p:xfrm>
            <a:off x="1722" y="469"/>
            <a:ext cx="2986" cy="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03240" imgH="406080" progId="Equation.DSMT4">
                    <p:embed/>
                  </p:oleObj>
                </mc:Choice>
                <mc:Fallback>
                  <p:oleObj name="Equation" r:id="rId2" imgW="1803240" imgH="406080" progId="Equation.DSMT4">
                    <p:embed/>
                    <p:pic>
                      <p:nvPicPr>
                        <p:cNvPr id="0" name="Picture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469"/>
                          <a:ext cx="2986" cy="6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6" name="Text Box 5"/>
            <p:cNvSpPr txBox="1">
              <a:spLocks noChangeArrowheads="1"/>
            </p:cNvSpPr>
            <p:nvPr/>
          </p:nvSpPr>
          <p:spPr bwMode="auto">
            <a:xfrm>
              <a:off x="603" y="1068"/>
              <a:ext cx="217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的通解</a:t>
              </a:r>
              <a:r>
                <a:rPr lang="en-US" altLang="zh-CN" sz="2800" b="1" dirty="0"/>
                <a:t>,</a:t>
              </a:r>
              <a:r>
                <a:rPr lang="zh-CN" altLang="en-US" sz="2800" b="1" dirty="0"/>
                <a:t>这里为</a:t>
              </a:r>
              <a:r>
                <a:rPr lang="en-US" altLang="zh-CN" sz="2800" b="1" i="1" dirty="0"/>
                <a:t>n</a:t>
              </a:r>
              <a:r>
                <a:rPr lang="zh-CN" altLang="en-US" sz="2800" b="1" dirty="0"/>
                <a:t>常数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</p:grp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2279650" y="2760726"/>
            <a:ext cx="6655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解</a:t>
            </a:r>
            <a:r>
              <a:rPr lang="en-US" altLang="zh-CN" sz="2800" b="1" dirty="0">
                <a:solidFill>
                  <a:srgbClr val="FF3300"/>
                </a:solidFill>
              </a:rPr>
              <a:t>: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158418" y="2773890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将方程改写为</a:t>
            </a:r>
          </a:p>
        </p:txBody>
      </p:sp>
      <p:graphicFrame>
        <p:nvGraphicFramePr>
          <p:cNvPr id="92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324489"/>
              </p:ext>
            </p:extLst>
          </p:nvPr>
        </p:nvGraphicFramePr>
        <p:xfrm>
          <a:off x="5877868" y="2413492"/>
          <a:ext cx="4106863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406080" progId="Equation.DSMT4">
                  <p:embed/>
                </p:oleObj>
              </mc:Choice>
              <mc:Fallback>
                <p:oleObj name="Equation" r:id="rId4" imgW="1562040" imgH="406080" progId="Equation.DSMT4">
                  <p:embed/>
                  <p:pic>
                    <p:nvPicPr>
                      <p:cNvPr id="0" name="Picture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7868" y="2413492"/>
                        <a:ext cx="4106863" cy="106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2279650" y="3662691"/>
            <a:ext cx="27991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首先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求齐次方程</a:t>
            </a:r>
          </a:p>
        </p:txBody>
      </p:sp>
      <p:graphicFrame>
        <p:nvGraphicFramePr>
          <p:cNvPr id="92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508168"/>
              </p:ext>
            </p:extLst>
          </p:nvPr>
        </p:nvGraphicFramePr>
        <p:xfrm>
          <a:off x="5136407" y="3391695"/>
          <a:ext cx="2138363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2520" imgH="406080" progId="Equation.DSMT4">
                  <p:embed/>
                </p:oleObj>
              </mc:Choice>
              <mc:Fallback>
                <p:oleObj name="Equation" r:id="rId6" imgW="812520" imgH="406080" progId="Equation.DSMT4">
                  <p:embed/>
                  <p:pic>
                    <p:nvPicPr>
                      <p:cNvPr id="0" name="Picture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6407" y="3391695"/>
                        <a:ext cx="2138363" cy="1065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7297954" y="3662691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的通解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2421686" y="4661884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从</a:t>
            </a:r>
          </a:p>
        </p:txBody>
      </p:sp>
      <p:graphicFrame>
        <p:nvGraphicFramePr>
          <p:cNvPr id="922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472727"/>
              </p:ext>
            </p:extLst>
          </p:nvPr>
        </p:nvGraphicFramePr>
        <p:xfrm>
          <a:off x="3074792" y="4398503"/>
          <a:ext cx="2136775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406080" progId="Equation.DSMT4">
                  <p:embed/>
                </p:oleObj>
              </mc:Choice>
              <mc:Fallback>
                <p:oleObj name="Equation" r:id="rId8" imgW="812520" imgH="406080" progId="Equation.DSMT4">
                  <p:embed/>
                  <p:pic>
                    <p:nvPicPr>
                      <p:cNvPr id="0" name="Picture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792" y="4398503"/>
                        <a:ext cx="2136775" cy="106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5211567" y="4661884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分离变量得</a:t>
            </a:r>
          </a:p>
        </p:txBody>
      </p:sp>
      <p:graphicFrame>
        <p:nvGraphicFramePr>
          <p:cNvPr id="92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625328"/>
              </p:ext>
            </p:extLst>
          </p:nvPr>
        </p:nvGraphicFramePr>
        <p:xfrm>
          <a:off x="7297954" y="4344609"/>
          <a:ext cx="2136342" cy="1049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431640" progId="Equation.DSMT4">
                  <p:embed/>
                </p:oleObj>
              </mc:Choice>
              <mc:Fallback>
                <p:oleObj name="Equation" r:id="rId10" imgW="876240" imgH="431640" progId="Equation.DSMT4">
                  <p:embed/>
                  <p:pic>
                    <p:nvPicPr>
                      <p:cNvPr id="0" name="Picture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954" y="4344609"/>
                        <a:ext cx="2136342" cy="10497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712798"/>
              </p:ext>
            </p:extLst>
          </p:nvPr>
        </p:nvGraphicFramePr>
        <p:xfrm>
          <a:off x="4860925" y="5553075"/>
          <a:ext cx="35052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33440" imgH="241200" progId="Equation.DSMT4">
                  <p:embed/>
                </p:oleObj>
              </mc:Choice>
              <mc:Fallback>
                <p:oleObj name="Equation" r:id="rId12" imgW="1333440" imgH="241200" progId="Equation.DSMT4">
                  <p:embed/>
                  <p:pic>
                    <p:nvPicPr>
                      <p:cNvPr id="0" name="Picture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25" y="5553075"/>
                        <a:ext cx="3505200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2495550" y="5638536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两边积分得</a:t>
            </a:r>
          </a:p>
        </p:txBody>
      </p:sp>
      <p:sp>
        <p:nvSpPr>
          <p:cNvPr id="37904" name="灯片编号占位符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4E6EC8-0E3F-4570-BDBD-D5E9C08E664A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62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/>
      <p:bldP spid="9223" grpId="0"/>
      <p:bldP spid="9225" grpId="0"/>
      <p:bldP spid="9227" grpId="0"/>
      <p:bldP spid="9228" grpId="0"/>
      <p:bldP spid="9230" grpId="0"/>
      <p:bldP spid="92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840022" y="1158534"/>
            <a:ext cx="3791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故对应齐次方程通解为</a:t>
            </a:r>
          </a:p>
        </p:txBody>
      </p:sp>
      <p:graphicFrame>
        <p:nvGraphicFramePr>
          <p:cNvPr id="10243" name="Object 2"/>
          <p:cNvGraphicFramePr>
            <a:graphicFrameLocks noChangeAspect="1"/>
          </p:cNvGraphicFramePr>
          <p:nvPr/>
        </p:nvGraphicFramePr>
        <p:xfrm>
          <a:off x="5600689" y="1064694"/>
          <a:ext cx="2202149" cy="606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228600" progId="Equation.DSMT4">
                  <p:embed/>
                </p:oleObj>
              </mc:Choice>
              <mc:Fallback>
                <p:oleObj name="Equation" r:id="rId2" imgW="825480" imgH="228600" progId="Equation.DSMT4">
                  <p:embed/>
                  <p:pic>
                    <p:nvPicPr>
                      <p:cNvPr id="0" name="Picture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689" y="1064694"/>
                        <a:ext cx="2202149" cy="6068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784114" y="2668439"/>
            <a:ext cx="71272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其次应用常数变易法求非齐线性方程的通解</a:t>
            </a:r>
            <a:r>
              <a:rPr lang="en-US" altLang="zh-CN" sz="2800" b="1" dirty="0"/>
              <a:t>,</a:t>
            </a:r>
          </a:p>
        </p:txBody>
      </p:sp>
      <p:graphicFrame>
        <p:nvGraphicFramePr>
          <p:cNvPr id="10245" name="Object 3"/>
          <p:cNvGraphicFramePr>
            <a:graphicFrameLocks noChangeAspect="1"/>
          </p:cNvGraphicFramePr>
          <p:nvPr/>
        </p:nvGraphicFramePr>
        <p:xfrm>
          <a:off x="2240133" y="3177863"/>
          <a:ext cx="6829448" cy="557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228600" progId="Equation.DSMT4">
                  <p:embed/>
                </p:oleObj>
              </mc:Choice>
              <mc:Fallback>
                <p:oleObj name="Equation" r:id="rId4" imgW="2781000" imgH="228600" progId="Equation.DSMT4">
                  <p:embed/>
                  <p:pic>
                    <p:nvPicPr>
                      <p:cNvPr id="0" name="Picture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133" y="3177863"/>
                        <a:ext cx="6829448" cy="5577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4"/>
          <p:cNvGraphicFramePr>
            <a:graphicFrameLocks noChangeAspect="1"/>
          </p:cNvGraphicFramePr>
          <p:nvPr/>
        </p:nvGraphicFramePr>
        <p:xfrm>
          <a:off x="1840022" y="3753570"/>
          <a:ext cx="91297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86200" imgH="406080" progId="Equation.DSMT4">
                  <p:embed/>
                </p:oleObj>
              </mc:Choice>
              <mc:Fallback>
                <p:oleObj name="Equation" r:id="rId6" imgW="3886200" imgH="406080" progId="Equation.DSMT4">
                  <p:embed/>
                  <p:pic>
                    <p:nvPicPr>
                      <p:cNvPr id="0" name="Picture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022" y="3753570"/>
                        <a:ext cx="9129712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1840022" y="4875176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即</a:t>
            </a:r>
          </a:p>
        </p:txBody>
      </p:sp>
      <p:graphicFrame>
        <p:nvGraphicFramePr>
          <p:cNvPr id="10248" name="Object 5"/>
          <p:cNvGraphicFramePr>
            <a:graphicFrameLocks noChangeAspect="1"/>
          </p:cNvGraphicFramePr>
          <p:nvPr/>
        </p:nvGraphicFramePr>
        <p:xfrm>
          <a:off x="2472046" y="4560784"/>
          <a:ext cx="1878874" cy="1015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406080" progId="Equation.DSMT4">
                  <p:embed/>
                </p:oleObj>
              </mc:Choice>
              <mc:Fallback>
                <p:oleObj name="Equation" r:id="rId8" imgW="749160" imgH="406080" progId="Equation.DSMT4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2046" y="4560784"/>
                        <a:ext cx="1878874" cy="10158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4635657" y="4813934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积分得</a:t>
            </a:r>
          </a:p>
        </p:txBody>
      </p:sp>
      <p:graphicFrame>
        <p:nvGraphicFramePr>
          <p:cNvPr id="10250" name="Object 6"/>
          <p:cNvGraphicFramePr>
            <a:graphicFrameLocks noChangeAspect="1"/>
          </p:cNvGraphicFramePr>
          <p:nvPr/>
        </p:nvGraphicFramePr>
        <p:xfrm>
          <a:off x="5902350" y="4799909"/>
          <a:ext cx="24034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28600" progId="Equation.DSMT4">
                  <p:embed/>
                </p:oleObj>
              </mc:Choice>
              <mc:Fallback>
                <p:oleObj name="Equation" r:id="rId10" imgW="914400" imgH="228600" progId="Equation.DSMT4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350" y="4799909"/>
                        <a:ext cx="2403475" cy="598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1784114" y="5490975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故通解为</a:t>
            </a:r>
          </a:p>
        </p:txBody>
      </p:sp>
      <p:graphicFrame>
        <p:nvGraphicFramePr>
          <p:cNvPr id="10252" name="Object 7"/>
          <p:cNvGraphicFramePr>
            <a:graphicFrameLocks noChangeAspect="1"/>
          </p:cNvGraphicFramePr>
          <p:nvPr/>
        </p:nvGraphicFramePr>
        <p:xfrm>
          <a:off x="3578796" y="5492235"/>
          <a:ext cx="54260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74560" imgH="228600" progId="Equation.DSMT4">
                  <p:embed/>
                </p:oleObj>
              </mc:Choice>
              <mc:Fallback>
                <p:oleObj name="Equation" r:id="rId12" imgW="2374560" imgH="228600" progId="Equation.DSMT4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796" y="5492235"/>
                        <a:ext cx="5426075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8"/>
          <p:cNvGraphicFramePr>
            <a:graphicFrameLocks noChangeAspect="1"/>
          </p:cNvGraphicFramePr>
          <p:nvPr/>
        </p:nvGraphicFramePr>
        <p:xfrm>
          <a:off x="2362200" y="1690717"/>
          <a:ext cx="6248400" cy="9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84120" imgH="330120" progId="Equation.DSMT4">
                  <p:embed/>
                </p:oleObj>
              </mc:Choice>
              <mc:Fallback>
                <p:oleObj name="Equation" r:id="rId14" imgW="2184120" imgH="330120" progId="Equation.DSMT4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90717"/>
                        <a:ext cx="6248400" cy="9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6" name="灯片编号占位符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12110D7-E113-433F-AB3E-1D1CB81A1090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6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8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4" grpId="0"/>
      <p:bldP spid="10247" grpId="0"/>
      <p:bldP spid="10249" grpId="0"/>
      <p:bldP spid="102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4871864" y="1196752"/>
          <a:ext cx="4106863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406080" progId="Equation.DSMT4">
                  <p:embed/>
                </p:oleObj>
              </mc:Choice>
              <mc:Fallback>
                <p:oleObj name="Equation" r:id="rId2" imgW="1562040" imgH="406080" progId="Equation.DSMT4">
                  <p:embed/>
                  <p:pic>
                    <p:nvPicPr>
                      <p:cNvPr id="0" name="Picture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4" y="1196752"/>
                        <a:ext cx="4106863" cy="106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703512" y="155679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另解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71664" y="15567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方程化为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03512" y="26369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927648" y="2276872"/>
          <a:ext cx="5343370" cy="966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40" imgH="406080" progId="Equation.DSMT4">
                  <p:embed/>
                </p:oleObj>
              </mc:Choice>
              <mc:Fallback>
                <p:oleObj name="Equation" r:id="rId4" imgW="2247840" imgH="406080" progId="Equation.DSMT4">
                  <p:embed/>
                  <p:pic>
                    <p:nvPicPr>
                      <p:cNvPr id="0" name="Picture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2276872"/>
                        <a:ext cx="5343370" cy="9660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927648" y="3429000"/>
          <a:ext cx="5768681" cy="781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25680" imgH="330120" progId="Equation.DSMT4">
                  <p:embed/>
                </p:oleObj>
              </mc:Choice>
              <mc:Fallback>
                <p:oleObj name="Equation" r:id="rId6" imgW="2425680" imgH="330120" progId="Equation.DSMT4">
                  <p:embed/>
                  <p:pic>
                    <p:nvPicPr>
                      <p:cNvPr id="0" name="Picture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3429000"/>
                        <a:ext cx="5768681" cy="781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 cmpd="thickThin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703512" y="364502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287688" y="4221088"/>
          <a:ext cx="5508353" cy="857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61960" imgH="368280" progId="Equation.DSMT4">
                  <p:embed/>
                </p:oleObj>
              </mc:Choice>
              <mc:Fallback>
                <p:oleObj name="Equation" r:id="rId8" imgW="2361960" imgH="368280" progId="Equation.DSMT4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4221088"/>
                        <a:ext cx="5508353" cy="8579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215680" y="5229200"/>
          <a:ext cx="2956741" cy="57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80800" imgH="228600" progId="Equation.DSMT4">
                  <p:embed/>
                </p:oleObj>
              </mc:Choice>
              <mc:Fallback>
                <p:oleObj name="Equation" r:id="rId10" imgW="1180800" imgH="228600" progId="Equation.DSMT4">
                  <p:embed/>
                  <p:pic>
                    <p:nvPicPr>
                      <p:cNvPr id="0" name="Picture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5229200"/>
                        <a:ext cx="2956741" cy="5722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72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680725" y="809917"/>
            <a:ext cx="5673725" cy="1131888"/>
            <a:chOff x="476" y="279"/>
            <a:chExt cx="3574" cy="713"/>
          </a:xfrm>
        </p:grpSpPr>
        <p:sp>
          <p:nvSpPr>
            <p:cNvPr id="39953" name="Text Box 3"/>
            <p:cNvSpPr txBox="1">
              <a:spLocks noChangeArrowheads="1"/>
            </p:cNvSpPr>
            <p:nvPr/>
          </p:nvSpPr>
          <p:spPr bwMode="auto">
            <a:xfrm>
              <a:off x="476" y="436"/>
              <a:ext cx="131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b="1" dirty="0">
                  <a:solidFill>
                    <a:srgbClr val="FF3300"/>
                  </a:solidFill>
                </a:rPr>
                <a:t>例</a:t>
              </a:r>
              <a:r>
                <a:rPr lang="en-US" altLang="zh-CN" sz="3200" b="1" dirty="0">
                  <a:solidFill>
                    <a:srgbClr val="FF3300"/>
                  </a:solidFill>
                </a:rPr>
                <a:t>2</a:t>
              </a:r>
              <a:r>
                <a:rPr lang="en-US" altLang="zh-CN" sz="3200" b="1" dirty="0"/>
                <a:t>  </a:t>
              </a:r>
              <a:r>
                <a:rPr lang="zh-CN" altLang="en-US" sz="2800" b="1" dirty="0"/>
                <a:t>求方程</a:t>
              </a:r>
            </a:p>
          </p:txBody>
        </p:sp>
        <p:graphicFrame>
          <p:nvGraphicFramePr>
            <p:cNvPr id="39945" name="Object 9"/>
            <p:cNvGraphicFramePr>
              <a:graphicFrameLocks noChangeAspect="1"/>
            </p:cNvGraphicFramePr>
            <p:nvPr/>
          </p:nvGraphicFramePr>
          <p:xfrm>
            <a:off x="1858" y="279"/>
            <a:ext cx="1451" cy="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76240" imgH="431640" progId="Equation.DSMT4">
                    <p:embed/>
                  </p:oleObj>
                </mc:Choice>
                <mc:Fallback>
                  <p:oleObj name="Equation" r:id="rId2" imgW="876240" imgH="431640" progId="Equation.DSMT4">
                    <p:embed/>
                    <p:pic>
                      <p:nvPicPr>
                        <p:cNvPr id="0" name="Picture 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8" y="279"/>
                          <a:ext cx="1451" cy="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4" name="Text Box 5"/>
            <p:cNvSpPr txBox="1">
              <a:spLocks noChangeArrowheads="1"/>
            </p:cNvSpPr>
            <p:nvPr/>
          </p:nvSpPr>
          <p:spPr bwMode="auto">
            <a:xfrm>
              <a:off x="3424" y="482"/>
              <a:ext cx="6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通解</a:t>
              </a:r>
              <a:r>
                <a:rPr lang="en-US" altLang="zh-CN" sz="2800" b="1" dirty="0"/>
                <a:t>.</a:t>
              </a:r>
            </a:p>
          </p:txBody>
        </p:sp>
      </p:grp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680725" y="1844113"/>
            <a:ext cx="6655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解</a:t>
            </a:r>
            <a:r>
              <a:rPr lang="en-US" altLang="zh-CN" sz="2800" b="1" dirty="0">
                <a:solidFill>
                  <a:srgbClr val="FF3300"/>
                </a:solidFill>
              </a:rPr>
              <a:t>:</a:t>
            </a:r>
          </a:p>
        </p:txBody>
      </p:sp>
      <p:sp>
        <p:nvSpPr>
          <p:cNvPr id="39948" name="Text Box 7"/>
          <p:cNvSpPr txBox="1">
            <a:spLocks noChangeArrowheads="1"/>
          </p:cNvSpPr>
          <p:nvPr/>
        </p:nvSpPr>
        <p:spPr bwMode="auto">
          <a:xfrm>
            <a:off x="3432176" y="378936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11272" name="Object 2"/>
          <p:cNvGraphicFramePr>
            <a:graphicFrameLocks noChangeAspect="1"/>
          </p:cNvGraphicFramePr>
          <p:nvPr/>
        </p:nvGraphicFramePr>
        <p:xfrm>
          <a:off x="2284413" y="1880693"/>
          <a:ext cx="576421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215640" progId="Equation.DSMT4">
                  <p:embed/>
                </p:oleObj>
              </mc:Choice>
              <mc:Fallback>
                <p:oleObj name="Equation" r:id="rId4" imgW="2361960" imgH="215640" progId="Equation.DSMT4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1880693"/>
                        <a:ext cx="5764212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8048625" y="1844113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但将它改写为</a:t>
            </a:r>
          </a:p>
        </p:txBody>
      </p:sp>
      <p:graphicFrame>
        <p:nvGraphicFramePr>
          <p:cNvPr id="11274" name="Object 3"/>
          <p:cNvGraphicFramePr>
            <a:graphicFrameLocks noChangeAspect="1"/>
          </p:cNvGraphicFramePr>
          <p:nvPr/>
        </p:nvGraphicFramePr>
        <p:xfrm>
          <a:off x="2844816" y="2379844"/>
          <a:ext cx="2059668" cy="1042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444240" progId="Equation.DSMT4">
                  <p:embed/>
                </p:oleObj>
              </mc:Choice>
              <mc:Fallback>
                <p:oleObj name="Equation" r:id="rId6" imgW="876240" imgH="444240" progId="Equation.DSMT4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16" y="2379844"/>
                        <a:ext cx="2059668" cy="10424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5166519" y="2635023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即</a:t>
            </a:r>
          </a:p>
        </p:txBody>
      </p:sp>
      <p:graphicFrame>
        <p:nvGraphicFramePr>
          <p:cNvPr id="11276" name="Object 4"/>
          <p:cNvGraphicFramePr>
            <a:graphicFrameLocks noChangeAspect="1"/>
          </p:cNvGraphicFramePr>
          <p:nvPr/>
        </p:nvGraphicFramePr>
        <p:xfrm>
          <a:off x="6022154" y="2367531"/>
          <a:ext cx="1937480" cy="981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680" imgH="431640" progId="Equation.DSMT4">
                  <p:embed/>
                </p:oleObj>
              </mc:Choice>
              <mc:Fallback>
                <p:oleObj name="Equation" r:id="rId8" imgW="850680" imgH="431640" progId="Equation.DSMT4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154" y="2367531"/>
                        <a:ext cx="1937480" cy="9819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5"/>
          <p:cNvGraphicFramePr>
            <a:graphicFrameLocks noChangeAspect="1"/>
          </p:cNvGraphicFramePr>
          <p:nvPr/>
        </p:nvGraphicFramePr>
        <p:xfrm>
          <a:off x="1788115" y="3470360"/>
          <a:ext cx="703421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46240" imgH="215640" progId="Equation.DSMT4">
                  <p:embed/>
                </p:oleObj>
              </mc:Choice>
              <mc:Fallback>
                <p:oleObj name="Equation" r:id="rId10" imgW="2946240" imgH="215640" progId="Equation.DSMT4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8115" y="3470360"/>
                        <a:ext cx="7034212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1788115" y="4134505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故其通解为</a:t>
            </a:r>
          </a:p>
        </p:txBody>
      </p:sp>
      <p:graphicFrame>
        <p:nvGraphicFramePr>
          <p:cNvPr id="11279" name="Object 6"/>
          <p:cNvGraphicFramePr>
            <a:graphicFrameLocks noChangeAspect="1"/>
          </p:cNvGraphicFramePr>
          <p:nvPr/>
        </p:nvGraphicFramePr>
        <p:xfrm>
          <a:off x="3935413" y="3984321"/>
          <a:ext cx="5121304" cy="804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95500" imgH="330200" progId="Equation.DSMT4">
                  <p:embed/>
                </p:oleObj>
              </mc:Choice>
              <mc:Fallback>
                <p:oleObj name="Equation" r:id="rId12" imgW="2095500" imgH="330200" progId="Equation.DSMT4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3984321"/>
                        <a:ext cx="5121304" cy="8047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0" name="Object 7"/>
          <p:cNvGraphicFramePr>
            <a:graphicFrameLocks noChangeAspect="1"/>
          </p:cNvGraphicFramePr>
          <p:nvPr/>
        </p:nvGraphicFramePr>
        <p:xfrm>
          <a:off x="4282479" y="4775201"/>
          <a:ext cx="4156391" cy="938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39900" imgH="393700" progId="Equation.DSMT4">
                  <p:embed/>
                </p:oleObj>
              </mc:Choice>
              <mc:Fallback>
                <p:oleObj name="Equation" r:id="rId14" imgW="1739900" imgH="393700" progId="Equation.DSMT4">
                  <p:embed/>
                  <p:pic>
                    <p:nvPicPr>
                      <p:cNvPr id="0" name="Picture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2479" y="4775201"/>
                        <a:ext cx="4156391" cy="9382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Object 8"/>
          <p:cNvGraphicFramePr>
            <a:graphicFrameLocks noChangeAspect="1"/>
          </p:cNvGraphicFramePr>
          <p:nvPr/>
        </p:nvGraphicFramePr>
        <p:xfrm>
          <a:off x="4291013" y="5775327"/>
          <a:ext cx="5061993" cy="55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84400" imgH="241300" progId="Equation.DSMT4">
                  <p:embed/>
                </p:oleObj>
              </mc:Choice>
              <mc:Fallback>
                <p:oleObj name="Equation" r:id="rId16" imgW="2184400" imgH="241300" progId="Equation.DSMT4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1013" y="5775327"/>
                        <a:ext cx="5061993" cy="5568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2" name="灯片编号占位符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99EB4B6-1761-4544-829F-EB60D9FAB49B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52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  <p:bldP spid="11273" grpId="0"/>
      <p:bldP spid="11275" grpId="0"/>
      <p:bldP spid="1127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129837" y="1104594"/>
            <a:ext cx="6977063" cy="1512888"/>
            <a:chOff x="295" y="300"/>
            <a:chExt cx="4395" cy="953"/>
          </a:xfrm>
        </p:grpSpPr>
        <p:sp>
          <p:nvSpPr>
            <p:cNvPr id="40970" name="Text Box 3"/>
            <p:cNvSpPr txBox="1">
              <a:spLocks noChangeArrowheads="1"/>
            </p:cNvSpPr>
            <p:nvPr/>
          </p:nvSpPr>
          <p:spPr bwMode="auto">
            <a:xfrm>
              <a:off x="295" y="300"/>
              <a:ext cx="176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b="1" dirty="0">
                  <a:solidFill>
                    <a:srgbClr val="FF3300"/>
                  </a:solidFill>
                </a:rPr>
                <a:t>例</a:t>
              </a:r>
              <a:r>
                <a:rPr lang="en-US" altLang="zh-CN" sz="3200" b="1" dirty="0">
                  <a:solidFill>
                    <a:srgbClr val="FF3300"/>
                  </a:solidFill>
                </a:rPr>
                <a:t>3</a:t>
              </a:r>
              <a:r>
                <a:rPr lang="en-US" altLang="zh-CN" sz="3200" dirty="0"/>
                <a:t>  </a:t>
              </a:r>
              <a:r>
                <a:rPr lang="zh-CN" altLang="en-US" sz="2800" b="1" dirty="0"/>
                <a:t>求初值问题</a:t>
              </a:r>
            </a:p>
          </p:txBody>
        </p:sp>
        <p:graphicFrame>
          <p:nvGraphicFramePr>
            <p:cNvPr id="40965" name="Object 5"/>
            <p:cNvGraphicFramePr>
              <a:graphicFrameLocks noChangeAspect="1"/>
            </p:cNvGraphicFramePr>
            <p:nvPr/>
          </p:nvGraphicFramePr>
          <p:xfrm>
            <a:off x="1112" y="613"/>
            <a:ext cx="2926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54000" imgH="406080" progId="Equation.DSMT4">
                    <p:embed/>
                  </p:oleObj>
                </mc:Choice>
                <mc:Fallback>
                  <p:oleObj name="Equation" r:id="rId2" imgW="1854000" imgH="406080" progId="Equation.DSMT4">
                    <p:embed/>
                    <p:pic>
                      <p:nvPicPr>
                        <p:cNvPr id="0" name="Picture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2" y="613"/>
                          <a:ext cx="2926" cy="6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1" name="Text Box 5"/>
            <p:cNvSpPr txBox="1">
              <a:spLocks noChangeArrowheads="1"/>
            </p:cNvSpPr>
            <p:nvPr/>
          </p:nvSpPr>
          <p:spPr bwMode="auto">
            <a:xfrm>
              <a:off x="4064" y="769"/>
              <a:ext cx="6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的解</a:t>
              </a:r>
              <a:r>
                <a:rPr lang="en-US" altLang="zh-CN" sz="2800" b="1" dirty="0"/>
                <a:t>.</a:t>
              </a:r>
            </a:p>
          </p:txBody>
        </p:sp>
      </p:grp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129837" y="2638719"/>
            <a:ext cx="6655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解</a:t>
            </a:r>
            <a:r>
              <a:rPr lang="en-US" altLang="zh-CN" sz="2800" b="1" dirty="0">
                <a:solidFill>
                  <a:srgbClr val="FF3300"/>
                </a:solidFill>
              </a:rPr>
              <a:t>: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3006879" y="2638719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先求原方程的通解</a:t>
            </a:r>
          </a:p>
        </p:txBody>
      </p:sp>
      <p:graphicFrame>
        <p:nvGraphicFramePr>
          <p:cNvPr id="12296" name="Object 2"/>
          <p:cNvGraphicFramePr>
            <a:graphicFrameLocks noChangeAspect="1"/>
          </p:cNvGraphicFramePr>
          <p:nvPr/>
        </p:nvGraphicFramePr>
        <p:xfrm>
          <a:off x="3182938" y="3275014"/>
          <a:ext cx="57880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900" imgH="330200" progId="Equation.DSMT4">
                  <p:embed/>
                </p:oleObj>
              </mc:Choice>
              <mc:Fallback>
                <p:oleObj name="Equation" r:id="rId4" imgW="2120900" imgH="330200" progId="Equation.DSMT4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938" y="3275014"/>
                        <a:ext cx="5788025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3"/>
          <p:cNvGraphicFramePr>
            <a:graphicFrameLocks noChangeAspect="1"/>
          </p:cNvGraphicFramePr>
          <p:nvPr/>
        </p:nvGraphicFramePr>
        <p:xfrm>
          <a:off x="3497263" y="4094957"/>
          <a:ext cx="54737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06280" imgH="368280" progId="Equation.DSMT4">
                  <p:embed/>
                </p:oleObj>
              </mc:Choice>
              <mc:Fallback>
                <p:oleObj name="Equation" r:id="rId6" imgW="2006280" imgH="368280" progId="Equation.DSMT4">
                  <p:embed/>
                  <p:pic>
                    <p:nvPicPr>
                      <p:cNvPr id="0" name="Picture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4094957"/>
                        <a:ext cx="5473700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4"/>
          <p:cNvGraphicFramePr>
            <a:graphicFrameLocks noChangeAspect="1"/>
          </p:cNvGraphicFramePr>
          <p:nvPr/>
        </p:nvGraphicFramePr>
        <p:xfrm>
          <a:off x="3497263" y="5119494"/>
          <a:ext cx="4224337" cy="1023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6160" imgH="406080" progId="Equation.DSMT4">
                  <p:embed/>
                </p:oleObj>
              </mc:Choice>
              <mc:Fallback>
                <p:oleObj name="Equation" r:id="rId8" imgW="1676160" imgH="406080" progId="Equation.DSMT4">
                  <p:embed/>
                  <p:pic>
                    <p:nvPicPr>
                      <p:cNvPr id="0" name="Picture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5119494"/>
                        <a:ext cx="4224337" cy="10234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灯片编号占位符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9225AC3-10DD-4FAC-8F3F-CC4C8DC4BB98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0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359024" y="1038139"/>
          <a:ext cx="3663084" cy="1044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360" imgH="406080" progId="Equation.DSMT4">
                  <p:embed/>
                </p:oleObj>
              </mc:Choice>
              <mc:Fallback>
                <p:oleObj name="Equation" r:id="rId2" imgW="1422360" imgH="406080" progId="Equation.DSMT4">
                  <p:embed/>
                  <p:pic>
                    <p:nvPicPr>
                      <p:cNvPr id="0" name="Picture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4" y="1038139"/>
                        <a:ext cx="3663084" cy="10446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2319882" y="2028603"/>
          <a:ext cx="3367520" cy="106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406080" progId="Equation.DSMT4">
                  <p:embed/>
                </p:oleObj>
              </mc:Choice>
              <mc:Fallback>
                <p:oleObj name="Equation" r:id="rId4" imgW="1282680" imgH="406080" progId="Equation.DSMT4">
                  <p:embed/>
                  <p:pic>
                    <p:nvPicPr>
                      <p:cNvPr id="0" name="Picture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882" y="2028603"/>
                        <a:ext cx="3367520" cy="106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2114517" y="3163896"/>
          <a:ext cx="4467225" cy="50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215640" progId="Equation.DSMT4">
                  <p:embed/>
                </p:oleObj>
              </mc:Choice>
              <mc:Fallback>
                <p:oleObj name="Equation" r:id="rId6" imgW="1904760" imgH="215640" progId="Equation.DSMT4">
                  <p:embed/>
                  <p:pic>
                    <p:nvPicPr>
                      <p:cNvPr id="0" name="Picture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17" y="3163896"/>
                        <a:ext cx="4467225" cy="505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6710361" y="2880520"/>
          <a:ext cx="964253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06080" progId="Equation.DSMT4">
                  <p:embed/>
                </p:oleObj>
              </mc:Choice>
              <mc:Fallback>
                <p:oleObj name="Equation" r:id="rId8" imgW="419040" imgH="406080" progId="Equation.DSMT4">
                  <p:embed/>
                  <p:pic>
                    <p:nvPicPr>
                      <p:cNvPr id="0" name="Picture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1" y="2880520"/>
                        <a:ext cx="964253" cy="933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114517" y="3813971"/>
            <a:ext cx="4152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故所给初值问题的特解为</a:t>
            </a:r>
          </a:p>
        </p:txBody>
      </p:sp>
      <p:graphicFrame>
        <p:nvGraphicFramePr>
          <p:cNvPr id="13319" name="Object 6"/>
          <p:cNvGraphicFramePr>
            <a:graphicFrameLocks noChangeAspect="1"/>
          </p:cNvGraphicFramePr>
          <p:nvPr/>
        </p:nvGraphicFramePr>
        <p:xfrm>
          <a:off x="2955336" y="4337191"/>
          <a:ext cx="40259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1280" imgH="406080" progId="Equation.DSMT4">
                  <p:embed/>
                </p:oleObj>
              </mc:Choice>
              <mc:Fallback>
                <p:oleObj name="Equation" r:id="rId10" imgW="1511280" imgH="406080" progId="Equation.DSMT4">
                  <p:embed/>
                  <p:pic>
                    <p:nvPicPr>
                      <p:cNvPr id="0" name="Picture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336" y="4337191"/>
                        <a:ext cx="4025900" cy="108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30148"/>
              </p:ext>
            </p:extLst>
          </p:nvPr>
        </p:nvGraphicFramePr>
        <p:xfrm>
          <a:off x="7464152" y="404664"/>
          <a:ext cx="3895580" cy="1021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080" imgH="406080" progId="Equation.DSMT4">
                  <p:embed/>
                </p:oleObj>
              </mc:Choice>
              <mc:Fallback>
                <p:oleObj name="Equation" r:id="rId12" imgW="1549080" imgH="406080" progId="Equation.DSMT4">
                  <p:embed/>
                  <p:pic>
                    <p:nvPicPr>
                      <p:cNvPr id="0" name="Picture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2" y="404664"/>
                        <a:ext cx="3895580" cy="102107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灯片编号占位符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6F655A-6F47-4850-970C-D77D16562FF0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10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0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560" y="851203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587546"/>
              </p:ext>
            </p:extLst>
          </p:nvPr>
        </p:nvGraphicFramePr>
        <p:xfrm>
          <a:off x="1669919" y="600860"/>
          <a:ext cx="796925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3760" imgH="431640" progId="Equation.DSMT4">
                  <p:embed/>
                </p:oleObj>
              </mc:Choice>
              <mc:Fallback>
                <p:oleObj name="Equation" r:id="rId2" imgW="3263760" imgH="431640" progId="Equation.DSMT4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9919" y="600860"/>
                        <a:ext cx="7969250" cy="105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8394" y="241936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129694"/>
              </p:ext>
            </p:extLst>
          </p:nvPr>
        </p:nvGraphicFramePr>
        <p:xfrm>
          <a:off x="1374179" y="2120780"/>
          <a:ext cx="432435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320" imgH="431640" progId="Equation.DSMT4">
                  <p:embed/>
                </p:oleObj>
              </mc:Choice>
              <mc:Fallback>
                <p:oleObj name="Equation" r:id="rId4" imgW="1930320" imgH="431640" progId="Equation.DSMT4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179" y="2120780"/>
                        <a:ext cx="4324350" cy="966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65755"/>
              </p:ext>
            </p:extLst>
          </p:nvPr>
        </p:nvGraphicFramePr>
        <p:xfrm>
          <a:off x="1793325" y="3087567"/>
          <a:ext cx="4878739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520" imgH="406080" progId="Equation.DSMT4">
                  <p:embed/>
                </p:oleObj>
              </mc:Choice>
              <mc:Fallback>
                <p:oleObj name="Equation" r:id="rId6" imgW="2171520" imgH="406080" progId="Equation.DSMT4">
                  <p:embed/>
                  <p:pic>
                    <p:nvPicPr>
                      <p:cNvPr id="0" name="Picture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325" y="3087567"/>
                        <a:ext cx="4878739" cy="957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087575"/>
              </p:ext>
            </p:extLst>
          </p:nvPr>
        </p:nvGraphicFramePr>
        <p:xfrm>
          <a:off x="6672064" y="2924944"/>
          <a:ext cx="4628615" cy="122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520560" progId="Equation.DSMT4">
                  <p:embed/>
                </p:oleObj>
              </mc:Choice>
              <mc:Fallback>
                <p:oleObj name="Equation" r:id="rId8" imgW="2095200" imgH="520560" progId="Equation.DSMT4">
                  <p:embed/>
                  <p:pic>
                    <p:nvPicPr>
                      <p:cNvPr id="0" name="Picture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064" y="2924944"/>
                        <a:ext cx="4628615" cy="1227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804962"/>
              </p:ext>
            </p:extLst>
          </p:nvPr>
        </p:nvGraphicFramePr>
        <p:xfrm>
          <a:off x="2136744" y="4307169"/>
          <a:ext cx="431323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2160" imgH="317160" progId="Equation.DSMT4">
                  <p:embed/>
                </p:oleObj>
              </mc:Choice>
              <mc:Fallback>
                <p:oleObj name="Equation" r:id="rId10" imgW="1892160" imgH="317160" progId="Equation.DSMT4">
                  <p:embed/>
                  <p:pic>
                    <p:nvPicPr>
                      <p:cNvPr id="0" name="Picture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44" y="4307169"/>
                        <a:ext cx="4313237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410081"/>
              </p:ext>
            </p:extLst>
          </p:nvPr>
        </p:nvGraphicFramePr>
        <p:xfrm>
          <a:off x="6373489" y="4280240"/>
          <a:ext cx="30146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0800" imgH="253800" progId="Equation.DSMT4">
                  <p:embed/>
                </p:oleObj>
              </mc:Choice>
              <mc:Fallback>
                <p:oleObj name="Equation" r:id="rId12" imgW="1180800" imgH="253800" progId="Equation.DSMT4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489" y="4280240"/>
                        <a:ext cx="3014663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43738" y="335072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82560" y="5307983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因为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(1)=3,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90209" y="5307983"/>
            <a:ext cx="1697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43466"/>
              </p:ext>
            </p:extLst>
          </p:nvPr>
        </p:nvGraphicFramePr>
        <p:xfrm>
          <a:off x="4576484" y="5259237"/>
          <a:ext cx="363855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85720" imgH="253800" progId="Equation.DSMT4">
                  <p:embed/>
                </p:oleObj>
              </mc:Choice>
              <mc:Fallback>
                <p:oleObj name="Equation" r:id="rId14" imgW="1485720" imgH="253800" progId="Equation.DSMT4">
                  <p:embed/>
                  <p:pic>
                    <p:nvPicPr>
                      <p:cNvPr id="0" name="Picture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484" y="5259237"/>
                        <a:ext cx="3638550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6449981" y="1588456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年考研数学三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038359"/>
              </p:ext>
            </p:extLst>
          </p:nvPr>
        </p:nvGraphicFramePr>
        <p:xfrm>
          <a:off x="1115607" y="1661539"/>
          <a:ext cx="27289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17440" imgH="215640" progId="Equation.DSMT4">
                  <p:embed/>
                </p:oleObj>
              </mc:Choice>
              <mc:Fallback>
                <p:oleObj name="Equation" r:id="rId16" imgW="1117440" imgH="215640" progId="Equation.DSMT4">
                  <p:embed/>
                  <p:pic>
                    <p:nvPicPr>
                      <p:cNvPr id="0" name="Picture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07" y="1661539"/>
                        <a:ext cx="2728913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622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761857"/>
              </p:ext>
            </p:extLst>
          </p:nvPr>
        </p:nvGraphicFramePr>
        <p:xfrm>
          <a:off x="1541576" y="1048319"/>
          <a:ext cx="488315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215640" progId="Equation.DSMT4">
                  <p:embed/>
                </p:oleObj>
              </mc:Choice>
              <mc:Fallback>
                <p:oleObj name="Equation" r:id="rId2" imgW="1917360" imgH="215640" progId="Equation.DSMT4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576" y="1048319"/>
                        <a:ext cx="4883150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926384"/>
              </p:ext>
            </p:extLst>
          </p:nvPr>
        </p:nvGraphicFramePr>
        <p:xfrm>
          <a:off x="1541576" y="1656606"/>
          <a:ext cx="22621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406080" progId="Equation.DSMT4">
                  <p:embed/>
                </p:oleObj>
              </mc:Choice>
              <mc:Fallback>
                <p:oleObj name="Equation" r:id="rId4" imgW="888840" imgH="406080" progId="Equation.DSMT4">
                  <p:embed/>
                  <p:pic>
                    <p:nvPicPr>
                      <p:cNvPr id="0" name="Picture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576" y="1656606"/>
                        <a:ext cx="2262188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301739"/>
              </p:ext>
            </p:extLst>
          </p:nvPr>
        </p:nvGraphicFramePr>
        <p:xfrm>
          <a:off x="1551371" y="3140895"/>
          <a:ext cx="28003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960" imgH="279360" progId="Equation.DSMT4">
                  <p:embed/>
                </p:oleObj>
              </mc:Choice>
              <mc:Fallback>
                <p:oleObj name="Equation" r:id="rId6" imgW="1218960" imgH="279360" progId="Equation.DSMT4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371" y="3140895"/>
                        <a:ext cx="2800350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895121"/>
              </p:ext>
            </p:extLst>
          </p:nvPr>
        </p:nvGraphicFramePr>
        <p:xfrm>
          <a:off x="1415480" y="4231484"/>
          <a:ext cx="4537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2920" imgH="215640" progId="Equation.DSMT4">
                  <p:embed/>
                </p:oleObj>
              </mc:Choice>
              <mc:Fallback>
                <p:oleObj name="Equation" r:id="rId8" imgW="1942920" imgH="215640" progId="Equation.DSMT4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4231484"/>
                        <a:ext cx="45370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539149" y="104243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756385"/>
              </p:ext>
            </p:extLst>
          </p:nvPr>
        </p:nvGraphicFramePr>
        <p:xfrm>
          <a:off x="4329317" y="2806504"/>
          <a:ext cx="3529012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36480" imgH="507960" progId="Equation.DSMT4">
                  <p:embed/>
                </p:oleObj>
              </mc:Choice>
              <mc:Fallback>
                <p:oleObj name="Equation" r:id="rId10" imgW="1536480" imgH="507960" progId="Equation.DSMT4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9317" y="2806504"/>
                        <a:ext cx="3529012" cy="1165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070847"/>
              </p:ext>
            </p:extLst>
          </p:nvPr>
        </p:nvGraphicFramePr>
        <p:xfrm>
          <a:off x="7800634" y="2908897"/>
          <a:ext cx="160337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419040" progId="Equation.DSMT4">
                  <p:embed/>
                </p:oleObj>
              </mc:Choice>
              <mc:Fallback>
                <p:oleObj name="Equation" r:id="rId12" imgW="698400" imgH="419040" progId="Equation.DSMT4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0634" y="2908897"/>
                        <a:ext cx="1603375" cy="960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427416"/>
              </p:ext>
            </p:extLst>
          </p:nvPr>
        </p:nvGraphicFramePr>
        <p:xfrm>
          <a:off x="3803764" y="1559769"/>
          <a:ext cx="2746375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79280" imgH="444240" progId="Equation.DSMT4">
                  <p:embed/>
                </p:oleObj>
              </mc:Choice>
              <mc:Fallback>
                <p:oleObj name="Equation" r:id="rId14" imgW="1079280" imgH="444240" progId="Equation.DSMT4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764" y="1559769"/>
                        <a:ext cx="2746375" cy="113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28119"/>
              </p:ext>
            </p:extLst>
          </p:nvPr>
        </p:nvGraphicFramePr>
        <p:xfrm>
          <a:off x="6539149" y="1867743"/>
          <a:ext cx="70961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360" imgH="203040" progId="Equation.DSMT4">
                  <p:embed/>
                </p:oleObj>
              </mc:Choice>
              <mc:Fallback>
                <p:oleObj name="Equation" r:id="rId16" imgW="279360" imgH="203040" progId="Equation.DSMT4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9149" y="1867743"/>
                        <a:ext cx="709612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504144"/>
              </p:ext>
            </p:extLst>
          </p:nvPr>
        </p:nvGraphicFramePr>
        <p:xfrm>
          <a:off x="9381395" y="3152426"/>
          <a:ext cx="70961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360" imgH="203040" progId="Equation.DSMT4">
                  <p:embed/>
                </p:oleObj>
              </mc:Choice>
              <mc:Fallback>
                <p:oleObj name="Equation" r:id="rId18" imgW="279360" imgH="203040" progId="Equation.DSMT4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1395" y="3152426"/>
                        <a:ext cx="709612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698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560" y="851203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437547"/>
              </p:ext>
            </p:extLst>
          </p:nvPr>
        </p:nvGraphicFramePr>
        <p:xfrm>
          <a:off x="1615015" y="614426"/>
          <a:ext cx="9669932" cy="974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38480" imgH="406080" progId="Equation.DSMT4">
                  <p:embed/>
                </p:oleObj>
              </mc:Choice>
              <mc:Fallback>
                <p:oleObj name="Equation" r:id="rId2" imgW="4038480" imgH="406080" progId="Equation.DSMT4">
                  <p:embed/>
                  <p:pic>
                    <p:nvPicPr>
                      <p:cNvPr id="0" name="Picture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015" y="614426"/>
                        <a:ext cx="9669932" cy="9746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30440" y="216054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57170"/>
              </p:ext>
            </p:extLst>
          </p:nvPr>
        </p:nvGraphicFramePr>
        <p:xfrm>
          <a:off x="1720404" y="2019300"/>
          <a:ext cx="45196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240" imgH="406080" progId="Equation.DSMT4">
                  <p:embed/>
                </p:oleObj>
              </mc:Choice>
              <mc:Fallback>
                <p:oleObj name="Equation" r:id="rId4" imgW="2019240" imgH="406080" progId="Equation.DSMT4">
                  <p:embed/>
                  <p:pic>
                    <p:nvPicPr>
                      <p:cNvPr id="0" name="Picture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404" y="2019300"/>
                        <a:ext cx="4519612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22225"/>
              </p:ext>
            </p:extLst>
          </p:nvPr>
        </p:nvGraphicFramePr>
        <p:xfrm>
          <a:off x="1925040" y="2892110"/>
          <a:ext cx="4494452" cy="883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520" imgH="406080" progId="Equation.DSMT4">
                  <p:embed/>
                </p:oleObj>
              </mc:Choice>
              <mc:Fallback>
                <p:oleObj name="Equation" r:id="rId6" imgW="2171520" imgH="406080" progId="Equation.DSMT4">
                  <p:embed/>
                  <p:pic>
                    <p:nvPicPr>
                      <p:cNvPr id="0" name="Picture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040" y="2892110"/>
                        <a:ext cx="4494452" cy="8833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238467"/>
              </p:ext>
            </p:extLst>
          </p:nvPr>
        </p:nvGraphicFramePr>
        <p:xfrm>
          <a:off x="6324600" y="2798763"/>
          <a:ext cx="420211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09680" imgH="482400" progId="Equation.DSMT4">
                  <p:embed/>
                </p:oleObj>
              </mc:Choice>
              <mc:Fallback>
                <p:oleObj name="Equation" r:id="rId8" imgW="2209680" imgH="482400" progId="Equation.DSMT4">
                  <p:embed/>
                  <p:pic>
                    <p:nvPicPr>
                      <p:cNvPr id="0" name="Picture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798763"/>
                        <a:ext cx="4202113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317608"/>
              </p:ext>
            </p:extLst>
          </p:nvPr>
        </p:nvGraphicFramePr>
        <p:xfrm>
          <a:off x="1376125" y="3724879"/>
          <a:ext cx="3766239" cy="90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42920" imgH="444240" progId="Equation.DSMT4">
                  <p:embed/>
                </p:oleObj>
              </mc:Choice>
              <mc:Fallback>
                <p:oleObj name="Equation" r:id="rId10" imgW="1942920" imgH="444240" progId="Equation.DSMT4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125" y="3724879"/>
                        <a:ext cx="3766239" cy="906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053086"/>
              </p:ext>
            </p:extLst>
          </p:nvPr>
        </p:nvGraphicFramePr>
        <p:xfrm>
          <a:off x="5142364" y="3658350"/>
          <a:ext cx="2306553" cy="924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15920" imgH="406080" progId="Equation.DSMT4">
                  <p:embed/>
                </p:oleObj>
              </mc:Choice>
              <mc:Fallback>
                <p:oleObj name="Equation" r:id="rId12" imgW="1015920" imgH="406080" progId="Equation.DSMT4">
                  <p:embed/>
                  <p:pic>
                    <p:nvPicPr>
                      <p:cNvPr id="0" name="Picture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2364" y="3658350"/>
                        <a:ext cx="2306553" cy="9245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30440" y="310847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937070"/>
              </p:ext>
            </p:extLst>
          </p:nvPr>
        </p:nvGraphicFramePr>
        <p:xfrm>
          <a:off x="6072188" y="4484923"/>
          <a:ext cx="3230378" cy="938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0" imgH="406080" progId="Equation.DSMT4">
                  <p:embed/>
                </p:oleObj>
              </mc:Choice>
              <mc:Fallback>
                <p:oleObj name="Equation" r:id="rId14" imgW="1396800" imgH="406080" progId="Equation.DSMT4">
                  <p:embed/>
                  <p:pic>
                    <p:nvPicPr>
                      <p:cNvPr id="0" name="Picture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4484923"/>
                        <a:ext cx="3230378" cy="9383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6672064" y="1475921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年考研数二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305063"/>
              </p:ext>
            </p:extLst>
          </p:nvPr>
        </p:nvGraphicFramePr>
        <p:xfrm>
          <a:off x="988033" y="1489743"/>
          <a:ext cx="5302251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71520" imgH="215640" progId="Equation.DSMT4">
                  <p:embed/>
                </p:oleObj>
              </mc:Choice>
              <mc:Fallback>
                <p:oleObj name="Equation" r:id="rId16" imgW="2171520" imgH="215640" progId="Equation.DSMT4">
                  <p:embed/>
                  <p:pic>
                    <p:nvPicPr>
                      <p:cNvPr id="0" name="Picture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033" y="1489743"/>
                        <a:ext cx="5302251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893711"/>
              </p:ext>
            </p:extLst>
          </p:nvPr>
        </p:nvGraphicFramePr>
        <p:xfrm>
          <a:off x="988033" y="4475903"/>
          <a:ext cx="4894101" cy="942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08160" imgH="406080" progId="Equation.DSMT4">
                  <p:embed/>
                </p:oleObj>
              </mc:Choice>
              <mc:Fallback>
                <p:oleObj name="Equation" r:id="rId18" imgW="2108160" imgH="406080" progId="Equation.DSMT4">
                  <p:embed/>
                  <p:pic>
                    <p:nvPicPr>
                      <p:cNvPr id="0" name="Picture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033" y="4475903"/>
                        <a:ext cx="4894101" cy="9420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031464"/>
              </p:ext>
            </p:extLst>
          </p:nvPr>
        </p:nvGraphicFramePr>
        <p:xfrm>
          <a:off x="1246602" y="5452568"/>
          <a:ext cx="2599084" cy="723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640" imgH="330120" progId="Equation.DSMT4">
                  <p:embed/>
                </p:oleObj>
              </mc:Choice>
              <mc:Fallback>
                <p:oleObj name="Equation" r:id="rId20" imgW="1358640" imgH="330120" progId="Equation.DSMT4">
                  <p:embed/>
                  <p:pic>
                    <p:nvPicPr>
                      <p:cNvPr id="0" name="Picture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602" y="5452568"/>
                        <a:ext cx="2599084" cy="7233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614607"/>
              </p:ext>
            </p:extLst>
          </p:nvPr>
        </p:nvGraphicFramePr>
        <p:xfrm>
          <a:off x="3785753" y="5377204"/>
          <a:ext cx="2166231" cy="863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28520" imgH="406080" progId="Equation.DSMT4">
                  <p:embed/>
                </p:oleObj>
              </mc:Choice>
              <mc:Fallback>
                <p:oleObj name="Equation" r:id="rId22" imgW="1028520" imgH="406080" progId="Equation.DSMT4">
                  <p:embed/>
                  <p:pic>
                    <p:nvPicPr>
                      <p:cNvPr id="0" name="Picture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5753" y="5377204"/>
                        <a:ext cx="2166231" cy="8639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407064"/>
              </p:ext>
            </p:extLst>
          </p:nvPr>
        </p:nvGraphicFramePr>
        <p:xfrm>
          <a:off x="5951984" y="5292426"/>
          <a:ext cx="2016224" cy="1094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90360" imgH="533160" progId="Equation.DSMT4">
                  <p:embed/>
                </p:oleObj>
              </mc:Choice>
              <mc:Fallback>
                <p:oleObj name="Equation" r:id="rId24" imgW="990360" imgH="533160" progId="Equation.DSMT4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5292426"/>
                        <a:ext cx="2016224" cy="10947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411782"/>
              </p:ext>
            </p:extLst>
          </p:nvPr>
        </p:nvGraphicFramePr>
        <p:xfrm>
          <a:off x="7951788" y="5422900"/>
          <a:ext cx="1550987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61760" imgH="406080" progId="Equation.DSMT4">
                  <p:embed/>
                </p:oleObj>
              </mc:Choice>
              <mc:Fallback>
                <p:oleObj name="Equation" r:id="rId26" imgW="761760" imgH="406080" progId="Equation.DSMT4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1788" y="5422900"/>
                        <a:ext cx="1550987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036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1424" y="90872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72342"/>
              </p:ext>
            </p:extLst>
          </p:nvPr>
        </p:nvGraphicFramePr>
        <p:xfrm>
          <a:off x="1703512" y="620688"/>
          <a:ext cx="945832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3240" imgH="355320" progId="Equation.DSMT4">
                  <p:embed/>
                </p:oleObj>
              </mc:Choice>
              <mc:Fallback>
                <p:oleObj name="Equation" r:id="rId2" imgW="3873240" imgH="355320" progId="Equation.DSMT4">
                  <p:embed/>
                  <p:pic>
                    <p:nvPicPr>
                      <p:cNvPr id="0" name="Picture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620688"/>
                        <a:ext cx="9458325" cy="86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11424" y="270892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7408" y="1412776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7408" y="1988840"/>
            <a:ext cx="5783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求曲线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的凹凸区间及拐点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235446"/>
              </p:ext>
            </p:extLst>
          </p:nvPr>
        </p:nvGraphicFramePr>
        <p:xfrm>
          <a:off x="1919536" y="2420888"/>
          <a:ext cx="34147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880" imgH="355320" progId="Equation.DSMT4">
                  <p:embed/>
                </p:oleObj>
              </mc:Choice>
              <mc:Fallback>
                <p:oleObj name="Equation" r:id="rId4" imgW="1523880" imgH="355320" progId="Equation.DSMT4">
                  <p:embed/>
                  <p:pic>
                    <p:nvPicPr>
                      <p:cNvPr id="0" name="Picture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2420888"/>
                        <a:ext cx="3414712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837260"/>
              </p:ext>
            </p:extLst>
          </p:nvPr>
        </p:nvGraphicFramePr>
        <p:xfrm>
          <a:off x="1919536" y="3284984"/>
          <a:ext cx="5110162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520" imgH="406080" progId="Equation.DSMT4">
                  <p:embed/>
                </p:oleObj>
              </mc:Choice>
              <mc:Fallback>
                <p:oleObj name="Equation" r:id="rId6" imgW="2171520" imgH="406080" progId="Equation.DSMT4">
                  <p:embed/>
                  <p:pic>
                    <p:nvPicPr>
                      <p:cNvPr id="0" name="Picture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3284984"/>
                        <a:ext cx="5110162" cy="957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577065"/>
              </p:ext>
            </p:extLst>
          </p:nvPr>
        </p:nvGraphicFramePr>
        <p:xfrm>
          <a:off x="7032104" y="3140968"/>
          <a:ext cx="4064000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6920" imgH="520560" progId="Equation.DSMT4">
                  <p:embed/>
                </p:oleObj>
              </mc:Choice>
              <mc:Fallback>
                <p:oleObj name="Equation" r:id="rId8" imgW="1726920" imgH="520560" progId="Equation.DSMT4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3140968"/>
                        <a:ext cx="4064000" cy="1227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908773"/>
              </p:ext>
            </p:extLst>
          </p:nvPr>
        </p:nvGraphicFramePr>
        <p:xfrm>
          <a:off x="1919536" y="4221088"/>
          <a:ext cx="3648552" cy="1187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520560" progId="Equation.DSMT4">
                  <p:embed/>
                </p:oleObj>
              </mc:Choice>
              <mc:Fallback>
                <p:oleObj name="Equation" r:id="rId10" imgW="1600200" imgH="520560" progId="Equation.DSMT4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4221088"/>
                        <a:ext cx="3648552" cy="11872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94134"/>
              </p:ext>
            </p:extLst>
          </p:nvPr>
        </p:nvGraphicFramePr>
        <p:xfrm>
          <a:off x="5591944" y="4149080"/>
          <a:ext cx="2269030" cy="90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8840" imgH="355320" progId="Equation.DSMT4">
                  <p:embed/>
                </p:oleObj>
              </mc:Choice>
              <mc:Fallback>
                <p:oleObj name="Equation" r:id="rId12" imgW="888840" imgH="355320" progId="Equation.DSMT4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4149080"/>
                        <a:ext cx="2269030" cy="907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39416" y="350100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82560" y="5307983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因为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(0)=0,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90209" y="5307983"/>
            <a:ext cx="170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29129"/>
              </p:ext>
            </p:extLst>
          </p:nvPr>
        </p:nvGraphicFramePr>
        <p:xfrm>
          <a:off x="4597722" y="5031069"/>
          <a:ext cx="2113644" cy="870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63280" imgH="355320" progId="Equation.DSMT4">
                  <p:embed/>
                </p:oleObj>
              </mc:Choice>
              <mc:Fallback>
                <p:oleObj name="Equation" r:id="rId14" imgW="863280" imgH="355320" progId="Equation.DSMT4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722" y="5031069"/>
                        <a:ext cx="2113644" cy="8703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6600056" y="2060848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(2019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49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5480" y="908720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</a:t>
            </a:r>
            <a:r>
              <a:rPr lang="en-US" altLang="zh-CN" sz="2800" b="1" dirty="0"/>
              <a:t>,</a:t>
            </a:r>
            <a:endParaRPr lang="zh-CN" altLang="en-US" sz="2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567608" y="548680"/>
          <a:ext cx="5721942" cy="905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40" imgH="355320" progId="Equation.DSMT4">
                  <p:embed/>
                </p:oleObj>
              </mc:Choice>
              <mc:Fallback>
                <p:oleObj name="Equation" r:id="rId2" imgW="2247840" imgH="355320" progId="Equation.DSMT4">
                  <p:embed/>
                  <p:pic>
                    <p:nvPicPr>
                      <p:cNvPr id="0" name="Picture 2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548680"/>
                        <a:ext cx="5721942" cy="9051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31504" y="1340768"/>
          <a:ext cx="52038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355320" progId="Equation.DSMT4">
                  <p:embed/>
                </p:oleObj>
              </mc:Choice>
              <mc:Fallback>
                <p:oleObj name="Equation" r:id="rId4" imgW="2044440" imgH="355320" progId="Equation.DSMT4">
                  <p:embed/>
                  <p:pic>
                    <p:nvPicPr>
                      <p:cNvPr id="0" name="Picture 2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1340768"/>
                        <a:ext cx="5203825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888088" y="1412776"/>
          <a:ext cx="4009930" cy="792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355320" progId="Equation.DSMT4">
                  <p:embed/>
                </p:oleObj>
              </mc:Choice>
              <mc:Fallback>
                <p:oleObj name="Equation" r:id="rId6" imgW="1587240" imgH="355320" progId="Equation.DSMT4">
                  <p:embed/>
                  <p:pic>
                    <p:nvPicPr>
                      <p:cNvPr id="0" name="Picture 2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088" y="1412776"/>
                        <a:ext cx="4009930" cy="7925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343472" y="2348880"/>
          <a:ext cx="2230648" cy="519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215640" progId="Equation.DSMT4">
                  <p:embed/>
                </p:oleObj>
              </mc:Choice>
              <mc:Fallback>
                <p:oleObj name="Equation" r:id="rId8" imgW="927000" imgH="215640" progId="Equation.DSMT4">
                  <p:embed/>
                  <p:pic>
                    <p:nvPicPr>
                      <p:cNvPr id="0" name="Picture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2348880"/>
                        <a:ext cx="2230648" cy="5194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575720" y="2276872"/>
          <a:ext cx="4776788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19240" imgH="253800" progId="Equation.DSMT4">
                  <p:embed/>
                </p:oleObj>
              </mc:Choice>
              <mc:Fallback>
                <p:oleObj name="Equation" r:id="rId10" imgW="2019240" imgH="253800" progId="Equation.DSMT4">
                  <p:embed/>
                  <p:pic>
                    <p:nvPicPr>
                      <p:cNvPr id="0" name="Picture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2276872"/>
                        <a:ext cx="4776788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415480" y="2996952"/>
          <a:ext cx="6183201" cy="556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79480" imgH="241200" progId="Equation.DSMT4">
                  <p:embed/>
                </p:oleObj>
              </mc:Choice>
              <mc:Fallback>
                <p:oleObj name="Equation" r:id="rId12" imgW="2679480" imgH="241200" progId="Equation.DSMT4">
                  <p:embed/>
                  <p:pic>
                    <p:nvPicPr>
                      <p:cNvPr id="0" name="Picture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2996952"/>
                        <a:ext cx="6183201" cy="5567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343472" y="4221088"/>
          <a:ext cx="60944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41320" imgH="241200" progId="Equation.DSMT4">
                  <p:embed/>
                </p:oleObj>
              </mc:Choice>
              <mc:Fallback>
                <p:oleObj name="Equation" r:id="rId14" imgW="2641320" imgH="241200" progId="Equation.DSMT4">
                  <p:embed/>
                  <p:pic>
                    <p:nvPicPr>
                      <p:cNvPr id="0" name="Picture 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4221088"/>
                        <a:ext cx="6094413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43472" y="3573016"/>
          <a:ext cx="6401379" cy="55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81000" imgH="241200" progId="Equation.DSMT4">
                  <p:embed/>
                </p:oleObj>
              </mc:Choice>
              <mc:Fallback>
                <p:oleObj name="Equation" r:id="rId16" imgW="2781000" imgH="241200" progId="Equation.DSMT4">
                  <p:embed/>
                  <p:pic>
                    <p:nvPicPr>
                      <p:cNvPr id="0" name="Picture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3573016"/>
                        <a:ext cx="6401379" cy="5553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343472" y="4869160"/>
          <a:ext cx="6401379" cy="55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81000" imgH="241200" progId="Equation.DSMT4">
                  <p:embed/>
                </p:oleObj>
              </mc:Choice>
              <mc:Fallback>
                <p:oleObj name="Equation" r:id="rId18" imgW="2781000" imgH="241200" progId="Equation.DSMT4">
                  <p:embed/>
                  <p:pic>
                    <p:nvPicPr>
                      <p:cNvPr id="0" name="Picture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4869160"/>
                        <a:ext cx="6401379" cy="5553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343472" y="5445224"/>
          <a:ext cx="8867984" cy="771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797280" imgH="330120" progId="Equation.DSMT4">
                  <p:embed/>
                </p:oleObj>
              </mc:Choice>
              <mc:Fallback>
                <p:oleObj name="Equation" r:id="rId20" imgW="3797280" imgH="330120" progId="Equation.DSMT4">
                  <p:embed/>
                  <p:pic>
                    <p:nvPicPr>
                      <p:cNvPr id="0" name="Picture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5445224"/>
                        <a:ext cx="8867984" cy="7711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47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7348" y="805519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501564" y="500983"/>
          <a:ext cx="10358437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41520" imgH="469800" progId="Equation.DSMT4">
                  <p:embed/>
                </p:oleObj>
              </mc:Choice>
              <mc:Fallback>
                <p:oleObj name="Equation" r:id="rId2" imgW="4241520" imgH="469800" progId="Equation.DSMT4">
                  <p:embed/>
                  <p:pic>
                    <p:nvPicPr>
                      <p:cNvPr id="0" name="Picture 2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564" y="500983"/>
                        <a:ext cx="10358437" cy="1147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64978" y="257612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7348" y="1405970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58795" y="2260915"/>
          <a:ext cx="48387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469800" progId="Equation.DSMT4">
                  <p:embed/>
                </p:oleObj>
              </mc:Choice>
              <mc:Fallback>
                <p:oleObj name="Equation" r:id="rId4" imgW="2158920" imgH="469800" progId="Equation.DSMT4">
                  <p:embed/>
                  <p:pic>
                    <p:nvPicPr>
                      <p:cNvPr id="0" name="Picture 2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795" y="2260915"/>
                        <a:ext cx="4838700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827602" y="3190316"/>
          <a:ext cx="5110162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520" imgH="406080" progId="Equation.DSMT4">
                  <p:embed/>
                </p:oleObj>
              </mc:Choice>
              <mc:Fallback>
                <p:oleObj name="Equation" r:id="rId6" imgW="2171520" imgH="406080" progId="Equation.DSMT4">
                  <p:embed/>
                  <p:pic>
                    <p:nvPicPr>
                      <p:cNvPr id="0" name="Picture 2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602" y="3190316"/>
                        <a:ext cx="5110162" cy="957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877187" y="3006793"/>
          <a:ext cx="4721225" cy="122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06280" imgH="520560" progId="Equation.DSMT4">
                  <p:embed/>
                </p:oleObj>
              </mc:Choice>
              <mc:Fallback>
                <p:oleObj name="Equation" r:id="rId8" imgW="2006280" imgH="520560" progId="Equation.DSMT4">
                  <p:embed/>
                  <p:pic>
                    <p:nvPicPr>
                      <p:cNvPr id="0" name="Picture 2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187" y="3006793"/>
                        <a:ext cx="4721225" cy="1227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775617" y="4054037"/>
          <a:ext cx="425767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520560" progId="Equation.DSMT4">
                  <p:embed/>
                </p:oleObj>
              </mc:Choice>
              <mc:Fallback>
                <p:oleObj name="Equation" r:id="rId10" imgW="1866600" imgH="520560" progId="Equation.DSMT4">
                  <p:embed/>
                  <p:pic>
                    <p:nvPicPr>
                      <p:cNvPr id="0" name="Picture 2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617" y="4054037"/>
                        <a:ext cx="4257675" cy="1187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964902" y="4021248"/>
          <a:ext cx="239871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600" imgH="355320" progId="Equation.DSMT4">
                  <p:embed/>
                </p:oleObj>
              </mc:Choice>
              <mc:Fallback>
                <p:oleObj name="Equation" r:id="rId12" imgW="939600" imgH="355320" progId="Equation.DSMT4">
                  <p:embed/>
                  <p:pic>
                    <p:nvPicPr>
                      <p:cNvPr id="0" name="Picture 2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4902" y="4021248"/>
                        <a:ext cx="2398713" cy="908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68218" y="3432979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504948" y="5129540"/>
            <a:ext cx="1790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08758"/>
              </p:ext>
            </p:extLst>
          </p:nvPr>
        </p:nvGraphicFramePr>
        <p:xfrm>
          <a:off x="5335258" y="4813410"/>
          <a:ext cx="223996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4400" imgH="355320" progId="Equation.DSMT4">
                  <p:embed/>
                </p:oleObj>
              </mc:Choice>
              <mc:Fallback>
                <p:oleObj name="Equation" r:id="rId14" imgW="914400" imgH="355320" progId="Equation.DSMT4">
                  <p:embed/>
                  <p:pic>
                    <p:nvPicPr>
                      <p:cNvPr id="0" name="Picture 2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258" y="4813410"/>
                        <a:ext cx="2239963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8164945" y="2047928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(2019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032568" y="1453185"/>
          <a:ext cx="7924800" cy="5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14520" imgH="215640" progId="Equation.DSMT4">
                  <p:embed/>
                </p:oleObj>
              </mc:Choice>
              <mc:Fallback>
                <p:oleObj name="Equation" r:id="rId16" imgW="3314520" imgH="215640" progId="Equation.DSMT4">
                  <p:embed/>
                  <p:pic>
                    <p:nvPicPr>
                      <p:cNvPr id="0" name="Picture 2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568" y="1453185"/>
                        <a:ext cx="7924800" cy="516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007348" y="1957424"/>
          <a:ext cx="6273872" cy="500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05040" imgH="215640" progId="Equation.DSMT4">
                  <p:embed/>
                </p:oleObj>
              </mc:Choice>
              <mc:Fallback>
                <p:oleObj name="Equation" r:id="rId18" imgW="2705040" imgH="215640" progId="Equation.DSMT4">
                  <p:embed/>
                  <p:pic>
                    <p:nvPicPr>
                      <p:cNvPr id="0" name="Picture 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348" y="1957424"/>
                        <a:ext cx="6273872" cy="5007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935835"/>
              </p:ext>
            </p:extLst>
          </p:nvPr>
        </p:nvGraphicFramePr>
        <p:xfrm>
          <a:off x="1098550" y="5110163"/>
          <a:ext cx="23669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15920" imgH="241200" progId="Equation.DSMT4">
                  <p:embed/>
                </p:oleObj>
              </mc:Choice>
              <mc:Fallback>
                <p:oleObj name="Equation" r:id="rId20" imgW="1015920" imgH="241200" progId="Equation.DSMT4">
                  <p:embed/>
                  <p:pic>
                    <p:nvPicPr>
                      <p:cNvPr id="0" name="Picture 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5110163"/>
                        <a:ext cx="2366963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423343"/>
              </p:ext>
            </p:extLst>
          </p:nvPr>
        </p:nvGraphicFramePr>
        <p:xfrm>
          <a:off x="1038966" y="5546623"/>
          <a:ext cx="5810009" cy="1314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2720" imgH="545760" progId="Equation.DSMT4">
                  <p:embed/>
                </p:oleObj>
              </mc:Choice>
              <mc:Fallback>
                <p:oleObj name="Equation" r:id="rId22" imgW="2412720" imgH="545760" progId="Equation.DSMT4">
                  <p:embed/>
                  <p:pic>
                    <p:nvPicPr>
                      <p:cNvPr id="0" name="Picture 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966" y="5546623"/>
                        <a:ext cx="5810009" cy="13148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994968" y="5552232"/>
          <a:ext cx="1453530" cy="103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71320" imgH="406080" progId="Equation.DSMT4">
                  <p:embed/>
                </p:oleObj>
              </mc:Choice>
              <mc:Fallback>
                <p:oleObj name="Equation" r:id="rId24" imgW="571320" imgH="406080" progId="Equation.DSMT4">
                  <p:embed/>
                  <p:pic>
                    <p:nvPicPr>
                      <p:cNvPr id="0" name="Picture 2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968" y="5552232"/>
                        <a:ext cx="1453530" cy="10336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8343900" y="5624667"/>
          <a:ext cx="1952411" cy="96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25480" imgH="406080" progId="Equation.DSMT4">
                  <p:embed/>
                </p:oleObj>
              </mc:Choice>
              <mc:Fallback>
                <p:oleObj name="Equation" r:id="rId26" imgW="825480" imgH="406080" progId="Equation.DSMT4">
                  <p:embed/>
                  <p:pic>
                    <p:nvPicPr>
                      <p:cNvPr id="0" name="Picture 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900" y="5624667"/>
                        <a:ext cx="1952411" cy="96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398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7348" y="805519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049312"/>
              </p:ext>
            </p:extLst>
          </p:nvPr>
        </p:nvGraphicFramePr>
        <p:xfrm>
          <a:off x="1703512" y="760132"/>
          <a:ext cx="90868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20960" imgH="241200" progId="Equation.DSMT4">
                  <p:embed/>
                </p:oleObj>
              </mc:Choice>
              <mc:Fallback>
                <p:oleObj name="Equation" r:id="rId2" imgW="3720960" imgH="241200" progId="Equation.DSMT4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760132"/>
                        <a:ext cx="908685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64978" y="257612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72698" y="1356674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704095"/>
              </p:ext>
            </p:extLst>
          </p:nvPr>
        </p:nvGraphicFramePr>
        <p:xfrm>
          <a:off x="1555068" y="2316992"/>
          <a:ext cx="42402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406080" progId="Equation.DSMT4">
                  <p:embed/>
                </p:oleObj>
              </mc:Choice>
              <mc:Fallback>
                <p:oleObj name="Equation" r:id="rId4" imgW="1892160" imgH="406080" progId="Equation.DSMT4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068" y="2316992"/>
                        <a:ext cx="4240213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07568" y="3284984"/>
          <a:ext cx="4608512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520" imgH="406080" progId="Equation.DSMT4">
                  <p:embed/>
                </p:oleObj>
              </mc:Choice>
              <mc:Fallback>
                <p:oleObj name="Equation" r:id="rId6" imgW="2171520" imgH="406080" progId="Equation.DSMT4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284984"/>
                        <a:ext cx="4608512" cy="957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383274"/>
              </p:ext>
            </p:extLst>
          </p:nvPr>
        </p:nvGraphicFramePr>
        <p:xfrm>
          <a:off x="6816080" y="3212976"/>
          <a:ext cx="41529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65080" imgH="482400" progId="Equation.DSMT4">
                  <p:embed/>
                </p:oleObj>
              </mc:Choice>
              <mc:Fallback>
                <p:oleObj name="Equation" r:id="rId8" imgW="1765080" imgH="482400" progId="Equation.DSMT4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3212976"/>
                        <a:ext cx="4152900" cy="1138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969498"/>
              </p:ext>
            </p:extLst>
          </p:nvPr>
        </p:nvGraphicFramePr>
        <p:xfrm>
          <a:off x="2495600" y="4149080"/>
          <a:ext cx="3446463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1280" imgH="444240" progId="Equation.DSMT4">
                  <p:embed/>
                </p:oleObj>
              </mc:Choice>
              <mc:Fallback>
                <p:oleObj name="Equation" r:id="rId10" imgW="1511280" imgH="444240" progId="Equation.DSMT4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4149080"/>
                        <a:ext cx="3446463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322915"/>
              </p:ext>
            </p:extLst>
          </p:nvPr>
        </p:nvGraphicFramePr>
        <p:xfrm>
          <a:off x="5951984" y="4365104"/>
          <a:ext cx="1300865" cy="425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2080" imgH="203040" progId="Equation.DSMT4">
                  <p:embed/>
                </p:oleObj>
              </mc:Choice>
              <mc:Fallback>
                <p:oleObj name="Equation" r:id="rId12" imgW="622080" imgH="203040" progId="Equation.DSMT4">
                  <p:embed/>
                  <p:pic>
                    <p:nvPicPr>
                      <p:cNvPr id="0" name="Picture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4365104"/>
                        <a:ext cx="1300865" cy="4253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39416" y="350100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327706"/>
              </p:ext>
            </p:extLst>
          </p:nvPr>
        </p:nvGraphicFramePr>
        <p:xfrm>
          <a:off x="3803123" y="5067336"/>
          <a:ext cx="19589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99920" imgH="406080" progId="Equation.DSMT4">
                  <p:embed/>
                </p:oleObj>
              </mc:Choice>
              <mc:Fallback>
                <p:oleObj name="Equation" r:id="rId14" imgW="799920" imgH="406080" progId="Equation.DSMT4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123" y="5067336"/>
                        <a:ext cx="1958975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8208028" y="2344360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306751"/>
              </p:ext>
            </p:extLst>
          </p:nvPr>
        </p:nvGraphicFramePr>
        <p:xfrm>
          <a:off x="2496247" y="1362369"/>
          <a:ext cx="8424289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708360" imgH="215640" progId="Equation.DSMT4">
                  <p:embed/>
                </p:oleObj>
              </mc:Choice>
              <mc:Fallback>
                <p:oleObj name="Equation" r:id="rId16" imgW="3708360" imgH="215640" progId="Equation.DSMT4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247" y="1362369"/>
                        <a:ext cx="8424289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172139"/>
              </p:ext>
            </p:extLst>
          </p:nvPr>
        </p:nvGraphicFramePr>
        <p:xfrm>
          <a:off x="781050" y="1930400"/>
          <a:ext cx="90725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11400" imgH="241200" progId="Equation.DSMT4">
                  <p:embed/>
                </p:oleObj>
              </mc:Choice>
              <mc:Fallback>
                <p:oleObj name="Equation" r:id="rId18" imgW="3911400" imgH="241200" progId="Equation.DSMT4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1930400"/>
                        <a:ext cx="9072563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755413"/>
              </p:ext>
            </p:extLst>
          </p:nvPr>
        </p:nvGraphicFramePr>
        <p:xfrm>
          <a:off x="1143723" y="5283237"/>
          <a:ext cx="25447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91880" imgH="241200" progId="Equation.DSMT4">
                  <p:embed/>
                </p:oleObj>
              </mc:Choice>
              <mc:Fallback>
                <p:oleObj name="Equation" r:id="rId20" imgW="1091880" imgH="241200" progId="Equation.DSMT4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723" y="5283237"/>
                        <a:ext cx="2544763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835858"/>
              </p:ext>
            </p:extLst>
          </p:nvPr>
        </p:nvGraphicFramePr>
        <p:xfrm>
          <a:off x="5914572" y="5006675"/>
          <a:ext cx="35782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60160" imgH="406080" progId="Equation.DSMT4">
                  <p:embed/>
                </p:oleObj>
              </mc:Choice>
              <mc:Fallback>
                <p:oleObj name="Equation" r:id="rId22" imgW="1460160" imgH="406080" progId="Equation.DSMT4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4572" y="5006675"/>
                        <a:ext cx="3578225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526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696162"/>
              </p:ext>
            </p:extLst>
          </p:nvPr>
        </p:nvGraphicFramePr>
        <p:xfrm>
          <a:off x="1052513" y="703263"/>
          <a:ext cx="5272087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8920" imgH="444240" progId="Equation.DSMT4">
                  <p:embed/>
                </p:oleObj>
              </mc:Choice>
              <mc:Fallback>
                <p:oleObj name="Equation" r:id="rId2" imgW="2158920" imgH="444240" progId="Equation.DSMT4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703263"/>
                        <a:ext cx="5272087" cy="1087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88341"/>
              </p:ext>
            </p:extLst>
          </p:nvPr>
        </p:nvGraphicFramePr>
        <p:xfrm>
          <a:off x="5613913" y="1694234"/>
          <a:ext cx="500856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406080" progId="Equation.DSMT4">
                  <p:embed/>
                </p:oleObj>
              </mc:Choice>
              <mc:Fallback>
                <p:oleObj name="Equation" r:id="rId4" imgW="2234880" imgH="406080" progId="Equation.DSMT4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913" y="1694234"/>
                        <a:ext cx="5008563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508219"/>
              </p:ext>
            </p:extLst>
          </p:nvPr>
        </p:nvGraphicFramePr>
        <p:xfrm>
          <a:off x="1033234" y="2823446"/>
          <a:ext cx="5431836" cy="96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1960" imgH="419040" progId="Equation.DSMT4">
                  <p:embed/>
                </p:oleObj>
              </mc:Choice>
              <mc:Fallback>
                <p:oleObj name="Equation" r:id="rId6" imgW="2361960" imgH="419040" progId="Equation.DSMT4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234" y="2823446"/>
                        <a:ext cx="5431836" cy="9650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863958"/>
              </p:ext>
            </p:extLst>
          </p:nvPr>
        </p:nvGraphicFramePr>
        <p:xfrm>
          <a:off x="6672064" y="3062123"/>
          <a:ext cx="2385996" cy="490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4080" imgH="215640" progId="Equation.DSMT4">
                  <p:embed/>
                </p:oleObj>
              </mc:Choice>
              <mc:Fallback>
                <p:oleObj name="Equation" r:id="rId8" imgW="1054080" imgH="215640" progId="Equation.DSMT4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064" y="3062123"/>
                        <a:ext cx="2385996" cy="4903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225216"/>
              </p:ext>
            </p:extLst>
          </p:nvPr>
        </p:nvGraphicFramePr>
        <p:xfrm>
          <a:off x="1033234" y="3802176"/>
          <a:ext cx="6659563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20680" imgH="533160" progId="Equation.DSMT4">
                  <p:embed/>
                </p:oleObj>
              </mc:Choice>
              <mc:Fallback>
                <p:oleObj name="Equation" r:id="rId10" imgW="2920680" imgH="533160" progId="Equation.DSMT4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234" y="3802176"/>
                        <a:ext cx="6659563" cy="1217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854594"/>
              </p:ext>
            </p:extLst>
          </p:nvPr>
        </p:nvGraphicFramePr>
        <p:xfrm>
          <a:off x="5029655" y="5129996"/>
          <a:ext cx="258989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55600" imgH="215640" progId="Equation.DSMT4">
                  <p:embed/>
                </p:oleObj>
              </mc:Choice>
              <mc:Fallback>
                <p:oleObj name="Equation" r:id="rId12" imgW="1155600" imgH="215640" progId="Equation.DSMT4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655" y="5129996"/>
                        <a:ext cx="258989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199284"/>
              </p:ext>
            </p:extLst>
          </p:nvPr>
        </p:nvGraphicFramePr>
        <p:xfrm>
          <a:off x="6384032" y="1002768"/>
          <a:ext cx="33750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85720" imgH="215640" progId="Equation.DSMT4">
                  <p:embed/>
                </p:oleObj>
              </mc:Choice>
              <mc:Fallback>
                <p:oleObj name="Equation" r:id="rId14" imgW="1485720" imgH="215640" progId="Equation.DSMT4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1002768"/>
                        <a:ext cx="337502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619136"/>
              </p:ext>
            </p:extLst>
          </p:nvPr>
        </p:nvGraphicFramePr>
        <p:xfrm>
          <a:off x="928462" y="1655657"/>
          <a:ext cx="45958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1080" imgH="444240" progId="Equation.DSMT4">
                  <p:embed/>
                </p:oleObj>
              </mc:Choice>
              <mc:Fallback>
                <p:oleObj name="Equation" r:id="rId16" imgW="1981080" imgH="444240" progId="Equation.DSMT4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462" y="1655657"/>
                        <a:ext cx="4595813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710021"/>
              </p:ext>
            </p:extLst>
          </p:nvPr>
        </p:nvGraphicFramePr>
        <p:xfrm>
          <a:off x="1052513" y="5136088"/>
          <a:ext cx="396336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06280" imgH="215640" progId="Equation.DSMT4">
                  <p:embed/>
                </p:oleObj>
              </mc:Choice>
              <mc:Fallback>
                <p:oleObj name="Equation" r:id="rId18" imgW="2006280" imgH="215640" progId="Equation.DSMT4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5136088"/>
                        <a:ext cx="3963367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70954"/>
              </p:ext>
            </p:extLst>
          </p:nvPr>
        </p:nvGraphicFramePr>
        <p:xfrm>
          <a:off x="7686996" y="4910011"/>
          <a:ext cx="2742128" cy="94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80800" imgH="406080" progId="Equation.DSMT4">
                  <p:embed/>
                </p:oleObj>
              </mc:Choice>
              <mc:Fallback>
                <p:oleObj name="Equation" r:id="rId20" imgW="1180800" imgH="406080" progId="Equation.DSMT4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6996" y="4910011"/>
                        <a:ext cx="2742128" cy="941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946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2536" y="1093068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36768" y="941463"/>
          <a:ext cx="8931813" cy="826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8680" imgH="330120" progId="Equation.DSMT4">
                  <p:embed/>
                </p:oleObj>
              </mc:Choice>
              <mc:Fallback>
                <p:oleObj name="Equation" r:id="rId2" imgW="3568680" imgH="330120" progId="Equation.DSMT4">
                  <p:embed/>
                  <p:pic>
                    <p:nvPicPr>
                      <p:cNvPr id="0" name="Picture 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68" y="941463"/>
                        <a:ext cx="8931813" cy="8264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72536" y="1757515"/>
          <a:ext cx="1928464" cy="537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15640" progId="Equation.DSMT4">
                  <p:embed/>
                </p:oleObj>
              </mc:Choice>
              <mc:Fallback>
                <p:oleObj name="Equation" r:id="rId4" imgW="774360" imgH="215640" progId="Equation.DSMT4">
                  <p:embed/>
                  <p:pic>
                    <p:nvPicPr>
                      <p:cNvPr id="0" name="Picture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536" y="1757515"/>
                        <a:ext cx="1928464" cy="5374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90911" y="1761884"/>
          <a:ext cx="80676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63760" imgH="215640" progId="Equation.DSMT4">
                  <p:embed/>
                </p:oleObj>
              </mc:Choice>
              <mc:Fallback>
                <p:oleObj name="Equation" r:id="rId6" imgW="3263760" imgH="215640" progId="Equation.DSMT4">
                  <p:embed/>
                  <p:pic>
                    <p:nvPicPr>
                      <p:cNvPr id="0" name="Picture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911" y="1761884"/>
                        <a:ext cx="806767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19550" y="235018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33028" y="2408765"/>
          <a:ext cx="1954458" cy="527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215640" progId="Equation.DSMT4">
                  <p:embed/>
                </p:oleObj>
              </mc:Choice>
              <mc:Fallback>
                <p:oleObj name="Equation" r:id="rId8" imgW="799920" imgH="215640" progId="Equation.DSMT4">
                  <p:embed/>
                  <p:pic>
                    <p:nvPicPr>
                      <p:cNvPr id="0" name="Picture 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028" y="2408765"/>
                        <a:ext cx="1954458" cy="5273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809871" y="2443429"/>
          <a:ext cx="1868113" cy="504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920" imgH="215640" progId="Equation.DSMT4">
                  <p:embed/>
                </p:oleObj>
              </mc:Choice>
              <mc:Fallback>
                <p:oleObj name="Equation" r:id="rId10" imgW="799920" imgH="215640" progId="Equation.DSMT4">
                  <p:embed/>
                  <p:pic>
                    <p:nvPicPr>
                      <p:cNvPr id="0" name="Picture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871" y="2443429"/>
                        <a:ext cx="1868113" cy="5040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722632" y="235035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58252" y="2873572"/>
          <a:ext cx="5122893" cy="822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57400" imgH="330120" progId="Equation.DSMT4">
                  <p:embed/>
                </p:oleObj>
              </mc:Choice>
              <mc:Fallback>
                <p:oleObj name="Equation" r:id="rId12" imgW="2057400" imgH="330120" progId="Equation.DSMT4">
                  <p:embed/>
                  <p:pic>
                    <p:nvPicPr>
                      <p:cNvPr id="0" name="Picture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252" y="2873572"/>
                        <a:ext cx="5122893" cy="8221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081145" y="2925432"/>
          <a:ext cx="40973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7680" imgH="330120" progId="Equation.DSMT4">
                  <p:embed/>
                </p:oleObj>
              </mc:Choice>
              <mc:Fallback>
                <p:oleObj name="Equation" r:id="rId14" imgW="1777680" imgH="330120" progId="Equation.DSMT4">
                  <p:embed/>
                  <p:pic>
                    <p:nvPicPr>
                      <p:cNvPr id="0" name="Picture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145" y="2925432"/>
                        <a:ext cx="4097338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97933" y="3695765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原积分方程可化为，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012428" y="4156385"/>
          <a:ext cx="61753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79480" imgH="330120" progId="Equation.DSMT4">
                  <p:embed/>
                </p:oleObj>
              </mc:Choice>
              <mc:Fallback>
                <p:oleObj name="Equation" r:id="rId16" imgW="2679480" imgH="330120" progId="Equation.DSMT4">
                  <p:embed/>
                  <p:pic>
                    <p:nvPicPr>
                      <p:cNvPr id="0" name="Picture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428" y="4156385"/>
                        <a:ext cx="617537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990911" y="5258055"/>
          <a:ext cx="381158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62040" imgH="330120" progId="Equation.DSMT4">
                  <p:embed/>
                </p:oleObj>
              </mc:Choice>
              <mc:Fallback>
                <p:oleObj name="Equation" r:id="rId18" imgW="1562040" imgH="330120" progId="Equation.DSMT4">
                  <p:embed/>
                  <p:pic>
                    <p:nvPicPr>
                      <p:cNvPr id="0" name="Picture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911" y="5258055"/>
                        <a:ext cx="3811588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958252" y="4909902"/>
            <a:ext cx="28889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两边对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/>
              <a:t>求导得，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413656" y="2296533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(2018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10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9054" y="1271262"/>
            <a:ext cx="2428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由于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连续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459953" y="1138367"/>
          <a:ext cx="3368471" cy="789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330120" progId="Equation.DSMT4">
                  <p:embed/>
                </p:oleObj>
              </mc:Choice>
              <mc:Fallback>
                <p:oleObj name="Equation" r:id="rId2" imgW="1409400" imgH="330120" progId="Equation.DSMT4">
                  <p:embed/>
                  <p:pic>
                    <p:nvPicPr>
                      <p:cNvPr id="0" name="Picture 2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953" y="1138367"/>
                        <a:ext cx="3368471" cy="7890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828424" y="1297746"/>
          <a:ext cx="2805103" cy="49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215640" progId="Equation.DSMT4">
                  <p:embed/>
                </p:oleObj>
              </mc:Choice>
              <mc:Fallback>
                <p:oleObj name="Equation" r:id="rId4" imgW="1218960" imgH="215640" progId="Equation.DSMT4">
                  <p:embed/>
                  <p:pic>
                    <p:nvPicPr>
                      <p:cNvPr id="0" name="Picture 2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8424" y="1297746"/>
                        <a:ext cx="2805103" cy="496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03080" y="1898084"/>
          <a:ext cx="4913746" cy="522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840" imgH="215640" progId="Equation.DSMT4">
                  <p:embed/>
                </p:oleObj>
              </mc:Choice>
              <mc:Fallback>
                <p:oleObj name="Equation" r:id="rId6" imgW="2031840" imgH="215640" progId="Equation.DSMT4">
                  <p:embed/>
                  <p:pic>
                    <p:nvPicPr>
                      <p:cNvPr id="0" name="Picture 2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080" y="1898084"/>
                        <a:ext cx="4913746" cy="5220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68855" y="1912077"/>
          <a:ext cx="1853046" cy="508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320" imgH="215640" progId="Equation.DSMT4">
                  <p:embed/>
                </p:oleObj>
              </mc:Choice>
              <mc:Fallback>
                <p:oleObj name="Equation" r:id="rId8" imgW="787320" imgH="215640" progId="Equation.DSMT4">
                  <p:embed/>
                  <p:pic>
                    <p:nvPicPr>
                      <p:cNvPr id="0" name="Picture 2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8855" y="1912077"/>
                        <a:ext cx="1853046" cy="5080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71199" y="2454266"/>
            <a:ext cx="4873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解该一阶线性微分方程可得，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638405" y="2394644"/>
          <a:ext cx="3665430" cy="58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22360" imgH="228600" progId="Equation.DSMT4">
                  <p:embed/>
                </p:oleObj>
              </mc:Choice>
              <mc:Fallback>
                <p:oleObj name="Equation" r:id="rId10" imgW="1422360" imgH="228600" progId="Equation.DSMT4">
                  <p:embed/>
                  <p:pic>
                    <p:nvPicPr>
                      <p:cNvPr id="0" name="Picture 2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405" y="2394644"/>
                        <a:ext cx="3665430" cy="589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53544" y="3112999"/>
          <a:ext cx="3394130" cy="516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2360" imgH="215640" progId="Equation.DSMT4">
                  <p:embed/>
                </p:oleObj>
              </mc:Choice>
              <mc:Fallback>
                <p:oleObj name="Equation" r:id="rId12" imgW="1422360" imgH="215640" progId="Equation.DSMT4">
                  <p:embed/>
                  <p:pic>
                    <p:nvPicPr>
                      <p:cNvPr id="0" name="Picture 2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544" y="3112999"/>
                        <a:ext cx="3394130" cy="5167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103432" y="3076897"/>
          <a:ext cx="3226255" cy="552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33440" imgH="228600" progId="Equation.DSMT4">
                  <p:embed/>
                </p:oleObj>
              </mc:Choice>
              <mc:Fallback>
                <p:oleObj name="Equation" r:id="rId14" imgW="1333440" imgH="228600" progId="Equation.DSMT4">
                  <p:embed/>
                  <p:pic>
                    <p:nvPicPr>
                      <p:cNvPr id="0" name="Picture 2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432" y="3076897"/>
                        <a:ext cx="3226255" cy="5528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71199" y="3766321"/>
            <a:ext cx="2587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由题意可知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690790" y="3574307"/>
          <a:ext cx="4422830" cy="907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1080" imgH="406080" progId="Equation.DSMT4">
                  <p:embed/>
                </p:oleObj>
              </mc:Choice>
              <mc:Fallback>
                <p:oleObj name="Equation" r:id="rId16" imgW="1981080" imgH="406080" progId="Equation.DSMT4">
                  <p:embed/>
                  <p:pic>
                    <p:nvPicPr>
                      <p:cNvPr id="0" name="Picture 2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790" y="3574307"/>
                        <a:ext cx="4422830" cy="9072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053544" y="4331816"/>
          <a:ext cx="8042563" cy="80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01920" imgH="330120" progId="Equation.DSMT4">
                  <p:embed/>
                </p:oleObj>
              </mc:Choice>
              <mc:Fallback>
                <p:oleObj name="Equation" r:id="rId18" imgW="3301920" imgH="330120" progId="Equation.DSMT4">
                  <p:embed/>
                  <p:pic>
                    <p:nvPicPr>
                      <p:cNvPr id="0" name="Picture 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544" y="4331816"/>
                        <a:ext cx="8042563" cy="804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053544" y="5082371"/>
          <a:ext cx="3420544" cy="780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47560" imgH="330120" progId="Equation.DSMT4">
                  <p:embed/>
                </p:oleObj>
              </mc:Choice>
              <mc:Fallback>
                <p:oleObj name="Equation" r:id="rId20" imgW="1447560" imgH="330120" progId="Equation.DSMT4">
                  <p:embed/>
                  <p:pic>
                    <p:nvPicPr>
                      <p:cNvPr id="0" name="Picture 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544" y="5082371"/>
                        <a:ext cx="3420544" cy="7801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654944" y="5203364"/>
          <a:ext cx="32718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71600" imgH="228600" progId="Equation.DSMT4">
                  <p:embed/>
                </p:oleObj>
              </mc:Choice>
              <mc:Fallback>
                <p:oleObj name="Equation" r:id="rId22" imgW="1371600" imgH="228600" progId="Equation.DSMT4">
                  <p:embed/>
                  <p:pic>
                    <p:nvPicPr>
                      <p:cNvPr id="0" name="Picture 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944" y="5203364"/>
                        <a:ext cx="3271837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128575" y="4990848"/>
          <a:ext cx="1504952" cy="96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34680" imgH="406080" progId="Equation.DSMT4">
                  <p:embed/>
                </p:oleObj>
              </mc:Choice>
              <mc:Fallback>
                <p:oleObj name="Equation" r:id="rId24" imgW="634680" imgH="406080" progId="Equation.DSMT4">
                  <p:embed/>
                  <p:pic>
                    <p:nvPicPr>
                      <p:cNvPr id="0" name="Picture 2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575" y="4990848"/>
                        <a:ext cx="1504952" cy="9631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528910" y="3103969"/>
          <a:ext cx="15097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96880" imgH="177480" progId="Equation.DSMT4">
                  <p:embed/>
                </p:oleObj>
              </mc:Choice>
              <mc:Fallback>
                <p:oleObj name="Equation" r:id="rId26" imgW="596880" imgH="177480" progId="Equation.DSMT4">
                  <p:embed/>
                  <p:pic>
                    <p:nvPicPr>
                      <p:cNvPr id="0" name="Picture 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8910" y="3103969"/>
                        <a:ext cx="1509712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4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2224495" y="894368"/>
            <a:ext cx="8316684" cy="523220"/>
            <a:chOff x="1506584" y="544677"/>
            <a:chExt cx="8569234" cy="523220"/>
          </a:xfrm>
        </p:grpSpPr>
        <p:sp>
          <p:nvSpPr>
            <p:cNvPr id="4" name="矩形 3"/>
            <p:cNvSpPr/>
            <p:nvPr/>
          </p:nvSpPr>
          <p:spPr>
            <a:xfrm>
              <a:off x="1506584" y="544677"/>
              <a:ext cx="856923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800" b="1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已知函数</a:t>
              </a:r>
              <a:r>
                <a:rPr lang="en-US" altLang="zh-CN" sz="2800" b="1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          </a:t>
              </a:r>
              <a:r>
                <a:rPr lang="zh-CN" altLang="zh-CN" sz="2800" b="1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满足方程</a:t>
              </a:r>
              <a:endParaRPr lang="zh-CN" altLang="en-US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/>
          </p:nvGraphicFramePr>
          <p:xfrm>
            <a:off x="3033917" y="557611"/>
            <a:ext cx="877933" cy="484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68280" imgH="203040" progId="Equation.DSMT4">
                    <p:embed/>
                  </p:oleObj>
                </mc:Choice>
                <mc:Fallback>
                  <p:oleObj name="Equation" r:id="rId2" imgW="368280" imgH="203040" progId="Equation.DSMT4">
                    <p:embed/>
                    <p:pic>
                      <p:nvPicPr>
                        <p:cNvPr id="0" name="Picture 1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3917" y="557611"/>
                          <a:ext cx="877933" cy="4843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5564805" y="567318"/>
            <a:ext cx="4161065" cy="500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88760" imgH="203040" progId="Equation.DSMT4">
                    <p:embed/>
                  </p:oleObj>
                </mc:Choice>
                <mc:Fallback>
                  <p:oleObj name="Equation" r:id="rId4" imgW="1688760" imgH="203040" progId="Equation.DSMT4">
                    <p:embed/>
                    <p:pic>
                      <p:nvPicPr>
                        <p:cNvPr id="0" name="Picture 1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4805" y="567318"/>
                          <a:ext cx="4161065" cy="5005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650206"/>
              </p:ext>
            </p:extLst>
          </p:nvPr>
        </p:nvGraphicFramePr>
        <p:xfrm>
          <a:off x="1574677" y="1357690"/>
          <a:ext cx="355123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228600" progId="Equation.DSMT4">
                  <p:embed/>
                </p:oleObj>
              </mc:Choice>
              <mc:Fallback>
                <p:oleObj name="Equation" r:id="rId6" imgW="1485720" imgH="228600" progId="Equation.DSMT4">
                  <p:embed/>
                  <p:pic>
                    <p:nvPicPr>
                      <p:cNvPr id="0" name="Picture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677" y="1357690"/>
                        <a:ext cx="3551237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1516497" y="1912021"/>
            <a:ext cx="7158446" cy="1076913"/>
            <a:chOff x="2012852" y="1642600"/>
            <a:chExt cx="7158446" cy="1076913"/>
          </a:xfrm>
        </p:grpSpPr>
        <p:sp>
          <p:nvSpPr>
            <p:cNvPr id="5" name="矩形 4"/>
            <p:cNvSpPr/>
            <p:nvPr/>
          </p:nvSpPr>
          <p:spPr>
            <a:xfrm>
              <a:off x="2012852" y="1642600"/>
              <a:ext cx="715844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altLang="zh-CN" sz="2800" b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(I)</a:t>
              </a:r>
              <a:r>
                <a:rPr lang="zh-CN" altLang="zh-CN" sz="2800" b="1" kern="100" dirty="0">
                  <a:latin typeface="Calibri" panose="020F0502020204030204" pitchFamily="34" charset="0"/>
                  <a:cs typeface="宋体" panose="02010600030101010101" pitchFamily="2" charset="-122"/>
                </a:rPr>
                <a:t>求</a:t>
              </a:r>
              <a:r>
                <a:rPr lang="en-US" altLang="zh-CN" sz="2800" b="1" i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</a:t>
              </a:r>
              <a:r>
                <a:rPr lang="en-US" altLang="zh-CN" sz="2800" b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b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r>
                <a:rPr lang="zh-CN" altLang="zh-CN" sz="2800" b="1" kern="100" dirty="0">
                  <a:latin typeface="Calibri" panose="020F0502020204030204" pitchFamily="34" charset="0"/>
                  <a:cs typeface="宋体" panose="02010600030101010101" pitchFamily="2" charset="-122"/>
                </a:rPr>
                <a:t>表达式；</a:t>
              </a:r>
            </a:p>
            <a:p>
              <a:pPr lvl="0"/>
              <a:r>
                <a:rPr lang="en-US" altLang="zh-CN" sz="2800" b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(II)</a:t>
              </a:r>
              <a:r>
                <a:rPr lang="zh-CN" altLang="zh-CN" sz="2800" b="1" kern="100" dirty="0">
                  <a:latin typeface="Calibri" panose="020F0502020204030204" pitchFamily="34" charset="0"/>
                  <a:cs typeface="宋体" panose="02010600030101010101" pitchFamily="2" charset="-122"/>
                </a:rPr>
                <a:t>求曲线</a:t>
              </a:r>
              <a:r>
                <a:rPr lang="en-US" altLang="zh-CN" sz="2800" b="1" kern="100" dirty="0">
                  <a:latin typeface="Calibri" panose="020F0502020204030204" pitchFamily="34" charset="0"/>
                  <a:cs typeface="宋体" panose="02010600030101010101" pitchFamily="2" charset="-122"/>
                </a:rPr>
                <a:t>                                            </a:t>
              </a:r>
              <a:r>
                <a:rPr lang="zh-CN" altLang="zh-CN" sz="2800" b="1" kern="100" dirty="0">
                  <a:latin typeface="Calibri" panose="020F0502020204030204" pitchFamily="34" charset="0"/>
                  <a:cs typeface="宋体" panose="02010600030101010101" pitchFamily="2" charset="-122"/>
                </a:rPr>
                <a:t>的拐点</a:t>
              </a:r>
              <a:r>
                <a:rPr lang="en-US" altLang="zh-CN" sz="2800" b="1" kern="100" dirty="0">
                  <a:latin typeface="Calibri" panose="020F0502020204030204" pitchFamily="34" charset="0"/>
                  <a:cs typeface="宋体" panose="02010600030101010101" pitchFamily="2" charset="-122"/>
                </a:rPr>
                <a:t>.</a:t>
              </a:r>
              <a:endParaRPr lang="zh-CN" altLang="zh-CN" sz="2800" kern="100" dirty="0">
                <a:latin typeface="Calibri" panose="020F0502020204030204" pitchFamily="34" charset="0"/>
                <a:cs typeface="宋体" panose="02010600030101010101" pitchFamily="2" charset="-122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3824236" y="1920330"/>
            <a:ext cx="3411897" cy="799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09400" imgH="330120" progId="Equation.DSMT4">
                    <p:embed/>
                  </p:oleObj>
                </mc:Choice>
                <mc:Fallback>
                  <p:oleObj name="Equation" r:id="rId8" imgW="1409400" imgH="330120" progId="Equation.DSMT4">
                    <p:embed/>
                    <p:pic>
                      <p:nvPicPr>
                        <p:cNvPr id="0" name="Picture 1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4236" y="1920330"/>
                          <a:ext cx="3411897" cy="7991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/>
          <p:cNvSpPr txBox="1"/>
          <p:nvPr/>
        </p:nvSpPr>
        <p:spPr>
          <a:xfrm>
            <a:off x="1516497" y="291339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4" name="矩形 13"/>
          <p:cNvSpPr/>
          <p:nvPr/>
        </p:nvSpPr>
        <p:spPr>
          <a:xfrm>
            <a:off x="2269078" y="2913394"/>
            <a:ext cx="16457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  </a:t>
            </a:r>
            <a:r>
              <a:rPr lang="zh-CN" altLang="en-US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联立</a:t>
            </a:r>
            <a:endParaRPr lang="zh-CN" altLang="en-US" sz="2800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884067"/>
              </p:ext>
            </p:extLst>
          </p:nvPr>
        </p:nvGraphicFramePr>
        <p:xfrm>
          <a:off x="1928636" y="3450140"/>
          <a:ext cx="4458731" cy="1178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7680" imgH="469800" progId="Equation.DSMT4">
                  <p:embed/>
                </p:oleObj>
              </mc:Choice>
              <mc:Fallback>
                <p:oleObj name="Equation" r:id="rId10" imgW="1777680" imgH="469800" progId="Equation.DSMT4">
                  <p:embed/>
                  <p:pic>
                    <p:nvPicPr>
                      <p:cNvPr id="0" name="Picture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636" y="3450140"/>
                        <a:ext cx="4458731" cy="1178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199961"/>
              </p:ext>
            </p:extLst>
          </p:nvPr>
        </p:nvGraphicFramePr>
        <p:xfrm>
          <a:off x="1574677" y="4605497"/>
          <a:ext cx="395763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38000" imgH="228600" progId="Equation.DSMT4">
                  <p:embed/>
                </p:oleObj>
              </mc:Choice>
              <mc:Fallback>
                <p:oleObj name="Equation" r:id="rId12" imgW="1638000" imgH="228600" progId="Equation.DSMT4">
                  <p:embed/>
                  <p:pic>
                    <p:nvPicPr>
                      <p:cNvPr id="0" name="Picture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677" y="4605497"/>
                        <a:ext cx="3957637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629684"/>
              </p:ext>
            </p:extLst>
          </p:nvPr>
        </p:nvGraphicFramePr>
        <p:xfrm>
          <a:off x="5663952" y="4626593"/>
          <a:ext cx="1284942" cy="478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45760" imgH="203040" progId="Equation.DSMT4">
                  <p:embed/>
                </p:oleObj>
              </mc:Choice>
              <mc:Fallback>
                <p:oleObj name="Equation" r:id="rId14" imgW="545760" imgH="203040" progId="Equation.DSMT4">
                  <p:embed/>
                  <p:pic>
                    <p:nvPicPr>
                      <p:cNvPr id="0" name="Picture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4626593"/>
                        <a:ext cx="1284942" cy="4781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953305"/>
              </p:ext>
            </p:extLst>
          </p:nvPr>
        </p:nvGraphicFramePr>
        <p:xfrm>
          <a:off x="2288148" y="5122051"/>
          <a:ext cx="4775262" cy="973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93680" imgH="406080" progId="Equation.DSMT4">
                  <p:embed/>
                </p:oleObj>
              </mc:Choice>
              <mc:Fallback>
                <p:oleObj name="Equation" r:id="rId16" imgW="1993680" imgH="406080" progId="Equation.DSMT4">
                  <p:embed/>
                  <p:pic>
                    <p:nvPicPr>
                      <p:cNvPr id="0" name="Picture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148" y="5122051"/>
                        <a:ext cx="4775262" cy="973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750286"/>
              </p:ext>
            </p:extLst>
          </p:nvPr>
        </p:nvGraphicFramePr>
        <p:xfrm>
          <a:off x="7050699" y="5229200"/>
          <a:ext cx="1933748" cy="515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1760" imgH="203040" progId="Equation.DSMT4">
                  <p:embed/>
                </p:oleObj>
              </mc:Choice>
              <mc:Fallback>
                <p:oleObj name="Equation" r:id="rId18" imgW="761760" imgH="203040" progId="Equation.DSMT4">
                  <p:embed/>
                  <p:pic>
                    <p:nvPicPr>
                      <p:cNvPr id="0" name="Picture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699" y="5229200"/>
                        <a:ext cx="1933748" cy="515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519333" y="894368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050707" y="2404463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(2012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453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488089" y="1021330"/>
          <a:ext cx="3928336" cy="543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228600" progId="Equation.DSMT4">
                  <p:embed/>
                </p:oleObj>
              </mc:Choice>
              <mc:Fallback>
                <p:oleObj name="Equation" r:id="rId2" imgW="1650960" imgH="228600" progId="Equation.DSMT4">
                  <p:embed/>
                  <p:pic>
                    <p:nvPicPr>
                      <p:cNvPr id="0" name="Picture 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089" y="1021330"/>
                        <a:ext cx="3928336" cy="5439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519547" y="1057665"/>
            <a:ext cx="1550125" cy="54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得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800" b="1" dirty="0"/>
              <a:t>,</a:t>
            </a:r>
            <a:endParaRPr lang="zh-CN" altLang="en-US" sz="28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069672" y="1035758"/>
          <a:ext cx="2486844" cy="552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228600" progId="Equation.DSMT4">
                  <p:embed/>
                </p:oleObj>
              </mc:Choice>
              <mc:Fallback>
                <p:oleObj name="Equation" r:id="rId4" imgW="1028520" imgH="228600" progId="Equation.DSMT4">
                  <p:embed/>
                  <p:pic>
                    <p:nvPicPr>
                      <p:cNvPr id="0" name="Picture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672" y="1035758"/>
                        <a:ext cx="2486844" cy="5526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86098" y="1867753"/>
          <a:ext cx="3411897" cy="799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330120" progId="Equation.DSMT4">
                  <p:embed/>
                </p:oleObj>
              </mc:Choice>
              <mc:Fallback>
                <p:oleObj name="Equation" r:id="rId6" imgW="1409400" imgH="330120" progId="Equation.DSMT4">
                  <p:embed/>
                  <p:pic>
                    <p:nvPicPr>
                      <p:cNvPr id="0" name="Picture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98" y="1867753"/>
                        <a:ext cx="3411897" cy="7991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488089" y="2005734"/>
            <a:ext cx="704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031418" y="1853727"/>
          <a:ext cx="2120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6240" imgH="330120" progId="Equation.DSMT4">
                  <p:embed/>
                </p:oleObj>
              </mc:Choice>
              <mc:Fallback>
                <p:oleObj name="Equation" r:id="rId8" imgW="876240" imgH="330120" progId="Equation.DSMT4">
                  <p:embed/>
                  <p:pic>
                    <p:nvPicPr>
                      <p:cNvPr id="0" name="Picture 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1418" y="1853727"/>
                        <a:ext cx="21209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122233" y="2661981"/>
          <a:ext cx="34131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09400" imgH="330120" progId="Equation.DSMT4">
                  <p:embed/>
                </p:oleObj>
              </mc:Choice>
              <mc:Fallback>
                <p:oleObj name="Equation" r:id="rId10" imgW="1409400" imgH="330120" progId="Equation.DSMT4">
                  <p:embed/>
                  <p:pic>
                    <p:nvPicPr>
                      <p:cNvPr id="0" name="Picture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233" y="2661981"/>
                        <a:ext cx="341312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22233" y="3462998"/>
          <a:ext cx="48577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06280" imgH="330120" progId="Equation.DSMT4">
                  <p:embed/>
                </p:oleObj>
              </mc:Choice>
              <mc:Fallback>
                <p:oleObj name="Equation" r:id="rId12" imgW="2006280" imgH="330120" progId="Equation.DSMT4">
                  <p:embed/>
                  <p:pic>
                    <p:nvPicPr>
                      <p:cNvPr id="0" name="Picture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233" y="3462998"/>
                        <a:ext cx="485775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490036" y="4445056"/>
          <a:ext cx="3063492" cy="526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57120" imgH="215640" progId="Equation.DSMT4">
                  <p:embed/>
                </p:oleObj>
              </mc:Choice>
              <mc:Fallback>
                <p:oleObj name="Equation" r:id="rId14" imgW="1257120" imgH="215640" progId="Equation.DSMT4">
                  <p:embed/>
                  <p:pic>
                    <p:nvPicPr>
                      <p:cNvPr id="0" name="Picture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036" y="4445056"/>
                        <a:ext cx="3063492" cy="5260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788644" y="4428757"/>
          <a:ext cx="2969683" cy="509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57120" imgH="215640" progId="Equation.DSMT4">
                  <p:embed/>
                </p:oleObj>
              </mc:Choice>
              <mc:Fallback>
                <p:oleObj name="Equation" r:id="rId16" imgW="1257120" imgH="215640" progId="Equation.DSMT4">
                  <p:embed/>
                  <p:pic>
                    <p:nvPicPr>
                      <p:cNvPr id="0" name="Picture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644" y="4428757"/>
                        <a:ext cx="2969683" cy="5099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490035" y="5156835"/>
          <a:ext cx="1831594" cy="510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74360" imgH="215640" progId="Equation.DSMT4">
                  <p:embed/>
                </p:oleObj>
              </mc:Choice>
              <mc:Fallback>
                <p:oleObj name="Equation" r:id="rId18" imgW="774360" imgH="215640" progId="Equation.DSMT4">
                  <p:embed/>
                  <p:pic>
                    <p:nvPicPr>
                      <p:cNvPr id="0" name="Picture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035" y="5156835"/>
                        <a:ext cx="1831594" cy="5104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3091927" y="5144059"/>
            <a:ext cx="4387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6700" indent="266700"/>
            <a:r>
              <a:rPr lang="zh-CN" altLang="zh-CN" sz="2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所以曲线的拐点为</a:t>
            </a:r>
            <a:r>
              <a:rPr lang="en-US" altLang="zh-CN" sz="2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(0,0).</a:t>
            </a:r>
            <a:endParaRPr lang="zh-CN" altLang="zh-CN" sz="28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54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67408" y="635000"/>
            <a:ext cx="10124059" cy="380211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</a:t>
            </a: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                             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280587"/>
              </p:ext>
            </p:extLst>
          </p:nvPr>
        </p:nvGraphicFramePr>
        <p:xfrm>
          <a:off x="1055440" y="1205699"/>
          <a:ext cx="60769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89040" imgH="215640" progId="Equation.DSMT4">
                  <p:embed/>
                </p:oleObj>
              </mc:Choice>
              <mc:Fallback>
                <p:oleObj name="Equation" r:id="rId17" imgW="2489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1205699"/>
                        <a:ext cx="607695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31367"/>
              </p:ext>
            </p:extLst>
          </p:nvPr>
        </p:nvGraphicFramePr>
        <p:xfrm>
          <a:off x="7194550" y="1234793"/>
          <a:ext cx="39052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00200" imgH="215640" progId="Equation.DSMT4">
                  <p:embed/>
                </p:oleObj>
              </mc:Choice>
              <mc:Fallback>
                <p:oleObj name="Equation" r:id="rId19" imgW="1600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4550" y="1234793"/>
                        <a:ext cx="390525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178419"/>
              </p:ext>
            </p:extLst>
          </p:nvPr>
        </p:nvGraphicFramePr>
        <p:xfrm>
          <a:off x="839416" y="1942358"/>
          <a:ext cx="858533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174840" imgH="215640" progId="Equation.DSMT4">
                  <p:embed/>
                </p:oleObj>
              </mc:Choice>
              <mc:Fallback>
                <p:oleObj name="Equation" r:id="rId21" imgW="3174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1942358"/>
                        <a:ext cx="8585337" cy="527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157676"/>
              </p:ext>
            </p:extLst>
          </p:nvPr>
        </p:nvGraphicFramePr>
        <p:xfrm>
          <a:off x="839416" y="2792457"/>
          <a:ext cx="42005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63560" imgH="203040" progId="Equation.DSMT4">
                  <p:embed/>
                </p:oleObj>
              </mc:Choice>
              <mc:Fallback>
                <p:oleObj name="Equation" r:id="rId23" imgW="1663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2792457"/>
                        <a:ext cx="4200525" cy="495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885150"/>
              </p:ext>
            </p:extLst>
          </p:nvPr>
        </p:nvGraphicFramePr>
        <p:xfrm>
          <a:off x="839416" y="3465498"/>
          <a:ext cx="10039351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974760" imgH="330120" progId="Equation.DSMT4">
                  <p:embed/>
                </p:oleObj>
              </mc:Choice>
              <mc:Fallback>
                <p:oleObj name="Equation" r:id="rId25" imgW="39747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3465498"/>
                        <a:ext cx="10039351" cy="804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225589"/>
              </p:ext>
            </p:extLst>
          </p:nvPr>
        </p:nvGraphicFramePr>
        <p:xfrm>
          <a:off x="12669064" y="1359107"/>
          <a:ext cx="3744416" cy="340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501640" imgH="215640" progId="Equation.DSMT4">
                  <p:embed/>
                </p:oleObj>
              </mc:Choice>
              <mc:Fallback>
                <p:oleObj name="Equation" r:id="rId27" imgW="2501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9064" y="1359107"/>
                        <a:ext cx="3744416" cy="3409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074450"/>
              </p:ext>
            </p:extLst>
          </p:nvPr>
        </p:nvGraphicFramePr>
        <p:xfrm>
          <a:off x="12765134" y="667554"/>
          <a:ext cx="2864228" cy="342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31840" imgH="215640" progId="Equation.DSMT4">
                  <p:embed/>
                </p:oleObj>
              </mc:Choice>
              <mc:Fallback>
                <p:oleObj name="Equation" r:id="rId29" imgW="2031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5134" y="667554"/>
                        <a:ext cx="2864228" cy="342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218744"/>
              </p:ext>
            </p:extLst>
          </p:nvPr>
        </p:nvGraphicFramePr>
        <p:xfrm>
          <a:off x="12730432" y="989511"/>
          <a:ext cx="2846064" cy="351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968480" imgH="215640" progId="Equation.DSMT4">
                  <p:embed/>
                </p:oleObj>
              </mc:Choice>
              <mc:Fallback>
                <p:oleObj name="Equation" r:id="rId31" imgW="1968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0432" y="989511"/>
                        <a:ext cx="2846064" cy="3518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856433"/>
              </p:ext>
            </p:extLst>
          </p:nvPr>
        </p:nvGraphicFramePr>
        <p:xfrm>
          <a:off x="12714603" y="1711274"/>
          <a:ext cx="23891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511280" imgH="215640" progId="Equation.DSMT4">
                  <p:embed/>
                </p:oleObj>
              </mc:Choice>
              <mc:Fallback>
                <p:oleObj name="Equation" r:id="rId33" imgW="1511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03" y="1711274"/>
                        <a:ext cx="2389188" cy="35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800034"/>
              </p:ext>
            </p:extLst>
          </p:nvPr>
        </p:nvGraphicFramePr>
        <p:xfrm>
          <a:off x="12677110" y="1923538"/>
          <a:ext cx="16256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028520" imgH="406080" progId="Equation.DSMT4">
                  <p:embed/>
                </p:oleObj>
              </mc:Choice>
              <mc:Fallback>
                <p:oleObj name="Equation" r:id="rId35" imgW="102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7110" y="1923538"/>
                        <a:ext cx="1625600" cy="676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421932"/>
              </p:ext>
            </p:extLst>
          </p:nvPr>
        </p:nvGraphicFramePr>
        <p:xfrm>
          <a:off x="14386320" y="2116270"/>
          <a:ext cx="188403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333440" imgH="215640" progId="Equation.DSMT4">
                  <p:embed/>
                </p:oleObj>
              </mc:Choice>
              <mc:Fallback>
                <p:oleObj name="Equation" r:id="rId37" imgW="1333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6320" y="2116270"/>
                        <a:ext cx="1884030" cy="35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184957"/>
              </p:ext>
            </p:extLst>
          </p:nvPr>
        </p:nvGraphicFramePr>
        <p:xfrm>
          <a:off x="12654646" y="2568762"/>
          <a:ext cx="26479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676160" imgH="215640" progId="Equation.DSMT4">
                  <p:embed/>
                </p:oleObj>
              </mc:Choice>
              <mc:Fallback>
                <p:oleObj name="Equation" r:id="rId39" imgW="1676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4646" y="2568762"/>
                        <a:ext cx="2647950" cy="35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534707"/>
              </p:ext>
            </p:extLst>
          </p:nvPr>
        </p:nvGraphicFramePr>
        <p:xfrm>
          <a:off x="12671835" y="2926402"/>
          <a:ext cx="236696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498320" imgH="215640" progId="Equation.DSMT4">
                  <p:embed/>
                </p:oleObj>
              </mc:Choice>
              <mc:Fallback>
                <p:oleObj name="Equation" r:id="rId41" imgW="1498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1835" y="2926402"/>
                        <a:ext cx="2366963" cy="35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805592"/>
              </p:ext>
            </p:extLst>
          </p:nvPr>
        </p:nvGraphicFramePr>
        <p:xfrm>
          <a:off x="12701997" y="3324007"/>
          <a:ext cx="2306637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460160" imgH="203040" progId="Equation.DSMT4">
                  <p:embed/>
                </p:oleObj>
              </mc:Choice>
              <mc:Fallback>
                <p:oleObj name="Equation" r:id="rId43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1997" y="3324007"/>
                        <a:ext cx="2306637" cy="338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992798"/>
              </p:ext>
            </p:extLst>
          </p:nvPr>
        </p:nvGraphicFramePr>
        <p:xfrm>
          <a:off x="12677110" y="3689355"/>
          <a:ext cx="231128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638000" imgH="228600" progId="Equation.DSMT4">
                  <p:embed/>
                </p:oleObj>
              </mc:Choice>
              <mc:Fallback>
                <p:oleObj name="Equation" r:id="rId45" imgW="1638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7110" y="3689355"/>
                        <a:ext cx="2311280" cy="379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195323"/>
              </p:ext>
            </p:extLst>
          </p:nvPr>
        </p:nvGraphicFramePr>
        <p:xfrm>
          <a:off x="14872453" y="3669189"/>
          <a:ext cx="1452126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041120" imgH="215640" progId="Equation.DSMT4">
                  <p:embed/>
                </p:oleObj>
              </mc:Choice>
              <mc:Fallback>
                <p:oleObj name="Equation" r:id="rId47" imgW="1041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2453" y="3669189"/>
                        <a:ext cx="1452126" cy="35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81602"/>
              </p:ext>
            </p:extLst>
          </p:nvPr>
        </p:nvGraphicFramePr>
        <p:xfrm>
          <a:off x="12685586" y="4135271"/>
          <a:ext cx="219827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485720" imgH="228600" progId="Equation.DSMT4">
                  <p:embed/>
                </p:oleObj>
              </mc:Choice>
              <mc:Fallback>
                <p:oleObj name="Equation" r:id="rId49" imgW="1485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5586" y="4135271"/>
                        <a:ext cx="2198272" cy="379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405416"/>
              </p:ext>
            </p:extLst>
          </p:nvPr>
        </p:nvGraphicFramePr>
        <p:xfrm>
          <a:off x="14895461" y="4118709"/>
          <a:ext cx="144016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1054080" imgH="215640" progId="Equation.DSMT4">
                  <p:embed/>
                </p:oleObj>
              </mc:Choice>
              <mc:Fallback>
                <p:oleObj name="Equation" r:id="rId51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5461" y="4118709"/>
                        <a:ext cx="1440160" cy="35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716259"/>
              </p:ext>
            </p:extLst>
          </p:nvPr>
        </p:nvGraphicFramePr>
        <p:xfrm>
          <a:off x="12765134" y="4575262"/>
          <a:ext cx="29876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1892160" imgH="215640" progId="Equation.DSMT4">
                  <p:embed/>
                </p:oleObj>
              </mc:Choice>
              <mc:Fallback>
                <p:oleObj name="Equation" r:id="rId53" imgW="1892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5134" y="4575262"/>
                        <a:ext cx="2987675" cy="35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186019"/>
              </p:ext>
            </p:extLst>
          </p:nvPr>
        </p:nvGraphicFramePr>
        <p:xfrm>
          <a:off x="12730432" y="4924318"/>
          <a:ext cx="23463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1485720" imgH="355320" progId="Equation.DSMT4">
                  <p:embed/>
                </p:oleObj>
              </mc:Choice>
              <mc:Fallback>
                <p:oleObj name="Equation" r:id="rId55" imgW="14857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0432" y="4924318"/>
                        <a:ext cx="2346325" cy="590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023007"/>
              </p:ext>
            </p:extLst>
          </p:nvPr>
        </p:nvGraphicFramePr>
        <p:xfrm>
          <a:off x="13152785" y="5438990"/>
          <a:ext cx="29686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7" imgW="1879560" imgH="520560" progId="Equation.DSMT4">
                  <p:embed/>
                </p:oleObj>
              </mc:Choice>
              <mc:Fallback>
                <p:oleObj name="Equation" r:id="rId57" imgW="187956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2785" y="5438990"/>
                        <a:ext cx="2968625" cy="8651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7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3" name="RemarkBack"/>
            <p:cNvSpPr/>
            <p:nvPr>
              <p:custDataLst>
                <p:tags r:id="rId9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4" name="RemarkBlock"/>
            <p:cNvSpPr/>
            <p:nvPr>
              <p:custDataLst>
                <p:tags r:id="rId10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5" name="RemarkTitleText"/>
            <p:cNvSpPr txBox="1"/>
            <p:nvPr>
              <p:custDataLst>
                <p:tags r:id="rId11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8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4018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781970" y="1387429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形如</a:t>
            </a:r>
          </a:p>
        </p:txBody>
      </p:sp>
      <p:graphicFrame>
        <p:nvGraphicFramePr>
          <p:cNvPr id="14340" name="Object 3"/>
          <p:cNvGraphicFramePr>
            <a:graphicFrameLocks noChangeAspect="1"/>
          </p:cNvGraphicFramePr>
          <p:nvPr/>
        </p:nvGraphicFramePr>
        <p:xfrm>
          <a:off x="3984556" y="1564688"/>
          <a:ext cx="3385416" cy="1010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640" imgH="406080" progId="Equation.DSMT4">
                  <p:embed/>
                </p:oleObj>
              </mc:Choice>
              <mc:Fallback>
                <p:oleObj name="Equation" r:id="rId2" imgW="1358640" imgH="406080" progId="Equation.DSMT4">
                  <p:embed/>
                  <p:pic>
                    <p:nvPicPr>
                      <p:cNvPr id="0" name="Picture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556" y="1564688"/>
                        <a:ext cx="3385416" cy="10105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781970" y="2610481"/>
            <a:ext cx="393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的方程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称为伯努利方程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14342" name="Object 4"/>
          <p:cNvGraphicFramePr>
            <a:graphicFrameLocks noChangeAspect="1"/>
          </p:cNvGraphicFramePr>
          <p:nvPr/>
        </p:nvGraphicFramePr>
        <p:xfrm>
          <a:off x="5733472" y="2600960"/>
          <a:ext cx="480853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215640" progId="Equation.DSMT4">
                  <p:embed/>
                </p:oleObj>
              </mc:Choice>
              <mc:Fallback>
                <p:oleObj name="Equation" r:id="rId4" imgW="1993680" imgH="215640" progId="Equation.DSMT4">
                  <p:embed/>
                  <p:pic>
                    <p:nvPicPr>
                      <p:cNvPr id="0" name="Picture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3472" y="2600960"/>
                        <a:ext cx="4808538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781970" y="3232244"/>
            <a:ext cx="10262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解法</a:t>
            </a:r>
            <a:r>
              <a:rPr lang="en-US" altLang="zh-CN" sz="2800" b="1" dirty="0">
                <a:solidFill>
                  <a:srgbClr val="FF3300"/>
                </a:solidFill>
              </a:rPr>
              <a:t>:</a:t>
            </a:r>
          </a:p>
        </p:txBody>
      </p:sp>
      <p:graphicFrame>
        <p:nvGraphicFramePr>
          <p:cNvPr id="14344" name="Object 5"/>
          <p:cNvGraphicFramePr>
            <a:graphicFrameLocks noChangeAspect="1"/>
          </p:cNvGraphicFramePr>
          <p:nvPr/>
        </p:nvGraphicFramePr>
        <p:xfrm>
          <a:off x="3021141" y="3225027"/>
          <a:ext cx="5784345" cy="55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74560" imgH="228600" progId="Equation.DSMT4">
                  <p:embed/>
                </p:oleObj>
              </mc:Choice>
              <mc:Fallback>
                <p:oleObj name="Equation" r:id="rId6" imgW="2374560" imgH="228600" progId="Equation.DSMT4">
                  <p:embed/>
                  <p:pic>
                    <p:nvPicPr>
                      <p:cNvPr id="0" name="Picture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141" y="3225027"/>
                        <a:ext cx="5784345" cy="556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6"/>
          <p:cNvGraphicFramePr>
            <a:graphicFrameLocks noChangeAspect="1"/>
          </p:cNvGraphicFramePr>
          <p:nvPr/>
        </p:nvGraphicFramePr>
        <p:xfrm>
          <a:off x="3520859" y="3816457"/>
          <a:ext cx="4616882" cy="952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68480" imgH="406080" progId="Equation.DSMT4">
                  <p:embed/>
                </p:oleObj>
              </mc:Choice>
              <mc:Fallback>
                <p:oleObj name="Equation" r:id="rId8" imgW="1968480" imgH="406080" progId="Equation.DSMT4">
                  <p:embed/>
                  <p:pic>
                    <p:nvPicPr>
                      <p:cNvPr id="0" name="Picture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0859" y="3816457"/>
                        <a:ext cx="4616882" cy="9523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7"/>
          <p:cNvGraphicFramePr>
            <a:graphicFrameLocks noChangeAspect="1"/>
          </p:cNvGraphicFramePr>
          <p:nvPr/>
        </p:nvGraphicFramePr>
        <p:xfrm>
          <a:off x="3105149" y="4833391"/>
          <a:ext cx="4455583" cy="544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228600" progId="Equation.DSMT4">
                  <p:embed/>
                </p:oleObj>
              </mc:Choice>
              <mc:Fallback>
                <p:oleObj name="Equation" r:id="rId10" imgW="1866600" imgH="228600" progId="Equation.DSMT4">
                  <p:embed/>
                  <p:pic>
                    <p:nvPicPr>
                      <p:cNvPr id="0" name="Picture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49" y="4833391"/>
                        <a:ext cx="4455583" cy="5448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8"/>
          <p:cNvGraphicFramePr>
            <a:graphicFrameLocks noChangeAspect="1"/>
          </p:cNvGraphicFramePr>
          <p:nvPr/>
        </p:nvGraphicFramePr>
        <p:xfrm>
          <a:off x="3127182" y="5440423"/>
          <a:ext cx="2205759" cy="535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600" imgH="228600" progId="Equation.DSMT4">
                  <p:embed/>
                </p:oleObj>
              </mc:Choice>
              <mc:Fallback>
                <p:oleObj name="Equation" r:id="rId12" imgW="939600" imgH="228600" progId="Equation.DSMT4">
                  <p:embed/>
                  <p:pic>
                    <p:nvPicPr>
                      <p:cNvPr id="0" name="Picture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182" y="5440423"/>
                        <a:ext cx="2205759" cy="5359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0" name="灯片编号占位符 1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1E0933B-305D-40AA-A1EE-F8524D0E87CE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24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81970" y="802654"/>
            <a:ext cx="50834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、伯努利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(Bernoulli)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342087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1" grpId="0"/>
      <p:bldP spid="1434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659529" y="934085"/>
            <a:ext cx="6043613" cy="1165225"/>
            <a:chOff x="85" y="348"/>
            <a:chExt cx="3807" cy="734"/>
          </a:xfrm>
        </p:grpSpPr>
        <p:sp>
          <p:nvSpPr>
            <p:cNvPr id="44046" name="Text Box 3"/>
            <p:cNvSpPr txBox="1">
              <a:spLocks noChangeArrowheads="1"/>
            </p:cNvSpPr>
            <p:nvPr/>
          </p:nvSpPr>
          <p:spPr bwMode="auto">
            <a:xfrm>
              <a:off x="85" y="499"/>
              <a:ext cx="131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b="1" dirty="0">
                  <a:solidFill>
                    <a:srgbClr val="FF3300"/>
                  </a:solidFill>
                </a:rPr>
                <a:t>例</a:t>
              </a:r>
              <a:r>
                <a:rPr lang="en-US" altLang="zh-CN" sz="3200" b="1" dirty="0">
                  <a:solidFill>
                    <a:srgbClr val="FF3300"/>
                  </a:solidFill>
                </a:rPr>
                <a:t>8</a:t>
              </a:r>
              <a:r>
                <a:rPr lang="en-US" altLang="zh-CN" sz="3200" b="1" dirty="0"/>
                <a:t>  </a:t>
              </a:r>
              <a:r>
                <a:rPr lang="zh-CN" altLang="en-US" sz="2800" b="1" dirty="0"/>
                <a:t>求方程</a:t>
              </a:r>
            </a:p>
          </p:txBody>
        </p:sp>
        <p:graphicFrame>
          <p:nvGraphicFramePr>
            <p:cNvPr id="44041" name="Object 9"/>
            <p:cNvGraphicFramePr>
              <a:graphicFrameLocks noChangeAspect="1"/>
            </p:cNvGraphicFramePr>
            <p:nvPr/>
          </p:nvGraphicFramePr>
          <p:xfrm>
            <a:off x="1429" y="348"/>
            <a:ext cx="1515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14400" imgH="444240" progId="Equation.DSMT4">
                    <p:embed/>
                  </p:oleObj>
                </mc:Choice>
                <mc:Fallback>
                  <p:oleObj name="Equation" r:id="rId3" imgW="914400" imgH="444240" progId="Equation.DSMT4">
                    <p:embed/>
                    <p:pic>
                      <p:nvPicPr>
                        <p:cNvPr id="0" name="Picture 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348"/>
                          <a:ext cx="1515" cy="7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7" name="Text Box 5"/>
            <p:cNvSpPr txBox="1">
              <a:spLocks noChangeArrowheads="1"/>
            </p:cNvSpPr>
            <p:nvPr/>
          </p:nvSpPr>
          <p:spPr bwMode="auto">
            <a:xfrm>
              <a:off x="3042" y="551"/>
              <a:ext cx="8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的通解</a:t>
              </a:r>
              <a:r>
                <a:rPr lang="en-US" altLang="zh-CN" sz="2800" b="1" dirty="0"/>
                <a:t>.</a:t>
              </a:r>
            </a:p>
          </p:txBody>
        </p:sp>
      </p:grp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659529" y="2132668"/>
            <a:ext cx="6655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解</a:t>
            </a:r>
            <a:r>
              <a:rPr lang="en-US" altLang="zh-CN" sz="2800" b="1" dirty="0">
                <a:solidFill>
                  <a:srgbClr val="FF3300"/>
                </a:solidFill>
              </a:rPr>
              <a:t>:</a:t>
            </a:r>
          </a:p>
        </p:txBody>
      </p:sp>
      <p:graphicFrame>
        <p:nvGraphicFramePr>
          <p:cNvPr id="15367" name="Object 2"/>
          <p:cNvGraphicFramePr>
            <a:graphicFrameLocks noChangeAspect="1"/>
          </p:cNvGraphicFramePr>
          <p:nvPr/>
        </p:nvGraphicFramePr>
        <p:xfrm>
          <a:off x="2466975" y="2157413"/>
          <a:ext cx="42799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215640" progId="Equation.DSMT4">
                  <p:embed/>
                </p:oleObj>
              </mc:Choice>
              <mc:Fallback>
                <p:oleObj name="Equation" r:id="rId5" imgW="1765080" imgH="215640" progId="Equation.DSMT4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2157413"/>
                        <a:ext cx="4279900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3"/>
          <p:cNvGraphicFramePr>
            <a:graphicFrameLocks noChangeAspect="1"/>
          </p:cNvGraphicFramePr>
          <p:nvPr/>
        </p:nvGraphicFramePr>
        <p:xfrm>
          <a:off x="6818313" y="2116138"/>
          <a:ext cx="34798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09400" imgH="228600" progId="Equation.DSMT4">
                  <p:embed/>
                </p:oleObj>
              </mc:Choice>
              <mc:Fallback>
                <p:oleObj name="Equation" r:id="rId7" imgW="1409400" imgH="228600" progId="Equation.DSMT4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8313" y="2116138"/>
                        <a:ext cx="3479800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4"/>
          <p:cNvGraphicFramePr>
            <a:graphicFrameLocks noChangeAspect="1"/>
          </p:cNvGraphicFramePr>
          <p:nvPr/>
        </p:nvGraphicFramePr>
        <p:xfrm>
          <a:off x="4035425" y="2640013"/>
          <a:ext cx="2162175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76240" imgH="406080" progId="Equation.DSMT4">
                  <p:embed/>
                </p:oleObj>
              </mc:Choice>
              <mc:Fallback>
                <p:oleObj name="Equation" r:id="rId9" imgW="876240" imgH="406080" progId="Equation.DSMT4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5" y="2640013"/>
                        <a:ext cx="2162175" cy="1001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1664648" y="3657927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解以上线性方程得</a:t>
            </a:r>
          </a:p>
        </p:txBody>
      </p:sp>
      <p:graphicFrame>
        <p:nvGraphicFramePr>
          <p:cNvPr id="15371" name="Object 5"/>
          <p:cNvGraphicFramePr>
            <a:graphicFrameLocks noChangeAspect="1"/>
          </p:cNvGraphicFramePr>
          <p:nvPr/>
        </p:nvGraphicFramePr>
        <p:xfrm>
          <a:off x="1992312" y="4166570"/>
          <a:ext cx="474503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14320" imgH="368280" progId="Equation.DSMT4">
                  <p:embed/>
                </p:oleObj>
              </mc:Choice>
              <mc:Fallback>
                <p:oleObj name="Equation" r:id="rId11" imgW="1714320" imgH="368280" progId="Equation.DSMT4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2" y="4166570"/>
                        <a:ext cx="4745037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6"/>
          <p:cNvGraphicFramePr>
            <a:graphicFrameLocks noChangeAspect="1"/>
          </p:cNvGraphicFramePr>
          <p:nvPr/>
        </p:nvGraphicFramePr>
        <p:xfrm>
          <a:off x="6678613" y="4231431"/>
          <a:ext cx="18796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61760" imgH="406080" progId="Equation.DSMT4">
                  <p:embed/>
                </p:oleObj>
              </mc:Choice>
              <mc:Fallback>
                <p:oleObj name="Equation" r:id="rId13" imgW="761760" imgH="406080" progId="Equation.DSMT4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8613" y="4231431"/>
                        <a:ext cx="1879600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7"/>
          <p:cNvGraphicFramePr>
            <a:graphicFrameLocks noChangeAspect="1"/>
          </p:cNvGraphicFramePr>
          <p:nvPr/>
        </p:nvGraphicFramePr>
        <p:xfrm>
          <a:off x="1659529" y="5324582"/>
          <a:ext cx="57658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336760" imgH="228600" progId="Equation.DSMT4">
                  <p:embed/>
                </p:oleObj>
              </mc:Choice>
              <mc:Fallback>
                <p:oleObj name="Equation" r:id="rId15" imgW="2336760" imgH="228600" progId="Equation.DSMT4">
                  <p:embed/>
                  <p:pic>
                    <p:nvPicPr>
                      <p:cNvPr id="0" name="Picture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9529" y="5324582"/>
                        <a:ext cx="5765800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8"/>
          <p:cNvGraphicFramePr>
            <a:graphicFrameLocks noChangeAspect="1"/>
          </p:cNvGraphicFramePr>
          <p:nvPr/>
        </p:nvGraphicFramePr>
        <p:xfrm>
          <a:off x="7598683" y="5128111"/>
          <a:ext cx="2214073" cy="941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52200" imgH="406080" progId="Equation.DSMT4">
                  <p:embed/>
                </p:oleObj>
              </mc:Choice>
              <mc:Fallback>
                <p:oleObj name="Equation" r:id="rId17" imgW="952200" imgH="406080" progId="Equation.DSMT4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8683" y="5128111"/>
                        <a:ext cx="2214073" cy="9418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5" name="灯片编号占位符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2E578F1-3E12-4C5C-95A2-4FD9FDADE984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25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06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  <p:bldP spid="1537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415480" y="1484784"/>
            <a:ext cx="6655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解</a:t>
            </a:r>
            <a:r>
              <a:rPr lang="en-US" altLang="zh-CN" sz="2800" b="1" dirty="0">
                <a:solidFill>
                  <a:srgbClr val="FF3300"/>
                </a:solidFill>
              </a:rPr>
              <a:t>:</a:t>
            </a:r>
          </a:p>
        </p:txBody>
      </p:sp>
      <p:graphicFrame>
        <p:nvGraphicFramePr>
          <p:cNvPr id="15367" name="Object 2"/>
          <p:cNvGraphicFramePr>
            <a:graphicFrameLocks noChangeAspect="1"/>
          </p:cNvGraphicFramePr>
          <p:nvPr/>
        </p:nvGraphicFramePr>
        <p:xfrm>
          <a:off x="1487488" y="2708920"/>
          <a:ext cx="575786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74560" imgH="215640" progId="Equation.DSMT4">
                  <p:embed/>
                </p:oleObj>
              </mc:Choice>
              <mc:Fallback>
                <p:oleObj name="Equation" r:id="rId3" imgW="2374560" imgH="2156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2708920"/>
                        <a:ext cx="5757862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3"/>
          <p:cNvGraphicFramePr>
            <a:graphicFrameLocks noChangeAspect="1"/>
          </p:cNvGraphicFramePr>
          <p:nvPr/>
        </p:nvGraphicFramePr>
        <p:xfrm>
          <a:off x="7392144" y="2636912"/>
          <a:ext cx="35734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560" imgH="228600" progId="Equation.DSMT4">
                  <p:embed/>
                </p:oleObj>
              </mc:Choice>
              <mc:Fallback>
                <p:oleObj name="Equation" r:id="rId5" imgW="1447560" imgH="228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2636912"/>
                        <a:ext cx="3573462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4"/>
          <p:cNvGraphicFramePr>
            <a:graphicFrameLocks noChangeAspect="1"/>
          </p:cNvGraphicFramePr>
          <p:nvPr/>
        </p:nvGraphicFramePr>
        <p:xfrm>
          <a:off x="1631504" y="3212976"/>
          <a:ext cx="40274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0" imgH="228600" progId="Equation.DSMT4">
                  <p:embed/>
                </p:oleObj>
              </mc:Choice>
              <mc:Fallback>
                <p:oleObj name="Equation" r:id="rId7" imgW="139680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3212976"/>
                        <a:ext cx="4027488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096000" y="3284984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解此线性方程</a:t>
            </a:r>
          </a:p>
        </p:txBody>
      </p:sp>
      <p:graphicFrame>
        <p:nvGraphicFramePr>
          <p:cNvPr id="15371" name="Object 5"/>
          <p:cNvGraphicFramePr>
            <a:graphicFrameLocks noChangeAspect="1"/>
          </p:cNvGraphicFramePr>
          <p:nvPr/>
        </p:nvGraphicFramePr>
        <p:xfrm>
          <a:off x="1703512" y="3789040"/>
          <a:ext cx="5097462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41400" imgH="330120" progId="Equation.DSMT4">
                  <p:embed/>
                </p:oleObj>
              </mc:Choice>
              <mc:Fallback>
                <p:oleObj name="Equation" r:id="rId9" imgW="1841400" imgH="3301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3789040"/>
                        <a:ext cx="5097462" cy="912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6"/>
          <p:cNvGraphicFramePr>
            <a:graphicFrameLocks noChangeAspect="1"/>
          </p:cNvGraphicFramePr>
          <p:nvPr/>
        </p:nvGraphicFramePr>
        <p:xfrm>
          <a:off x="6744072" y="3789040"/>
          <a:ext cx="212883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63280" imgH="406080" progId="Equation.DSMT4">
                  <p:embed/>
                </p:oleObj>
              </mc:Choice>
              <mc:Fallback>
                <p:oleObj name="Equation" r:id="rId11" imgW="863280" imgH="4060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72" y="3789040"/>
                        <a:ext cx="2128837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7"/>
          <p:cNvGraphicFramePr>
            <a:graphicFrameLocks noChangeAspect="1"/>
          </p:cNvGraphicFramePr>
          <p:nvPr/>
        </p:nvGraphicFramePr>
        <p:xfrm>
          <a:off x="1690688" y="5589588"/>
          <a:ext cx="54848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22280" imgH="228600" progId="Equation.DSMT4">
                  <p:embed/>
                </p:oleObj>
              </mc:Choice>
              <mc:Fallback>
                <p:oleObj name="Equation" r:id="rId13" imgW="2222280" imgH="2286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5589588"/>
                        <a:ext cx="5484812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8"/>
          <p:cNvGraphicFramePr>
            <a:graphicFrameLocks noChangeAspect="1"/>
          </p:cNvGraphicFramePr>
          <p:nvPr/>
        </p:nvGraphicFramePr>
        <p:xfrm>
          <a:off x="7320136" y="5157192"/>
          <a:ext cx="3552115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82680" imgH="469800" progId="Equation.DSMT4">
                  <p:embed/>
                </p:oleObj>
              </mc:Choice>
              <mc:Fallback>
                <p:oleObj name="Equation" r:id="rId15" imgW="1282680" imgH="4698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0136" y="5157192"/>
                        <a:ext cx="3552115" cy="12961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5" name="灯片编号占位符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2E578F1-3E12-4C5C-95A2-4FD9FDADE984}" type="slidenum">
              <a:rPr lang="en-US" altLang="zh-CN" sz="1200">
                <a:solidFill>
                  <a:schemeClr val="accent2"/>
                </a:solidFill>
              </a:rPr>
              <a:pPr eaLnBrk="1" hangingPunct="1"/>
              <a:t>26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487488" y="476672"/>
            <a:ext cx="9691690" cy="865188"/>
            <a:chOff x="1487488" y="836712"/>
            <a:chExt cx="9691690" cy="865188"/>
          </a:xfrm>
        </p:grpSpPr>
        <p:grpSp>
          <p:nvGrpSpPr>
            <p:cNvPr id="2" name="Group 2"/>
            <p:cNvGrpSpPr>
              <a:grpSpLocks/>
            </p:cNvGrpSpPr>
            <p:nvPr/>
          </p:nvGrpSpPr>
          <p:grpSpPr bwMode="auto">
            <a:xfrm>
              <a:off x="1487488" y="836712"/>
              <a:ext cx="9691690" cy="865188"/>
              <a:chOff x="85" y="377"/>
              <a:chExt cx="6105" cy="545"/>
            </a:xfrm>
          </p:grpSpPr>
          <p:sp>
            <p:nvSpPr>
              <p:cNvPr id="44046" name="Text Box 3"/>
              <p:cNvSpPr txBox="1">
                <a:spLocks noChangeArrowheads="1"/>
              </p:cNvSpPr>
              <p:nvPr/>
            </p:nvSpPr>
            <p:spPr bwMode="auto">
              <a:xfrm>
                <a:off x="85" y="499"/>
                <a:ext cx="2132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 dirty="0">
                    <a:solidFill>
                      <a:srgbClr val="FF3300"/>
                    </a:solidFill>
                  </a:rPr>
                  <a:t>例</a:t>
                </a:r>
                <a:r>
                  <a:rPr lang="en-US" altLang="zh-CN" sz="2800" b="1" dirty="0">
                    <a:solidFill>
                      <a:srgbClr val="FF3300"/>
                    </a:solidFill>
                  </a:rPr>
                  <a:t>6</a:t>
                </a:r>
                <a:r>
                  <a:rPr lang="en-US" altLang="zh-CN" sz="2800" b="1" dirty="0"/>
                  <a:t>  </a:t>
                </a:r>
                <a:r>
                  <a:rPr lang="zh-CN" altLang="en-US" sz="2800" b="1" dirty="0"/>
                  <a:t>设         连续</a:t>
                </a:r>
                <a:r>
                  <a:rPr lang="zh-CN" altLang="en-US" sz="3200" b="1" dirty="0"/>
                  <a:t>，</a:t>
                </a:r>
                <a:endParaRPr lang="zh-CN" altLang="en-US" sz="2800" b="1" dirty="0"/>
              </a:p>
            </p:txBody>
          </p:sp>
          <p:graphicFrame>
            <p:nvGraphicFramePr>
              <p:cNvPr id="44041" name="Object 9"/>
              <p:cNvGraphicFramePr>
                <a:graphicFrameLocks noChangeAspect="1"/>
              </p:cNvGraphicFramePr>
              <p:nvPr/>
            </p:nvGraphicFramePr>
            <p:xfrm>
              <a:off x="2172" y="377"/>
              <a:ext cx="2303" cy="5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676160" imgH="330120" progId="Equation.DSMT4">
                      <p:embed/>
                    </p:oleObj>
                  </mc:Choice>
                  <mc:Fallback>
                    <p:oleObj name="Equation" r:id="rId17" imgW="1676160" imgH="330120" progId="Equation.DSMT4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72" y="377"/>
                            <a:ext cx="2303" cy="5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47" name="Text Box 5"/>
              <p:cNvSpPr txBox="1">
                <a:spLocks noChangeArrowheads="1"/>
              </p:cNvSpPr>
              <p:nvPr/>
            </p:nvSpPr>
            <p:spPr bwMode="auto">
              <a:xfrm>
                <a:off x="4485" y="468"/>
                <a:ext cx="170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 dirty="0"/>
                  <a:t>求       的表达式</a:t>
                </a:r>
                <a:r>
                  <a:rPr lang="en-US" altLang="zh-CN" sz="2800" b="1" dirty="0"/>
                  <a:t>.</a:t>
                </a:r>
              </a:p>
            </p:txBody>
          </p:sp>
        </p:grpSp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2567608" y="1124744"/>
            <a:ext cx="864096" cy="516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68280" imgH="203040" progId="Equation.DSMT4">
                    <p:embed/>
                  </p:oleObj>
                </mc:Choice>
                <mc:Fallback>
                  <p:oleObj name="Equation" r:id="rId19" imgW="368280" imgH="20304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608" y="1124744"/>
                          <a:ext cx="864096" cy="5164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17"/>
            <p:cNvSpPr txBox="1"/>
            <p:nvPr/>
          </p:nvSpPr>
          <p:spPr>
            <a:xfrm>
              <a:off x="4295800" y="1052736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且</a:t>
              </a:r>
            </a:p>
          </p:txBody>
        </p:sp>
        <p:graphicFrame>
          <p:nvGraphicFramePr>
            <p:cNvPr id="38924" name="Object 12"/>
            <p:cNvGraphicFramePr>
              <a:graphicFrameLocks noChangeAspect="1"/>
            </p:cNvGraphicFramePr>
            <p:nvPr/>
          </p:nvGraphicFramePr>
          <p:xfrm>
            <a:off x="8832305" y="980728"/>
            <a:ext cx="720079" cy="515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68280" imgH="203040" progId="Equation.DSMT4">
                    <p:embed/>
                  </p:oleObj>
                </mc:Choice>
                <mc:Fallback>
                  <p:oleObj name="Equation" r:id="rId21" imgW="368280" imgH="203040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32305" y="980728"/>
                          <a:ext cx="720079" cy="5159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Box 20"/>
          <p:cNvSpPr txBox="1"/>
          <p:nvPr/>
        </p:nvSpPr>
        <p:spPr>
          <a:xfrm>
            <a:off x="2135560" y="1412776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两边求导得</a:t>
            </a:r>
          </a:p>
        </p:txBody>
      </p:sp>
      <p:graphicFrame>
        <p:nvGraphicFramePr>
          <p:cNvPr id="22" name="Object 9"/>
          <p:cNvGraphicFramePr>
            <a:graphicFrameLocks noChangeAspect="1"/>
          </p:cNvGraphicFramePr>
          <p:nvPr/>
        </p:nvGraphicFramePr>
        <p:xfrm>
          <a:off x="4151784" y="1196752"/>
          <a:ext cx="51784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374560" imgH="330120" progId="Equation.DSMT4">
                  <p:embed/>
                </p:oleObj>
              </mc:Choice>
              <mc:Fallback>
                <p:oleObj name="Equation" r:id="rId23" imgW="2374560" imgH="33012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1196752"/>
                        <a:ext cx="5178425" cy="86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1487488" y="2060848"/>
            <a:ext cx="4182418" cy="600075"/>
            <a:chOff x="1487488" y="2060848"/>
            <a:chExt cx="4182418" cy="600075"/>
          </a:xfrm>
        </p:grpSpPr>
        <p:graphicFrame>
          <p:nvGraphicFramePr>
            <p:cNvPr id="38926" name="Object 14"/>
            <p:cNvGraphicFramePr>
              <a:graphicFrameLocks noChangeAspect="1"/>
            </p:cNvGraphicFramePr>
            <p:nvPr/>
          </p:nvGraphicFramePr>
          <p:xfrm>
            <a:off x="2207568" y="2060848"/>
            <a:ext cx="3462338" cy="600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587240" imgH="228600" progId="Equation.DSMT4">
                    <p:embed/>
                  </p:oleObj>
                </mc:Choice>
                <mc:Fallback>
                  <p:oleObj name="Equation" r:id="rId25" imgW="1587240" imgH="228600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7568" y="2060848"/>
                          <a:ext cx="3462338" cy="600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Box 23"/>
            <p:cNvSpPr txBox="1"/>
            <p:nvPr/>
          </p:nvSpPr>
          <p:spPr>
            <a:xfrm>
              <a:off x="1487488" y="2132856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即</a:t>
              </a:r>
            </a:p>
          </p:txBody>
        </p:sp>
      </p:grpSp>
      <p:graphicFrame>
        <p:nvGraphicFramePr>
          <p:cNvPr id="38927" name="Object 15"/>
          <p:cNvGraphicFramePr>
            <a:graphicFrameLocks noChangeAspect="1"/>
          </p:cNvGraphicFramePr>
          <p:nvPr/>
        </p:nvGraphicFramePr>
        <p:xfrm>
          <a:off x="5951984" y="2132856"/>
          <a:ext cx="2664296" cy="500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17440" imgH="215640" progId="Equation.DSMT4">
                  <p:embed/>
                </p:oleObj>
              </mc:Choice>
              <mc:Fallback>
                <p:oleObj name="Equation" r:id="rId27" imgW="1117440" imgH="21564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2132856"/>
                        <a:ext cx="2664296" cy="5005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8" name="Object 16"/>
          <p:cNvGraphicFramePr>
            <a:graphicFrameLocks noChangeAspect="1"/>
          </p:cNvGraphicFramePr>
          <p:nvPr/>
        </p:nvGraphicFramePr>
        <p:xfrm>
          <a:off x="1631504" y="4797152"/>
          <a:ext cx="3528391" cy="548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384200" imgH="215640" progId="Equation.DSMT4">
                  <p:embed/>
                </p:oleObj>
              </mc:Choice>
              <mc:Fallback>
                <p:oleObj name="Equation" r:id="rId29" imgW="1384200" imgH="21564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4797152"/>
                        <a:ext cx="3528391" cy="5487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5303912" y="4509120"/>
            <a:ext cx="3215059" cy="1000125"/>
            <a:chOff x="5303912" y="4437112"/>
            <a:chExt cx="3215059" cy="1000125"/>
          </a:xfrm>
        </p:grpSpPr>
        <p:graphicFrame>
          <p:nvGraphicFramePr>
            <p:cNvPr id="38929" name="Object 17"/>
            <p:cNvGraphicFramePr>
              <a:graphicFrameLocks noChangeAspect="1"/>
            </p:cNvGraphicFramePr>
            <p:nvPr/>
          </p:nvGraphicFramePr>
          <p:xfrm>
            <a:off x="5951984" y="4437112"/>
            <a:ext cx="2566987" cy="1000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1041120" imgH="406080" progId="Equation.DSMT4">
                    <p:embed/>
                  </p:oleObj>
                </mc:Choice>
                <mc:Fallback>
                  <p:oleObj name="Equation" r:id="rId31" imgW="1041120" imgH="406080" progId="Equation.DSMT4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1984" y="4437112"/>
                          <a:ext cx="2566987" cy="1000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Box 28"/>
            <p:cNvSpPr txBox="1"/>
            <p:nvPr/>
          </p:nvSpPr>
          <p:spPr>
            <a:xfrm>
              <a:off x="5303912" y="4725144"/>
              <a:ext cx="6480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90654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  <p:bldP spid="1537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HASREMARK" val="True"/>
  <p:tag name="PROBLEMREMARK" val="解答"/>
  <p:tag name="PROBLEMSCORE" val="10.0"/>
  <p:tag name="PROBLEMBLANK" val="[{&quot;num&quot;:1,&quot;caseSensitive&quot;:false,&quot;fuzzyMatch&quot;:false,&quot;Score&quot;:5.0,&quot;answers&quot;:[&quot;x(2-lnx)&quot;]},{&quot;num&quot;:2,&quot;caseSensitive&quot;:false,&quot;fuzzyMatch&quot;:true,&quot;Score&quot;:5.0,&quot;answers&quot;:[&quot;（e^4-5）/4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4177</TotalTime>
  <Words>492</Words>
  <Application>Microsoft Office PowerPoint</Application>
  <PresentationFormat>宽屏</PresentationFormat>
  <Paragraphs>142</Paragraphs>
  <Slides>26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等线</vt:lpstr>
      <vt:lpstr>华文楷体</vt:lpstr>
      <vt:lpstr>宋体</vt:lpstr>
      <vt:lpstr>Microsoft Yahei</vt:lpstr>
      <vt:lpstr>Arial</vt:lpstr>
      <vt:lpstr>Calibri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189</cp:revision>
  <dcterms:created xsi:type="dcterms:W3CDTF">2009-06-13T01:14:34Z</dcterms:created>
  <dcterms:modified xsi:type="dcterms:W3CDTF">2023-12-11T04:54:10Z</dcterms:modified>
</cp:coreProperties>
</file>