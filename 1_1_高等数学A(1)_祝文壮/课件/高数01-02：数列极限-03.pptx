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24" r:id="rId2"/>
    <p:sldId id="325" r:id="rId3"/>
    <p:sldId id="326" r:id="rId4"/>
    <p:sldId id="327" r:id="rId5"/>
    <p:sldId id="328" r:id="rId6"/>
    <p:sldId id="329" r:id="rId7"/>
    <p:sldId id="350" r:id="rId8"/>
    <p:sldId id="345" r:id="rId9"/>
    <p:sldId id="330" r:id="rId10"/>
    <p:sldId id="331" r:id="rId11"/>
    <p:sldId id="332" r:id="rId12"/>
    <p:sldId id="333" r:id="rId13"/>
    <p:sldId id="334" r:id="rId14"/>
    <p:sldId id="351" r:id="rId15"/>
    <p:sldId id="352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4238" autoAdjust="0"/>
  </p:normalViewPr>
  <p:slideViewPr>
    <p:cSldViewPr>
      <p:cViewPr varScale="1">
        <p:scale>
          <a:sx n="72" d="100"/>
          <a:sy n="72" d="100"/>
        </p:scale>
        <p:origin x="50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4AD17-B7A2-4A9C-800C-918F424ED705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99388-8788-4B96-B041-FF50FCFCC3CF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0234F-A333-4E4A-AADF-FA3C7B65A173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9FCC1-8FC9-4502-BCAC-41BF003807D7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B5388-C040-4374-B65B-4FFB7ED5496A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64ADC-04C6-43D1-A7EA-1B917FBD88EC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CAD11-3671-4543-AED2-6EA900065880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166330-0B65-4992-AD5F-910A1ADB4825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DBF32-6AD0-4A5E-830C-E226D6E8ECA0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8A8A11-FFAE-48B6-BE49-5BC0DBAE20C2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7EE3E-CDF0-4279-8244-CB1F526A57B3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8B6625F-A724-4002-835E-A261CD045076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e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2.wmf"/><Relationship Id="rId21" Type="http://schemas.openxmlformats.org/officeDocument/2006/relationships/image" Target="../media/image11.e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emf"/><Relationship Id="rId25" Type="http://schemas.openxmlformats.org/officeDocument/2006/relationships/image" Target="../media/image13.wmf"/><Relationship Id="rId3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5" Type="http://schemas.openxmlformats.org/officeDocument/2006/relationships/image" Target="../media/image3.wmf"/><Relationship Id="rId15" Type="http://schemas.openxmlformats.org/officeDocument/2006/relationships/image" Target="../media/image8.emf"/><Relationship Id="rId23" Type="http://schemas.openxmlformats.org/officeDocument/2006/relationships/image" Target="../media/image12.e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emf"/><Relationship Id="rId31" Type="http://schemas.openxmlformats.org/officeDocument/2006/relationships/image" Target="../media/image16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4.wmf"/><Relationship Id="rId30" Type="http://schemas.openxmlformats.org/officeDocument/2006/relationships/oleObject" Target="../embeddings/oleObject15.bin"/><Relationship Id="rId8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5.wmf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5" Type="http://schemas.openxmlformats.org/officeDocument/2006/relationships/image" Target="../media/image24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2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30.bin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0.wmf"/><Relationship Id="rId5" Type="http://schemas.openxmlformats.org/officeDocument/2006/relationships/image" Target="../media/image27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39.bin"/><Relationship Id="rId26" Type="http://schemas.openxmlformats.org/officeDocument/2006/relationships/oleObject" Target="../embeddings/oleObject43.bin"/><Relationship Id="rId3" Type="http://schemas.openxmlformats.org/officeDocument/2006/relationships/image" Target="../media/image32.wmf"/><Relationship Id="rId21" Type="http://schemas.openxmlformats.org/officeDocument/2006/relationships/image" Target="../media/image40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38.wmf"/><Relationship Id="rId25" Type="http://schemas.openxmlformats.org/officeDocument/2006/relationships/image" Target="../media/image42.wmf"/><Relationship Id="rId2" Type="http://schemas.openxmlformats.org/officeDocument/2006/relationships/oleObject" Target="../embeddings/oleObject31.bin"/><Relationship Id="rId16" Type="http://schemas.openxmlformats.org/officeDocument/2006/relationships/oleObject" Target="../embeddings/oleObject38.bin"/><Relationship Id="rId20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5.wmf"/><Relationship Id="rId24" Type="http://schemas.openxmlformats.org/officeDocument/2006/relationships/oleObject" Target="../embeddings/oleObject42.bin"/><Relationship Id="rId5" Type="http://schemas.openxmlformats.org/officeDocument/2006/relationships/image" Target="../media/image33.wmf"/><Relationship Id="rId15" Type="http://schemas.openxmlformats.org/officeDocument/2006/relationships/image" Target="../media/image37.wmf"/><Relationship Id="rId23" Type="http://schemas.openxmlformats.org/officeDocument/2006/relationships/image" Target="../media/image41.wmf"/><Relationship Id="rId10" Type="http://schemas.openxmlformats.org/officeDocument/2006/relationships/oleObject" Target="../embeddings/oleObject35.bin"/><Relationship Id="rId19" Type="http://schemas.openxmlformats.org/officeDocument/2006/relationships/image" Target="../media/image39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37.bin"/><Relationship Id="rId22" Type="http://schemas.openxmlformats.org/officeDocument/2006/relationships/oleObject" Target="../embeddings/oleObject41.bin"/><Relationship Id="rId27" Type="http://schemas.openxmlformats.org/officeDocument/2006/relationships/image" Target="../media/image4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52.bin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58.bin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5" Type="http://schemas.openxmlformats.org/officeDocument/2006/relationships/image" Target="../media/image59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59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oleObject" Target="../embeddings/oleObject63.bin"/><Relationship Id="rId39" Type="http://schemas.openxmlformats.org/officeDocument/2006/relationships/image" Target="../media/image69.wmf"/><Relationship Id="rId21" Type="http://schemas.openxmlformats.org/officeDocument/2006/relationships/image" Target="../media/image60.wmf"/><Relationship Id="rId34" Type="http://schemas.openxmlformats.org/officeDocument/2006/relationships/oleObject" Target="../embeddings/oleObject67.bin"/><Relationship Id="rId42" Type="http://schemas.openxmlformats.org/officeDocument/2006/relationships/oleObject" Target="../embeddings/oleObject71.bin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oleObject" Target="../embeddings/oleObject60.bin"/><Relationship Id="rId29" Type="http://schemas.openxmlformats.org/officeDocument/2006/relationships/image" Target="../media/image64.wmf"/><Relationship Id="rId41" Type="http://schemas.openxmlformats.org/officeDocument/2006/relationships/image" Target="../media/image70.w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oleObject" Target="../embeddings/oleObject62.bin"/><Relationship Id="rId32" Type="http://schemas.openxmlformats.org/officeDocument/2006/relationships/oleObject" Target="../embeddings/oleObject66.bin"/><Relationship Id="rId37" Type="http://schemas.openxmlformats.org/officeDocument/2006/relationships/image" Target="../media/image68.wmf"/><Relationship Id="rId40" Type="http://schemas.openxmlformats.org/officeDocument/2006/relationships/oleObject" Target="../embeddings/oleObject70.bin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61.wmf"/><Relationship Id="rId28" Type="http://schemas.openxmlformats.org/officeDocument/2006/relationships/oleObject" Target="../embeddings/oleObject64.bin"/><Relationship Id="rId36" Type="http://schemas.openxmlformats.org/officeDocument/2006/relationships/oleObject" Target="../embeddings/oleObject68.bin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31" Type="http://schemas.openxmlformats.org/officeDocument/2006/relationships/image" Target="../media/image65.wmf"/><Relationship Id="rId44" Type="http://schemas.openxmlformats.org/officeDocument/2006/relationships/image" Target="../media/image72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oleObject" Target="../embeddings/oleObject61.bin"/><Relationship Id="rId27" Type="http://schemas.openxmlformats.org/officeDocument/2006/relationships/image" Target="../media/image63.wmf"/><Relationship Id="rId30" Type="http://schemas.openxmlformats.org/officeDocument/2006/relationships/oleObject" Target="../embeddings/oleObject65.bin"/><Relationship Id="rId35" Type="http://schemas.openxmlformats.org/officeDocument/2006/relationships/image" Target="../media/image67.wmf"/><Relationship Id="rId43" Type="http://schemas.openxmlformats.org/officeDocument/2006/relationships/image" Target="../media/image71.wmf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62.wmf"/><Relationship Id="rId33" Type="http://schemas.openxmlformats.org/officeDocument/2006/relationships/image" Target="../media/image66.wmf"/><Relationship Id="rId38" Type="http://schemas.openxmlformats.org/officeDocument/2006/relationships/oleObject" Target="../embeddings/oleObject69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79.wmf"/><Relationship Id="rId18" Type="http://schemas.openxmlformats.org/officeDocument/2006/relationships/oleObject" Target="../embeddings/oleObject81.bin"/><Relationship Id="rId3" Type="http://schemas.openxmlformats.org/officeDocument/2006/relationships/image" Target="../media/image74.wmf"/><Relationship Id="rId21" Type="http://schemas.openxmlformats.org/officeDocument/2006/relationships/image" Target="../media/image83.wmf"/><Relationship Id="rId7" Type="http://schemas.openxmlformats.org/officeDocument/2006/relationships/image" Target="../media/image76.wmf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81.wmf"/><Relationship Id="rId25" Type="http://schemas.openxmlformats.org/officeDocument/2006/relationships/image" Target="../media/image85.wmf"/><Relationship Id="rId2" Type="http://schemas.openxmlformats.org/officeDocument/2006/relationships/oleObject" Target="../embeddings/oleObject73.bin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78.wmf"/><Relationship Id="rId24" Type="http://schemas.openxmlformats.org/officeDocument/2006/relationships/oleObject" Target="../embeddings/oleObject84.bin"/><Relationship Id="rId5" Type="http://schemas.openxmlformats.org/officeDocument/2006/relationships/image" Target="../media/image75.wmf"/><Relationship Id="rId15" Type="http://schemas.openxmlformats.org/officeDocument/2006/relationships/image" Target="../media/image80.wmf"/><Relationship Id="rId23" Type="http://schemas.openxmlformats.org/officeDocument/2006/relationships/image" Target="../media/image84.wmf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82.w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77.wmf"/><Relationship Id="rId14" Type="http://schemas.openxmlformats.org/officeDocument/2006/relationships/oleObject" Target="../embeddings/oleObject79.bin"/><Relationship Id="rId22" Type="http://schemas.openxmlformats.org/officeDocument/2006/relationships/oleObject" Target="../embeddings/oleObject83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1.emf"/><Relationship Id="rId18" Type="http://schemas.openxmlformats.org/officeDocument/2006/relationships/oleObject" Target="../embeddings/oleObject93.bin"/><Relationship Id="rId26" Type="http://schemas.openxmlformats.org/officeDocument/2006/relationships/oleObject" Target="../embeddings/oleObject97.bin"/><Relationship Id="rId3" Type="http://schemas.openxmlformats.org/officeDocument/2006/relationships/image" Target="../media/image86.emf"/><Relationship Id="rId21" Type="http://schemas.openxmlformats.org/officeDocument/2006/relationships/image" Target="../media/image95.wmf"/><Relationship Id="rId34" Type="http://schemas.openxmlformats.org/officeDocument/2006/relationships/oleObject" Target="../embeddings/oleObject101.bin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93.emf"/><Relationship Id="rId25" Type="http://schemas.openxmlformats.org/officeDocument/2006/relationships/image" Target="../media/image97.emf"/><Relationship Id="rId33" Type="http://schemas.openxmlformats.org/officeDocument/2006/relationships/image" Target="../media/image101.wmf"/><Relationship Id="rId2" Type="http://schemas.openxmlformats.org/officeDocument/2006/relationships/oleObject" Target="../embeddings/oleObject85.bin"/><Relationship Id="rId16" Type="http://schemas.openxmlformats.org/officeDocument/2006/relationships/oleObject" Target="../embeddings/oleObject92.bin"/><Relationship Id="rId20" Type="http://schemas.openxmlformats.org/officeDocument/2006/relationships/oleObject" Target="../embeddings/oleObject94.bin"/><Relationship Id="rId29" Type="http://schemas.openxmlformats.org/officeDocument/2006/relationships/image" Target="../media/image9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90.wmf"/><Relationship Id="rId24" Type="http://schemas.openxmlformats.org/officeDocument/2006/relationships/oleObject" Target="../embeddings/oleObject96.bin"/><Relationship Id="rId32" Type="http://schemas.openxmlformats.org/officeDocument/2006/relationships/oleObject" Target="../embeddings/oleObject100.bin"/><Relationship Id="rId5" Type="http://schemas.openxmlformats.org/officeDocument/2006/relationships/image" Target="../media/image87.wmf"/><Relationship Id="rId15" Type="http://schemas.openxmlformats.org/officeDocument/2006/relationships/image" Target="../media/image92.emf"/><Relationship Id="rId23" Type="http://schemas.openxmlformats.org/officeDocument/2006/relationships/image" Target="../media/image96.wmf"/><Relationship Id="rId28" Type="http://schemas.openxmlformats.org/officeDocument/2006/relationships/oleObject" Target="../embeddings/oleObject98.bin"/><Relationship Id="rId10" Type="http://schemas.openxmlformats.org/officeDocument/2006/relationships/oleObject" Target="../embeddings/oleObject89.bin"/><Relationship Id="rId19" Type="http://schemas.openxmlformats.org/officeDocument/2006/relationships/image" Target="../media/image94.wmf"/><Relationship Id="rId31" Type="http://schemas.openxmlformats.org/officeDocument/2006/relationships/image" Target="../media/image100.w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89.wmf"/><Relationship Id="rId14" Type="http://schemas.openxmlformats.org/officeDocument/2006/relationships/oleObject" Target="../embeddings/oleObject91.bin"/><Relationship Id="rId22" Type="http://schemas.openxmlformats.org/officeDocument/2006/relationships/oleObject" Target="../embeddings/oleObject95.bin"/><Relationship Id="rId27" Type="http://schemas.openxmlformats.org/officeDocument/2006/relationships/image" Target="../media/image98.wmf"/><Relationship Id="rId30" Type="http://schemas.openxmlformats.org/officeDocument/2006/relationships/oleObject" Target="../embeddings/oleObject99.bin"/><Relationship Id="rId35" Type="http://schemas.openxmlformats.org/officeDocument/2006/relationships/image" Target="../media/image102.wmf"/><Relationship Id="rId8" Type="http://schemas.openxmlformats.org/officeDocument/2006/relationships/oleObject" Target="../embeddings/oleObject8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108.wmf"/><Relationship Id="rId3" Type="http://schemas.openxmlformats.org/officeDocument/2006/relationships/image" Target="../media/image103.wmf"/><Relationship Id="rId7" Type="http://schemas.openxmlformats.org/officeDocument/2006/relationships/image" Target="../media/image105.wmf"/><Relationship Id="rId12" Type="http://schemas.openxmlformats.org/officeDocument/2006/relationships/oleObject" Target="../embeddings/oleObject107.bin"/><Relationship Id="rId17" Type="http://schemas.openxmlformats.org/officeDocument/2006/relationships/image" Target="../media/image110.wmf"/><Relationship Id="rId2" Type="http://schemas.openxmlformats.org/officeDocument/2006/relationships/oleObject" Target="../embeddings/oleObject102.bin"/><Relationship Id="rId16" Type="http://schemas.openxmlformats.org/officeDocument/2006/relationships/oleObject" Target="../embeddings/oleObject10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107.wmf"/><Relationship Id="rId5" Type="http://schemas.openxmlformats.org/officeDocument/2006/relationships/image" Target="../media/image104.wmf"/><Relationship Id="rId15" Type="http://schemas.openxmlformats.org/officeDocument/2006/relationships/image" Target="../media/image109.wmf"/><Relationship Id="rId10" Type="http://schemas.openxmlformats.org/officeDocument/2006/relationships/oleObject" Target="../embeddings/oleObject106.bin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106.wmf"/><Relationship Id="rId14" Type="http://schemas.openxmlformats.org/officeDocument/2006/relationships/oleObject" Target="../embeddings/oleObject10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13" Type="http://schemas.openxmlformats.org/officeDocument/2006/relationships/image" Target="../media/image116.wmf"/><Relationship Id="rId3" Type="http://schemas.openxmlformats.org/officeDocument/2006/relationships/image" Target="../media/image111.wmf"/><Relationship Id="rId7" Type="http://schemas.openxmlformats.org/officeDocument/2006/relationships/image" Target="../media/image113.wmf"/><Relationship Id="rId12" Type="http://schemas.openxmlformats.org/officeDocument/2006/relationships/oleObject" Target="../embeddings/oleObject115.bin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115.wmf"/><Relationship Id="rId5" Type="http://schemas.openxmlformats.org/officeDocument/2006/relationships/image" Target="../media/image112.wmf"/><Relationship Id="rId15" Type="http://schemas.openxmlformats.org/officeDocument/2006/relationships/image" Target="../media/image117.wmf"/><Relationship Id="rId10" Type="http://schemas.openxmlformats.org/officeDocument/2006/relationships/oleObject" Target="../embeddings/oleObject114.bin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114.wmf"/><Relationship Id="rId14" Type="http://schemas.openxmlformats.org/officeDocument/2006/relationships/oleObject" Target="../embeddings/oleObject11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13" Type="http://schemas.openxmlformats.org/officeDocument/2006/relationships/image" Target="../media/image123.wmf"/><Relationship Id="rId18" Type="http://schemas.openxmlformats.org/officeDocument/2006/relationships/oleObject" Target="../embeddings/oleObject125.bin"/><Relationship Id="rId3" Type="http://schemas.openxmlformats.org/officeDocument/2006/relationships/image" Target="../media/image118.wmf"/><Relationship Id="rId21" Type="http://schemas.openxmlformats.org/officeDocument/2006/relationships/image" Target="../media/image127.wmf"/><Relationship Id="rId7" Type="http://schemas.openxmlformats.org/officeDocument/2006/relationships/image" Target="../media/image120.wmf"/><Relationship Id="rId12" Type="http://schemas.openxmlformats.org/officeDocument/2006/relationships/oleObject" Target="../embeddings/oleObject122.bin"/><Relationship Id="rId17" Type="http://schemas.openxmlformats.org/officeDocument/2006/relationships/image" Target="../media/image125.wmf"/><Relationship Id="rId2" Type="http://schemas.openxmlformats.org/officeDocument/2006/relationships/oleObject" Target="../embeddings/oleObject117.bin"/><Relationship Id="rId16" Type="http://schemas.openxmlformats.org/officeDocument/2006/relationships/oleObject" Target="../embeddings/oleObject124.bin"/><Relationship Id="rId20" Type="http://schemas.openxmlformats.org/officeDocument/2006/relationships/oleObject" Target="../embeddings/oleObject1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22.wmf"/><Relationship Id="rId5" Type="http://schemas.openxmlformats.org/officeDocument/2006/relationships/image" Target="../media/image119.wmf"/><Relationship Id="rId15" Type="http://schemas.openxmlformats.org/officeDocument/2006/relationships/image" Target="../media/image124.wmf"/><Relationship Id="rId23" Type="http://schemas.openxmlformats.org/officeDocument/2006/relationships/image" Target="../media/image128.wmf"/><Relationship Id="rId10" Type="http://schemas.openxmlformats.org/officeDocument/2006/relationships/oleObject" Target="../embeddings/oleObject121.bin"/><Relationship Id="rId19" Type="http://schemas.openxmlformats.org/officeDocument/2006/relationships/image" Target="../media/image126.wmf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21.wmf"/><Relationship Id="rId14" Type="http://schemas.openxmlformats.org/officeDocument/2006/relationships/oleObject" Target="../embeddings/oleObject123.bin"/><Relationship Id="rId22" Type="http://schemas.openxmlformats.org/officeDocument/2006/relationships/oleObject" Target="../embeddings/oleObject12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134.wmf"/><Relationship Id="rId18" Type="http://schemas.openxmlformats.org/officeDocument/2006/relationships/oleObject" Target="../embeddings/oleObject136.bin"/><Relationship Id="rId3" Type="http://schemas.openxmlformats.org/officeDocument/2006/relationships/image" Target="../media/image129.wmf"/><Relationship Id="rId21" Type="http://schemas.openxmlformats.org/officeDocument/2006/relationships/image" Target="../media/image138.wmf"/><Relationship Id="rId7" Type="http://schemas.openxmlformats.org/officeDocument/2006/relationships/image" Target="../media/image131.wmf"/><Relationship Id="rId12" Type="http://schemas.openxmlformats.org/officeDocument/2006/relationships/oleObject" Target="../embeddings/oleObject133.bin"/><Relationship Id="rId17" Type="http://schemas.openxmlformats.org/officeDocument/2006/relationships/image" Target="../media/image136.wmf"/><Relationship Id="rId2" Type="http://schemas.openxmlformats.org/officeDocument/2006/relationships/oleObject" Target="../embeddings/oleObject128.bin"/><Relationship Id="rId16" Type="http://schemas.openxmlformats.org/officeDocument/2006/relationships/oleObject" Target="../embeddings/oleObject135.bin"/><Relationship Id="rId20" Type="http://schemas.openxmlformats.org/officeDocument/2006/relationships/oleObject" Target="../embeddings/oleObject1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33.wmf"/><Relationship Id="rId5" Type="http://schemas.openxmlformats.org/officeDocument/2006/relationships/image" Target="../media/image130.wmf"/><Relationship Id="rId15" Type="http://schemas.openxmlformats.org/officeDocument/2006/relationships/image" Target="../media/image135.wmf"/><Relationship Id="rId23" Type="http://schemas.openxmlformats.org/officeDocument/2006/relationships/image" Target="../media/image139.wmf"/><Relationship Id="rId10" Type="http://schemas.openxmlformats.org/officeDocument/2006/relationships/oleObject" Target="../embeddings/oleObject132.bin"/><Relationship Id="rId19" Type="http://schemas.openxmlformats.org/officeDocument/2006/relationships/image" Target="../media/image137.wmf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32.wmf"/><Relationship Id="rId14" Type="http://schemas.openxmlformats.org/officeDocument/2006/relationships/oleObject" Target="../embeddings/oleObject134.bin"/><Relationship Id="rId22" Type="http://schemas.openxmlformats.org/officeDocument/2006/relationships/oleObject" Target="../embeddings/oleObject13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image" Target="../media/image145.wmf"/><Relationship Id="rId18" Type="http://schemas.openxmlformats.org/officeDocument/2006/relationships/oleObject" Target="../embeddings/oleObject147.bin"/><Relationship Id="rId3" Type="http://schemas.openxmlformats.org/officeDocument/2006/relationships/image" Target="../media/image140.wmf"/><Relationship Id="rId21" Type="http://schemas.openxmlformats.org/officeDocument/2006/relationships/image" Target="../media/image149.wmf"/><Relationship Id="rId7" Type="http://schemas.openxmlformats.org/officeDocument/2006/relationships/image" Target="../media/image142.emf"/><Relationship Id="rId12" Type="http://schemas.openxmlformats.org/officeDocument/2006/relationships/oleObject" Target="../embeddings/oleObject144.bin"/><Relationship Id="rId17" Type="http://schemas.openxmlformats.org/officeDocument/2006/relationships/image" Target="../media/image147.wmf"/><Relationship Id="rId25" Type="http://schemas.openxmlformats.org/officeDocument/2006/relationships/image" Target="../media/image151.wmf"/><Relationship Id="rId2" Type="http://schemas.openxmlformats.org/officeDocument/2006/relationships/oleObject" Target="../embeddings/oleObject139.bin"/><Relationship Id="rId16" Type="http://schemas.openxmlformats.org/officeDocument/2006/relationships/oleObject" Target="../embeddings/oleObject146.bin"/><Relationship Id="rId20" Type="http://schemas.openxmlformats.org/officeDocument/2006/relationships/oleObject" Target="../embeddings/oleObject1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44.wmf"/><Relationship Id="rId24" Type="http://schemas.openxmlformats.org/officeDocument/2006/relationships/oleObject" Target="../embeddings/oleObject150.bin"/><Relationship Id="rId5" Type="http://schemas.openxmlformats.org/officeDocument/2006/relationships/image" Target="../media/image141.emf"/><Relationship Id="rId15" Type="http://schemas.openxmlformats.org/officeDocument/2006/relationships/image" Target="../media/image146.emf"/><Relationship Id="rId23" Type="http://schemas.openxmlformats.org/officeDocument/2006/relationships/image" Target="../media/image150.wmf"/><Relationship Id="rId10" Type="http://schemas.openxmlformats.org/officeDocument/2006/relationships/oleObject" Target="../embeddings/oleObject143.bin"/><Relationship Id="rId19" Type="http://schemas.openxmlformats.org/officeDocument/2006/relationships/image" Target="../media/image148.wmf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43.emf"/><Relationship Id="rId14" Type="http://schemas.openxmlformats.org/officeDocument/2006/relationships/oleObject" Target="../embeddings/oleObject145.bin"/><Relationship Id="rId22" Type="http://schemas.openxmlformats.org/officeDocument/2006/relationships/oleObject" Target="../embeddings/oleObject14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57.wmf"/><Relationship Id="rId18" Type="http://schemas.openxmlformats.org/officeDocument/2006/relationships/oleObject" Target="../embeddings/oleObject159.bin"/><Relationship Id="rId3" Type="http://schemas.openxmlformats.org/officeDocument/2006/relationships/image" Target="../media/image152.wmf"/><Relationship Id="rId21" Type="http://schemas.openxmlformats.org/officeDocument/2006/relationships/image" Target="../media/image161.wmf"/><Relationship Id="rId7" Type="http://schemas.openxmlformats.org/officeDocument/2006/relationships/image" Target="../media/image154.wmf"/><Relationship Id="rId12" Type="http://schemas.openxmlformats.org/officeDocument/2006/relationships/oleObject" Target="../embeddings/oleObject156.bin"/><Relationship Id="rId17" Type="http://schemas.openxmlformats.org/officeDocument/2006/relationships/image" Target="../media/image159.wmf"/><Relationship Id="rId25" Type="http://schemas.openxmlformats.org/officeDocument/2006/relationships/image" Target="../media/image163.wmf"/><Relationship Id="rId2" Type="http://schemas.openxmlformats.org/officeDocument/2006/relationships/oleObject" Target="../embeddings/oleObject151.bin"/><Relationship Id="rId16" Type="http://schemas.openxmlformats.org/officeDocument/2006/relationships/oleObject" Target="../embeddings/oleObject158.bin"/><Relationship Id="rId20" Type="http://schemas.openxmlformats.org/officeDocument/2006/relationships/oleObject" Target="../embeddings/oleObject1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56.wmf"/><Relationship Id="rId24" Type="http://schemas.openxmlformats.org/officeDocument/2006/relationships/oleObject" Target="../embeddings/oleObject162.bin"/><Relationship Id="rId5" Type="http://schemas.openxmlformats.org/officeDocument/2006/relationships/image" Target="../media/image153.wmf"/><Relationship Id="rId15" Type="http://schemas.openxmlformats.org/officeDocument/2006/relationships/image" Target="../media/image158.wmf"/><Relationship Id="rId23" Type="http://schemas.openxmlformats.org/officeDocument/2006/relationships/image" Target="../media/image162.wmf"/><Relationship Id="rId10" Type="http://schemas.openxmlformats.org/officeDocument/2006/relationships/oleObject" Target="../embeddings/oleObject155.bin"/><Relationship Id="rId19" Type="http://schemas.openxmlformats.org/officeDocument/2006/relationships/image" Target="../media/image160.wmf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55.wmf"/><Relationship Id="rId14" Type="http://schemas.openxmlformats.org/officeDocument/2006/relationships/oleObject" Target="../embeddings/oleObject157.bin"/><Relationship Id="rId22" Type="http://schemas.openxmlformats.org/officeDocument/2006/relationships/oleObject" Target="../embeddings/oleObject16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69.wmf"/><Relationship Id="rId3" Type="http://schemas.openxmlformats.org/officeDocument/2006/relationships/image" Target="../media/image164.wmf"/><Relationship Id="rId7" Type="http://schemas.openxmlformats.org/officeDocument/2006/relationships/image" Target="../media/image166.w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71.wmf"/><Relationship Id="rId2" Type="http://schemas.openxmlformats.org/officeDocument/2006/relationships/oleObject" Target="../embeddings/oleObject163.bin"/><Relationship Id="rId16" Type="http://schemas.openxmlformats.org/officeDocument/2006/relationships/oleObject" Target="../embeddings/oleObject1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68.wmf"/><Relationship Id="rId5" Type="http://schemas.openxmlformats.org/officeDocument/2006/relationships/image" Target="../media/image165.wmf"/><Relationship Id="rId15" Type="http://schemas.openxmlformats.org/officeDocument/2006/relationships/image" Target="../media/image170.wmf"/><Relationship Id="rId10" Type="http://schemas.openxmlformats.org/officeDocument/2006/relationships/oleObject" Target="../embeddings/oleObject167.bin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67.wmf"/><Relationship Id="rId14" Type="http://schemas.openxmlformats.org/officeDocument/2006/relationships/oleObject" Target="../embeddings/oleObject16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13" Type="http://schemas.openxmlformats.org/officeDocument/2006/relationships/image" Target="../media/image177.wmf"/><Relationship Id="rId3" Type="http://schemas.openxmlformats.org/officeDocument/2006/relationships/image" Target="../media/image172.wmf"/><Relationship Id="rId7" Type="http://schemas.openxmlformats.org/officeDocument/2006/relationships/image" Target="../media/image174.wmf"/><Relationship Id="rId12" Type="http://schemas.openxmlformats.org/officeDocument/2006/relationships/oleObject" Target="../embeddings/oleObject176.bin"/><Relationship Id="rId2" Type="http://schemas.openxmlformats.org/officeDocument/2006/relationships/oleObject" Target="../embeddings/oleObject1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3.bin"/><Relationship Id="rId11" Type="http://schemas.openxmlformats.org/officeDocument/2006/relationships/image" Target="../media/image176.wmf"/><Relationship Id="rId5" Type="http://schemas.openxmlformats.org/officeDocument/2006/relationships/image" Target="../media/image173.wmf"/><Relationship Id="rId15" Type="http://schemas.openxmlformats.org/officeDocument/2006/relationships/image" Target="../media/image178.wmf"/><Relationship Id="rId10" Type="http://schemas.openxmlformats.org/officeDocument/2006/relationships/oleObject" Target="../embeddings/oleObject175.bin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75.wmf"/><Relationship Id="rId14" Type="http://schemas.openxmlformats.org/officeDocument/2006/relationships/oleObject" Target="../embeddings/oleObject17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13" Type="http://schemas.openxmlformats.org/officeDocument/2006/relationships/image" Target="../media/image184.wmf"/><Relationship Id="rId3" Type="http://schemas.openxmlformats.org/officeDocument/2006/relationships/image" Target="../media/image179.emf"/><Relationship Id="rId7" Type="http://schemas.openxmlformats.org/officeDocument/2006/relationships/image" Target="../media/image181.wmf"/><Relationship Id="rId12" Type="http://schemas.openxmlformats.org/officeDocument/2006/relationships/oleObject" Target="../embeddings/oleObject183.bin"/><Relationship Id="rId2" Type="http://schemas.openxmlformats.org/officeDocument/2006/relationships/oleObject" Target="../embeddings/oleObject1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0.bin"/><Relationship Id="rId11" Type="http://schemas.openxmlformats.org/officeDocument/2006/relationships/image" Target="../media/image183.wmf"/><Relationship Id="rId5" Type="http://schemas.openxmlformats.org/officeDocument/2006/relationships/image" Target="../media/image180.wmf"/><Relationship Id="rId10" Type="http://schemas.openxmlformats.org/officeDocument/2006/relationships/oleObject" Target="../embeddings/oleObject182.bin"/><Relationship Id="rId4" Type="http://schemas.openxmlformats.org/officeDocument/2006/relationships/oleObject" Target="../embeddings/oleObject179.bin"/><Relationship Id="rId9" Type="http://schemas.openxmlformats.org/officeDocument/2006/relationships/image" Target="../media/image18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13" Type="http://schemas.openxmlformats.org/officeDocument/2006/relationships/image" Target="../media/image190.wmf"/><Relationship Id="rId18" Type="http://schemas.openxmlformats.org/officeDocument/2006/relationships/oleObject" Target="../embeddings/oleObject192.bin"/><Relationship Id="rId26" Type="http://schemas.openxmlformats.org/officeDocument/2006/relationships/oleObject" Target="../embeddings/oleObject196.bin"/><Relationship Id="rId3" Type="http://schemas.openxmlformats.org/officeDocument/2006/relationships/image" Target="../media/image185.wmf"/><Relationship Id="rId21" Type="http://schemas.openxmlformats.org/officeDocument/2006/relationships/image" Target="../media/image194.wmf"/><Relationship Id="rId7" Type="http://schemas.openxmlformats.org/officeDocument/2006/relationships/image" Target="../media/image187.wmf"/><Relationship Id="rId12" Type="http://schemas.openxmlformats.org/officeDocument/2006/relationships/oleObject" Target="../embeddings/oleObject189.bin"/><Relationship Id="rId17" Type="http://schemas.openxmlformats.org/officeDocument/2006/relationships/image" Target="../media/image192.wmf"/><Relationship Id="rId25" Type="http://schemas.openxmlformats.org/officeDocument/2006/relationships/image" Target="../media/image196.wmf"/><Relationship Id="rId2" Type="http://schemas.openxmlformats.org/officeDocument/2006/relationships/oleObject" Target="../embeddings/oleObject184.bin"/><Relationship Id="rId16" Type="http://schemas.openxmlformats.org/officeDocument/2006/relationships/oleObject" Target="../embeddings/oleObject191.bin"/><Relationship Id="rId20" Type="http://schemas.openxmlformats.org/officeDocument/2006/relationships/oleObject" Target="../embeddings/oleObject19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6.bin"/><Relationship Id="rId11" Type="http://schemas.openxmlformats.org/officeDocument/2006/relationships/image" Target="../media/image189.wmf"/><Relationship Id="rId24" Type="http://schemas.openxmlformats.org/officeDocument/2006/relationships/oleObject" Target="../embeddings/oleObject195.bin"/><Relationship Id="rId5" Type="http://schemas.openxmlformats.org/officeDocument/2006/relationships/image" Target="../media/image186.wmf"/><Relationship Id="rId15" Type="http://schemas.openxmlformats.org/officeDocument/2006/relationships/image" Target="../media/image191.wmf"/><Relationship Id="rId23" Type="http://schemas.openxmlformats.org/officeDocument/2006/relationships/image" Target="../media/image195.wmf"/><Relationship Id="rId10" Type="http://schemas.openxmlformats.org/officeDocument/2006/relationships/oleObject" Target="../embeddings/oleObject188.bin"/><Relationship Id="rId19" Type="http://schemas.openxmlformats.org/officeDocument/2006/relationships/image" Target="../media/image193.wmf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188.wmf"/><Relationship Id="rId14" Type="http://schemas.openxmlformats.org/officeDocument/2006/relationships/oleObject" Target="../embeddings/oleObject190.bin"/><Relationship Id="rId22" Type="http://schemas.openxmlformats.org/officeDocument/2006/relationships/oleObject" Target="../embeddings/oleObject194.bin"/><Relationship Id="rId27" Type="http://schemas.openxmlformats.org/officeDocument/2006/relationships/image" Target="../media/image19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0.bin"/><Relationship Id="rId13" Type="http://schemas.openxmlformats.org/officeDocument/2006/relationships/image" Target="../media/image203.wmf"/><Relationship Id="rId3" Type="http://schemas.openxmlformats.org/officeDocument/2006/relationships/image" Target="../media/image198.wmf"/><Relationship Id="rId7" Type="http://schemas.openxmlformats.org/officeDocument/2006/relationships/image" Target="../media/image200.wmf"/><Relationship Id="rId12" Type="http://schemas.openxmlformats.org/officeDocument/2006/relationships/oleObject" Target="../embeddings/oleObject202.bin"/><Relationship Id="rId2" Type="http://schemas.openxmlformats.org/officeDocument/2006/relationships/oleObject" Target="../embeddings/oleObject1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9.bin"/><Relationship Id="rId11" Type="http://schemas.openxmlformats.org/officeDocument/2006/relationships/image" Target="../media/image202.wmf"/><Relationship Id="rId5" Type="http://schemas.openxmlformats.org/officeDocument/2006/relationships/image" Target="../media/image199.wmf"/><Relationship Id="rId15" Type="http://schemas.openxmlformats.org/officeDocument/2006/relationships/image" Target="../media/image204.wmf"/><Relationship Id="rId10" Type="http://schemas.openxmlformats.org/officeDocument/2006/relationships/oleObject" Target="../embeddings/oleObject201.bin"/><Relationship Id="rId4" Type="http://schemas.openxmlformats.org/officeDocument/2006/relationships/oleObject" Target="../embeddings/oleObject198.bin"/><Relationship Id="rId9" Type="http://schemas.openxmlformats.org/officeDocument/2006/relationships/image" Target="../media/image201.wmf"/><Relationship Id="rId14" Type="http://schemas.openxmlformats.org/officeDocument/2006/relationships/oleObject" Target="../embeddings/oleObject203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0.wmf"/><Relationship Id="rId18" Type="http://schemas.openxmlformats.org/officeDocument/2006/relationships/oleObject" Target="../embeddings/oleObject212.bin"/><Relationship Id="rId26" Type="http://schemas.openxmlformats.org/officeDocument/2006/relationships/oleObject" Target="../embeddings/oleObject216.bin"/><Relationship Id="rId3" Type="http://schemas.openxmlformats.org/officeDocument/2006/relationships/image" Target="../media/image205.wmf"/><Relationship Id="rId21" Type="http://schemas.openxmlformats.org/officeDocument/2006/relationships/image" Target="../media/image214.wmf"/><Relationship Id="rId7" Type="http://schemas.openxmlformats.org/officeDocument/2006/relationships/image" Target="../media/image207.wmf"/><Relationship Id="rId12" Type="http://schemas.openxmlformats.org/officeDocument/2006/relationships/oleObject" Target="../embeddings/oleObject209.bin"/><Relationship Id="rId17" Type="http://schemas.openxmlformats.org/officeDocument/2006/relationships/image" Target="../media/image212.wmf"/><Relationship Id="rId25" Type="http://schemas.openxmlformats.org/officeDocument/2006/relationships/image" Target="../media/image216.wmf"/><Relationship Id="rId33" Type="http://schemas.openxmlformats.org/officeDocument/2006/relationships/image" Target="../media/image220.wmf"/><Relationship Id="rId2" Type="http://schemas.openxmlformats.org/officeDocument/2006/relationships/oleObject" Target="../embeddings/oleObject204.bin"/><Relationship Id="rId16" Type="http://schemas.openxmlformats.org/officeDocument/2006/relationships/oleObject" Target="../embeddings/oleObject211.bin"/><Relationship Id="rId20" Type="http://schemas.openxmlformats.org/officeDocument/2006/relationships/oleObject" Target="../embeddings/oleObject213.bin"/><Relationship Id="rId29" Type="http://schemas.openxmlformats.org/officeDocument/2006/relationships/image" Target="../media/image21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6.bin"/><Relationship Id="rId11" Type="http://schemas.openxmlformats.org/officeDocument/2006/relationships/image" Target="../media/image209.wmf"/><Relationship Id="rId24" Type="http://schemas.openxmlformats.org/officeDocument/2006/relationships/oleObject" Target="../embeddings/oleObject215.bin"/><Relationship Id="rId32" Type="http://schemas.openxmlformats.org/officeDocument/2006/relationships/oleObject" Target="../embeddings/oleObject219.bin"/><Relationship Id="rId5" Type="http://schemas.openxmlformats.org/officeDocument/2006/relationships/image" Target="../media/image206.wmf"/><Relationship Id="rId15" Type="http://schemas.openxmlformats.org/officeDocument/2006/relationships/image" Target="../media/image211.wmf"/><Relationship Id="rId23" Type="http://schemas.openxmlformats.org/officeDocument/2006/relationships/image" Target="../media/image215.wmf"/><Relationship Id="rId28" Type="http://schemas.openxmlformats.org/officeDocument/2006/relationships/oleObject" Target="../embeddings/oleObject217.bin"/><Relationship Id="rId10" Type="http://schemas.openxmlformats.org/officeDocument/2006/relationships/oleObject" Target="../embeddings/oleObject208.bin"/><Relationship Id="rId19" Type="http://schemas.openxmlformats.org/officeDocument/2006/relationships/image" Target="../media/image213.wmf"/><Relationship Id="rId31" Type="http://schemas.openxmlformats.org/officeDocument/2006/relationships/image" Target="../media/image219.wmf"/><Relationship Id="rId4" Type="http://schemas.openxmlformats.org/officeDocument/2006/relationships/oleObject" Target="../embeddings/oleObject205.bin"/><Relationship Id="rId9" Type="http://schemas.openxmlformats.org/officeDocument/2006/relationships/image" Target="../media/image208.wmf"/><Relationship Id="rId14" Type="http://schemas.openxmlformats.org/officeDocument/2006/relationships/oleObject" Target="../embeddings/oleObject210.bin"/><Relationship Id="rId22" Type="http://schemas.openxmlformats.org/officeDocument/2006/relationships/oleObject" Target="../embeddings/oleObject214.bin"/><Relationship Id="rId27" Type="http://schemas.openxmlformats.org/officeDocument/2006/relationships/image" Target="../media/image217.wmf"/><Relationship Id="rId30" Type="http://schemas.openxmlformats.org/officeDocument/2006/relationships/oleObject" Target="../embeddings/oleObject218.bin"/><Relationship Id="rId8" Type="http://schemas.openxmlformats.org/officeDocument/2006/relationships/oleObject" Target="../embeddings/oleObject20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3.bin"/><Relationship Id="rId13" Type="http://schemas.openxmlformats.org/officeDocument/2006/relationships/image" Target="../media/image226.wmf"/><Relationship Id="rId18" Type="http://schemas.openxmlformats.org/officeDocument/2006/relationships/oleObject" Target="../embeddings/oleObject228.bin"/><Relationship Id="rId3" Type="http://schemas.openxmlformats.org/officeDocument/2006/relationships/image" Target="../media/image221.wmf"/><Relationship Id="rId7" Type="http://schemas.openxmlformats.org/officeDocument/2006/relationships/image" Target="../media/image223.wmf"/><Relationship Id="rId12" Type="http://schemas.openxmlformats.org/officeDocument/2006/relationships/oleObject" Target="../embeddings/oleObject225.bin"/><Relationship Id="rId17" Type="http://schemas.openxmlformats.org/officeDocument/2006/relationships/image" Target="../media/image228.wmf"/><Relationship Id="rId2" Type="http://schemas.openxmlformats.org/officeDocument/2006/relationships/oleObject" Target="../embeddings/oleObject220.bin"/><Relationship Id="rId16" Type="http://schemas.openxmlformats.org/officeDocument/2006/relationships/oleObject" Target="../embeddings/oleObject2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2.bin"/><Relationship Id="rId11" Type="http://schemas.openxmlformats.org/officeDocument/2006/relationships/image" Target="../media/image225.wmf"/><Relationship Id="rId5" Type="http://schemas.openxmlformats.org/officeDocument/2006/relationships/image" Target="../media/image222.wmf"/><Relationship Id="rId15" Type="http://schemas.openxmlformats.org/officeDocument/2006/relationships/image" Target="../media/image227.wmf"/><Relationship Id="rId10" Type="http://schemas.openxmlformats.org/officeDocument/2006/relationships/oleObject" Target="../embeddings/oleObject224.bin"/><Relationship Id="rId19" Type="http://schemas.openxmlformats.org/officeDocument/2006/relationships/image" Target="../media/image229.wmf"/><Relationship Id="rId4" Type="http://schemas.openxmlformats.org/officeDocument/2006/relationships/oleObject" Target="../embeddings/oleObject221.bin"/><Relationship Id="rId9" Type="http://schemas.openxmlformats.org/officeDocument/2006/relationships/image" Target="../media/image224.wmf"/><Relationship Id="rId14" Type="http://schemas.openxmlformats.org/officeDocument/2006/relationships/oleObject" Target="../embeddings/oleObject22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2.bin"/><Relationship Id="rId13" Type="http://schemas.openxmlformats.org/officeDocument/2006/relationships/image" Target="../media/image235.wmf"/><Relationship Id="rId18" Type="http://schemas.openxmlformats.org/officeDocument/2006/relationships/oleObject" Target="../embeddings/oleObject237.bin"/><Relationship Id="rId3" Type="http://schemas.openxmlformats.org/officeDocument/2006/relationships/image" Target="../media/image230.wmf"/><Relationship Id="rId7" Type="http://schemas.openxmlformats.org/officeDocument/2006/relationships/image" Target="../media/image232.wmf"/><Relationship Id="rId12" Type="http://schemas.openxmlformats.org/officeDocument/2006/relationships/oleObject" Target="../embeddings/oleObject234.bin"/><Relationship Id="rId17" Type="http://schemas.openxmlformats.org/officeDocument/2006/relationships/image" Target="../media/image237.wmf"/><Relationship Id="rId2" Type="http://schemas.openxmlformats.org/officeDocument/2006/relationships/oleObject" Target="../embeddings/oleObject229.bin"/><Relationship Id="rId16" Type="http://schemas.openxmlformats.org/officeDocument/2006/relationships/oleObject" Target="../embeddings/oleObject2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1.bin"/><Relationship Id="rId11" Type="http://schemas.openxmlformats.org/officeDocument/2006/relationships/image" Target="../media/image234.wmf"/><Relationship Id="rId5" Type="http://schemas.openxmlformats.org/officeDocument/2006/relationships/image" Target="../media/image231.wmf"/><Relationship Id="rId15" Type="http://schemas.openxmlformats.org/officeDocument/2006/relationships/image" Target="../media/image236.wmf"/><Relationship Id="rId10" Type="http://schemas.openxmlformats.org/officeDocument/2006/relationships/oleObject" Target="../embeddings/oleObject233.bin"/><Relationship Id="rId19" Type="http://schemas.openxmlformats.org/officeDocument/2006/relationships/image" Target="../media/image238.wmf"/><Relationship Id="rId4" Type="http://schemas.openxmlformats.org/officeDocument/2006/relationships/oleObject" Target="../embeddings/oleObject230.bin"/><Relationship Id="rId9" Type="http://schemas.openxmlformats.org/officeDocument/2006/relationships/image" Target="../media/image233.wmf"/><Relationship Id="rId14" Type="http://schemas.openxmlformats.org/officeDocument/2006/relationships/oleObject" Target="../embeddings/oleObject23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"/>
          <p:cNvGrpSpPr>
            <a:grpSpLocks/>
          </p:cNvGrpSpPr>
          <p:nvPr/>
        </p:nvGrpSpPr>
        <p:grpSpPr bwMode="auto">
          <a:xfrm>
            <a:off x="1233858" y="1398860"/>
            <a:ext cx="9649072" cy="1469298"/>
            <a:chOff x="541" y="437"/>
            <a:chExt cx="5341" cy="4118"/>
          </a:xfrm>
        </p:grpSpPr>
        <p:sp>
          <p:nvSpPr>
            <p:cNvPr id="27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79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95620" name="Text Box 4"/>
          <p:cNvSpPr txBox="1">
            <a:spLocks noChangeArrowheads="1"/>
          </p:cNvSpPr>
          <p:nvPr/>
        </p:nvSpPr>
        <p:spPr bwMode="auto">
          <a:xfrm>
            <a:off x="3213454" y="208861"/>
            <a:ext cx="4805564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3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数列收敛的判别</a:t>
            </a:r>
          </a:p>
        </p:txBody>
      </p:sp>
      <p:sp>
        <p:nvSpPr>
          <p:cNvPr id="495621" name="Text Box 5"/>
          <p:cNvSpPr txBox="1">
            <a:spLocks noChangeArrowheads="1"/>
          </p:cNvSpPr>
          <p:nvPr/>
        </p:nvSpPr>
        <p:spPr bwMode="auto">
          <a:xfrm>
            <a:off x="1978793" y="1492413"/>
            <a:ext cx="51125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cs typeface="Times New Roman" panose="02020603050405020304" pitchFamily="18" charset="0"/>
              </a:rPr>
              <a:t>5  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夹挤定理</a:t>
            </a:r>
            <a:r>
              <a:rPr lang="zh-CN" altLang="en-US" sz="2800" b="1" dirty="0">
                <a:solidFill>
                  <a:srgbClr val="000099"/>
                </a:solidFill>
                <a:latin typeface="宋体" charset="-122"/>
              </a:rPr>
              <a:t>或</a:t>
            </a:r>
            <a:r>
              <a:rPr lang="zh-CN" altLang="en-US" sz="2800" b="1" dirty="0">
                <a:solidFill>
                  <a:srgbClr val="FF0000"/>
                </a:solidFill>
                <a:latin typeface="宋体" charset="-122"/>
              </a:rPr>
              <a:t>两边夹定理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aphicFrame>
        <p:nvGraphicFramePr>
          <p:cNvPr id="4956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096143"/>
              </p:ext>
            </p:extLst>
          </p:nvPr>
        </p:nvGraphicFramePr>
        <p:xfrm>
          <a:off x="2011882" y="2150927"/>
          <a:ext cx="5953125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3000" imgH="279400" progId="Equation.3">
                  <p:embed/>
                </p:oleObj>
              </mc:Choice>
              <mc:Fallback>
                <p:oleObj name="Equation" r:id="rId2" imgW="24130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882" y="2150927"/>
                        <a:ext cx="5953125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264432"/>
              </p:ext>
            </p:extLst>
          </p:nvPr>
        </p:nvGraphicFramePr>
        <p:xfrm>
          <a:off x="7965007" y="2143183"/>
          <a:ext cx="2192337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9000" imgH="279400" progId="Equation.3">
                  <p:embed/>
                </p:oleObj>
              </mc:Choice>
              <mc:Fallback>
                <p:oleObj name="Equation" r:id="rId4" imgW="8890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5007" y="2143183"/>
                        <a:ext cx="2192337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25" name="Text Box 9"/>
          <p:cNvSpPr txBox="1">
            <a:spLocks noChangeArrowheads="1"/>
          </p:cNvSpPr>
          <p:nvPr/>
        </p:nvSpPr>
        <p:spPr bwMode="auto">
          <a:xfrm>
            <a:off x="2172897" y="2883667"/>
            <a:ext cx="79824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4956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804919"/>
              </p:ext>
            </p:extLst>
          </p:nvPr>
        </p:nvGraphicFramePr>
        <p:xfrm>
          <a:off x="2815809" y="2875902"/>
          <a:ext cx="3335327" cy="680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200" imgH="279400" progId="Equation.3">
                  <p:embed/>
                </p:oleObj>
              </mc:Choice>
              <mc:Fallback>
                <p:oleObj name="Equation" r:id="rId6" imgW="13462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5809" y="2875902"/>
                        <a:ext cx="3335327" cy="680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83924"/>
              </p:ext>
            </p:extLst>
          </p:nvPr>
        </p:nvGraphicFramePr>
        <p:xfrm>
          <a:off x="6285597" y="2987413"/>
          <a:ext cx="1132842" cy="447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76113" imgH="171334" progId="Equation.3">
                  <p:embed/>
                </p:oleObj>
              </mc:Choice>
              <mc:Fallback>
                <p:oleObj name="Equation" r:id="rId8" imgW="476113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5597" y="2987413"/>
                        <a:ext cx="1132842" cy="447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237129"/>
              </p:ext>
            </p:extLst>
          </p:nvPr>
        </p:nvGraphicFramePr>
        <p:xfrm>
          <a:off x="5283869" y="3595699"/>
          <a:ext cx="2990940" cy="514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76343" imgH="200179" progId="Equation.DSMT4">
                  <p:embed/>
                </p:oleObj>
              </mc:Choice>
              <mc:Fallback>
                <p:oleObj name="Equation" r:id="rId10" imgW="1276343" imgH="2001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869" y="3595699"/>
                        <a:ext cx="2990940" cy="5149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104921"/>
              </p:ext>
            </p:extLst>
          </p:nvPr>
        </p:nvGraphicFramePr>
        <p:xfrm>
          <a:off x="5285616" y="4185652"/>
          <a:ext cx="3001915" cy="511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95429" imgH="200179" progId="Equation.3">
                  <p:embed/>
                </p:oleObj>
              </mc:Choice>
              <mc:Fallback>
                <p:oleObj name="公式" r:id="rId12" imgW="1295429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5616" y="4185652"/>
                        <a:ext cx="3001915" cy="511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550270"/>
              </p:ext>
            </p:extLst>
          </p:nvPr>
        </p:nvGraphicFramePr>
        <p:xfrm>
          <a:off x="4483473" y="5281000"/>
          <a:ext cx="1964209" cy="518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19316" imgH="200179" progId="Equation.3">
                  <p:embed/>
                </p:oleObj>
              </mc:Choice>
              <mc:Fallback>
                <p:oleObj name="Equation" r:id="rId14" imgW="819316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473" y="5281000"/>
                        <a:ext cx="1964209" cy="518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3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09453"/>
              </p:ext>
            </p:extLst>
          </p:nvPr>
        </p:nvGraphicFramePr>
        <p:xfrm>
          <a:off x="3511795" y="5323152"/>
          <a:ext cx="983580" cy="388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19201" imgH="152567" progId="Equation.3">
                  <p:embed/>
                </p:oleObj>
              </mc:Choice>
              <mc:Fallback>
                <p:oleObj name="Equation" r:id="rId16" imgW="419201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795" y="5323152"/>
                        <a:ext cx="983580" cy="3881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307578"/>
              </p:ext>
            </p:extLst>
          </p:nvPr>
        </p:nvGraphicFramePr>
        <p:xfrm>
          <a:off x="6330130" y="5295832"/>
          <a:ext cx="1122678" cy="442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76113" imgH="171334" progId="Equation.3">
                  <p:embed/>
                </p:oleObj>
              </mc:Choice>
              <mc:Fallback>
                <p:oleObj name="Equation" r:id="rId18" imgW="476113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130" y="5295832"/>
                        <a:ext cx="1122678" cy="442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37" name="Line 21"/>
          <p:cNvSpPr>
            <a:spLocks noChangeShapeType="1"/>
          </p:cNvSpPr>
          <p:nvPr/>
        </p:nvSpPr>
        <p:spPr bwMode="auto">
          <a:xfrm>
            <a:off x="3511795" y="5711309"/>
            <a:ext cx="64807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5638" name="Line 22"/>
          <p:cNvSpPr>
            <a:spLocks noChangeShapeType="1"/>
          </p:cNvSpPr>
          <p:nvPr/>
        </p:nvSpPr>
        <p:spPr bwMode="auto">
          <a:xfrm>
            <a:off x="5219486" y="5799018"/>
            <a:ext cx="3967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5639" name="Line 23"/>
          <p:cNvSpPr>
            <a:spLocks noChangeShapeType="1"/>
          </p:cNvSpPr>
          <p:nvPr/>
        </p:nvSpPr>
        <p:spPr bwMode="auto">
          <a:xfrm>
            <a:off x="6672865" y="5738631"/>
            <a:ext cx="67653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9564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728470"/>
              </p:ext>
            </p:extLst>
          </p:nvPr>
        </p:nvGraphicFramePr>
        <p:xfrm>
          <a:off x="2222230" y="5856662"/>
          <a:ext cx="2232620" cy="571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61942" imgH="228677" progId="Equation.3">
                  <p:embed/>
                </p:oleObj>
              </mc:Choice>
              <mc:Fallback>
                <p:oleObj name="Equation" r:id="rId20" imgW="961942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230" y="5856662"/>
                        <a:ext cx="2232620" cy="5717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4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692365"/>
              </p:ext>
            </p:extLst>
          </p:nvPr>
        </p:nvGraphicFramePr>
        <p:xfrm>
          <a:off x="4678971" y="5856662"/>
          <a:ext cx="2107603" cy="624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95314" imgH="247792" progId="Equation.3">
                  <p:embed/>
                </p:oleObj>
              </mc:Choice>
              <mc:Fallback>
                <p:oleObj name="Equation" r:id="rId22" imgW="895314" imgH="2477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8971" y="5856662"/>
                        <a:ext cx="2107603" cy="624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42" name="Text Box 26"/>
          <p:cNvSpPr txBox="1">
            <a:spLocks noChangeArrowheads="1"/>
          </p:cNvSpPr>
          <p:nvPr/>
        </p:nvSpPr>
        <p:spPr bwMode="auto">
          <a:xfrm>
            <a:off x="7029923" y="5856662"/>
            <a:ext cx="152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3300"/>
                </a:solidFill>
                <a:ea typeface="黑体" pitchFamily="2" charset="-122"/>
              </a:rPr>
              <a:t>证毕</a:t>
            </a:r>
            <a:endParaRPr lang="zh-CN" altLang="en-US" sz="2800" b="1" dirty="0">
              <a:solidFill>
                <a:srgbClr val="0033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43472" y="726376"/>
            <a:ext cx="25555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A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、夹挤定理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099592"/>
              </p:ext>
            </p:extLst>
          </p:nvPr>
        </p:nvGraphicFramePr>
        <p:xfrm>
          <a:off x="7091881" y="1496685"/>
          <a:ext cx="3065463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07880" imgH="228600" progId="Equation.DSMT4">
                  <p:embed/>
                </p:oleObj>
              </mc:Choice>
              <mc:Fallback>
                <p:oleObj name="Equation" r:id="rId24" imgW="1307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091881" y="1496685"/>
                        <a:ext cx="3065463" cy="53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258872"/>
              </p:ext>
            </p:extLst>
          </p:nvPr>
        </p:nvGraphicFramePr>
        <p:xfrm>
          <a:off x="2193925" y="3536950"/>
          <a:ext cx="2773363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31560" imgH="241200" progId="Equation.DSMT4">
                  <p:embed/>
                </p:oleObj>
              </mc:Choice>
              <mc:Fallback>
                <p:oleObj name="Equation" r:id="rId26" imgW="12315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193925" y="3536950"/>
                        <a:ext cx="2773363" cy="544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141949"/>
              </p:ext>
            </p:extLst>
          </p:nvPr>
        </p:nvGraphicFramePr>
        <p:xfrm>
          <a:off x="2178050" y="4122738"/>
          <a:ext cx="28638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69720" imgH="241200" progId="Equation.DSMT4">
                  <p:embed/>
                </p:oleObj>
              </mc:Choice>
              <mc:Fallback>
                <p:oleObj name="Equation" r:id="rId28" imgW="1269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4122738"/>
                        <a:ext cx="28638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843553"/>
              </p:ext>
            </p:extLst>
          </p:nvPr>
        </p:nvGraphicFramePr>
        <p:xfrm>
          <a:off x="2162669" y="4734921"/>
          <a:ext cx="38957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600200" imgH="228600" progId="Equation.DSMT4">
                  <p:embed/>
                </p:oleObj>
              </mc:Choice>
              <mc:Fallback>
                <p:oleObj name="Equation" r:id="rId30" imgW="1600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162669" y="4734921"/>
                        <a:ext cx="3895725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162003"/>
              </p:ext>
            </p:extLst>
          </p:nvPr>
        </p:nvGraphicFramePr>
        <p:xfrm>
          <a:off x="6151068" y="4716557"/>
          <a:ext cx="2236750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901440" imgH="203040" progId="Equation.DSMT4">
                  <p:embed/>
                </p:oleObj>
              </mc:Choice>
              <mc:Fallback>
                <p:oleObj name="Equation" r:id="rId32" imgW="901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151068" y="4716557"/>
                        <a:ext cx="2236750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04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49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49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49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49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1000"/>
                                        <p:tgtEl>
                                          <p:spTgt spid="49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750"/>
                                        <p:tgtEl>
                                          <p:spTgt spid="49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49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9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9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9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750"/>
                                        <p:tgtEl>
                                          <p:spTgt spid="49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9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9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1" grpId="0" autoUpdateAnimBg="0"/>
      <p:bldP spid="495625" grpId="0" autoUpdateAnimBg="0"/>
      <p:bldP spid="495637" grpId="0" animBg="1"/>
      <p:bldP spid="495638" grpId="0" animBg="1"/>
      <p:bldP spid="495639" grpId="0" animBg="1"/>
      <p:bldP spid="495642" grpId="0" autoUpdateAnimBg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1864607" y="71919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13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266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476061"/>
              </p:ext>
            </p:extLst>
          </p:nvPr>
        </p:nvGraphicFramePr>
        <p:xfrm>
          <a:off x="3334661" y="532512"/>
          <a:ext cx="66611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09900" imgH="406400" progId="Equation.3">
                  <p:embed/>
                </p:oleObj>
              </mc:Choice>
              <mc:Fallback>
                <p:oleObj name="公式" r:id="rId2" imgW="30099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4661" y="532512"/>
                        <a:ext cx="666115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4" name="Text Box 4"/>
          <p:cNvSpPr txBox="1">
            <a:spLocks noChangeArrowheads="1"/>
          </p:cNvSpPr>
          <p:nvPr/>
        </p:nvSpPr>
        <p:spPr bwMode="auto">
          <a:xfrm>
            <a:off x="1907704" y="1553246"/>
            <a:ext cx="1225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266245" name="Text Box 5"/>
          <p:cNvSpPr txBox="1">
            <a:spLocks noChangeArrowheads="1"/>
          </p:cNvSpPr>
          <p:nvPr/>
        </p:nvSpPr>
        <p:spPr bwMode="auto">
          <a:xfrm>
            <a:off x="1907704" y="4966775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由夹挤定理，</a:t>
            </a:r>
          </a:p>
        </p:txBody>
      </p:sp>
      <p:graphicFrame>
        <p:nvGraphicFramePr>
          <p:cNvPr id="2662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217407"/>
              </p:ext>
            </p:extLst>
          </p:nvPr>
        </p:nvGraphicFramePr>
        <p:xfrm>
          <a:off x="5024041" y="2293470"/>
          <a:ext cx="2846387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449" imgH="406224" progId="Equation.3">
                  <p:embed/>
                </p:oleObj>
              </mc:Choice>
              <mc:Fallback>
                <p:oleObj name="Equation" r:id="rId4" imgW="126944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4041" y="2293470"/>
                        <a:ext cx="2846387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679077"/>
              </p:ext>
            </p:extLst>
          </p:nvPr>
        </p:nvGraphicFramePr>
        <p:xfrm>
          <a:off x="2639616" y="2321158"/>
          <a:ext cx="238442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559" imgH="406224" progId="Equation.3">
                  <p:embed/>
                </p:oleObj>
              </mc:Choice>
              <mc:Fallback>
                <p:oleObj name="Equation" r:id="rId6" imgW="101555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2321158"/>
                        <a:ext cx="238442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353740"/>
              </p:ext>
            </p:extLst>
          </p:nvPr>
        </p:nvGraphicFramePr>
        <p:xfrm>
          <a:off x="1864607" y="2543075"/>
          <a:ext cx="4270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17" imgH="203112" progId="Equation.3">
                  <p:embed/>
                </p:oleObj>
              </mc:Choice>
              <mc:Fallback>
                <p:oleObj name="Equation" r:id="rId8" imgW="19041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607" y="2543075"/>
                        <a:ext cx="4270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074590"/>
              </p:ext>
            </p:extLst>
          </p:nvPr>
        </p:nvGraphicFramePr>
        <p:xfrm>
          <a:off x="2862820" y="1343284"/>
          <a:ext cx="6922515" cy="933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09900" imgH="406400" progId="Equation.3">
                  <p:embed/>
                </p:oleObj>
              </mc:Choice>
              <mc:Fallback>
                <p:oleObj name="Equation" r:id="rId10" imgW="30099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820" y="1343284"/>
                        <a:ext cx="6922515" cy="933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853231"/>
              </p:ext>
            </p:extLst>
          </p:nvPr>
        </p:nvGraphicFramePr>
        <p:xfrm>
          <a:off x="2538961" y="3242782"/>
          <a:ext cx="5522912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63800" imgH="431800" progId="Equation.3">
                  <p:embed/>
                </p:oleObj>
              </mc:Choice>
              <mc:Fallback>
                <p:oleObj name="Equation" r:id="rId12" imgW="2463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961" y="3242782"/>
                        <a:ext cx="5522912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025088"/>
              </p:ext>
            </p:extLst>
          </p:nvPr>
        </p:nvGraphicFramePr>
        <p:xfrm>
          <a:off x="3165823" y="4122638"/>
          <a:ext cx="6148387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43200" imgH="431800" progId="Equation.3">
                  <p:embed/>
                </p:oleObj>
              </mc:Choice>
              <mc:Fallback>
                <p:oleObj name="Equation" r:id="rId14" imgW="2743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823" y="4122638"/>
                        <a:ext cx="6148387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381686"/>
              </p:ext>
            </p:extLst>
          </p:nvPr>
        </p:nvGraphicFramePr>
        <p:xfrm>
          <a:off x="2954323" y="5379992"/>
          <a:ext cx="6831012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086100" imgH="406400" progId="Equation.3">
                  <p:embed/>
                </p:oleObj>
              </mc:Choice>
              <mc:Fallback>
                <p:oleObj name="Equation" r:id="rId16" imgW="30861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323" y="5379992"/>
                        <a:ext cx="6831012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427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6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66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66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6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266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66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6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66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4" grpId="0" autoUpdateAnimBg="0"/>
      <p:bldP spid="26624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58901" y="826721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070496"/>
              </p:ext>
            </p:extLst>
          </p:nvPr>
        </p:nvGraphicFramePr>
        <p:xfrm>
          <a:off x="3719736" y="645178"/>
          <a:ext cx="501173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760" imgH="406080" progId="Equation.DSMT4">
                  <p:embed/>
                </p:oleObj>
              </mc:Choice>
              <mc:Fallback>
                <p:oleObj name="Equation" r:id="rId2" imgW="2120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19736" y="645178"/>
                        <a:ext cx="5011738" cy="960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24833" y="177444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208383"/>
              </p:ext>
            </p:extLst>
          </p:nvPr>
        </p:nvGraphicFramePr>
        <p:xfrm>
          <a:off x="3313540" y="1605616"/>
          <a:ext cx="4078287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7240" imgH="406080" progId="Equation.DSMT4">
                  <p:embed/>
                </p:oleObj>
              </mc:Choice>
              <mc:Fallback>
                <p:oleObj name="Equation" r:id="rId4" imgW="15872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13540" y="1605616"/>
                        <a:ext cx="4078287" cy="925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901137"/>
              </p:ext>
            </p:extLst>
          </p:nvPr>
        </p:nvGraphicFramePr>
        <p:xfrm>
          <a:off x="2340644" y="2616774"/>
          <a:ext cx="4160837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760" imgH="406080" progId="Equation.DSMT4">
                  <p:embed/>
                </p:oleObj>
              </mc:Choice>
              <mc:Fallback>
                <p:oleObj name="Equation" r:id="rId6" imgW="1904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40644" y="2616774"/>
                        <a:ext cx="4160837" cy="887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279401"/>
              </p:ext>
            </p:extLst>
          </p:nvPr>
        </p:nvGraphicFramePr>
        <p:xfrm>
          <a:off x="2342072" y="3517749"/>
          <a:ext cx="6287605" cy="874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20680" imgH="406080" progId="Equation.DSMT4">
                  <p:embed/>
                </p:oleObj>
              </mc:Choice>
              <mc:Fallback>
                <p:oleObj name="Equation" r:id="rId8" imgW="2920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42072" y="3517749"/>
                        <a:ext cx="6287605" cy="874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973441"/>
              </p:ext>
            </p:extLst>
          </p:nvPr>
        </p:nvGraphicFramePr>
        <p:xfrm>
          <a:off x="2367530" y="4466130"/>
          <a:ext cx="4424363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68480" imgH="406080" progId="Equation.DSMT4">
                  <p:embed/>
                </p:oleObj>
              </mc:Choice>
              <mc:Fallback>
                <p:oleObj name="Equation" r:id="rId10" imgW="1968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67530" y="4466130"/>
                        <a:ext cx="4424363" cy="912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412686"/>
              </p:ext>
            </p:extLst>
          </p:nvPr>
        </p:nvGraphicFramePr>
        <p:xfrm>
          <a:off x="7046913" y="5378450"/>
          <a:ext cx="438467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66600" imgH="291960" progId="Equation.DSMT4">
                  <p:embed/>
                </p:oleObj>
              </mc:Choice>
              <mc:Fallback>
                <p:oleObj name="Equation" r:id="rId12" imgW="18666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046913" y="5378450"/>
                        <a:ext cx="4384675" cy="687388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1575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1676401" y="901269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15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272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755830"/>
              </p:ext>
            </p:extLst>
          </p:nvPr>
        </p:nvGraphicFramePr>
        <p:xfrm>
          <a:off x="3071529" y="793192"/>
          <a:ext cx="4114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600" imgH="330200" progId="Equation.3">
                  <p:embed/>
                </p:oleObj>
              </mc:Choice>
              <mc:Fallback>
                <p:oleObj name="Equation" r:id="rId2" imgW="17526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529" y="793192"/>
                        <a:ext cx="41148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218438"/>
              </p:ext>
            </p:extLst>
          </p:nvPr>
        </p:nvGraphicFramePr>
        <p:xfrm>
          <a:off x="2580137" y="1767788"/>
          <a:ext cx="68865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11500" imgH="228600" progId="Equation.3">
                  <p:embed/>
                </p:oleObj>
              </mc:Choice>
              <mc:Fallback>
                <p:oleObj name="Equation" r:id="rId4" imgW="3111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0137" y="1767788"/>
                        <a:ext cx="68865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89" name="Text Box 5"/>
          <p:cNvSpPr txBox="1">
            <a:spLocks noChangeArrowheads="1"/>
          </p:cNvSpPr>
          <p:nvPr/>
        </p:nvSpPr>
        <p:spPr bwMode="auto">
          <a:xfrm>
            <a:off x="1728554" y="2374431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72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499288"/>
              </p:ext>
            </p:extLst>
          </p:nvPr>
        </p:nvGraphicFramePr>
        <p:xfrm>
          <a:off x="2895601" y="2472509"/>
          <a:ext cx="37115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400" imgH="228600" progId="Equation.3">
                  <p:embed/>
                </p:oleObj>
              </mc:Choice>
              <mc:Fallback>
                <p:oleObj name="Equation" r:id="rId6" imgW="1676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2472509"/>
                        <a:ext cx="37115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102088"/>
              </p:ext>
            </p:extLst>
          </p:nvPr>
        </p:nvGraphicFramePr>
        <p:xfrm>
          <a:off x="6798471" y="2511768"/>
          <a:ext cx="4270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17" imgH="203112" progId="Equation.3">
                  <p:embed/>
                </p:oleObj>
              </mc:Choice>
              <mc:Fallback>
                <p:oleObj name="Equation" r:id="rId8" imgW="19041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8471" y="2511768"/>
                        <a:ext cx="4270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996017"/>
              </p:ext>
            </p:extLst>
          </p:nvPr>
        </p:nvGraphicFramePr>
        <p:xfrm>
          <a:off x="3697798" y="3194678"/>
          <a:ext cx="28622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18671" imgH="291973" progId="Equation.3">
                  <p:embed/>
                </p:oleObj>
              </mc:Choice>
              <mc:Fallback>
                <p:oleObj name="Equation" r:id="rId10" imgW="1218671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798" y="3194678"/>
                        <a:ext cx="28622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543722"/>
              </p:ext>
            </p:extLst>
          </p:nvPr>
        </p:nvGraphicFramePr>
        <p:xfrm>
          <a:off x="2580137" y="3194050"/>
          <a:ext cx="110331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69696" imgH="241195" progId="Equation.3">
                  <p:embed/>
                </p:oleObj>
              </mc:Choice>
              <mc:Fallback>
                <p:oleObj name="Equation" r:id="rId12" imgW="469696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0137" y="3194050"/>
                        <a:ext cx="110331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9489289"/>
              </p:ext>
            </p:extLst>
          </p:nvPr>
        </p:nvGraphicFramePr>
        <p:xfrm>
          <a:off x="7960236" y="3214688"/>
          <a:ext cx="143192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09336" imgH="241195" progId="Equation.3">
                  <p:embed/>
                </p:oleObj>
              </mc:Choice>
              <mc:Fallback>
                <p:oleObj name="公式" r:id="rId14" imgW="609336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0236" y="3214688"/>
                        <a:ext cx="143192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114878"/>
              </p:ext>
            </p:extLst>
          </p:nvPr>
        </p:nvGraphicFramePr>
        <p:xfrm>
          <a:off x="1804987" y="3288507"/>
          <a:ext cx="657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165028" progId="Equation.3">
                  <p:embed/>
                </p:oleObj>
              </mc:Choice>
              <mc:Fallback>
                <p:oleObj name="Equation" r:id="rId16" imgW="279279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987" y="3288507"/>
                        <a:ext cx="657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931259"/>
              </p:ext>
            </p:extLst>
          </p:nvPr>
        </p:nvGraphicFramePr>
        <p:xfrm>
          <a:off x="9201150" y="3984522"/>
          <a:ext cx="885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03024" imgH="203024" progId="Equation.3">
                  <p:embed/>
                </p:oleObj>
              </mc:Choice>
              <mc:Fallback>
                <p:oleObj name="公式" r:id="rId18" imgW="203024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1150" y="3984522"/>
                        <a:ext cx="885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7" name="Text Box 13"/>
          <p:cNvSpPr txBox="1">
            <a:spLocks noChangeArrowheads="1"/>
          </p:cNvSpPr>
          <p:nvPr/>
        </p:nvSpPr>
        <p:spPr bwMode="auto">
          <a:xfrm>
            <a:off x="1728554" y="4366705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由夹挤定理，</a:t>
            </a:r>
          </a:p>
        </p:txBody>
      </p:sp>
      <p:graphicFrame>
        <p:nvGraphicFramePr>
          <p:cNvPr id="2723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004276"/>
              </p:ext>
            </p:extLst>
          </p:nvPr>
        </p:nvGraphicFramePr>
        <p:xfrm>
          <a:off x="2495718" y="4885817"/>
          <a:ext cx="393541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76400" imgH="330200" progId="Equation.3">
                  <p:embed/>
                </p:oleObj>
              </mc:Choice>
              <mc:Fallback>
                <p:oleObj name="Equation" r:id="rId20" imgW="16764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718" y="4885817"/>
                        <a:ext cx="3935413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053194"/>
              </p:ext>
            </p:extLst>
          </p:nvPr>
        </p:nvGraphicFramePr>
        <p:xfrm>
          <a:off x="6515550" y="4988510"/>
          <a:ext cx="30368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71600" imgH="228600" progId="Equation.3">
                  <p:embed/>
                </p:oleObj>
              </mc:Choice>
              <mc:Fallback>
                <p:oleObj name="Equation" r:id="rId22" imgW="1371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550" y="4988510"/>
                        <a:ext cx="303688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22858"/>
              </p:ext>
            </p:extLst>
          </p:nvPr>
        </p:nvGraphicFramePr>
        <p:xfrm>
          <a:off x="6515550" y="3194050"/>
          <a:ext cx="149066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34725" imgH="253890" progId="Equation.3">
                  <p:embed/>
                </p:oleObj>
              </mc:Choice>
              <mc:Fallback>
                <p:oleObj name="Equation" r:id="rId24" imgW="634725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550" y="3194050"/>
                        <a:ext cx="149066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2403" name="Group 19"/>
          <p:cNvGrpSpPr>
            <a:grpSpLocks/>
          </p:cNvGrpSpPr>
          <p:nvPr/>
        </p:nvGrpSpPr>
        <p:grpSpPr bwMode="auto">
          <a:xfrm>
            <a:off x="8006213" y="4222647"/>
            <a:ext cx="1081088" cy="407988"/>
            <a:chOff x="4422" y="2478"/>
            <a:chExt cx="681" cy="257"/>
          </a:xfrm>
        </p:grpSpPr>
        <p:sp>
          <p:nvSpPr>
            <p:cNvPr id="70674" name="Line 17"/>
            <p:cNvSpPr>
              <a:spLocks noChangeShapeType="1"/>
            </p:cNvSpPr>
            <p:nvPr/>
          </p:nvSpPr>
          <p:spPr bwMode="auto">
            <a:xfrm>
              <a:off x="4422" y="2478"/>
              <a:ext cx="6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0675" name="Object 18"/>
            <p:cNvGraphicFramePr>
              <a:graphicFrameLocks noChangeAspect="1"/>
            </p:cNvGraphicFramePr>
            <p:nvPr/>
          </p:nvGraphicFramePr>
          <p:xfrm>
            <a:off x="4422" y="2523"/>
            <a:ext cx="656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469696" imgH="152334" progId="Equation.3">
                    <p:embed/>
                  </p:oleObj>
                </mc:Choice>
                <mc:Fallback>
                  <p:oleObj name="公式" r:id="rId26" imgW="469696" imgH="152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" y="2523"/>
                          <a:ext cx="656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818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7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27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7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7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7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7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27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7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9" grpId="0" autoUpdateAnimBg="0"/>
      <p:bldP spid="27239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5296" y="1187271"/>
            <a:ext cx="9108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24554"/>
              </p:ext>
            </p:extLst>
          </p:nvPr>
        </p:nvGraphicFramePr>
        <p:xfrm>
          <a:off x="3215680" y="984129"/>
          <a:ext cx="3600400" cy="906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419040" progId="Equation.DSMT4">
                  <p:embed/>
                </p:oleObj>
              </mc:Choice>
              <mc:Fallback>
                <p:oleObj name="Equation" r:id="rId2" imgW="16635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15680" y="984129"/>
                        <a:ext cx="3600400" cy="9069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566717"/>
              </p:ext>
            </p:extLst>
          </p:nvPr>
        </p:nvGraphicFramePr>
        <p:xfrm>
          <a:off x="1991544" y="2522798"/>
          <a:ext cx="8303661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74760" imgH="482400" progId="Equation.DSMT4">
                  <p:embed/>
                </p:oleObj>
              </mc:Choice>
              <mc:Fallback>
                <p:oleObj name="Equation" r:id="rId4" imgW="39747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91544" y="2522798"/>
                        <a:ext cx="8303661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00242" y="360062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而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471843"/>
              </p:ext>
            </p:extLst>
          </p:nvPr>
        </p:nvGraphicFramePr>
        <p:xfrm>
          <a:off x="2673164" y="3452662"/>
          <a:ext cx="158908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87320" imgH="406080" progId="Equation.DSMT4">
                  <p:embed/>
                </p:oleObj>
              </mc:Choice>
              <mc:Fallback>
                <p:oleObj name="Equation" r:id="rId6" imgW="787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73164" y="3452662"/>
                        <a:ext cx="1589088" cy="819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1677" y="3611853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由夹挤定理有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4911"/>
              </p:ext>
            </p:extLst>
          </p:nvPr>
        </p:nvGraphicFramePr>
        <p:xfrm>
          <a:off x="4007768" y="4171532"/>
          <a:ext cx="1800200" cy="973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74360" imgH="419040" progId="Equation.DSMT4">
                  <p:embed/>
                </p:oleObj>
              </mc:Choice>
              <mc:Fallback>
                <p:oleObj name="Equation" r:id="rId8" imgW="774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07768" y="4171532"/>
                        <a:ext cx="1800200" cy="9738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54383" y="199957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0084" y="1999578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注意到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512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078763"/>
              </p:ext>
            </p:extLst>
          </p:nvPr>
        </p:nvGraphicFramePr>
        <p:xfrm>
          <a:off x="3267067" y="1838847"/>
          <a:ext cx="5121187" cy="1633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000" imgH="660240" progId="Equation.DSMT4">
                  <p:embed/>
                </p:oleObj>
              </mc:Choice>
              <mc:Fallback>
                <p:oleObj name="Equation" r:id="rId2" imgW="207000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67067" y="1838847"/>
                        <a:ext cx="5121187" cy="16339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821053"/>
              </p:ext>
            </p:extLst>
          </p:nvPr>
        </p:nvGraphicFramePr>
        <p:xfrm>
          <a:off x="3575720" y="841068"/>
          <a:ext cx="5100567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920" imgH="304560" progId="Equation.DSMT4">
                  <p:embed/>
                </p:oleObj>
              </mc:Choice>
              <mc:Fallback>
                <p:oleObj name="Equation" r:id="rId4" imgW="21589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5720" y="841068"/>
                        <a:ext cx="5100567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23593" y="908721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42099" y="176846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665458"/>
              </p:ext>
            </p:extLst>
          </p:nvPr>
        </p:nvGraphicFramePr>
        <p:xfrm>
          <a:off x="2937133" y="3501007"/>
          <a:ext cx="5451121" cy="1029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0" imgH="431640" progId="Equation.DSMT4">
                  <p:embed/>
                </p:oleObj>
              </mc:Choice>
              <mc:Fallback>
                <p:oleObj name="Equation" r:id="rId6" imgW="22860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37133" y="3501007"/>
                        <a:ext cx="5451121" cy="10296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709088" y="4725144"/>
          <a:ext cx="3197375" cy="511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9720" imgH="203040" progId="Equation.DSMT4">
                  <p:embed/>
                </p:oleObj>
              </mc:Choice>
              <mc:Fallback>
                <p:oleObj name="Equation" r:id="rId8" imgW="1269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09088" y="4725144"/>
                        <a:ext cx="3197375" cy="511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359697" y="5445224"/>
          <a:ext cx="4110037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39880" imgH="304560" progId="Equation.DSMT4">
                  <p:embed/>
                </p:oleObj>
              </mc:Choice>
              <mc:Fallback>
                <p:oleObj name="Equation" r:id="rId10" imgW="17398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7" y="5445224"/>
                        <a:ext cx="4110037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165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87488" y="76470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22467"/>
              </p:ext>
            </p:extLst>
          </p:nvPr>
        </p:nvGraphicFramePr>
        <p:xfrm>
          <a:off x="2446338" y="692150"/>
          <a:ext cx="37528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000" imgH="330120" progId="Equation.DSMT4">
                  <p:embed/>
                </p:oleObj>
              </mc:Choice>
              <mc:Fallback>
                <p:oleObj name="Equation" r:id="rId2" imgW="1638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46338" y="692150"/>
                        <a:ext cx="3752850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487488" y="155679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393110"/>
              </p:ext>
            </p:extLst>
          </p:nvPr>
        </p:nvGraphicFramePr>
        <p:xfrm>
          <a:off x="2251075" y="1463675"/>
          <a:ext cx="579913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27200" imgH="266400" progId="Equation.DSMT4">
                  <p:embed/>
                </p:oleObj>
              </mc:Choice>
              <mc:Fallback>
                <p:oleObj name="Equation" r:id="rId4" imgW="25272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51075" y="1463675"/>
                        <a:ext cx="5799138" cy="612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3211284"/>
              </p:ext>
            </p:extLst>
          </p:nvPr>
        </p:nvGraphicFramePr>
        <p:xfrm>
          <a:off x="2390299" y="2109369"/>
          <a:ext cx="3829401" cy="600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01720" imgH="266400" progId="Equation.DSMT4">
                  <p:embed/>
                </p:oleObj>
              </mc:Choice>
              <mc:Fallback>
                <p:oleObj name="Equation" r:id="rId6" imgW="17017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90299" y="2109369"/>
                        <a:ext cx="3829401" cy="600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332886"/>
              </p:ext>
            </p:extLst>
          </p:nvPr>
        </p:nvGraphicFramePr>
        <p:xfrm>
          <a:off x="2390299" y="2666188"/>
          <a:ext cx="3221113" cy="9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7560" imgH="444240" progId="Equation.DSMT4">
                  <p:embed/>
                </p:oleObj>
              </mc:Choice>
              <mc:Fallback>
                <p:oleObj name="Equation" r:id="rId8" imgW="14475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90299" y="2666188"/>
                        <a:ext cx="3221113" cy="9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381577"/>
              </p:ext>
            </p:extLst>
          </p:nvPr>
        </p:nvGraphicFramePr>
        <p:xfrm>
          <a:off x="1487488" y="3539467"/>
          <a:ext cx="6494463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82880" imgH="444240" progId="Equation.DSMT4">
                  <p:embed/>
                </p:oleObj>
              </mc:Choice>
              <mc:Fallback>
                <p:oleObj name="Equation" r:id="rId10" imgW="28828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87488" y="3539467"/>
                        <a:ext cx="6494463" cy="1001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487488" y="4766040"/>
            <a:ext cx="11897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/>
              <a:t>于是，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367569"/>
              </p:ext>
            </p:extLst>
          </p:nvPr>
        </p:nvGraphicFramePr>
        <p:xfrm>
          <a:off x="3071664" y="4574797"/>
          <a:ext cx="3471309" cy="881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00200" imgH="406080" progId="Equation.DSMT4">
                  <p:embed/>
                </p:oleObj>
              </mc:Choice>
              <mc:Fallback>
                <p:oleObj name="Equation" r:id="rId12" imgW="1600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71664" y="4574797"/>
                        <a:ext cx="3471309" cy="8816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487488" y="5474448"/>
            <a:ext cx="286488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/>
              <a:t>所以由夹挤定理，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659236"/>
              </p:ext>
            </p:extLst>
          </p:nvPr>
        </p:nvGraphicFramePr>
        <p:xfrm>
          <a:off x="4108450" y="5538788"/>
          <a:ext cx="334803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60160" imgH="330120" progId="Equation.DSMT4">
                  <p:embed/>
                </p:oleObj>
              </mc:Choice>
              <mc:Fallback>
                <p:oleObj name="Equation" r:id="rId14" imgW="14601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108450" y="5538788"/>
                        <a:ext cx="3348038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656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06500" y="947578"/>
            <a:ext cx="8572547" cy="496284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利用夹挤定理计算极限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    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</a:p>
          <a:p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                   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zh-CN" altLang="en-US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1646574"/>
              </p:ext>
            </p:extLst>
          </p:nvPr>
        </p:nvGraphicFramePr>
        <p:xfrm>
          <a:off x="1368742" y="1839527"/>
          <a:ext cx="4886325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30320" imgH="520560" progId="Equation.DSMT4">
                  <p:embed/>
                </p:oleObj>
              </mc:Choice>
              <mc:Fallback>
                <p:oleObj name="Equation" r:id="rId20" imgW="193032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368742" y="1839527"/>
                        <a:ext cx="4886325" cy="1319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105061"/>
              </p:ext>
            </p:extLst>
          </p:nvPr>
        </p:nvGraphicFramePr>
        <p:xfrm>
          <a:off x="1234868" y="3248501"/>
          <a:ext cx="6588125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39800" imgH="457200" progId="Equation.DSMT4">
                  <p:embed/>
                </p:oleObj>
              </mc:Choice>
              <mc:Fallback>
                <p:oleObj name="Equation" r:id="rId22" imgW="25398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234868" y="3248501"/>
                        <a:ext cx="6588125" cy="1185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174427"/>
              </p:ext>
            </p:extLst>
          </p:nvPr>
        </p:nvGraphicFramePr>
        <p:xfrm>
          <a:off x="1196411" y="4544503"/>
          <a:ext cx="4611688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77680" imgH="431640" progId="Equation.DSMT4">
                  <p:embed/>
                </p:oleObj>
              </mc:Choice>
              <mc:Fallback>
                <p:oleObj name="Equation" r:id="rId24" imgW="17776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196411" y="4544503"/>
                        <a:ext cx="4611688" cy="1120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  <a:effectLst/>
        </p:spPr>
        <p:txBody>
          <a:bodyPr wrap="square" rtlCol="0" anchor="ctr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12548755" y="6420803"/>
            <a:ext cx="4000226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283883"/>
              </p:ext>
            </p:extLst>
          </p:nvPr>
        </p:nvGraphicFramePr>
        <p:xfrm>
          <a:off x="12916146" y="802811"/>
          <a:ext cx="2159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158920" imgH="520560" progId="Equation.DSMT4">
                  <p:embed/>
                </p:oleObj>
              </mc:Choice>
              <mc:Fallback>
                <p:oleObj name="Equation" r:id="rId26" imgW="215892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2916146" y="802811"/>
                        <a:ext cx="2159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336346"/>
              </p:ext>
            </p:extLst>
          </p:nvPr>
        </p:nvGraphicFramePr>
        <p:xfrm>
          <a:off x="13440815" y="1479197"/>
          <a:ext cx="863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63280" imgH="304560" progId="Equation.DSMT4">
                  <p:embed/>
                </p:oleObj>
              </mc:Choice>
              <mc:Fallback>
                <p:oleObj name="Equation" r:id="rId28" imgW="8632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3440815" y="1479197"/>
                        <a:ext cx="8636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870581"/>
              </p:ext>
            </p:extLst>
          </p:nvPr>
        </p:nvGraphicFramePr>
        <p:xfrm>
          <a:off x="13109243" y="1738973"/>
          <a:ext cx="1968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968480" imgH="520560" progId="Equation.DSMT4">
                  <p:embed/>
                </p:oleObj>
              </mc:Choice>
              <mc:Fallback>
                <p:oleObj name="Equation" r:id="rId30" imgW="19684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3109243" y="1738973"/>
                        <a:ext cx="19685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37598"/>
              </p:ext>
            </p:extLst>
          </p:nvPr>
        </p:nvGraphicFramePr>
        <p:xfrm>
          <a:off x="12680950" y="2343528"/>
          <a:ext cx="34544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174840" imgH="457200" progId="Equation.DSMT4">
                  <p:embed/>
                </p:oleObj>
              </mc:Choice>
              <mc:Fallback>
                <p:oleObj name="Equation" r:id="rId32" imgW="31748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2680950" y="2343528"/>
                        <a:ext cx="3454400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837264"/>
              </p:ext>
            </p:extLst>
          </p:nvPr>
        </p:nvGraphicFramePr>
        <p:xfrm>
          <a:off x="12876178" y="3473808"/>
          <a:ext cx="27765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552400" imgH="457200" progId="Equation.DSMT4">
                  <p:embed/>
                </p:oleObj>
              </mc:Choice>
              <mc:Fallback>
                <p:oleObj name="Equation" r:id="rId34" imgW="25524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2876178" y="3473808"/>
                        <a:ext cx="2776538" cy="49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593130"/>
              </p:ext>
            </p:extLst>
          </p:nvPr>
        </p:nvGraphicFramePr>
        <p:xfrm>
          <a:off x="13125985" y="2941212"/>
          <a:ext cx="181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815840" imgH="431640" progId="Equation.DSMT4">
                  <p:embed/>
                </p:oleObj>
              </mc:Choice>
              <mc:Fallback>
                <p:oleObj name="Equation" r:id="rId36" imgW="1815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3125985" y="2941212"/>
                        <a:ext cx="18161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597560"/>
              </p:ext>
            </p:extLst>
          </p:nvPr>
        </p:nvGraphicFramePr>
        <p:xfrm>
          <a:off x="12881999" y="4195072"/>
          <a:ext cx="2647049" cy="75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489040" imgH="711000" progId="Equation.DSMT4">
                  <p:embed/>
                </p:oleObj>
              </mc:Choice>
              <mc:Fallback>
                <p:oleObj name="Equation" r:id="rId38" imgW="248904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2881999" y="4195072"/>
                        <a:ext cx="2647049" cy="75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722741"/>
              </p:ext>
            </p:extLst>
          </p:nvPr>
        </p:nvGraphicFramePr>
        <p:xfrm>
          <a:off x="13462000" y="5103813"/>
          <a:ext cx="1143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143000" imgH="431640" progId="Equation.DSMT4">
                  <p:embed/>
                </p:oleObj>
              </mc:Choice>
              <mc:Fallback>
                <p:oleObj name="Equation" r:id="rId40" imgW="11430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3462000" y="5103813"/>
                        <a:ext cx="11430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230676"/>
              </p:ext>
            </p:extLst>
          </p:nvPr>
        </p:nvGraphicFramePr>
        <p:xfrm>
          <a:off x="13054013" y="5619750"/>
          <a:ext cx="16176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625400" imgH="431640" progId="Equation.DSMT4">
                  <p:embed/>
                </p:oleObj>
              </mc:Choice>
              <mc:Fallback>
                <p:oleObj name="Equation" r:id="rId42" imgW="16254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3054013" y="5619750"/>
                        <a:ext cx="1617662" cy="430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6" name="RemarkBack"/>
            <p:cNvSpPr/>
            <p:nvPr>
              <p:custDataLst>
                <p:tags r:id="rId16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7" name="RemarkBlock"/>
            <p:cNvSpPr/>
            <p:nvPr>
              <p:custDataLst>
                <p:tags r:id="rId17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8" name="RemarkTitleText"/>
            <p:cNvSpPr txBox="1"/>
            <p:nvPr>
              <p:custDataLst>
                <p:tags r:id="rId18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10" name="RemarkBack"/>
          <p:cNvSpPr/>
          <p:nvPr>
            <p:custDataLst>
              <p:tags r:id="rId7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RemarkBlock"/>
          <p:cNvSpPr/>
          <p:nvPr>
            <p:custDataLst>
              <p:tags r:id="rId8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RemarkTitleText"/>
          <p:cNvSpPr txBox="1"/>
          <p:nvPr>
            <p:custDataLst>
              <p:tags r:id="rId9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9" name="组合 8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4681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144795" y="404664"/>
            <a:ext cx="3578746" cy="794962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、单调有界原理</a:t>
            </a:r>
          </a:p>
        </p:txBody>
      </p:sp>
      <p:graphicFrame>
        <p:nvGraphicFramePr>
          <p:cNvPr id="2099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5753261"/>
              </p:ext>
            </p:extLst>
          </p:nvPr>
        </p:nvGraphicFramePr>
        <p:xfrm>
          <a:off x="3080956" y="1088967"/>
          <a:ext cx="5256584" cy="5161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680" imgH="2171520" progId="Equation.DSMT4">
                  <p:embed/>
                </p:oleObj>
              </mc:Choice>
              <mc:Fallback>
                <p:oleObj name="Equation" r:id="rId2" imgW="2209680" imgH="217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0956" y="1088967"/>
                        <a:ext cx="5256584" cy="51619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5"/>
          <p:cNvSpPr>
            <a:spLocks/>
          </p:cNvSpPr>
          <p:nvPr/>
        </p:nvSpPr>
        <p:spPr bwMode="auto">
          <a:xfrm>
            <a:off x="8688288" y="1950838"/>
            <a:ext cx="304800" cy="4320480"/>
          </a:xfrm>
          <a:prstGeom prst="rightBrace">
            <a:avLst>
              <a:gd name="adj1" fmla="val 131250"/>
              <a:gd name="adj2" fmla="val 46222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9343836" y="2492896"/>
            <a:ext cx="738664" cy="3011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单  调  数  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531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20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>
            <a:grpSpLocks/>
          </p:cNvGrpSpPr>
          <p:nvPr/>
        </p:nvGrpSpPr>
        <p:grpSpPr bwMode="auto">
          <a:xfrm>
            <a:off x="1343472" y="260648"/>
            <a:ext cx="9649072" cy="2744660"/>
            <a:chOff x="541" y="437"/>
            <a:chExt cx="5341" cy="4118"/>
          </a:xfrm>
        </p:grpSpPr>
        <p:sp>
          <p:nvSpPr>
            <p:cNvPr id="24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79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74434" name="Text Box 2"/>
          <p:cNvSpPr txBox="1">
            <a:spLocks noChangeArrowheads="1"/>
          </p:cNvSpPr>
          <p:nvPr/>
        </p:nvSpPr>
        <p:spPr bwMode="auto">
          <a:xfrm>
            <a:off x="2089246" y="682299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cs typeface="Times New Roman" panose="02020603050405020304" pitchFamily="18" charset="0"/>
              </a:rPr>
              <a:t>6(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单调有界原理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aphicFrame>
        <p:nvGraphicFramePr>
          <p:cNvPr id="274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952197"/>
              </p:ext>
            </p:extLst>
          </p:nvPr>
        </p:nvGraphicFramePr>
        <p:xfrm>
          <a:off x="5640487" y="711485"/>
          <a:ext cx="3816013" cy="490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1000" imgH="215900" progId="Equation.3">
                  <p:embed/>
                </p:oleObj>
              </mc:Choice>
              <mc:Fallback>
                <p:oleObj name="Equation" r:id="rId2" imgW="16510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0487" y="711485"/>
                        <a:ext cx="3816013" cy="4907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6" name="Text Box 4"/>
          <p:cNvSpPr txBox="1">
            <a:spLocks noChangeArrowheads="1"/>
          </p:cNvSpPr>
          <p:nvPr/>
        </p:nvSpPr>
        <p:spPr bwMode="auto">
          <a:xfrm>
            <a:off x="5419725" y="2310122"/>
            <a:ext cx="4486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sz="2800" b="1" dirty="0">
                <a:solidFill>
                  <a:srgbClr val="000099"/>
                </a:solidFill>
                <a:latin typeface="宋体" charset="-122"/>
              </a:rPr>
              <a:t>证明略</a:t>
            </a:r>
            <a:r>
              <a:rPr lang="zh-CN" altLang="en-US" sz="28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274437" name="Group 5"/>
          <p:cNvGrpSpPr>
            <a:grpSpLocks/>
          </p:cNvGrpSpPr>
          <p:nvPr/>
        </p:nvGrpSpPr>
        <p:grpSpPr bwMode="auto">
          <a:xfrm>
            <a:off x="2087206" y="1204732"/>
            <a:ext cx="6672263" cy="568326"/>
            <a:chOff x="320" y="1250"/>
            <a:chExt cx="4203" cy="358"/>
          </a:xfrm>
        </p:grpSpPr>
        <p:graphicFrame>
          <p:nvGraphicFramePr>
            <p:cNvPr id="72725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2340496"/>
                </p:ext>
              </p:extLst>
            </p:nvPr>
          </p:nvGraphicFramePr>
          <p:xfrm>
            <a:off x="320" y="1268"/>
            <a:ext cx="4045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30500" imgH="228600" progId="Equation.3">
                    <p:embed/>
                  </p:oleObj>
                </mc:Choice>
                <mc:Fallback>
                  <p:oleObj name="Equation" r:id="rId4" imgW="27305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" y="1268"/>
                          <a:ext cx="4045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26" name="Text Box 7"/>
            <p:cNvSpPr txBox="1">
              <a:spLocks noChangeArrowheads="1"/>
            </p:cNvSpPr>
            <p:nvPr/>
          </p:nvSpPr>
          <p:spPr bwMode="auto">
            <a:xfrm>
              <a:off x="3713" y="1250"/>
              <a:ext cx="8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charset="-122"/>
                </a:rPr>
                <a:t>上界</a:t>
              </a:r>
              <a:r>
                <a:rPr lang="zh-CN" altLang="en-US" sz="2800" b="1" dirty="0">
                  <a:latin typeface="黑体" pitchFamily="2" charset="-122"/>
                  <a:ea typeface="黑体" pitchFamily="2" charset="-122"/>
                </a:rPr>
                <a:t> </a:t>
              </a:r>
            </a:p>
          </p:txBody>
        </p:sp>
      </p:grpSp>
      <p:grpSp>
        <p:nvGrpSpPr>
          <p:cNvPr id="274440" name="Group 8"/>
          <p:cNvGrpSpPr>
            <a:grpSpLocks/>
          </p:cNvGrpSpPr>
          <p:nvPr/>
        </p:nvGrpSpPr>
        <p:grpSpPr bwMode="auto">
          <a:xfrm>
            <a:off x="2110104" y="1747037"/>
            <a:ext cx="6875462" cy="577850"/>
            <a:chOff x="335" y="1737"/>
            <a:chExt cx="4331" cy="364"/>
          </a:xfrm>
        </p:grpSpPr>
        <p:graphicFrame>
          <p:nvGraphicFramePr>
            <p:cNvPr id="7272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8480872"/>
                </p:ext>
              </p:extLst>
            </p:nvPr>
          </p:nvGraphicFramePr>
          <p:xfrm>
            <a:off x="335" y="1746"/>
            <a:ext cx="4196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692400" imgH="228600" progId="Equation.3">
                    <p:embed/>
                  </p:oleObj>
                </mc:Choice>
                <mc:Fallback>
                  <p:oleObj name="Equation" r:id="rId6" imgW="26924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" y="1746"/>
                          <a:ext cx="4196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24" name="Text Box 10"/>
            <p:cNvSpPr txBox="1">
              <a:spLocks noChangeArrowheads="1"/>
            </p:cNvSpPr>
            <p:nvPr/>
          </p:nvSpPr>
          <p:spPr bwMode="auto">
            <a:xfrm>
              <a:off x="3856" y="1737"/>
              <a:ext cx="8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charset="-122"/>
                </a:rPr>
                <a:t>下界</a:t>
              </a:r>
              <a:r>
                <a:rPr lang="zh-CN" altLang="en-US" sz="2800" b="1" dirty="0">
                  <a:latin typeface="黑体" pitchFamily="2" charset="-122"/>
                  <a:ea typeface="黑体" pitchFamily="2" charset="-122"/>
                </a:rPr>
                <a:t> </a:t>
              </a:r>
            </a:p>
          </p:txBody>
        </p:sp>
      </p:grpSp>
      <p:sp>
        <p:nvSpPr>
          <p:cNvPr id="274443" name="AutoShape 11"/>
          <p:cNvSpPr>
            <a:spLocks/>
          </p:cNvSpPr>
          <p:nvPr/>
        </p:nvSpPr>
        <p:spPr bwMode="auto">
          <a:xfrm>
            <a:off x="9037281" y="1319522"/>
            <a:ext cx="304800" cy="990600"/>
          </a:xfrm>
          <a:prstGeom prst="rightBrace">
            <a:avLst>
              <a:gd name="adj1" fmla="val 27083"/>
              <a:gd name="adj2" fmla="val 49023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274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948099"/>
              </p:ext>
            </p:extLst>
          </p:nvPr>
        </p:nvGraphicFramePr>
        <p:xfrm>
          <a:off x="9456501" y="1540685"/>
          <a:ext cx="4699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17" imgH="203112" progId="Equation.3">
                  <p:embed/>
                </p:oleObj>
              </mc:Choice>
              <mc:Fallback>
                <p:oleObj name="Equation" r:id="rId8" imgW="19041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6501" y="1540685"/>
                        <a:ext cx="4699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741570"/>
              </p:ext>
            </p:extLst>
          </p:nvPr>
        </p:nvGraphicFramePr>
        <p:xfrm>
          <a:off x="2188952" y="2368041"/>
          <a:ext cx="3188498" cy="528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58900" imgH="228600" progId="Equation.3">
                  <p:embed/>
                </p:oleObj>
              </mc:Choice>
              <mc:Fallback>
                <p:oleObj name="Equation" r:id="rId10" imgW="1358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952" y="2368041"/>
                        <a:ext cx="3188498" cy="528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520" name="Text Box 88"/>
          <p:cNvSpPr txBox="1">
            <a:spLocks noChangeArrowheads="1"/>
          </p:cNvSpPr>
          <p:nvPr/>
        </p:nvSpPr>
        <p:spPr bwMode="auto">
          <a:xfrm>
            <a:off x="2001662" y="3208943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19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274521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207858"/>
              </p:ext>
            </p:extLst>
          </p:nvPr>
        </p:nvGraphicFramePr>
        <p:xfrm>
          <a:off x="2993369" y="3005307"/>
          <a:ext cx="6491298" cy="1028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57500" imgH="444500" progId="Equation.3">
                  <p:embed/>
                </p:oleObj>
              </mc:Choice>
              <mc:Fallback>
                <p:oleObj name="公式" r:id="rId12" imgW="28575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3369" y="3005307"/>
                        <a:ext cx="6491298" cy="1028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522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369368"/>
              </p:ext>
            </p:extLst>
          </p:nvPr>
        </p:nvGraphicFramePr>
        <p:xfrm>
          <a:off x="2022205" y="4001804"/>
          <a:ext cx="5265431" cy="52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24100" imgH="228600" progId="Equation.DSMT4">
                  <p:embed/>
                </p:oleObj>
              </mc:Choice>
              <mc:Fallback>
                <p:oleObj name="Equation" r:id="rId14" imgW="2324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205" y="4001804"/>
                        <a:ext cx="5265431" cy="52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523" name="Text Box 91"/>
          <p:cNvSpPr txBox="1">
            <a:spLocks noChangeArrowheads="1"/>
          </p:cNvSpPr>
          <p:nvPr/>
        </p:nvSpPr>
        <p:spPr bwMode="auto">
          <a:xfrm>
            <a:off x="2057044" y="4617366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74524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472950"/>
              </p:ext>
            </p:extLst>
          </p:nvPr>
        </p:nvGraphicFramePr>
        <p:xfrm>
          <a:off x="2993369" y="4659479"/>
          <a:ext cx="2647118" cy="482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80588" imgH="215806" progId="Equation.3">
                  <p:embed/>
                </p:oleObj>
              </mc:Choice>
              <mc:Fallback>
                <p:oleObj name="Equation" r:id="rId16" imgW="118058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3369" y="4659479"/>
                        <a:ext cx="2647118" cy="4821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526" name="Object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275960"/>
              </p:ext>
            </p:extLst>
          </p:nvPr>
        </p:nvGraphicFramePr>
        <p:xfrm>
          <a:off x="2361844" y="5106960"/>
          <a:ext cx="316706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269449" imgH="444307" progId="Equation.3">
                  <p:embed/>
                </p:oleObj>
              </mc:Choice>
              <mc:Fallback>
                <p:oleObj name="公式" r:id="rId18" imgW="1269449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1844" y="5106960"/>
                        <a:ext cx="3167062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527" name="Object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515078"/>
              </p:ext>
            </p:extLst>
          </p:nvPr>
        </p:nvGraphicFramePr>
        <p:xfrm>
          <a:off x="5470126" y="5109641"/>
          <a:ext cx="2592387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028254" imgH="482391" progId="Equation.3">
                  <p:embed/>
                </p:oleObj>
              </mc:Choice>
              <mc:Fallback>
                <p:oleObj name="公式" r:id="rId20" imgW="1028254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0126" y="5109641"/>
                        <a:ext cx="2592387" cy="121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528" name="Object 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849906"/>
              </p:ext>
            </p:extLst>
          </p:nvPr>
        </p:nvGraphicFramePr>
        <p:xfrm>
          <a:off x="7988301" y="5338735"/>
          <a:ext cx="11525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31613" imgH="241195" progId="Equation.3">
                  <p:embed/>
                </p:oleObj>
              </mc:Choice>
              <mc:Fallback>
                <p:oleObj name="Equation" r:id="rId22" imgW="431613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8301" y="5338735"/>
                        <a:ext cx="115252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321476"/>
              </p:ext>
            </p:extLst>
          </p:nvPr>
        </p:nvGraphicFramePr>
        <p:xfrm>
          <a:off x="5706456" y="4596617"/>
          <a:ext cx="2410788" cy="518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02960" imgH="215640" progId="Equation.DSMT4">
                  <p:embed/>
                </p:oleObj>
              </mc:Choice>
              <mc:Fallback>
                <p:oleObj name="Equation" r:id="rId24" imgW="1002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706456" y="4596617"/>
                        <a:ext cx="2410788" cy="5187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363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7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27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7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4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4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74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4" grpId="0" autoUpdateAnimBg="0"/>
      <p:bldP spid="274436" grpId="0" autoUpdateAnimBg="0"/>
      <p:bldP spid="274443" grpId="0" animBg="1"/>
      <p:bldP spid="274520" grpId="0" autoUpdateAnimBg="0"/>
      <p:bldP spid="27452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54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442040"/>
              </p:ext>
            </p:extLst>
          </p:nvPr>
        </p:nvGraphicFramePr>
        <p:xfrm>
          <a:off x="2109345" y="908629"/>
          <a:ext cx="232568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1942" imgH="200179" progId="Equation.3">
                  <p:embed/>
                </p:oleObj>
              </mc:Choice>
              <mc:Fallback>
                <p:oleObj name="Equation" r:id="rId2" imgW="961942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345" y="908629"/>
                        <a:ext cx="232568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171181"/>
              </p:ext>
            </p:extLst>
          </p:nvPr>
        </p:nvGraphicFramePr>
        <p:xfrm>
          <a:off x="4682279" y="854667"/>
          <a:ext cx="277177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588" imgH="241195" progId="Equation.3">
                  <p:embed/>
                </p:oleObj>
              </mc:Choice>
              <mc:Fallback>
                <p:oleObj name="Equation" r:id="rId4" imgW="1180588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2279" y="854667"/>
                        <a:ext cx="277177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160606"/>
              </p:ext>
            </p:extLst>
          </p:nvPr>
        </p:nvGraphicFramePr>
        <p:xfrm>
          <a:off x="2248044" y="1639338"/>
          <a:ext cx="14890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4725" imgH="228501" progId="Equation.3">
                  <p:embed/>
                </p:oleObj>
              </mc:Choice>
              <mc:Fallback>
                <p:oleObj name="Equation" r:id="rId6" imgW="63472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8044" y="1639338"/>
                        <a:ext cx="14890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812375"/>
              </p:ext>
            </p:extLst>
          </p:nvPr>
        </p:nvGraphicFramePr>
        <p:xfrm>
          <a:off x="6729077" y="1428432"/>
          <a:ext cx="1547813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60400" imgH="457200" progId="Equation.3">
                  <p:embed/>
                </p:oleObj>
              </mc:Choice>
              <mc:Fallback>
                <p:oleObj name="公式" r:id="rId8" imgW="660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9077" y="1428432"/>
                        <a:ext cx="1547813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838540"/>
              </p:ext>
            </p:extLst>
          </p:nvPr>
        </p:nvGraphicFramePr>
        <p:xfrm>
          <a:off x="8325752" y="1757650"/>
          <a:ext cx="744538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7225" imgH="203024" progId="Equation.3">
                  <p:embed/>
                </p:oleObj>
              </mc:Choice>
              <mc:Fallback>
                <p:oleObj name="Equation" r:id="rId10" imgW="317225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5752" y="1757650"/>
                        <a:ext cx="744538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712517"/>
              </p:ext>
            </p:extLst>
          </p:nvPr>
        </p:nvGraphicFramePr>
        <p:xfrm>
          <a:off x="2063167" y="2365636"/>
          <a:ext cx="2031454" cy="57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1144" imgH="200179" progId="Equation.3">
                  <p:embed/>
                </p:oleObj>
              </mc:Choice>
              <mc:Fallback>
                <p:oleObj name="Equation" r:id="rId12" imgW="781144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167" y="2365636"/>
                        <a:ext cx="2031454" cy="571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058512"/>
              </p:ext>
            </p:extLst>
          </p:nvPr>
        </p:nvGraphicFramePr>
        <p:xfrm>
          <a:off x="4429256" y="2545704"/>
          <a:ext cx="4432275" cy="51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028684" imgH="200179" progId="Equation.3">
                  <p:embed/>
                </p:oleObj>
              </mc:Choice>
              <mc:Fallback>
                <p:oleObj name="公式" r:id="rId14" imgW="2028684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256" y="2545704"/>
                        <a:ext cx="4432275" cy="5199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754865"/>
              </p:ext>
            </p:extLst>
          </p:nvPr>
        </p:nvGraphicFramePr>
        <p:xfrm>
          <a:off x="2143606" y="3316651"/>
          <a:ext cx="2198579" cy="652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14400" imgH="247792" progId="Equation.3">
                  <p:embed/>
                </p:oleObj>
              </mc:Choice>
              <mc:Fallback>
                <p:oleObj name="Equation" r:id="rId16" imgW="914400" imgH="2477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606" y="3316651"/>
                        <a:ext cx="2198579" cy="652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735059"/>
              </p:ext>
            </p:extLst>
          </p:nvPr>
        </p:nvGraphicFramePr>
        <p:xfrm>
          <a:off x="7634808" y="4174028"/>
          <a:ext cx="1905394" cy="600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761669" imgH="241195" progId="Equation.3">
                  <p:embed/>
                </p:oleObj>
              </mc:Choice>
              <mc:Fallback>
                <p:oleObj name="公式" r:id="rId18" imgW="76166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4808" y="4174028"/>
                        <a:ext cx="1905394" cy="600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8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772292"/>
              </p:ext>
            </p:extLst>
          </p:nvPr>
        </p:nvGraphicFramePr>
        <p:xfrm>
          <a:off x="2164260" y="5120145"/>
          <a:ext cx="2114447" cy="570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39392" imgH="253890" progId="Equation.3">
                  <p:embed/>
                </p:oleObj>
              </mc:Choice>
              <mc:Fallback>
                <p:oleObj name="Equation" r:id="rId20" imgW="939392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260" y="5120145"/>
                        <a:ext cx="2114447" cy="5706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8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938052"/>
              </p:ext>
            </p:extLst>
          </p:nvPr>
        </p:nvGraphicFramePr>
        <p:xfrm>
          <a:off x="4511824" y="5110874"/>
          <a:ext cx="2310037" cy="568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77900" imgH="241300" progId="Equation.3">
                  <p:embed/>
                </p:oleObj>
              </mc:Choice>
              <mc:Fallback>
                <p:oleObj name="Equation" r:id="rId22" imgW="9779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824" y="5110874"/>
                        <a:ext cx="2310037" cy="5687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8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238831"/>
              </p:ext>
            </p:extLst>
          </p:nvPr>
        </p:nvGraphicFramePr>
        <p:xfrm>
          <a:off x="7054979" y="5073513"/>
          <a:ext cx="2281382" cy="668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09484" imgH="276289" progId="Equation.3">
                  <p:embed/>
                </p:oleObj>
              </mc:Choice>
              <mc:Fallback>
                <p:oleObj name="Equation" r:id="rId24" imgW="1009484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4979" y="5073513"/>
                        <a:ext cx="2281382" cy="668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8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984975"/>
              </p:ext>
            </p:extLst>
          </p:nvPr>
        </p:nvGraphicFramePr>
        <p:xfrm>
          <a:off x="3906045" y="1467179"/>
          <a:ext cx="2773362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180588" imgH="444307" progId="Equation.3">
                  <p:embed/>
                </p:oleObj>
              </mc:Choice>
              <mc:Fallback>
                <p:oleObj name="公式" r:id="rId26" imgW="1180588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6045" y="1467179"/>
                        <a:ext cx="2773362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8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981053"/>
              </p:ext>
            </p:extLst>
          </p:nvPr>
        </p:nvGraphicFramePr>
        <p:xfrm>
          <a:off x="4682279" y="3092151"/>
          <a:ext cx="3312517" cy="101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447172" imgH="444307" progId="Equation.3">
                  <p:embed/>
                </p:oleObj>
              </mc:Choice>
              <mc:Fallback>
                <p:oleObj name="公式" r:id="rId28" imgW="1447172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2279" y="3092151"/>
                        <a:ext cx="3312517" cy="101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8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018530"/>
              </p:ext>
            </p:extLst>
          </p:nvPr>
        </p:nvGraphicFramePr>
        <p:xfrm>
          <a:off x="2234152" y="4018512"/>
          <a:ext cx="2808114" cy="1057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143000" imgH="431800" progId="Equation.3">
                  <p:embed/>
                </p:oleObj>
              </mc:Choice>
              <mc:Fallback>
                <p:oleObj name="公式" r:id="rId30" imgW="1143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4152" y="4018512"/>
                        <a:ext cx="2808114" cy="1057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9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79883"/>
              </p:ext>
            </p:extLst>
          </p:nvPr>
        </p:nvGraphicFramePr>
        <p:xfrm>
          <a:off x="5322094" y="4232765"/>
          <a:ext cx="2054972" cy="5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863225" imgH="228501" progId="Equation.3">
                  <p:embed/>
                </p:oleObj>
              </mc:Choice>
              <mc:Fallback>
                <p:oleObj name="公式" r:id="rId32" imgW="86322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094" y="4232765"/>
                        <a:ext cx="2054972" cy="5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779569"/>
              </p:ext>
            </p:extLst>
          </p:nvPr>
        </p:nvGraphicFramePr>
        <p:xfrm>
          <a:off x="7608258" y="886007"/>
          <a:ext cx="1652183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749160" imgH="228600" progId="Equation.DSMT4">
                  <p:embed/>
                </p:oleObj>
              </mc:Choice>
              <mc:Fallback>
                <p:oleObj name="Equation" r:id="rId34" imgW="749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7608258" y="886007"/>
                        <a:ext cx="1652183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996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7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7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75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5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5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5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27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7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7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275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275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27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27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27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5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25945" y="764756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936239"/>
              </p:ext>
            </p:extLst>
          </p:nvPr>
        </p:nvGraphicFramePr>
        <p:xfrm>
          <a:off x="3134057" y="713351"/>
          <a:ext cx="5832648" cy="1329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0880" imgH="558720" progId="Equation.DSMT4">
                  <p:embed/>
                </p:oleObj>
              </mc:Choice>
              <mc:Fallback>
                <p:oleObj name="Equation" r:id="rId2" imgW="245088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34057" y="713351"/>
                        <a:ext cx="5832648" cy="13297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4993" y="2074744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630900"/>
              </p:ext>
            </p:extLst>
          </p:nvPr>
        </p:nvGraphicFramePr>
        <p:xfrm>
          <a:off x="2999655" y="2094786"/>
          <a:ext cx="4812879" cy="50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7080" imgH="228600" progId="Equation.DSMT4">
                  <p:embed/>
                </p:oleObj>
              </mc:Choice>
              <mc:Fallback>
                <p:oleObj name="Equation" r:id="rId4" imgW="2197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99655" y="2094786"/>
                        <a:ext cx="4812879" cy="500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940462"/>
              </p:ext>
            </p:extLst>
          </p:nvPr>
        </p:nvGraphicFramePr>
        <p:xfrm>
          <a:off x="2159687" y="2647260"/>
          <a:ext cx="1747421" cy="45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87320" imgH="203040" progId="Equation.DSMT4">
                  <p:embed/>
                </p:oleObj>
              </mc:Choice>
              <mc:Fallback>
                <p:oleObj name="Equation" r:id="rId6" imgW="7873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59687" y="2647260"/>
                        <a:ext cx="1747421" cy="45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65539"/>
              </p:ext>
            </p:extLst>
          </p:nvPr>
        </p:nvGraphicFramePr>
        <p:xfrm>
          <a:off x="2927648" y="3095672"/>
          <a:ext cx="5266871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38280" imgH="266400" progId="Equation.DSMT4">
                  <p:embed/>
                </p:oleObj>
              </mc:Choice>
              <mc:Fallback>
                <p:oleObj name="Equation" r:id="rId8" imgW="243828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27648" y="3095672"/>
                        <a:ext cx="5266871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979116"/>
              </p:ext>
            </p:extLst>
          </p:nvPr>
        </p:nvGraphicFramePr>
        <p:xfrm>
          <a:off x="2110338" y="3730751"/>
          <a:ext cx="3024336" cy="456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46040" imgH="203040" progId="Equation.DSMT4">
                  <p:embed/>
                </p:oleObj>
              </mc:Choice>
              <mc:Fallback>
                <p:oleObj name="Equation" r:id="rId10" imgW="1346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10338" y="3730751"/>
                        <a:ext cx="3024336" cy="4565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860252"/>
              </p:ext>
            </p:extLst>
          </p:nvPr>
        </p:nvGraphicFramePr>
        <p:xfrm>
          <a:off x="3622506" y="4282381"/>
          <a:ext cx="4057670" cy="510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15840" imgH="228600" progId="Equation.DSMT4">
                  <p:embed/>
                </p:oleObj>
              </mc:Choice>
              <mc:Fallback>
                <p:oleObj name="Equation" r:id="rId12" imgW="1815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22506" y="4282381"/>
                        <a:ext cx="4057670" cy="510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106607"/>
              </p:ext>
            </p:extLst>
          </p:nvPr>
        </p:nvGraphicFramePr>
        <p:xfrm>
          <a:off x="2327664" y="4868664"/>
          <a:ext cx="2589684" cy="44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80800" imgH="203040" progId="Equation.DSMT4">
                  <p:embed/>
                </p:oleObj>
              </mc:Choice>
              <mc:Fallback>
                <p:oleObj name="Equation" r:id="rId14" imgW="1180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327664" y="4868664"/>
                        <a:ext cx="2589684" cy="445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889981"/>
              </p:ext>
            </p:extLst>
          </p:nvPr>
        </p:nvGraphicFramePr>
        <p:xfrm>
          <a:off x="3380765" y="5365913"/>
          <a:ext cx="4515436" cy="600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06280" imgH="266400" progId="Equation.DSMT4">
                  <p:embed/>
                </p:oleObj>
              </mc:Choice>
              <mc:Fallback>
                <p:oleObj name="Equation" r:id="rId16" imgW="200628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380765" y="5365913"/>
                        <a:ext cx="4515436" cy="600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93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807485"/>
              </p:ext>
            </p:extLst>
          </p:nvPr>
        </p:nvGraphicFramePr>
        <p:xfrm>
          <a:off x="3071664" y="726754"/>
          <a:ext cx="4635944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45960" imgH="266400" progId="Equation.DSMT4">
                  <p:embed/>
                </p:oleObj>
              </mc:Choice>
              <mc:Fallback>
                <p:oleObj name="Equation" r:id="rId2" imgW="21459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71664" y="726754"/>
                        <a:ext cx="4635944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185850"/>
              </p:ext>
            </p:extLst>
          </p:nvPr>
        </p:nvGraphicFramePr>
        <p:xfrm>
          <a:off x="3071665" y="1478665"/>
          <a:ext cx="2952328" cy="464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215640" progId="Equation.DSMT4">
                  <p:embed/>
                </p:oleObj>
              </mc:Choice>
              <mc:Fallback>
                <p:oleObj name="Equation" r:id="rId4" imgW="1371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71665" y="1478665"/>
                        <a:ext cx="2952328" cy="464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893497"/>
              </p:ext>
            </p:extLst>
          </p:nvPr>
        </p:nvGraphicFramePr>
        <p:xfrm>
          <a:off x="3076132" y="2789501"/>
          <a:ext cx="4388020" cy="622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480" imgH="279360" progId="Equation.DSMT4">
                  <p:embed/>
                </p:oleObj>
              </mc:Choice>
              <mc:Fallback>
                <p:oleObj name="Equation" r:id="rId6" imgW="1968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76132" y="2789501"/>
                        <a:ext cx="4388020" cy="622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978083"/>
              </p:ext>
            </p:extLst>
          </p:nvPr>
        </p:nvGraphicFramePr>
        <p:xfrm>
          <a:off x="2999656" y="4481974"/>
          <a:ext cx="3456385" cy="521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00200" imgH="241200" progId="Equation.DSMT4">
                  <p:embed/>
                </p:oleObj>
              </mc:Choice>
              <mc:Fallback>
                <p:oleObj name="Equation" r:id="rId8" imgW="16002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99656" y="4481974"/>
                        <a:ext cx="3456385" cy="521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359080"/>
              </p:ext>
            </p:extLst>
          </p:nvPr>
        </p:nvGraphicFramePr>
        <p:xfrm>
          <a:off x="2999656" y="5206374"/>
          <a:ext cx="38512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39880" imgH="279360" progId="Equation.DSMT4">
                  <p:embed/>
                </p:oleObj>
              </mc:Choice>
              <mc:Fallback>
                <p:oleObj name="Equation" r:id="rId10" imgW="17398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99656" y="5206374"/>
                        <a:ext cx="3851275" cy="61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623814"/>
              </p:ext>
            </p:extLst>
          </p:nvPr>
        </p:nvGraphicFramePr>
        <p:xfrm>
          <a:off x="3791744" y="2060919"/>
          <a:ext cx="2808313" cy="521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31560" imgH="228600" progId="Equation.DSMT4">
                  <p:embed/>
                </p:oleObj>
              </mc:Choice>
              <mc:Fallback>
                <p:oleObj name="Equation" r:id="rId12" imgW="1231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91744" y="2060919"/>
                        <a:ext cx="2808313" cy="521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749230"/>
              </p:ext>
            </p:extLst>
          </p:nvPr>
        </p:nvGraphicFramePr>
        <p:xfrm>
          <a:off x="3078062" y="3640852"/>
          <a:ext cx="3888433" cy="633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14320" imgH="279360" progId="Equation.DSMT4">
                  <p:embed/>
                </p:oleObj>
              </mc:Choice>
              <mc:Fallback>
                <p:oleObj name="Equation" r:id="rId14" imgW="17143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078062" y="3640852"/>
                        <a:ext cx="3888433" cy="6336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634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87488" y="692695"/>
            <a:ext cx="1002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144"/>
              </p:ext>
            </p:extLst>
          </p:nvPr>
        </p:nvGraphicFramePr>
        <p:xfrm>
          <a:off x="2567608" y="686765"/>
          <a:ext cx="6840760" cy="613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71800" imgH="266400" progId="Equation.DSMT4">
                  <p:embed/>
                </p:oleObj>
              </mc:Choice>
              <mc:Fallback>
                <p:oleObj name="Equation" r:id="rId2" imgW="29718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67608" y="686765"/>
                        <a:ext cx="6840760" cy="6139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350764"/>
              </p:ext>
            </p:extLst>
          </p:nvPr>
        </p:nvGraphicFramePr>
        <p:xfrm>
          <a:off x="1487489" y="1300678"/>
          <a:ext cx="5760640" cy="493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6880" imgH="228600" progId="Equation.DSMT4">
                  <p:embed/>
                </p:oleObj>
              </mc:Choice>
              <mc:Fallback>
                <p:oleObj name="Equation" r:id="rId4" imgW="2666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87489" y="1300678"/>
                        <a:ext cx="5760640" cy="493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487488" y="182389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665042"/>
              </p:ext>
            </p:extLst>
          </p:nvPr>
        </p:nvGraphicFramePr>
        <p:xfrm>
          <a:off x="2135560" y="1848390"/>
          <a:ext cx="4896544" cy="497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47840" imgH="228600" progId="Equation.DSMT4">
                  <p:embed/>
                </p:oleObj>
              </mc:Choice>
              <mc:Fallback>
                <p:oleObj name="Equation" r:id="rId6" imgW="2247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35560" y="1848390"/>
                        <a:ext cx="4896544" cy="4979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136437" y="1780923"/>
            <a:ext cx="51969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/>
              <a:t>故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84520"/>
              </p:ext>
            </p:extLst>
          </p:nvPr>
        </p:nvGraphicFramePr>
        <p:xfrm>
          <a:off x="2031227" y="2442178"/>
          <a:ext cx="2898530" cy="590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7880" imgH="266400" progId="Equation.DSMT4">
                  <p:embed/>
                </p:oleObj>
              </mc:Choice>
              <mc:Fallback>
                <p:oleObj name="Equation" r:id="rId8" imgW="130788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31227" y="2442178"/>
                        <a:ext cx="2898530" cy="590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806460"/>
              </p:ext>
            </p:extLst>
          </p:nvPr>
        </p:nvGraphicFramePr>
        <p:xfrm>
          <a:off x="4929757" y="2290619"/>
          <a:ext cx="2816781" cy="850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46040" imgH="406080" progId="Equation.DSMT4">
                  <p:embed/>
                </p:oleObj>
              </mc:Choice>
              <mc:Fallback>
                <p:oleObj name="Equation" r:id="rId10" imgW="1346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29757" y="2290619"/>
                        <a:ext cx="2816781" cy="8503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519520"/>
              </p:ext>
            </p:extLst>
          </p:nvPr>
        </p:nvGraphicFramePr>
        <p:xfrm>
          <a:off x="1487488" y="3013595"/>
          <a:ext cx="3528392" cy="917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62040" imgH="406080" progId="Equation.DSMT4">
                  <p:embed/>
                </p:oleObj>
              </mc:Choice>
              <mc:Fallback>
                <p:oleObj name="Equation" r:id="rId12" imgW="1562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87488" y="3013595"/>
                        <a:ext cx="3528392" cy="9179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785714"/>
              </p:ext>
            </p:extLst>
          </p:nvPr>
        </p:nvGraphicFramePr>
        <p:xfrm>
          <a:off x="2031227" y="3850383"/>
          <a:ext cx="3160743" cy="582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47560" imgH="266400" progId="Equation.DSMT4">
                  <p:embed/>
                </p:oleObj>
              </mc:Choice>
              <mc:Fallback>
                <p:oleObj name="Equation" r:id="rId14" imgW="14475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31227" y="3850383"/>
                        <a:ext cx="3160743" cy="5822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927141"/>
              </p:ext>
            </p:extLst>
          </p:nvPr>
        </p:nvGraphicFramePr>
        <p:xfrm>
          <a:off x="5192027" y="3685988"/>
          <a:ext cx="2292240" cy="873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66680" imgH="406080" progId="Equation.DSMT4">
                  <p:embed/>
                </p:oleObj>
              </mc:Choice>
              <mc:Fallback>
                <p:oleObj name="Equation" r:id="rId16" imgW="1066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192027" y="3685988"/>
                        <a:ext cx="2292240" cy="873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854709"/>
              </p:ext>
            </p:extLst>
          </p:nvPr>
        </p:nvGraphicFramePr>
        <p:xfrm>
          <a:off x="7450271" y="3685988"/>
          <a:ext cx="684212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0120" imgH="406080" progId="Equation.DSMT4">
                  <p:embed/>
                </p:oleObj>
              </mc:Choice>
              <mc:Fallback>
                <p:oleObj name="Equation" r:id="rId18" imgW="330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450271" y="3685988"/>
                        <a:ext cx="684212" cy="842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390797" y="4662879"/>
            <a:ext cx="28620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 dirty="0"/>
              <a:t>由数学归纳法知，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031591"/>
              </p:ext>
            </p:extLst>
          </p:nvPr>
        </p:nvGraphicFramePr>
        <p:xfrm>
          <a:off x="4085967" y="4489828"/>
          <a:ext cx="5178385" cy="890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361960" imgH="406080" progId="Equation.DSMT4">
                  <p:embed/>
                </p:oleObj>
              </mc:Choice>
              <mc:Fallback>
                <p:oleObj name="Equation" r:id="rId20" imgW="2361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085967" y="4489828"/>
                        <a:ext cx="5178385" cy="890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28015"/>
              </p:ext>
            </p:extLst>
          </p:nvPr>
        </p:nvGraphicFramePr>
        <p:xfrm>
          <a:off x="1485560" y="5348901"/>
          <a:ext cx="2810239" cy="477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46040" imgH="228600" progId="Equation.DSMT4">
                  <p:embed/>
                </p:oleObj>
              </mc:Choice>
              <mc:Fallback>
                <p:oleObj name="Equation" r:id="rId22" imgW="1346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485560" y="5348901"/>
                        <a:ext cx="2810239" cy="477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6800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87488" y="764704"/>
            <a:ext cx="252344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/>
              <a:t>又当  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&gt;1</a:t>
            </a:r>
            <a:r>
              <a:rPr lang="en-US" altLang="zh-CN" sz="2600" b="1" dirty="0"/>
              <a:t>  </a:t>
            </a:r>
            <a:r>
              <a:rPr lang="zh-CN" altLang="en-US" sz="2600" b="1" dirty="0"/>
              <a:t>时，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272414"/>
              </p:ext>
            </p:extLst>
          </p:nvPr>
        </p:nvGraphicFramePr>
        <p:xfrm>
          <a:off x="1775520" y="1257147"/>
          <a:ext cx="4109183" cy="612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640" imgH="266400" progId="Equation.DSMT4">
                  <p:embed/>
                </p:oleObj>
              </mc:Choice>
              <mc:Fallback>
                <p:oleObj name="Equation" r:id="rId2" imgW="17906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5520" y="1257147"/>
                        <a:ext cx="4109183" cy="6120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33758"/>
              </p:ext>
            </p:extLst>
          </p:nvPr>
        </p:nvGraphicFramePr>
        <p:xfrm>
          <a:off x="5951984" y="1303928"/>
          <a:ext cx="3068365" cy="5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560" imgH="266400" progId="Equation.DSMT4">
                  <p:embed/>
                </p:oleObj>
              </mc:Choice>
              <mc:Fallback>
                <p:oleObj name="Equation" r:id="rId4" imgW="14475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51984" y="1303928"/>
                        <a:ext cx="3068365" cy="565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151074"/>
              </p:ext>
            </p:extLst>
          </p:nvPr>
        </p:nvGraphicFramePr>
        <p:xfrm>
          <a:off x="3090793" y="1873930"/>
          <a:ext cx="3081942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58640" imgH="507960" progId="Equation.DSMT4">
                  <p:embed/>
                </p:oleObj>
              </mc:Choice>
              <mc:Fallback>
                <p:oleObj name="Equation" r:id="rId6" imgW="13586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90793" y="1873930"/>
                        <a:ext cx="3081942" cy="1152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661652"/>
              </p:ext>
            </p:extLst>
          </p:nvPr>
        </p:nvGraphicFramePr>
        <p:xfrm>
          <a:off x="1631504" y="3026058"/>
          <a:ext cx="3456384" cy="50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49080" imgH="228600" progId="Equation.DSMT4">
                  <p:embed/>
                </p:oleObj>
              </mc:Choice>
              <mc:Fallback>
                <p:oleObj name="Equation" r:id="rId8" imgW="1549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31504" y="3026058"/>
                        <a:ext cx="3456384" cy="5099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931703"/>
              </p:ext>
            </p:extLst>
          </p:nvPr>
        </p:nvGraphicFramePr>
        <p:xfrm>
          <a:off x="5303912" y="3020700"/>
          <a:ext cx="3384376" cy="520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85720" imgH="228600" progId="Equation.DSMT4">
                  <p:embed/>
                </p:oleObj>
              </mc:Choice>
              <mc:Fallback>
                <p:oleObj name="Equation" r:id="rId10" imgW="1485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303912" y="3020700"/>
                        <a:ext cx="3384376" cy="520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850443"/>
              </p:ext>
            </p:extLst>
          </p:nvPr>
        </p:nvGraphicFramePr>
        <p:xfrm>
          <a:off x="1631504" y="3638064"/>
          <a:ext cx="5904656" cy="627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28720" imgH="279360" progId="Equation.DSMT4">
                  <p:embed/>
                </p:oleObj>
              </mc:Choice>
              <mc:Fallback>
                <p:oleObj name="Equation" r:id="rId12" imgW="26287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31504" y="3638064"/>
                        <a:ext cx="5904656" cy="627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215012"/>
              </p:ext>
            </p:extLst>
          </p:nvPr>
        </p:nvGraphicFramePr>
        <p:xfrm>
          <a:off x="1487488" y="4265612"/>
          <a:ext cx="20748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88840" imgH="304560" progId="Equation.DSMT4">
                  <p:embed/>
                </p:oleObj>
              </mc:Choice>
              <mc:Fallback>
                <p:oleObj name="Equation" r:id="rId14" imgW="88884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87488" y="4265612"/>
                        <a:ext cx="2074862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495696"/>
              </p:ext>
            </p:extLst>
          </p:nvPr>
        </p:nvGraphicFramePr>
        <p:xfrm>
          <a:off x="3778366" y="4265612"/>
          <a:ext cx="4956804" cy="588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47840" imgH="266400" progId="Equation.DSMT4">
                  <p:embed/>
                </p:oleObj>
              </mc:Choice>
              <mc:Fallback>
                <p:oleObj name="Equation" r:id="rId16" imgW="22478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778366" y="4265612"/>
                        <a:ext cx="4956804" cy="588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302275"/>
              </p:ext>
            </p:extLst>
          </p:nvPr>
        </p:nvGraphicFramePr>
        <p:xfrm>
          <a:off x="1487488" y="5131100"/>
          <a:ext cx="2422923" cy="56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91880" imgH="253800" progId="Equation.DSMT4">
                  <p:embed/>
                </p:oleObj>
              </mc:Choice>
              <mc:Fallback>
                <p:oleObj name="Equation" r:id="rId18" imgW="1091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487488" y="5131100"/>
                        <a:ext cx="2422923" cy="563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148356"/>
              </p:ext>
            </p:extLst>
          </p:nvPr>
        </p:nvGraphicFramePr>
        <p:xfrm>
          <a:off x="4043251" y="5004083"/>
          <a:ext cx="2808312" cy="847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46040" imgH="406080" progId="Equation.DSMT4">
                  <p:embed/>
                </p:oleObj>
              </mc:Choice>
              <mc:Fallback>
                <p:oleObj name="Equation" r:id="rId20" imgW="1346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043251" y="5004083"/>
                        <a:ext cx="2808312" cy="8477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744072" y="5153033"/>
            <a:ext cx="115929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舍去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016554"/>
              </p:ext>
            </p:extLst>
          </p:nvPr>
        </p:nvGraphicFramePr>
        <p:xfrm>
          <a:off x="7921474" y="4965382"/>
          <a:ext cx="2069468" cy="894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39600" imgH="406080" progId="Equation.DSMT4">
                  <p:embed/>
                </p:oleObj>
              </mc:Choice>
              <mc:Fallback>
                <p:oleObj name="Equation" r:id="rId22" imgW="939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921474" y="4965382"/>
                        <a:ext cx="2069468" cy="894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429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Text Box 2"/>
          <p:cNvSpPr txBox="1">
            <a:spLocks noChangeArrowheads="1"/>
          </p:cNvSpPr>
          <p:nvPr/>
        </p:nvSpPr>
        <p:spPr bwMode="auto">
          <a:xfrm>
            <a:off x="1921060" y="700704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278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675373"/>
              </p:ext>
            </p:extLst>
          </p:nvPr>
        </p:nvGraphicFramePr>
        <p:xfrm>
          <a:off x="2927648" y="477109"/>
          <a:ext cx="751205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406400" progId="Equation.3">
                  <p:embed/>
                </p:oleObj>
              </mc:Choice>
              <mc:Fallback>
                <p:oleObj name="Equation" r:id="rId2" imgW="32004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477109"/>
                        <a:ext cx="7512050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2" name="Text Box 4"/>
          <p:cNvSpPr txBox="1">
            <a:spLocks noChangeArrowheads="1"/>
          </p:cNvSpPr>
          <p:nvPr/>
        </p:nvSpPr>
        <p:spPr bwMode="auto">
          <a:xfrm>
            <a:off x="1963845" y="1513390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78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524930"/>
              </p:ext>
            </p:extLst>
          </p:nvPr>
        </p:nvGraphicFramePr>
        <p:xfrm>
          <a:off x="2715428" y="1285088"/>
          <a:ext cx="5929313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3085" imgH="380897" progId="Equation.3">
                  <p:embed/>
                </p:oleObj>
              </mc:Choice>
              <mc:Fallback>
                <p:oleObj name="Equation" r:id="rId4" imgW="234308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5428" y="1285088"/>
                        <a:ext cx="5929313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947575"/>
              </p:ext>
            </p:extLst>
          </p:nvPr>
        </p:nvGraphicFramePr>
        <p:xfrm>
          <a:off x="8868325" y="1555751"/>
          <a:ext cx="134778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3088" imgH="200179" progId="Equation.3">
                  <p:embed/>
                </p:oleObj>
              </mc:Choice>
              <mc:Fallback>
                <p:oleObj name="Equation" r:id="rId6" imgW="543088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8325" y="1555751"/>
                        <a:ext cx="1347788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535801"/>
              </p:ext>
            </p:extLst>
          </p:nvPr>
        </p:nvGraphicFramePr>
        <p:xfrm>
          <a:off x="2706519" y="2159604"/>
          <a:ext cx="6403975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3599" imgH="438240" progId="Equation.3">
                  <p:embed/>
                </p:oleObj>
              </mc:Choice>
              <mc:Fallback>
                <p:oleObj name="Equation" r:id="rId8" imgW="2533599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519" y="2159604"/>
                        <a:ext cx="6403975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6" name="Object 8"/>
          <p:cNvGraphicFramePr>
            <a:graphicFrameLocks noChangeAspect="1"/>
          </p:cNvGraphicFramePr>
          <p:nvPr/>
        </p:nvGraphicFramePr>
        <p:xfrm>
          <a:off x="1981201" y="3276600"/>
          <a:ext cx="2263775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64781" imgH="406224" progId="Equation.3">
                  <p:embed/>
                </p:oleObj>
              </mc:Choice>
              <mc:Fallback>
                <p:oleObj name="Equation" r:id="rId10" imgW="96478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3276600"/>
                        <a:ext cx="2263775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7" name="Object 9"/>
          <p:cNvGraphicFramePr>
            <a:graphicFrameLocks noChangeAspect="1"/>
          </p:cNvGraphicFramePr>
          <p:nvPr/>
        </p:nvGraphicFramePr>
        <p:xfrm>
          <a:off x="4287838" y="3276600"/>
          <a:ext cx="30988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20227" imgH="406224" progId="Equation.3">
                  <p:embed/>
                </p:oleObj>
              </mc:Choice>
              <mc:Fallback>
                <p:oleObj name="Equation" r:id="rId12" imgW="132022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7838" y="3276600"/>
                        <a:ext cx="3098800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8538" name="Group 10"/>
          <p:cNvGrpSpPr>
            <a:grpSpLocks/>
          </p:cNvGrpSpPr>
          <p:nvPr/>
        </p:nvGrpSpPr>
        <p:grpSpPr bwMode="auto">
          <a:xfrm>
            <a:off x="5143500" y="4186238"/>
            <a:ext cx="2019300" cy="614362"/>
            <a:chOff x="2424" y="3024"/>
            <a:chExt cx="1272" cy="387"/>
          </a:xfrm>
        </p:grpSpPr>
        <p:sp>
          <p:nvSpPr>
            <p:cNvPr id="74768" name="AutoShape 11"/>
            <p:cNvSpPr>
              <a:spLocks/>
            </p:cNvSpPr>
            <p:nvPr/>
          </p:nvSpPr>
          <p:spPr bwMode="auto">
            <a:xfrm rot="16200000" flipV="1">
              <a:off x="3000" y="2448"/>
              <a:ext cx="120" cy="1272"/>
            </a:xfrm>
            <a:prstGeom prst="leftBrace">
              <a:avLst>
                <a:gd name="adj1" fmla="val 88333"/>
                <a:gd name="adj2" fmla="val 50000"/>
              </a:avLst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74769" name="Object 12"/>
            <p:cNvGraphicFramePr>
              <a:graphicFrameLocks noChangeAspect="1"/>
            </p:cNvGraphicFramePr>
            <p:nvPr/>
          </p:nvGraphicFramePr>
          <p:xfrm>
            <a:off x="2688" y="3120"/>
            <a:ext cx="829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90630" imgH="190449" progId="Equation.3">
                    <p:embed/>
                  </p:oleObj>
                </mc:Choice>
                <mc:Fallback>
                  <p:oleObj name="Equation" r:id="rId14" imgW="590630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3120"/>
                          <a:ext cx="829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8541" name="Object 13"/>
          <p:cNvGraphicFramePr>
            <a:graphicFrameLocks noChangeAspect="1"/>
          </p:cNvGraphicFramePr>
          <p:nvPr/>
        </p:nvGraphicFramePr>
        <p:xfrm>
          <a:off x="7315201" y="3276601"/>
          <a:ext cx="3070225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08100" imgH="469900" progId="Equation.3">
                  <p:embed/>
                </p:oleObj>
              </mc:Choice>
              <mc:Fallback>
                <p:oleObj name="Equation" r:id="rId16" imgW="13081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1" y="3276601"/>
                        <a:ext cx="3070225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2" name="Object 14"/>
          <p:cNvGraphicFramePr>
            <a:graphicFrameLocks noChangeAspect="1"/>
          </p:cNvGraphicFramePr>
          <p:nvPr/>
        </p:nvGraphicFramePr>
        <p:xfrm>
          <a:off x="7391400" y="4419601"/>
          <a:ext cx="2438400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16000" imgH="469900" progId="Equation.3">
                  <p:embed/>
                </p:oleObj>
              </mc:Choice>
              <mc:Fallback>
                <p:oleObj name="Equation" r:id="rId18" imgW="10160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4419601"/>
                        <a:ext cx="2438400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3" name="Object 15"/>
          <p:cNvGraphicFramePr>
            <a:graphicFrameLocks noChangeAspect="1"/>
          </p:cNvGraphicFramePr>
          <p:nvPr/>
        </p:nvGraphicFramePr>
        <p:xfrm>
          <a:off x="7391400" y="5562601"/>
          <a:ext cx="13716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95085" imgH="228501" progId="Equation.3">
                  <p:embed/>
                </p:oleObj>
              </mc:Choice>
              <mc:Fallback>
                <p:oleObj name="Equation" r:id="rId20" imgW="49508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5562601"/>
                        <a:ext cx="13716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4" name="Object 16"/>
          <p:cNvGraphicFramePr>
            <a:graphicFrameLocks noChangeAspect="1"/>
          </p:cNvGraphicFramePr>
          <p:nvPr/>
        </p:nvGraphicFramePr>
        <p:xfrm>
          <a:off x="2325688" y="4876800"/>
          <a:ext cx="3922712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87500" imgH="228600" progId="Equation.3">
                  <p:embed/>
                </p:oleObj>
              </mc:Choice>
              <mc:Fallback>
                <p:oleObj name="Equation" r:id="rId22" imgW="1587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8" y="4876800"/>
                        <a:ext cx="3922712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146872"/>
              </p:ext>
            </p:extLst>
          </p:nvPr>
        </p:nvGraphicFramePr>
        <p:xfrm>
          <a:off x="3488828" y="5619950"/>
          <a:ext cx="3309344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08100" imgH="228600" progId="Equation.3">
                  <p:embed/>
                </p:oleObj>
              </mc:Choice>
              <mc:Fallback>
                <p:oleObj name="Equation" r:id="rId24" imgW="1308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8828" y="5619950"/>
                        <a:ext cx="3309344" cy="576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323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27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7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7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7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7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7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27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9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043395"/>
              </p:ext>
            </p:extLst>
          </p:nvPr>
        </p:nvGraphicFramePr>
        <p:xfrm>
          <a:off x="1927844" y="3606162"/>
          <a:ext cx="2808311" cy="89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69449" imgH="406224" progId="Equation.3">
                  <p:embed/>
                </p:oleObj>
              </mc:Choice>
              <mc:Fallback>
                <p:oleObj name="公式" r:id="rId2" imgW="126944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844" y="3606162"/>
                        <a:ext cx="2808311" cy="8986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97654"/>
              </p:ext>
            </p:extLst>
          </p:nvPr>
        </p:nvGraphicFramePr>
        <p:xfrm>
          <a:off x="4871864" y="3642780"/>
          <a:ext cx="2808312" cy="838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58310" imgH="406224" progId="Equation.3">
                  <p:embed/>
                </p:oleObj>
              </mc:Choice>
              <mc:Fallback>
                <p:oleObj name="公式" r:id="rId4" imgW="135831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864" y="3642780"/>
                        <a:ext cx="2808312" cy="838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316476"/>
              </p:ext>
            </p:extLst>
          </p:nvPr>
        </p:nvGraphicFramePr>
        <p:xfrm>
          <a:off x="1927844" y="4641311"/>
          <a:ext cx="1296144" cy="797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60113" imgH="406224" progId="Equation.3">
                  <p:embed/>
                </p:oleObj>
              </mc:Choice>
              <mc:Fallback>
                <p:oleObj name="公式" r:id="rId6" imgW="660113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844" y="4641311"/>
                        <a:ext cx="1296144" cy="797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942524"/>
              </p:ext>
            </p:extLst>
          </p:nvPr>
        </p:nvGraphicFramePr>
        <p:xfrm>
          <a:off x="3327654" y="4824196"/>
          <a:ext cx="673191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225" imgH="203024" progId="Equation.3">
                  <p:embed/>
                </p:oleObj>
              </mc:Choice>
              <mc:Fallback>
                <p:oleObj name="Equation" r:id="rId8" imgW="317225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654" y="4824196"/>
                        <a:ext cx="673191" cy="432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877392"/>
              </p:ext>
            </p:extLst>
          </p:nvPr>
        </p:nvGraphicFramePr>
        <p:xfrm>
          <a:off x="4402303" y="5179815"/>
          <a:ext cx="2381048" cy="553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900" imgH="228600" progId="Equation.3">
                  <p:embed/>
                </p:oleObj>
              </mc:Choice>
              <mc:Fallback>
                <p:oleObj name="Equation" r:id="rId10" imgW="977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303" y="5179815"/>
                        <a:ext cx="2381048" cy="5534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56342"/>
              </p:ext>
            </p:extLst>
          </p:nvPr>
        </p:nvGraphicFramePr>
        <p:xfrm>
          <a:off x="6949789" y="5118696"/>
          <a:ext cx="2170547" cy="644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39800" imgH="279400" progId="Equation.3">
                  <p:embed/>
                </p:oleObj>
              </mc:Choice>
              <mc:Fallback>
                <p:oleObj name="公式" r:id="rId12" imgW="9398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9789" y="5118696"/>
                        <a:ext cx="2170547" cy="6447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044580"/>
              </p:ext>
            </p:extLst>
          </p:nvPr>
        </p:nvGraphicFramePr>
        <p:xfrm>
          <a:off x="7790313" y="3342104"/>
          <a:ext cx="1462939" cy="144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774364" imgH="761669" progId="Equation.3">
                  <p:embed/>
                </p:oleObj>
              </mc:Choice>
              <mc:Fallback>
                <p:oleObj name="公式" r:id="rId14" imgW="774364" imgH="7616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0313" y="3342104"/>
                        <a:ext cx="1462939" cy="1440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479877"/>
              </p:ext>
            </p:extLst>
          </p:nvPr>
        </p:nvGraphicFramePr>
        <p:xfrm>
          <a:off x="1912127" y="2642530"/>
          <a:ext cx="676275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40100" imgH="406400" progId="Equation.3">
                  <p:embed/>
                </p:oleObj>
              </mc:Choice>
              <mc:Fallback>
                <p:oleObj name="Equation" r:id="rId16" imgW="33401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2127" y="2642530"/>
                        <a:ext cx="676275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233070"/>
              </p:ext>
            </p:extLst>
          </p:nvPr>
        </p:nvGraphicFramePr>
        <p:xfrm>
          <a:off x="1478489" y="992999"/>
          <a:ext cx="373221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56755" imgH="203112" progId="Equation.3">
                  <p:embed/>
                </p:oleObj>
              </mc:Choice>
              <mc:Fallback>
                <p:oleObj name="Equation" r:id="rId18" imgW="125675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8489" y="992999"/>
                        <a:ext cx="3732213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1133"/>
              </p:ext>
            </p:extLst>
          </p:nvPr>
        </p:nvGraphicFramePr>
        <p:xfrm>
          <a:off x="1471800" y="1651861"/>
          <a:ext cx="1800200" cy="872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37836" imgH="406224" progId="Equation.3">
                  <p:embed/>
                </p:oleObj>
              </mc:Choice>
              <mc:Fallback>
                <p:oleObj name="Equation" r:id="rId20" imgW="837836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800" y="1651861"/>
                        <a:ext cx="1800200" cy="872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153604"/>
              </p:ext>
            </p:extLst>
          </p:nvPr>
        </p:nvGraphicFramePr>
        <p:xfrm>
          <a:off x="3431704" y="1603992"/>
          <a:ext cx="3960440" cy="886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15312" imgH="406224" progId="Equation.3">
                  <p:embed/>
                </p:oleObj>
              </mc:Choice>
              <mc:Fallback>
                <p:oleObj name="Equation" r:id="rId22" imgW="181531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1603992"/>
                        <a:ext cx="3960440" cy="886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766244"/>
              </p:ext>
            </p:extLst>
          </p:nvPr>
        </p:nvGraphicFramePr>
        <p:xfrm>
          <a:off x="7497634" y="1603091"/>
          <a:ext cx="3240360" cy="871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11300" imgH="406400" progId="Equation.3">
                  <p:embed/>
                </p:oleObj>
              </mc:Choice>
              <mc:Fallback>
                <p:oleObj name="Equation" r:id="rId24" imgW="15113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7634" y="1603091"/>
                        <a:ext cx="3240360" cy="8713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2692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27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7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27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7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7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7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27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27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9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861421"/>
              </p:ext>
            </p:extLst>
          </p:nvPr>
        </p:nvGraphicFramePr>
        <p:xfrm>
          <a:off x="1631504" y="1061943"/>
          <a:ext cx="4653112" cy="924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440" imgH="406080" progId="Equation.DSMT4">
                  <p:embed/>
                </p:oleObj>
              </mc:Choice>
              <mc:Fallback>
                <p:oleObj name="Equation" r:id="rId2" imgW="2044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1061943"/>
                        <a:ext cx="4653112" cy="924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8" name="Object 4"/>
          <p:cNvGraphicFramePr>
            <a:graphicFrameLocks noChangeAspect="1"/>
          </p:cNvGraphicFramePr>
          <p:nvPr/>
        </p:nvGraphicFramePr>
        <p:xfrm>
          <a:off x="4598988" y="3387725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988" y="3387725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518234"/>
              </p:ext>
            </p:extLst>
          </p:nvPr>
        </p:nvGraphicFramePr>
        <p:xfrm>
          <a:off x="3818992" y="5572271"/>
          <a:ext cx="36179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7240" imgH="228600" progId="Equation.DSMT4">
                  <p:embed/>
                </p:oleObj>
              </mc:Choice>
              <mc:Fallback>
                <p:oleObj name="Equation" r:id="rId6" imgW="1587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8992" y="5572271"/>
                        <a:ext cx="36179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1" name="Text Box 7"/>
          <p:cNvSpPr txBox="1">
            <a:spLocks noChangeArrowheads="1"/>
          </p:cNvSpPr>
          <p:nvPr/>
        </p:nvSpPr>
        <p:spPr bwMode="auto">
          <a:xfrm>
            <a:off x="2895600" y="381001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</a:rPr>
              <a:t>单调有界准则：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519236"/>
              </p:ext>
            </p:extLst>
          </p:nvPr>
        </p:nvGraphicFramePr>
        <p:xfrm>
          <a:off x="1560126" y="2097423"/>
          <a:ext cx="30384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640" imgH="228600" progId="Equation.DSMT4">
                  <p:embed/>
                </p:oleObj>
              </mc:Choice>
              <mc:Fallback>
                <p:oleObj name="Equation" r:id="rId8" imgW="1358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60126" y="2097423"/>
                        <a:ext cx="3038475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872434"/>
              </p:ext>
            </p:extLst>
          </p:nvPr>
        </p:nvGraphicFramePr>
        <p:xfrm>
          <a:off x="4598601" y="1792762"/>
          <a:ext cx="3024336" cy="958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82680" imgH="406080" progId="Equation.DSMT4">
                  <p:embed/>
                </p:oleObj>
              </mc:Choice>
              <mc:Fallback>
                <p:oleObj name="Equation" r:id="rId10" imgW="1282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98601" y="1792762"/>
                        <a:ext cx="3024336" cy="9582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013444"/>
              </p:ext>
            </p:extLst>
          </p:nvPr>
        </p:nvGraphicFramePr>
        <p:xfrm>
          <a:off x="1575095" y="2725244"/>
          <a:ext cx="84582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35080" imgH="228600" progId="Equation.DSMT4">
                  <p:embed/>
                </p:oleObj>
              </mc:Choice>
              <mc:Fallback>
                <p:oleObj name="Equation" r:id="rId12" imgW="3835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75095" y="2725244"/>
                        <a:ext cx="8458200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3250188"/>
              </p:ext>
            </p:extLst>
          </p:nvPr>
        </p:nvGraphicFramePr>
        <p:xfrm>
          <a:off x="2207568" y="3282621"/>
          <a:ext cx="6840760" cy="2148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73320" imgH="965160" progId="Equation.DSMT4">
                  <p:embed/>
                </p:oleObj>
              </mc:Choice>
              <mc:Fallback>
                <p:oleObj name="Equation" r:id="rId14" imgW="3073320" imgH="965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207568" y="3282621"/>
                        <a:ext cx="6840760" cy="2148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551538"/>
              </p:ext>
            </p:extLst>
          </p:nvPr>
        </p:nvGraphicFramePr>
        <p:xfrm>
          <a:off x="3251684" y="506009"/>
          <a:ext cx="2376264" cy="629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54080" imgH="279360" progId="Equation.DSMT4">
                  <p:embed/>
                </p:oleObj>
              </mc:Choice>
              <mc:Fallback>
                <p:oleObj name="Equation" r:id="rId16" imgW="10540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251684" y="506009"/>
                        <a:ext cx="2376264" cy="629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387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1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1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3" name="Text Box 5"/>
          <p:cNvSpPr txBox="1">
            <a:spLocks noChangeArrowheads="1"/>
          </p:cNvSpPr>
          <p:nvPr/>
        </p:nvSpPr>
        <p:spPr bwMode="auto">
          <a:xfrm>
            <a:off x="2895600" y="381001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</a:rPr>
              <a:t>单调有界准则：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138857"/>
              </p:ext>
            </p:extLst>
          </p:nvPr>
        </p:nvGraphicFramePr>
        <p:xfrm>
          <a:off x="2252366" y="822530"/>
          <a:ext cx="2456707" cy="451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203040" progId="Equation.DSMT4">
                  <p:embed/>
                </p:oleObj>
              </mc:Choice>
              <mc:Fallback>
                <p:oleObj name="Equation" r:id="rId2" imgW="1104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52366" y="822530"/>
                        <a:ext cx="2456707" cy="4518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279577" y="1196753"/>
          <a:ext cx="7348537" cy="209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1920" imgH="939600" progId="Equation.DSMT4">
                  <p:embed/>
                </p:oleObj>
              </mc:Choice>
              <mc:Fallback>
                <p:oleObj name="Equation" r:id="rId4" imgW="330192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7" y="1196753"/>
                        <a:ext cx="7348537" cy="209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006601" y="3500438"/>
          <a:ext cx="3617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7240" imgH="228600" progId="Equation.DSMT4">
                  <p:embed/>
                </p:oleObj>
              </mc:Choice>
              <mc:Fallback>
                <p:oleObj name="Equation" r:id="rId6" imgW="1587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1" y="3500438"/>
                        <a:ext cx="3617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735960" y="3501008"/>
          <a:ext cx="4248472" cy="510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06280" imgH="241200" progId="Equation.DSMT4">
                  <p:embed/>
                </p:oleObj>
              </mc:Choice>
              <mc:Fallback>
                <p:oleObj name="Equation" r:id="rId8" imgW="20062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35960" y="3501008"/>
                        <a:ext cx="4248472" cy="510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063553" y="4293096"/>
          <a:ext cx="6696744" cy="521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33640" imgH="228600" progId="Equation.DSMT4">
                  <p:embed/>
                </p:oleObj>
              </mc:Choice>
              <mc:Fallback>
                <p:oleObj name="Equation" r:id="rId10" imgW="2933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63553" y="4293096"/>
                        <a:ext cx="6696744" cy="521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135560" y="5013176"/>
          <a:ext cx="3816424" cy="595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90640" imgH="279360" progId="Equation.DSMT4">
                  <p:embed/>
                </p:oleObj>
              </mc:Choice>
              <mc:Fallback>
                <p:oleObj name="Equation" r:id="rId12" imgW="1790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35560" y="5013176"/>
                        <a:ext cx="3816424" cy="595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540178"/>
              </p:ext>
            </p:extLst>
          </p:nvPr>
        </p:nvGraphicFramePr>
        <p:xfrm>
          <a:off x="6023992" y="5013177"/>
          <a:ext cx="4320480" cy="613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68480" imgH="279360" progId="Equation.DSMT4">
                  <p:embed/>
                </p:oleObj>
              </mc:Choice>
              <mc:Fallback>
                <p:oleObj name="Equation" r:id="rId14" imgW="1968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023992" y="5013177"/>
                        <a:ext cx="4320480" cy="6132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333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95205"/>
              </p:ext>
            </p:extLst>
          </p:nvPr>
        </p:nvGraphicFramePr>
        <p:xfrm>
          <a:off x="3287688" y="237712"/>
          <a:ext cx="2911253" cy="906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66973" imgH="371514" progId="Equation.3">
                  <p:embed/>
                </p:oleObj>
              </mc:Choice>
              <mc:Fallback>
                <p:oleObj name="公式" r:id="rId2" imgW="1266973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237712"/>
                        <a:ext cx="2911253" cy="906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1853716" y="1144590"/>
            <a:ext cx="2130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计算可得：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942608"/>
              </p:ext>
            </p:extLst>
          </p:nvPr>
        </p:nvGraphicFramePr>
        <p:xfrm>
          <a:off x="4223792" y="1205995"/>
          <a:ext cx="3814151" cy="44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760" imgH="203040" progId="Equation.DSMT4">
                  <p:embed/>
                </p:oleObj>
              </mc:Choice>
              <mc:Fallback>
                <p:oleObj name="Equation" r:id="rId4" imgW="1904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792" y="1205995"/>
                        <a:ext cx="3814151" cy="447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580591"/>
              </p:ext>
            </p:extLst>
          </p:nvPr>
        </p:nvGraphicFramePr>
        <p:xfrm>
          <a:off x="1853716" y="1801471"/>
          <a:ext cx="4968553" cy="542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200" imgH="228600" progId="Equation.DSMT4">
                  <p:embed/>
                </p:oleObj>
              </mc:Choice>
              <mc:Fallback>
                <p:oleObj name="Equation" r:id="rId6" imgW="2095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53716" y="1801471"/>
                        <a:ext cx="4968553" cy="542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444990"/>
              </p:ext>
            </p:extLst>
          </p:nvPr>
        </p:nvGraphicFramePr>
        <p:xfrm>
          <a:off x="2002234" y="2343495"/>
          <a:ext cx="6696743" cy="57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79480" imgH="228600" progId="Equation.DSMT4">
                  <p:embed/>
                </p:oleObj>
              </mc:Choice>
              <mc:Fallback>
                <p:oleObj name="Equation" r:id="rId8" imgW="2679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02234" y="2343495"/>
                        <a:ext cx="6696743" cy="571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160978"/>
              </p:ext>
            </p:extLst>
          </p:nvPr>
        </p:nvGraphicFramePr>
        <p:xfrm>
          <a:off x="2711624" y="3087453"/>
          <a:ext cx="6480720" cy="542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30240" imgH="228600" progId="Equation.DSMT4">
                  <p:embed/>
                </p:oleObj>
              </mc:Choice>
              <mc:Fallback>
                <p:oleObj name="Equation" r:id="rId10" imgW="2730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11624" y="3087453"/>
                        <a:ext cx="6480720" cy="5425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036385"/>
              </p:ext>
            </p:extLst>
          </p:nvPr>
        </p:nvGraphicFramePr>
        <p:xfrm>
          <a:off x="2423592" y="3616455"/>
          <a:ext cx="7801769" cy="2736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57600" imgH="1282680" progId="Equation.DSMT4">
                  <p:embed/>
                </p:oleObj>
              </mc:Choice>
              <mc:Fallback>
                <p:oleObj name="Equation" r:id="rId12" imgW="3657600" imgH="1282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23592" y="3616455"/>
                        <a:ext cx="7801769" cy="27363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6855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63553" y="692696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143672" y="479840"/>
          <a:ext cx="2160240" cy="96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360" imgH="444240" progId="Equation.DSMT4">
                  <p:embed/>
                </p:oleObj>
              </mc:Choice>
              <mc:Fallback>
                <p:oleObj name="Equation" r:id="rId2" imgW="9903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43672" y="479840"/>
                        <a:ext cx="2160240" cy="969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087556" y="1628800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997437" y="1372885"/>
          <a:ext cx="24542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444240" progId="Equation.DSMT4">
                  <p:embed/>
                </p:oleObj>
              </mc:Choice>
              <mc:Fallback>
                <p:oleObj name="Equation" r:id="rId4" imgW="10540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97437" y="1372885"/>
                        <a:ext cx="2454275" cy="103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51712" y="162880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965002" y="2420888"/>
          <a:ext cx="8060896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6960" imgH="457200" progId="Equation.DSMT4">
                  <p:embed/>
                </p:oleObj>
              </mc:Choice>
              <mc:Fallback>
                <p:oleObj name="Equation" r:id="rId6" imgW="39369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5002" y="2420888"/>
                        <a:ext cx="8060896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919536" y="3573016"/>
          <a:ext cx="29781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640" imgH="228600" progId="Equation.DSMT4">
                  <p:embed/>
                </p:oleObj>
              </mc:Choice>
              <mc:Fallback>
                <p:oleObj name="Equation" r:id="rId8" imgW="1358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19536" y="3573016"/>
                        <a:ext cx="2978150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867683"/>
              </p:ext>
            </p:extLst>
          </p:nvPr>
        </p:nvGraphicFramePr>
        <p:xfrm>
          <a:off x="4872038" y="3575050"/>
          <a:ext cx="25193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68200" imgH="241200" progId="Equation.DSMT4">
                  <p:embed/>
                </p:oleObj>
              </mc:Choice>
              <mc:Fallback>
                <p:oleObj name="Equation" r:id="rId10" imgW="11682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72038" y="3575050"/>
                        <a:ext cx="2519362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464152" y="3573016"/>
          <a:ext cx="2592288" cy="4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68200" imgH="203040" progId="Equation.DSMT4">
                  <p:embed/>
                </p:oleObj>
              </mc:Choice>
              <mc:Fallback>
                <p:oleObj name="Equation" r:id="rId12" imgW="1168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464152" y="3573016"/>
                        <a:ext cx="2592288" cy="450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386642"/>
              </p:ext>
            </p:extLst>
          </p:nvPr>
        </p:nvGraphicFramePr>
        <p:xfrm>
          <a:off x="1965002" y="4242928"/>
          <a:ext cx="1769200" cy="63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360" imgH="279360" progId="Equation.DSMT4">
                  <p:embed/>
                </p:oleObj>
              </mc:Choice>
              <mc:Fallback>
                <p:oleObj name="Equation" r:id="rId14" imgW="7743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5002" y="4242928"/>
                        <a:ext cx="1769200" cy="63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415256"/>
              </p:ext>
            </p:extLst>
          </p:nvPr>
        </p:nvGraphicFramePr>
        <p:xfrm>
          <a:off x="3806965" y="4240718"/>
          <a:ext cx="2088232" cy="638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14400" imgH="279360" progId="Equation.DSMT4">
                  <p:embed/>
                </p:oleObj>
              </mc:Choice>
              <mc:Fallback>
                <p:oleObj name="Equation" r:id="rId16" imgW="9144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806965" y="4240718"/>
                        <a:ext cx="2088232" cy="6380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793670"/>
              </p:ext>
            </p:extLst>
          </p:nvPr>
        </p:nvGraphicFramePr>
        <p:xfrm>
          <a:off x="5937518" y="4035925"/>
          <a:ext cx="4334946" cy="889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81080" imgH="406080" progId="Equation.DSMT4">
                  <p:embed/>
                </p:oleObj>
              </mc:Choice>
              <mc:Fallback>
                <p:oleObj name="Equation" r:id="rId18" imgW="1981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937518" y="4035925"/>
                        <a:ext cx="4334946" cy="889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86939"/>
              </p:ext>
            </p:extLst>
          </p:nvPr>
        </p:nvGraphicFramePr>
        <p:xfrm>
          <a:off x="2074137" y="5032800"/>
          <a:ext cx="144145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83920" imgH="406080" progId="Equation.DSMT4">
                  <p:embed/>
                </p:oleObj>
              </mc:Choice>
              <mc:Fallback>
                <p:oleObj name="Equation" r:id="rId20" imgW="5839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074137" y="5032800"/>
                        <a:ext cx="1441450" cy="100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34359"/>
              </p:ext>
            </p:extLst>
          </p:nvPr>
        </p:nvGraphicFramePr>
        <p:xfrm>
          <a:off x="3555231" y="5318550"/>
          <a:ext cx="14811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09480" imgH="177480" progId="Equation.DSMT4">
                  <p:embed/>
                </p:oleObj>
              </mc:Choice>
              <mc:Fallback>
                <p:oleObj name="Equation" r:id="rId22" imgW="6094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555231" y="5318550"/>
                        <a:ext cx="1481138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296154"/>
              </p:ext>
            </p:extLst>
          </p:nvPr>
        </p:nvGraphicFramePr>
        <p:xfrm>
          <a:off x="5231904" y="5093973"/>
          <a:ext cx="2493963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43000" imgH="444240" progId="Equation.DSMT4">
                  <p:embed/>
                </p:oleObj>
              </mc:Choice>
              <mc:Fallback>
                <p:oleObj name="Equation" r:id="rId24" imgW="1143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5093973"/>
                        <a:ext cx="2493963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930774"/>
              </p:ext>
            </p:extLst>
          </p:nvPr>
        </p:nvGraphicFramePr>
        <p:xfrm>
          <a:off x="7490221" y="402923"/>
          <a:ext cx="390525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90640" imgH="444240" progId="Equation.DSMT4">
                  <p:embed/>
                </p:oleObj>
              </mc:Choice>
              <mc:Fallback>
                <p:oleObj name="Equation" r:id="rId26" imgW="1790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0221" y="402923"/>
                        <a:ext cx="3905250" cy="9699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/>
          <p:cNvGrpSpPr/>
          <p:nvPr/>
        </p:nvGrpSpPr>
        <p:grpSpPr>
          <a:xfrm>
            <a:off x="4295800" y="3140968"/>
            <a:ext cx="1699650" cy="10280"/>
            <a:chOff x="2771800" y="3140968"/>
            <a:chExt cx="1699650" cy="1028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2771800" y="3140968"/>
              <a:ext cx="36004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4111410" y="3151248"/>
              <a:ext cx="36004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881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365560"/>
              </p:ext>
            </p:extLst>
          </p:nvPr>
        </p:nvGraphicFramePr>
        <p:xfrm>
          <a:off x="3215681" y="1124744"/>
          <a:ext cx="383222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406080" progId="Equation.DSMT4">
                  <p:embed/>
                </p:oleObj>
              </mc:Choice>
              <mc:Fallback>
                <p:oleObj name="Equation" r:id="rId2" imgW="1663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15681" y="1124744"/>
                        <a:ext cx="3832225" cy="9350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215680" y="1988840"/>
          <a:ext cx="4392489" cy="959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360" imgH="419040" progId="Equation.DSMT4">
                  <p:embed/>
                </p:oleObj>
              </mc:Choice>
              <mc:Fallback>
                <p:oleObj name="Equation" r:id="rId4" imgW="1917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15680" y="1988840"/>
                        <a:ext cx="4392489" cy="959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215681" y="2852937"/>
          <a:ext cx="32480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720" imgH="419040" progId="Equation.DSMT4">
                  <p:embed/>
                </p:oleObj>
              </mc:Choice>
              <mc:Fallback>
                <p:oleObj name="Equation" r:id="rId6" imgW="14857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15681" y="2852937"/>
                        <a:ext cx="3248025" cy="917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58782"/>
              </p:ext>
            </p:extLst>
          </p:nvPr>
        </p:nvGraphicFramePr>
        <p:xfrm>
          <a:off x="3227220" y="3765520"/>
          <a:ext cx="2024870" cy="887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406080" progId="Equation.DSMT4">
                  <p:embed/>
                </p:oleObj>
              </mc:Choice>
              <mc:Fallback>
                <p:oleObj name="Equation" r:id="rId8" imgW="927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27220" y="3765520"/>
                        <a:ext cx="2024870" cy="887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671312"/>
              </p:ext>
            </p:extLst>
          </p:nvPr>
        </p:nvGraphicFramePr>
        <p:xfrm>
          <a:off x="3054467" y="4869160"/>
          <a:ext cx="5364596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92160" imgH="203040" progId="Equation.DSMT4">
                  <p:embed/>
                </p:oleObj>
              </mc:Choice>
              <mc:Fallback>
                <p:oleObj name="Equation" r:id="rId10" imgW="1892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54467" y="4869160"/>
                        <a:ext cx="5364596" cy="576064"/>
                      </a:xfrm>
                      <a:prstGeom prst="rect">
                        <a:avLst/>
                      </a:prstGeom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135313" y="620714"/>
          <a:ext cx="38354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85720" imgH="203040" progId="Equation.DSMT4">
                  <p:embed/>
                </p:oleObj>
              </mc:Choice>
              <mc:Fallback>
                <p:oleObj name="Equation" r:id="rId12" imgW="1485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135313" y="620714"/>
                        <a:ext cx="3835400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91545" y="623928"/>
            <a:ext cx="1005403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304433"/>
              </p:ext>
            </p:extLst>
          </p:nvPr>
        </p:nvGraphicFramePr>
        <p:xfrm>
          <a:off x="5671738" y="5861265"/>
          <a:ext cx="2961329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93760" imgH="203040" progId="Equation.DSMT4">
                  <p:embed/>
                </p:oleObj>
              </mc:Choice>
              <mc:Fallback>
                <p:oleObj name="Equation" r:id="rId14" imgW="11937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671738" y="5861265"/>
                        <a:ext cx="2961329" cy="504056"/>
                      </a:xfrm>
                      <a:prstGeom prst="rect">
                        <a:avLst/>
                      </a:prstGeom>
                      <a:ln w="25400">
                        <a:solidFill>
                          <a:srgbClr val="000099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78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"/>
          <p:cNvGrpSpPr>
            <a:grpSpLocks/>
          </p:cNvGrpSpPr>
          <p:nvPr/>
        </p:nvGrpSpPr>
        <p:grpSpPr bwMode="auto">
          <a:xfrm>
            <a:off x="1089500" y="4525580"/>
            <a:ext cx="10191076" cy="1999764"/>
            <a:chOff x="541" y="437"/>
            <a:chExt cx="5341" cy="4118"/>
          </a:xfrm>
        </p:grpSpPr>
        <p:sp>
          <p:nvSpPr>
            <p:cNvPr id="30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79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6" name="Group 2"/>
          <p:cNvGrpSpPr>
            <a:grpSpLocks/>
          </p:cNvGrpSpPr>
          <p:nvPr/>
        </p:nvGrpSpPr>
        <p:grpSpPr bwMode="auto">
          <a:xfrm>
            <a:off x="1089500" y="3127746"/>
            <a:ext cx="10191076" cy="1231627"/>
            <a:chOff x="541" y="437"/>
            <a:chExt cx="5341" cy="4118"/>
          </a:xfrm>
        </p:grpSpPr>
        <p:sp>
          <p:nvSpPr>
            <p:cNvPr id="27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70" cy="368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2" name="Group 2"/>
          <p:cNvGrpSpPr>
            <a:grpSpLocks/>
          </p:cNvGrpSpPr>
          <p:nvPr/>
        </p:nvGrpSpPr>
        <p:grpSpPr bwMode="auto">
          <a:xfrm>
            <a:off x="1089500" y="819967"/>
            <a:ext cx="10191076" cy="1913580"/>
            <a:chOff x="541" y="437"/>
            <a:chExt cx="5341" cy="4118"/>
          </a:xfrm>
        </p:grpSpPr>
        <p:sp>
          <p:nvSpPr>
            <p:cNvPr id="24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79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292273"/>
              </p:ext>
            </p:extLst>
          </p:nvPr>
        </p:nvGraphicFramePr>
        <p:xfrm>
          <a:off x="1125375" y="229350"/>
          <a:ext cx="2846437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215640" progId="Equation.DSMT4">
                  <p:embed/>
                </p:oleObj>
              </mc:Choice>
              <mc:Fallback>
                <p:oleObj name="Equation" r:id="rId2" imgW="1066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25375" y="229350"/>
                        <a:ext cx="2846437" cy="57606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016520"/>
              </p:ext>
            </p:extLst>
          </p:nvPr>
        </p:nvGraphicFramePr>
        <p:xfrm>
          <a:off x="1991544" y="1029773"/>
          <a:ext cx="32019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215640" progId="Equation.DSMT4">
                  <p:embed/>
                </p:oleObj>
              </mc:Choice>
              <mc:Fallback>
                <p:oleObj name="Equation" r:id="rId4" imgW="1371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91544" y="1029773"/>
                        <a:ext cx="3201987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384821"/>
              </p:ext>
            </p:extLst>
          </p:nvPr>
        </p:nvGraphicFramePr>
        <p:xfrm>
          <a:off x="5323741" y="1060143"/>
          <a:ext cx="3096344" cy="551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228600" progId="Equation.DSMT4">
                  <p:embed/>
                </p:oleObj>
              </mc:Choice>
              <mc:Fallback>
                <p:oleObj name="Equation" r:id="rId6" imgW="1282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23741" y="1060143"/>
                        <a:ext cx="3096344" cy="551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178116"/>
              </p:ext>
            </p:extLst>
          </p:nvPr>
        </p:nvGraphicFramePr>
        <p:xfrm>
          <a:off x="1895311" y="1553983"/>
          <a:ext cx="1536174" cy="576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480" imgH="228600" progId="Equation.DSMT4">
                  <p:embed/>
                </p:oleObj>
              </mc:Choice>
              <mc:Fallback>
                <p:oleObj name="Equation" r:id="rId8" imgW="609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95311" y="1553983"/>
                        <a:ext cx="1536174" cy="576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036142"/>
              </p:ext>
            </p:extLst>
          </p:nvPr>
        </p:nvGraphicFramePr>
        <p:xfrm>
          <a:off x="3463925" y="1524000"/>
          <a:ext cx="675163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79480" imgH="228600" progId="Equation.DSMT4">
                  <p:embed/>
                </p:oleObj>
              </mc:Choice>
              <mc:Fallback>
                <p:oleObj name="Equation" r:id="rId10" imgW="2679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63925" y="1524000"/>
                        <a:ext cx="6751638" cy="57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101550"/>
              </p:ext>
            </p:extLst>
          </p:nvPr>
        </p:nvGraphicFramePr>
        <p:xfrm>
          <a:off x="3526147" y="2043798"/>
          <a:ext cx="2088232" cy="544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76240" imgH="228600" progId="Equation.DSMT4">
                  <p:embed/>
                </p:oleObj>
              </mc:Choice>
              <mc:Fallback>
                <p:oleObj name="Equation" r:id="rId12" imgW="876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526147" y="2043798"/>
                        <a:ext cx="2088232" cy="5447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652585"/>
              </p:ext>
            </p:extLst>
          </p:nvPr>
        </p:nvGraphicFramePr>
        <p:xfrm>
          <a:off x="5865802" y="2079569"/>
          <a:ext cx="1897623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12520" imgH="215640" progId="Equation.DSMT4">
                  <p:embed/>
                </p:oleObj>
              </mc:Choice>
              <mc:Fallback>
                <p:oleObj name="Equation" r:id="rId14" imgW="812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865802" y="2079569"/>
                        <a:ext cx="1897623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84414" y="2098209"/>
            <a:ext cx="1502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99"/>
                </a:solidFill>
              </a:rPr>
              <a:t>证明略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274189"/>
              </p:ext>
            </p:extLst>
          </p:nvPr>
        </p:nvGraphicFramePr>
        <p:xfrm>
          <a:off x="1703512" y="2689138"/>
          <a:ext cx="2757624" cy="474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80800" imgH="203040" progId="Equation.DSMT4">
                  <p:embed/>
                </p:oleObj>
              </mc:Choice>
              <mc:Fallback>
                <p:oleObj name="Equation" r:id="rId16" imgW="1180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03512" y="2689138"/>
                        <a:ext cx="2757624" cy="474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2547638"/>
              </p:ext>
            </p:extLst>
          </p:nvPr>
        </p:nvGraphicFramePr>
        <p:xfrm>
          <a:off x="2014152" y="3265530"/>
          <a:ext cx="15367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09480" imgH="228600" progId="Equation.DSMT4">
                  <p:embed/>
                </p:oleObj>
              </mc:Choice>
              <mc:Fallback>
                <p:oleObj name="Equation" r:id="rId18" imgW="609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152" y="3265530"/>
                        <a:ext cx="15367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730125"/>
              </p:ext>
            </p:extLst>
          </p:nvPr>
        </p:nvGraphicFramePr>
        <p:xfrm>
          <a:off x="3662363" y="3195638"/>
          <a:ext cx="630713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01640" imgH="228600" progId="Equation.DSMT4">
                  <p:embed/>
                </p:oleObj>
              </mc:Choice>
              <mc:Fallback>
                <p:oleObj name="Equation" r:id="rId20" imgW="2501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363" y="3195638"/>
                        <a:ext cx="630713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790373"/>
              </p:ext>
            </p:extLst>
          </p:nvPr>
        </p:nvGraphicFramePr>
        <p:xfrm>
          <a:off x="4446588" y="3675063"/>
          <a:ext cx="414972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39880" imgH="253800" progId="Equation.DSMT4">
                  <p:embed/>
                </p:oleObj>
              </mc:Choice>
              <mc:Fallback>
                <p:oleObj name="Equation" r:id="rId22" imgW="17398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588" y="3675063"/>
                        <a:ext cx="4149725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8316155"/>
              </p:ext>
            </p:extLst>
          </p:nvPr>
        </p:nvGraphicFramePr>
        <p:xfrm>
          <a:off x="2152377" y="4610581"/>
          <a:ext cx="1440160" cy="54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09480" imgH="228600" progId="Equation.DSMT4">
                  <p:embed/>
                </p:oleObj>
              </mc:Choice>
              <mc:Fallback>
                <p:oleObj name="Equation" r:id="rId24" imgW="609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377" y="4610581"/>
                        <a:ext cx="1440160" cy="540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310442"/>
              </p:ext>
            </p:extLst>
          </p:nvPr>
        </p:nvGraphicFramePr>
        <p:xfrm>
          <a:off x="2152377" y="5061176"/>
          <a:ext cx="595312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361960" imgH="241200" progId="Equation.DSMT4">
                  <p:embed/>
                </p:oleObj>
              </mc:Choice>
              <mc:Fallback>
                <p:oleObj name="Equation" r:id="rId26" imgW="2361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377" y="5061176"/>
                        <a:ext cx="595312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446076"/>
              </p:ext>
            </p:extLst>
          </p:nvPr>
        </p:nvGraphicFramePr>
        <p:xfrm>
          <a:off x="8328248" y="5037359"/>
          <a:ext cx="223996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939600" imgH="228600" progId="Equation.DSMT4">
                  <p:embed/>
                </p:oleObj>
              </mc:Choice>
              <mc:Fallback>
                <p:oleObj name="Equation" r:id="rId28" imgW="939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248" y="5037359"/>
                        <a:ext cx="2239962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009973"/>
              </p:ext>
            </p:extLst>
          </p:nvPr>
        </p:nvGraphicFramePr>
        <p:xfrm>
          <a:off x="2152377" y="5601236"/>
          <a:ext cx="5249862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082600" imgH="241200" progId="Equation.DSMT4">
                  <p:embed/>
                </p:oleObj>
              </mc:Choice>
              <mc:Fallback>
                <p:oleObj name="Equation" r:id="rId30" imgW="2082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377" y="5601236"/>
                        <a:ext cx="5249862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101260"/>
              </p:ext>
            </p:extLst>
          </p:nvPr>
        </p:nvGraphicFramePr>
        <p:xfrm>
          <a:off x="7608168" y="5658429"/>
          <a:ext cx="24526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028520" imgH="241200" progId="Equation.DSMT4">
                  <p:embed/>
                </p:oleObj>
              </mc:Choice>
              <mc:Fallback>
                <p:oleObj name="Equation" r:id="rId32" imgW="10285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168" y="5658429"/>
                        <a:ext cx="245268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直接连接符 22"/>
          <p:cNvCxnSpPr/>
          <p:nvPr/>
        </p:nvCxnSpPr>
        <p:spPr>
          <a:xfrm>
            <a:off x="119336" y="4437112"/>
            <a:ext cx="1188132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842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244764"/>
              </p:ext>
            </p:extLst>
          </p:nvPr>
        </p:nvGraphicFramePr>
        <p:xfrm>
          <a:off x="2162274" y="1274524"/>
          <a:ext cx="72913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9000" imgH="406080" progId="Equation.DSMT4">
                  <p:embed/>
                </p:oleObj>
              </mc:Choice>
              <mc:Fallback>
                <p:oleObj name="Equation" r:id="rId2" imgW="3429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274" y="1274524"/>
                        <a:ext cx="72913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600222"/>
              </p:ext>
            </p:extLst>
          </p:nvPr>
        </p:nvGraphicFramePr>
        <p:xfrm>
          <a:off x="3071664" y="761761"/>
          <a:ext cx="86518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203040" progId="Equation.DSMT4">
                  <p:embed/>
                </p:oleObj>
              </mc:Choice>
              <mc:Fallback>
                <p:oleObj name="Equation" r:id="rId4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761761"/>
                        <a:ext cx="865188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56222"/>
              </p:ext>
            </p:extLst>
          </p:nvPr>
        </p:nvGraphicFramePr>
        <p:xfrm>
          <a:off x="2120969" y="761761"/>
          <a:ext cx="865187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20" imgH="203040" progId="Equation.DSMT4">
                  <p:embed/>
                </p:oleObj>
              </mc:Choice>
              <mc:Fallback>
                <p:oleObj name="Equation" r:id="rId6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69" y="761761"/>
                        <a:ext cx="865187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607527"/>
              </p:ext>
            </p:extLst>
          </p:nvPr>
        </p:nvGraphicFramePr>
        <p:xfrm>
          <a:off x="2162274" y="2038300"/>
          <a:ext cx="68595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25600" imgH="406080" progId="Equation.DSMT4">
                  <p:embed/>
                </p:oleObj>
              </mc:Choice>
              <mc:Fallback>
                <p:oleObj name="Equation" r:id="rId8" imgW="3225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274" y="2038300"/>
                        <a:ext cx="68595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307347"/>
              </p:ext>
            </p:extLst>
          </p:nvPr>
        </p:nvGraphicFramePr>
        <p:xfrm>
          <a:off x="2135561" y="2928043"/>
          <a:ext cx="850595" cy="504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203040" progId="Equation.DSMT4">
                  <p:embed/>
                </p:oleObj>
              </mc:Choice>
              <mc:Fallback>
                <p:oleObj name="Equation" r:id="rId10" imgW="342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35561" y="2928043"/>
                        <a:ext cx="850595" cy="5040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95990"/>
              </p:ext>
            </p:extLst>
          </p:nvPr>
        </p:nvGraphicFramePr>
        <p:xfrm>
          <a:off x="2090738" y="3371850"/>
          <a:ext cx="8243887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30520" imgH="431640" progId="Equation.DSMT4">
                  <p:embed/>
                </p:oleObj>
              </mc:Choice>
              <mc:Fallback>
                <p:oleObj name="Equation" r:id="rId12" imgW="3530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90738" y="3371850"/>
                        <a:ext cx="8243887" cy="1008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124265"/>
              </p:ext>
            </p:extLst>
          </p:nvPr>
        </p:nvGraphicFramePr>
        <p:xfrm>
          <a:off x="3215679" y="2913388"/>
          <a:ext cx="2592288" cy="53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91880" imgH="215640" progId="Equation.DSMT4">
                  <p:embed/>
                </p:oleObj>
              </mc:Choice>
              <mc:Fallback>
                <p:oleObj name="Equation" r:id="rId14" imgW="1091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215679" y="2913388"/>
                        <a:ext cx="2592288" cy="531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757549"/>
              </p:ext>
            </p:extLst>
          </p:nvPr>
        </p:nvGraphicFramePr>
        <p:xfrm>
          <a:off x="2841131" y="4331677"/>
          <a:ext cx="6820186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238200" imgH="444240" progId="Equation.DSMT4">
                  <p:embed/>
                </p:oleObj>
              </mc:Choice>
              <mc:Fallback>
                <p:oleObj name="Equation" r:id="rId16" imgW="32382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841131" y="4331677"/>
                        <a:ext cx="6820186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368859"/>
              </p:ext>
            </p:extLst>
          </p:nvPr>
        </p:nvGraphicFramePr>
        <p:xfrm>
          <a:off x="2841131" y="5265648"/>
          <a:ext cx="1782198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14400" imgH="406080" progId="Equation.DSMT4">
                  <p:embed/>
                </p:oleObj>
              </mc:Choice>
              <mc:Fallback>
                <p:oleObj name="Equation" r:id="rId18" imgW="914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841131" y="5265648"/>
                        <a:ext cx="1782198" cy="792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155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999935"/>
              </p:ext>
            </p:extLst>
          </p:nvPr>
        </p:nvGraphicFramePr>
        <p:xfrm>
          <a:off x="2067206" y="1237698"/>
          <a:ext cx="1927272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215640" progId="Equation.DSMT4">
                  <p:embed/>
                </p:oleObj>
              </mc:Choice>
              <mc:Fallback>
                <p:oleObj name="Equation" r:id="rId2" imgW="825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7206" y="1237698"/>
                        <a:ext cx="1927272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603823"/>
              </p:ext>
            </p:extLst>
          </p:nvPr>
        </p:nvGraphicFramePr>
        <p:xfrm>
          <a:off x="4326154" y="1045296"/>
          <a:ext cx="1872208" cy="894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406080" progId="Equation.DSMT4">
                  <p:embed/>
                </p:oleObj>
              </mc:Choice>
              <mc:Fallback>
                <p:oleObj name="Equation" r:id="rId4" imgW="850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6154" y="1045296"/>
                        <a:ext cx="1872208" cy="894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729185"/>
              </p:ext>
            </p:extLst>
          </p:nvPr>
        </p:nvGraphicFramePr>
        <p:xfrm>
          <a:off x="6348860" y="1267089"/>
          <a:ext cx="2736304" cy="474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520" imgH="215640" progId="Equation.DSMT4">
                  <p:embed/>
                </p:oleObj>
              </mc:Choice>
              <mc:Fallback>
                <p:oleObj name="Equation" r:id="rId6" imgW="1244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348860" y="1267089"/>
                        <a:ext cx="2736304" cy="474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1371719"/>
              </p:ext>
            </p:extLst>
          </p:nvPr>
        </p:nvGraphicFramePr>
        <p:xfrm>
          <a:off x="2089758" y="1920658"/>
          <a:ext cx="2430273" cy="864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406080" progId="Equation.DSMT4">
                  <p:embed/>
                </p:oleObj>
              </mc:Choice>
              <mc:Fallback>
                <p:oleObj name="Equation" r:id="rId8" imgW="1143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89758" y="1920658"/>
                        <a:ext cx="2430273" cy="864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086689"/>
              </p:ext>
            </p:extLst>
          </p:nvPr>
        </p:nvGraphicFramePr>
        <p:xfrm>
          <a:off x="4725523" y="2204865"/>
          <a:ext cx="2240249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15920" imgH="228600" progId="Equation.DSMT4">
                  <p:embed/>
                </p:oleObj>
              </mc:Choice>
              <mc:Fallback>
                <p:oleObj name="Equation" r:id="rId10" imgW="1015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25523" y="2204865"/>
                        <a:ext cx="2240249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223159"/>
              </p:ext>
            </p:extLst>
          </p:nvPr>
        </p:nvGraphicFramePr>
        <p:xfrm>
          <a:off x="2072813" y="2875097"/>
          <a:ext cx="1944217" cy="901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76240" imgH="406080" progId="Equation.DSMT4">
                  <p:embed/>
                </p:oleObj>
              </mc:Choice>
              <mc:Fallback>
                <p:oleObj name="Equation" r:id="rId12" imgW="8762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72813" y="2875097"/>
                        <a:ext cx="1944217" cy="901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409570"/>
              </p:ext>
            </p:extLst>
          </p:nvPr>
        </p:nvGraphicFramePr>
        <p:xfrm>
          <a:off x="4326154" y="3164961"/>
          <a:ext cx="2592288" cy="495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30040" imgH="215640" progId="Equation.DSMT4">
                  <p:embed/>
                </p:oleObj>
              </mc:Choice>
              <mc:Fallback>
                <p:oleObj name="Equation" r:id="rId14" imgW="11300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326154" y="3164961"/>
                        <a:ext cx="2592288" cy="495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561414"/>
              </p:ext>
            </p:extLst>
          </p:nvPr>
        </p:nvGraphicFramePr>
        <p:xfrm>
          <a:off x="2759564" y="3875897"/>
          <a:ext cx="50053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349360" imgH="406080" progId="Equation.DSMT4">
                  <p:embed/>
                </p:oleObj>
              </mc:Choice>
              <mc:Fallback>
                <p:oleObj name="Equation" r:id="rId16" imgW="2349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59564" y="3875897"/>
                        <a:ext cx="5005387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082271"/>
              </p:ext>
            </p:extLst>
          </p:nvPr>
        </p:nvGraphicFramePr>
        <p:xfrm>
          <a:off x="2567608" y="5002238"/>
          <a:ext cx="22399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15920" imgH="228600" progId="Equation.DSMT4">
                  <p:embed/>
                </p:oleObj>
              </mc:Choice>
              <mc:Fallback>
                <p:oleObj name="Equation" r:id="rId18" imgW="1015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5002238"/>
                        <a:ext cx="22399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167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SCORE" val="15.0"/>
  <p:tag name="PROBLEMBLANK" val="[{&quot;Num&quot;:1,&quot;Score&quot;:5.0,&quot;Answers&quot;:[&quot;1&quot;],&quot;CaseSensitive&quot;:false,&quot;FuzzyMatch&quot;:false},{&quot;Num&quot;:2,&quot;Score&quot;:5.0,&quot;Answers&quot;:[&quot;1&quot;],&quot;CaseSensitive&quot;:false,&quot;FuzzyMatch&quot;:false},{&quot;Num&quot;:3,&quot;Score&quot;:5.0,&quot;Answers&quot;:[&quot;0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7034</TotalTime>
  <Words>225</Words>
  <Application>Microsoft Office PowerPoint</Application>
  <PresentationFormat>宽屏</PresentationFormat>
  <Paragraphs>92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New Century Schoolbook</vt:lpstr>
      <vt:lpstr>等线</vt:lpstr>
      <vt:lpstr>黑体</vt:lpstr>
      <vt:lpstr>华文楷体</vt:lpstr>
      <vt:lpstr>宋体</vt:lpstr>
      <vt:lpstr>Microsoft Yahei</vt:lpstr>
      <vt:lpstr>Arial</vt:lpstr>
      <vt:lpstr>Calibri</vt:lpstr>
      <vt:lpstr>Times New Roman</vt:lpstr>
      <vt:lpstr>Office 主题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B、单调有界原理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218</cp:revision>
  <dcterms:created xsi:type="dcterms:W3CDTF">2009-06-13T01:14:34Z</dcterms:created>
  <dcterms:modified xsi:type="dcterms:W3CDTF">2023-10-05T07:23:09Z</dcterms:modified>
</cp:coreProperties>
</file>