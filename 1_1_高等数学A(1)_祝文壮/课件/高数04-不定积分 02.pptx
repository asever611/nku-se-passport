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261" r:id="rId2"/>
    <p:sldId id="262" r:id="rId3"/>
    <p:sldId id="263" r:id="rId4"/>
    <p:sldId id="325" r:id="rId5"/>
    <p:sldId id="264" r:id="rId6"/>
    <p:sldId id="265" r:id="rId7"/>
    <p:sldId id="266" r:id="rId8"/>
    <p:sldId id="267" r:id="rId9"/>
    <p:sldId id="322" r:id="rId10"/>
    <p:sldId id="269" r:id="rId11"/>
    <p:sldId id="323" r:id="rId12"/>
    <p:sldId id="274" r:id="rId13"/>
    <p:sldId id="275" r:id="rId14"/>
    <p:sldId id="270" r:id="rId15"/>
    <p:sldId id="271" r:id="rId16"/>
    <p:sldId id="272" r:id="rId17"/>
    <p:sldId id="273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321" r:id="rId27"/>
    <p:sldId id="320" r:id="rId28"/>
    <p:sldId id="324" r:id="rId29"/>
    <p:sldId id="285" r:id="rId30"/>
    <p:sldId id="286" r:id="rId31"/>
    <p:sldId id="287" r:id="rId32"/>
    <p:sldId id="288" r:id="rId33"/>
    <p:sldId id="319" r:id="rId34"/>
    <p:sldId id="316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17" r:id="rId52"/>
    <p:sldId id="318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EFDFD"/>
    <a:srgbClr val="CC99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2023/11/23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F53E04-C386-44CD-876E-565C888DE93B}" type="slidenum">
              <a:rPr lang="en-US" altLang="zh-CN"/>
              <a:pPr eaLnBrk="1" hangingPunct="1"/>
              <a:t>36</a:t>
            </a:fld>
            <a:endParaRPr lang="en-US" altLang="zh-CN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708025"/>
            <a:ext cx="6127750" cy="34480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4333875"/>
            <a:ext cx="5016500" cy="4156075"/>
          </a:xfrm>
          <a:noFill/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    </a:t>
            </a:r>
            <a:r>
              <a:rPr lang="zh-CN" altLang="en-US">
                <a:latin typeface="Arial" panose="020B0604020202020204" pitchFamily="34" charset="0"/>
              </a:rPr>
              <a:t>指出与正整数</a:t>
            </a:r>
            <a:r>
              <a:rPr lang="en-US" altLang="zh-CN">
                <a:latin typeface="Arial" panose="020B0604020202020204" pitchFamily="34" charset="0"/>
              </a:rPr>
              <a:t>n</a:t>
            </a:r>
            <a:r>
              <a:rPr lang="zh-CN" altLang="en-US">
                <a:latin typeface="Arial" panose="020B0604020202020204" pitchFamily="34" charset="0"/>
              </a:rPr>
              <a:t>有关的积分有时可求出递推公式</a:t>
            </a:r>
            <a:r>
              <a:rPr lang="en-US" altLang="zh-CN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9916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C2EFB-E6F0-4526-A71E-3BEE9C081B90}" type="slidenum">
              <a:rPr lang="zh-CN" altLang="en-US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2688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D520CA-B505-4E0D-936F-C8565E9D71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4159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6E4D94-B5C9-47F1-9F1D-485D85E743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768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  <p:sldLayoutId id="2147483661" r:id="rId13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6.bin"/><Relationship Id="rId26" Type="http://schemas.openxmlformats.org/officeDocument/2006/relationships/oleObject" Target="../embeddings/oleObject20.bin"/><Relationship Id="rId3" Type="http://schemas.openxmlformats.org/officeDocument/2006/relationships/image" Target="../media/image9.emf"/><Relationship Id="rId21" Type="http://schemas.openxmlformats.org/officeDocument/2006/relationships/image" Target="../media/image18.e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6.emf"/><Relationship Id="rId25" Type="http://schemas.openxmlformats.org/officeDocument/2006/relationships/image" Target="../media/image20.w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7.bin"/><Relationship Id="rId29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3.wmf"/><Relationship Id="rId24" Type="http://schemas.openxmlformats.org/officeDocument/2006/relationships/oleObject" Target="../embeddings/oleObject19.bin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23" Type="http://schemas.openxmlformats.org/officeDocument/2006/relationships/image" Target="../media/image19.emf"/><Relationship Id="rId28" Type="http://schemas.openxmlformats.org/officeDocument/2006/relationships/oleObject" Target="../embeddings/oleObject21.bin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7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8.bin"/><Relationship Id="rId27" Type="http://schemas.openxmlformats.org/officeDocument/2006/relationships/image" Target="../media/image2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3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wmf"/><Relationship Id="rId18" Type="http://schemas.openxmlformats.org/officeDocument/2006/relationships/oleObject" Target="../embeddings/oleObject33.bin"/><Relationship Id="rId26" Type="http://schemas.openxmlformats.org/officeDocument/2006/relationships/oleObject" Target="../embeddings/oleObject37.bin"/><Relationship Id="rId39" Type="http://schemas.openxmlformats.org/officeDocument/2006/relationships/image" Target="../media/image44.wmf"/><Relationship Id="rId21" Type="http://schemas.openxmlformats.org/officeDocument/2006/relationships/image" Target="../media/image35.wmf"/><Relationship Id="rId34" Type="http://schemas.openxmlformats.org/officeDocument/2006/relationships/oleObject" Target="../embeddings/oleObject41.bin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33.wmf"/><Relationship Id="rId25" Type="http://schemas.openxmlformats.org/officeDocument/2006/relationships/image" Target="../media/image37.wmf"/><Relationship Id="rId33" Type="http://schemas.openxmlformats.org/officeDocument/2006/relationships/image" Target="../media/image41.wmf"/><Relationship Id="rId38" Type="http://schemas.openxmlformats.org/officeDocument/2006/relationships/oleObject" Target="../embeddings/oleObject43.bin"/><Relationship Id="rId2" Type="http://schemas.openxmlformats.org/officeDocument/2006/relationships/oleObject" Target="../embeddings/oleObject25.bin"/><Relationship Id="rId16" Type="http://schemas.openxmlformats.org/officeDocument/2006/relationships/oleObject" Target="../embeddings/oleObject32.bin"/><Relationship Id="rId20" Type="http://schemas.openxmlformats.org/officeDocument/2006/relationships/oleObject" Target="../embeddings/oleObject34.bin"/><Relationship Id="rId29" Type="http://schemas.openxmlformats.org/officeDocument/2006/relationships/image" Target="../media/image3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36.bin"/><Relationship Id="rId32" Type="http://schemas.openxmlformats.org/officeDocument/2006/relationships/oleObject" Target="../embeddings/oleObject40.bin"/><Relationship Id="rId37" Type="http://schemas.openxmlformats.org/officeDocument/2006/relationships/image" Target="../media/image43.wmf"/><Relationship Id="rId5" Type="http://schemas.openxmlformats.org/officeDocument/2006/relationships/image" Target="../media/image27.wmf"/><Relationship Id="rId15" Type="http://schemas.openxmlformats.org/officeDocument/2006/relationships/image" Target="../media/image32.wmf"/><Relationship Id="rId23" Type="http://schemas.openxmlformats.org/officeDocument/2006/relationships/image" Target="../media/image36.wmf"/><Relationship Id="rId28" Type="http://schemas.openxmlformats.org/officeDocument/2006/relationships/oleObject" Target="../embeddings/oleObject38.bin"/><Relationship Id="rId36" Type="http://schemas.openxmlformats.org/officeDocument/2006/relationships/oleObject" Target="../embeddings/oleObject42.bin"/><Relationship Id="rId10" Type="http://schemas.openxmlformats.org/officeDocument/2006/relationships/oleObject" Target="../embeddings/oleObject29.bin"/><Relationship Id="rId19" Type="http://schemas.openxmlformats.org/officeDocument/2006/relationships/image" Target="../media/image34.wmf"/><Relationship Id="rId31" Type="http://schemas.openxmlformats.org/officeDocument/2006/relationships/image" Target="../media/image40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1.bin"/><Relationship Id="rId22" Type="http://schemas.openxmlformats.org/officeDocument/2006/relationships/oleObject" Target="../embeddings/oleObject35.bin"/><Relationship Id="rId27" Type="http://schemas.openxmlformats.org/officeDocument/2006/relationships/image" Target="../media/image38.wmf"/><Relationship Id="rId30" Type="http://schemas.openxmlformats.org/officeDocument/2006/relationships/oleObject" Target="../embeddings/oleObject39.bin"/><Relationship Id="rId35" Type="http://schemas.openxmlformats.org/officeDocument/2006/relationships/image" Target="../media/image42.wmf"/><Relationship Id="rId8" Type="http://schemas.openxmlformats.org/officeDocument/2006/relationships/oleObject" Target="../embeddings/oleObject28.bin"/><Relationship Id="rId3" Type="http://schemas.openxmlformats.org/officeDocument/2006/relationships/image" Target="../media/image2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50.wmf"/><Relationship Id="rId18" Type="http://schemas.openxmlformats.org/officeDocument/2006/relationships/oleObject" Target="../embeddings/oleObject52.bin"/><Relationship Id="rId26" Type="http://schemas.openxmlformats.org/officeDocument/2006/relationships/oleObject" Target="../embeddings/oleObject56.bin"/><Relationship Id="rId3" Type="http://schemas.openxmlformats.org/officeDocument/2006/relationships/image" Target="../media/image45.wmf"/><Relationship Id="rId21" Type="http://schemas.openxmlformats.org/officeDocument/2006/relationships/image" Target="../media/image54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52.emf"/><Relationship Id="rId25" Type="http://schemas.openxmlformats.org/officeDocument/2006/relationships/image" Target="../media/image56.w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9.wmf"/><Relationship Id="rId24" Type="http://schemas.openxmlformats.org/officeDocument/2006/relationships/oleObject" Target="../embeddings/oleObject55.bin"/><Relationship Id="rId5" Type="http://schemas.openxmlformats.org/officeDocument/2006/relationships/image" Target="../media/image46.wmf"/><Relationship Id="rId15" Type="http://schemas.openxmlformats.org/officeDocument/2006/relationships/image" Target="../media/image51.wmf"/><Relationship Id="rId23" Type="http://schemas.openxmlformats.org/officeDocument/2006/relationships/image" Target="../media/image55.emf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53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8.wmf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Relationship Id="rId27" Type="http://schemas.openxmlformats.org/officeDocument/2006/relationships/image" Target="../media/image5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2.wmf"/><Relationship Id="rId18" Type="http://schemas.openxmlformats.org/officeDocument/2006/relationships/oleObject" Target="../embeddings/oleObject65.bin"/><Relationship Id="rId26" Type="http://schemas.openxmlformats.org/officeDocument/2006/relationships/oleObject" Target="../embeddings/oleObject69.bin"/><Relationship Id="rId3" Type="http://schemas.openxmlformats.org/officeDocument/2006/relationships/image" Target="../media/image58.wmf"/><Relationship Id="rId21" Type="http://schemas.openxmlformats.org/officeDocument/2006/relationships/image" Target="../media/image66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64.wmf"/><Relationship Id="rId25" Type="http://schemas.openxmlformats.org/officeDocument/2006/relationships/image" Target="../media/image68.wmf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66.bin"/><Relationship Id="rId29" Type="http://schemas.openxmlformats.org/officeDocument/2006/relationships/image" Target="../media/image6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1.wmf"/><Relationship Id="rId24" Type="http://schemas.openxmlformats.org/officeDocument/2006/relationships/oleObject" Target="../embeddings/oleObject68.bin"/><Relationship Id="rId5" Type="http://schemas.openxmlformats.org/officeDocument/2006/relationships/image" Target="../media/image59.wmf"/><Relationship Id="rId15" Type="http://schemas.openxmlformats.org/officeDocument/2006/relationships/image" Target="../media/image63.wmf"/><Relationship Id="rId23" Type="http://schemas.openxmlformats.org/officeDocument/2006/relationships/image" Target="../media/image67.emf"/><Relationship Id="rId28" Type="http://schemas.openxmlformats.org/officeDocument/2006/relationships/oleObject" Target="../embeddings/oleObject70.bin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65.wmf"/><Relationship Id="rId31" Type="http://schemas.openxmlformats.org/officeDocument/2006/relationships/image" Target="../media/image70.e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67.bin"/><Relationship Id="rId27" Type="http://schemas.openxmlformats.org/officeDocument/2006/relationships/image" Target="../media/image54.wmf"/><Relationship Id="rId30" Type="http://schemas.openxmlformats.org/officeDocument/2006/relationships/oleObject" Target="../embeddings/oleObject7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80.bin"/><Relationship Id="rId26" Type="http://schemas.openxmlformats.org/officeDocument/2006/relationships/oleObject" Target="../embeddings/oleObject84.bin"/><Relationship Id="rId3" Type="http://schemas.openxmlformats.org/officeDocument/2006/relationships/image" Target="../media/image71.wmf"/><Relationship Id="rId21" Type="http://schemas.openxmlformats.org/officeDocument/2006/relationships/image" Target="../media/image53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51.wmf"/><Relationship Id="rId25" Type="http://schemas.openxmlformats.org/officeDocument/2006/relationships/image" Target="../media/image78.e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5.wmf"/><Relationship Id="rId24" Type="http://schemas.openxmlformats.org/officeDocument/2006/relationships/oleObject" Target="../embeddings/oleObject83.bin"/><Relationship Id="rId5" Type="http://schemas.openxmlformats.org/officeDocument/2006/relationships/image" Target="../media/image72.wmf"/><Relationship Id="rId15" Type="http://schemas.openxmlformats.org/officeDocument/2006/relationships/image" Target="../media/image50.wmf"/><Relationship Id="rId23" Type="http://schemas.openxmlformats.org/officeDocument/2006/relationships/image" Target="../media/image54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77.e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78.bin"/><Relationship Id="rId22" Type="http://schemas.openxmlformats.org/officeDocument/2006/relationships/oleObject" Target="../embeddings/oleObject82.bin"/><Relationship Id="rId27" Type="http://schemas.openxmlformats.org/officeDocument/2006/relationships/image" Target="../media/image7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85.wmf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90.bin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84.wmf"/><Relationship Id="rId5" Type="http://schemas.openxmlformats.org/officeDocument/2006/relationships/image" Target="../media/image81.wmf"/><Relationship Id="rId10" Type="http://schemas.openxmlformats.org/officeDocument/2006/relationships/oleObject" Target="../embeddings/oleObject89.bin"/><Relationship Id="rId4" Type="http://schemas.openxmlformats.org/officeDocument/2006/relationships/oleObject" Target="../embeddings/oleObject86.bin"/><Relationship Id="rId9" Type="http://schemas.openxmlformats.org/officeDocument/2006/relationships/image" Target="../media/image8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93.wmf"/><Relationship Id="rId3" Type="http://schemas.openxmlformats.org/officeDocument/2006/relationships/image" Target="../media/image86.wmf"/><Relationship Id="rId21" Type="http://schemas.openxmlformats.org/officeDocument/2006/relationships/oleObject" Target="../embeddings/oleObject101.bin"/><Relationship Id="rId7" Type="http://schemas.openxmlformats.org/officeDocument/2006/relationships/image" Target="../media/image88.wmf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99.bin"/><Relationship Id="rId2" Type="http://schemas.openxmlformats.org/officeDocument/2006/relationships/oleObject" Target="../embeddings/oleObject91.bin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3.bin"/><Relationship Id="rId11" Type="http://schemas.openxmlformats.org/officeDocument/2006/relationships/oleObject" Target="../embeddings/oleObject96.bin"/><Relationship Id="rId5" Type="http://schemas.openxmlformats.org/officeDocument/2006/relationships/image" Target="../media/image87.wmf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89.wmf"/><Relationship Id="rId19" Type="http://schemas.openxmlformats.org/officeDocument/2006/relationships/oleObject" Target="../embeddings/oleObject100.bin"/><Relationship Id="rId4" Type="http://schemas.openxmlformats.org/officeDocument/2006/relationships/oleObject" Target="../embeddings/oleObject92.bin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91.wmf"/><Relationship Id="rId22" Type="http://schemas.openxmlformats.org/officeDocument/2006/relationships/image" Target="../media/image9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01.wmf"/><Relationship Id="rId18" Type="http://schemas.openxmlformats.org/officeDocument/2006/relationships/oleObject" Target="../embeddings/oleObject110.bin"/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107.bin"/><Relationship Id="rId17" Type="http://schemas.openxmlformats.org/officeDocument/2006/relationships/image" Target="../media/image103.wmf"/><Relationship Id="rId2" Type="http://schemas.openxmlformats.org/officeDocument/2006/relationships/oleObject" Target="../embeddings/oleObject102.bin"/><Relationship Id="rId16" Type="http://schemas.openxmlformats.org/officeDocument/2006/relationships/oleObject" Target="../embeddings/oleObject109.bin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00.wmf"/><Relationship Id="rId5" Type="http://schemas.openxmlformats.org/officeDocument/2006/relationships/image" Target="../media/image97.wmf"/><Relationship Id="rId15" Type="http://schemas.openxmlformats.org/officeDocument/2006/relationships/image" Target="../media/image102.wmf"/><Relationship Id="rId10" Type="http://schemas.openxmlformats.org/officeDocument/2006/relationships/oleObject" Target="../embeddings/oleObject106.bin"/><Relationship Id="rId19" Type="http://schemas.openxmlformats.org/officeDocument/2006/relationships/image" Target="../media/image104.w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10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11.wmf"/><Relationship Id="rId18" Type="http://schemas.openxmlformats.org/officeDocument/2006/relationships/image" Target="../media/image105.png"/><Relationship Id="rId3" Type="http://schemas.openxmlformats.org/officeDocument/2006/relationships/image" Target="../media/image106.wmf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113.wmf"/><Relationship Id="rId2" Type="http://schemas.openxmlformats.org/officeDocument/2006/relationships/oleObject" Target="../embeddings/oleObject111.bin"/><Relationship Id="rId16" Type="http://schemas.openxmlformats.org/officeDocument/2006/relationships/oleObject" Target="../embeddings/oleObject1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5" Type="http://schemas.openxmlformats.org/officeDocument/2006/relationships/image" Target="../media/image112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11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26.bin"/><Relationship Id="rId2" Type="http://schemas.openxmlformats.org/officeDocument/2006/relationships/image" Target="../media/image105.png"/><Relationship Id="rId16" Type="http://schemas.openxmlformats.org/officeDocument/2006/relationships/image" Target="../media/image120.wmf"/><Relationship Id="rId20" Type="http://schemas.openxmlformats.org/officeDocument/2006/relationships/image" Target="../media/image12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23.bin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10" Type="http://schemas.openxmlformats.org/officeDocument/2006/relationships/image" Target="../media/image117.wmf"/><Relationship Id="rId19" Type="http://schemas.openxmlformats.org/officeDocument/2006/relationships/oleObject" Target="../embeddings/oleObject127.bin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1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3" Type="http://schemas.openxmlformats.org/officeDocument/2006/relationships/image" Target="../media/image123.emf"/><Relationship Id="rId7" Type="http://schemas.openxmlformats.org/officeDocument/2006/relationships/image" Target="../media/image125.wmf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0.bin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2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32.wmf"/><Relationship Id="rId18" Type="http://schemas.openxmlformats.org/officeDocument/2006/relationships/oleObject" Target="../embeddings/oleObject140.bin"/><Relationship Id="rId3" Type="http://schemas.openxmlformats.org/officeDocument/2006/relationships/image" Target="../media/image127.wmf"/><Relationship Id="rId21" Type="http://schemas.openxmlformats.org/officeDocument/2006/relationships/image" Target="../media/image136.wmf"/><Relationship Id="rId7" Type="http://schemas.openxmlformats.org/officeDocument/2006/relationships/image" Target="../media/image129.wmf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34.wmf"/><Relationship Id="rId2" Type="http://schemas.openxmlformats.org/officeDocument/2006/relationships/oleObject" Target="../embeddings/oleObject132.bin"/><Relationship Id="rId16" Type="http://schemas.openxmlformats.org/officeDocument/2006/relationships/oleObject" Target="../embeddings/oleObject139.bin"/><Relationship Id="rId20" Type="http://schemas.openxmlformats.org/officeDocument/2006/relationships/oleObject" Target="../embeddings/oleObject1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31.wmf"/><Relationship Id="rId5" Type="http://schemas.openxmlformats.org/officeDocument/2006/relationships/image" Target="../media/image128.wmf"/><Relationship Id="rId15" Type="http://schemas.openxmlformats.org/officeDocument/2006/relationships/image" Target="../media/image133.wmf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35.w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30.wmf"/><Relationship Id="rId14" Type="http://schemas.openxmlformats.org/officeDocument/2006/relationships/oleObject" Target="../embeddings/oleObject13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image" Target="../media/image141.wmf"/><Relationship Id="rId18" Type="http://schemas.openxmlformats.org/officeDocument/2006/relationships/oleObject" Target="../embeddings/oleObject150.bin"/><Relationship Id="rId3" Type="http://schemas.openxmlformats.org/officeDocument/2006/relationships/oleObject" Target="../embeddings/oleObject142.bin"/><Relationship Id="rId21" Type="http://schemas.openxmlformats.org/officeDocument/2006/relationships/image" Target="../media/image145.wmf"/><Relationship Id="rId7" Type="http://schemas.openxmlformats.org/officeDocument/2006/relationships/oleObject" Target="../embeddings/oleObject144.bin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43.wmf"/><Relationship Id="rId2" Type="http://schemas.openxmlformats.org/officeDocument/2006/relationships/image" Target="../media/image105.png"/><Relationship Id="rId16" Type="http://schemas.openxmlformats.org/officeDocument/2006/relationships/oleObject" Target="../embeddings/oleObject149.bin"/><Relationship Id="rId20" Type="http://schemas.openxmlformats.org/officeDocument/2006/relationships/oleObject" Target="../embeddings/oleObject15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image" Target="../media/image142.wmf"/><Relationship Id="rId23" Type="http://schemas.openxmlformats.org/officeDocument/2006/relationships/image" Target="../media/image146.wmf"/><Relationship Id="rId10" Type="http://schemas.openxmlformats.org/officeDocument/2006/relationships/image" Target="../media/image140.wmf"/><Relationship Id="rId19" Type="http://schemas.openxmlformats.org/officeDocument/2006/relationships/image" Target="../media/image144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45.bin"/><Relationship Id="rId14" Type="http://schemas.openxmlformats.org/officeDocument/2006/relationships/oleObject" Target="../embeddings/oleObject148.bin"/><Relationship Id="rId22" Type="http://schemas.openxmlformats.org/officeDocument/2006/relationships/oleObject" Target="../embeddings/oleObject15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image" Target="../media/image150.wmf"/><Relationship Id="rId3" Type="http://schemas.openxmlformats.org/officeDocument/2006/relationships/image" Target="../media/image147.wmf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58.bin"/><Relationship Id="rId17" Type="http://schemas.openxmlformats.org/officeDocument/2006/relationships/image" Target="../media/image152.emf"/><Relationship Id="rId2" Type="http://schemas.openxmlformats.org/officeDocument/2006/relationships/oleObject" Target="../embeddings/oleObject153.bin"/><Relationship Id="rId16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49.wmf"/><Relationship Id="rId5" Type="http://schemas.openxmlformats.org/officeDocument/2006/relationships/image" Target="../media/image148.wmf"/><Relationship Id="rId15" Type="http://schemas.openxmlformats.org/officeDocument/2006/relationships/image" Target="../media/image151.wmf"/><Relationship Id="rId10" Type="http://schemas.openxmlformats.org/officeDocument/2006/relationships/oleObject" Target="../embeddings/oleObject157.bin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40.wmf"/><Relationship Id="rId14" Type="http://schemas.openxmlformats.org/officeDocument/2006/relationships/oleObject" Target="../embeddings/oleObject15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3" Type="http://schemas.openxmlformats.org/officeDocument/2006/relationships/image" Target="../media/image153.wmf"/><Relationship Id="rId7" Type="http://schemas.openxmlformats.org/officeDocument/2006/relationships/image" Target="../media/image155.wmf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57.wmf"/><Relationship Id="rId5" Type="http://schemas.openxmlformats.org/officeDocument/2006/relationships/image" Target="../media/image154.emf"/><Relationship Id="rId10" Type="http://schemas.openxmlformats.org/officeDocument/2006/relationships/oleObject" Target="../embeddings/oleObject165.bin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5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3" Type="http://schemas.openxmlformats.org/officeDocument/2006/relationships/image" Target="../media/image158.wmf"/><Relationship Id="rId7" Type="http://schemas.openxmlformats.org/officeDocument/2006/relationships/image" Target="../media/image160.wmf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0" Type="http://schemas.openxmlformats.org/officeDocument/2006/relationships/oleObject" Target="../embeddings/oleObject170.bin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6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image" Target="../media/image163.wmf"/><Relationship Id="rId7" Type="http://schemas.openxmlformats.org/officeDocument/2006/relationships/image" Target="../media/image165.wmf"/><Relationship Id="rId2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3.bin"/><Relationship Id="rId5" Type="http://schemas.openxmlformats.org/officeDocument/2006/relationships/image" Target="../media/image164.wmf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6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emf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13" Type="http://schemas.openxmlformats.org/officeDocument/2006/relationships/image" Target="../media/image173.emf"/><Relationship Id="rId3" Type="http://schemas.openxmlformats.org/officeDocument/2006/relationships/image" Target="../media/image168.wmf"/><Relationship Id="rId7" Type="http://schemas.openxmlformats.org/officeDocument/2006/relationships/image" Target="../media/image170.wmf"/><Relationship Id="rId12" Type="http://schemas.openxmlformats.org/officeDocument/2006/relationships/oleObject" Target="../embeddings/oleObject181.bin"/><Relationship Id="rId2" Type="http://schemas.openxmlformats.org/officeDocument/2006/relationships/oleObject" Target="../embeddings/oleObject17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172.emf"/><Relationship Id="rId5" Type="http://schemas.openxmlformats.org/officeDocument/2006/relationships/image" Target="../media/image169.wmf"/><Relationship Id="rId10" Type="http://schemas.openxmlformats.org/officeDocument/2006/relationships/oleObject" Target="../embeddings/oleObject180.bin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7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179.wmf"/><Relationship Id="rId3" Type="http://schemas.openxmlformats.org/officeDocument/2006/relationships/image" Target="../media/image174.wmf"/><Relationship Id="rId7" Type="http://schemas.openxmlformats.org/officeDocument/2006/relationships/image" Target="../media/image176.wmf"/><Relationship Id="rId12" Type="http://schemas.openxmlformats.org/officeDocument/2006/relationships/oleObject" Target="../embeddings/oleObject187.bin"/><Relationship Id="rId2" Type="http://schemas.openxmlformats.org/officeDocument/2006/relationships/oleObject" Target="../embeddings/oleObject1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78.wmf"/><Relationship Id="rId5" Type="http://schemas.openxmlformats.org/officeDocument/2006/relationships/image" Target="../media/image175.wmf"/><Relationship Id="rId15" Type="http://schemas.openxmlformats.org/officeDocument/2006/relationships/image" Target="../media/image180.wmf"/><Relationship Id="rId10" Type="http://schemas.openxmlformats.org/officeDocument/2006/relationships/oleObject" Target="../embeddings/oleObject186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77.wmf"/><Relationship Id="rId14" Type="http://schemas.openxmlformats.org/officeDocument/2006/relationships/oleObject" Target="../embeddings/oleObject18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13" Type="http://schemas.openxmlformats.org/officeDocument/2006/relationships/image" Target="../media/image174.wmf"/><Relationship Id="rId3" Type="http://schemas.openxmlformats.org/officeDocument/2006/relationships/image" Target="../media/image181.wmf"/><Relationship Id="rId7" Type="http://schemas.openxmlformats.org/officeDocument/2006/relationships/image" Target="../media/image182.wmf"/><Relationship Id="rId12" Type="http://schemas.openxmlformats.org/officeDocument/2006/relationships/oleObject" Target="../embeddings/oleObject194.bin"/><Relationship Id="rId17" Type="http://schemas.openxmlformats.org/officeDocument/2006/relationships/image" Target="../media/image186.wmf"/><Relationship Id="rId2" Type="http://schemas.openxmlformats.org/officeDocument/2006/relationships/oleObject" Target="../embeddings/oleObject189.bin"/><Relationship Id="rId16" Type="http://schemas.openxmlformats.org/officeDocument/2006/relationships/oleObject" Target="../embeddings/oleObject1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1.bin"/><Relationship Id="rId11" Type="http://schemas.openxmlformats.org/officeDocument/2006/relationships/image" Target="../media/image184.wmf"/><Relationship Id="rId5" Type="http://schemas.openxmlformats.org/officeDocument/2006/relationships/image" Target="../media/image177.wmf"/><Relationship Id="rId15" Type="http://schemas.openxmlformats.org/officeDocument/2006/relationships/image" Target="../media/image185.wmf"/><Relationship Id="rId10" Type="http://schemas.openxmlformats.org/officeDocument/2006/relationships/oleObject" Target="../embeddings/oleObject193.bin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183.wmf"/><Relationship Id="rId14" Type="http://schemas.openxmlformats.org/officeDocument/2006/relationships/oleObject" Target="../embeddings/oleObject19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202.bin"/><Relationship Id="rId18" Type="http://schemas.openxmlformats.org/officeDocument/2006/relationships/image" Target="../media/image194.wmf"/><Relationship Id="rId3" Type="http://schemas.openxmlformats.org/officeDocument/2006/relationships/oleObject" Target="../embeddings/oleObject197.bin"/><Relationship Id="rId21" Type="http://schemas.openxmlformats.org/officeDocument/2006/relationships/oleObject" Target="../embeddings/oleObject206.bin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191.wmf"/><Relationship Id="rId17" Type="http://schemas.openxmlformats.org/officeDocument/2006/relationships/oleObject" Target="../embeddings/oleObject204.bin"/><Relationship Id="rId2" Type="http://schemas.openxmlformats.org/officeDocument/2006/relationships/image" Target="../media/image105.png"/><Relationship Id="rId16" Type="http://schemas.openxmlformats.org/officeDocument/2006/relationships/image" Target="../media/image193.emf"/><Relationship Id="rId20" Type="http://schemas.openxmlformats.org/officeDocument/2006/relationships/image" Target="../media/image19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201.bin"/><Relationship Id="rId5" Type="http://schemas.openxmlformats.org/officeDocument/2006/relationships/oleObject" Target="../embeddings/oleObject198.bin"/><Relationship Id="rId15" Type="http://schemas.openxmlformats.org/officeDocument/2006/relationships/oleObject" Target="../embeddings/oleObject203.bin"/><Relationship Id="rId10" Type="http://schemas.openxmlformats.org/officeDocument/2006/relationships/image" Target="../media/image190.wmf"/><Relationship Id="rId19" Type="http://schemas.openxmlformats.org/officeDocument/2006/relationships/oleObject" Target="../embeddings/oleObject205.bin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00.bin"/><Relationship Id="rId14" Type="http://schemas.openxmlformats.org/officeDocument/2006/relationships/image" Target="../media/image192.wmf"/><Relationship Id="rId22" Type="http://schemas.openxmlformats.org/officeDocument/2006/relationships/image" Target="../media/image19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202.wmf"/><Relationship Id="rId18" Type="http://schemas.openxmlformats.org/officeDocument/2006/relationships/oleObject" Target="../embeddings/oleObject215.bin"/><Relationship Id="rId3" Type="http://schemas.openxmlformats.org/officeDocument/2006/relationships/image" Target="../media/image197.wmf"/><Relationship Id="rId7" Type="http://schemas.openxmlformats.org/officeDocument/2006/relationships/image" Target="../media/image199.wmf"/><Relationship Id="rId12" Type="http://schemas.openxmlformats.org/officeDocument/2006/relationships/oleObject" Target="../embeddings/oleObject212.bin"/><Relationship Id="rId17" Type="http://schemas.openxmlformats.org/officeDocument/2006/relationships/image" Target="../media/image204.wmf"/><Relationship Id="rId2" Type="http://schemas.openxmlformats.org/officeDocument/2006/relationships/oleObject" Target="../embeddings/oleObject207.bin"/><Relationship Id="rId16" Type="http://schemas.openxmlformats.org/officeDocument/2006/relationships/oleObject" Target="../embeddings/oleObject2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201.wmf"/><Relationship Id="rId5" Type="http://schemas.openxmlformats.org/officeDocument/2006/relationships/image" Target="../media/image198.wmf"/><Relationship Id="rId15" Type="http://schemas.openxmlformats.org/officeDocument/2006/relationships/image" Target="../media/image203.wmf"/><Relationship Id="rId10" Type="http://schemas.openxmlformats.org/officeDocument/2006/relationships/oleObject" Target="../embeddings/oleObject211.bin"/><Relationship Id="rId19" Type="http://schemas.openxmlformats.org/officeDocument/2006/relationships/image" Target="../media/image205.wmf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200.wmf"/><Relationship Id="rId14" Type="http://schemas.openxmlformats.org/officeDocument/2006/relationships/oleObject" Target="../embeddings/oleObject21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9.bin"/><Relationship Id="rId13" Type="http://schemas.openxmlformats.org/officeDocument/2006/relationships/image" Target="../media/image211.wmf"/><Relationship Id="rId3" Type="http://schemas.openxmlformats.org/officeDocument/2006/relationships/image" Target="../media/image206.wmf"/><Relationship Id="rId7" Type="http://schemas.openxmlformats.org/officeDocument/2006/relationships/image" Target="../media/image208.wmf"/><Relationship Id="rId12" Type="http://schemas.openxmlformats.org/officeDocument/2006/relationships/oleObject" Target="../embeddings/oleObject221.bin"/><Relationship Id="rId2" Type="http://schemas.openxmlformats.org/officeDocument/2006/relationships/oleObject" Target="../embeddings/oleObject2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8.bin"/><Relationship Id="rId11" Type="http://schemas.openxmlformats.org/officeDocument/2006/relationships/image" Target="../media/image210.wmf"/><Relationship Id="rId5" Type="http://schemas.openxmlformats.org/officeDocument/2006/relationships/image" Target="../media/image207.wmf"/><Relationship Id="rId15" Type="http://schemas.openxmlformats.org/officeDocument/2006/relationships/image" Target="../media/image212.wmf"/><Relationship Id="rId10" Type="http://schemas.openxmlformats.org/officeDocument/2006/relationships/oleObject" Target="../embeddings/oleObject220.bin"/><Relationship Id="rId4" Type="http://schemas.openxmlformats.org/officeDocument/2006/relationships/oleObject" Target="../embeddings/oleObject217.bin"/><Relationship Id="rId9" Type="http://schemas.openxmlformats.org/officeDocument/2006/relationships/image" Target="../media/image209.wmf"/><Relationship Id="rId14" Type="http://schemas.openxmlformats.org/officeDocument/2006/relationships/oleObject" Target="../embeddings/oleObject22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oleObject" Target="../embeddings/oleObject228.bin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217.wmf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227.bin"/><Relationship Id="rId5" Type="http://schemas.openxmlformats.org/officeDocument/2006/relationships/oleObject" Target="../embeddings/oleObject224.bin"/><Relationship Id="rId10" Type="http://schemas.openxmlformats.org/officeDocument/2006/relationships/image" Target="../media/image216.wmf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26.bin"/><Relationship Id="rId14" Type="http://schemas.openxmlformats.org/officeDocument/2006/relationships/image" Target="../media/image218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oleObject" Target="../embeddings/oleObject229.bin"/><Relationship Id="rId26" Type="http://schemas.openxmlformats.org/officeDocument/2006/relationships/image" Target="../media/image223.tmp"/><Relationship Id="rId3" Type="http://schemas.openxmlformats.org/officeDocument/2006/relationships/tags" Target="../tags/tag3.xml"/><Relationship Id="rId21" Type="http://schemas.openxmlformats.org/officeDocument/2006/relationships/image" Target="../media/image220.wmf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222.wmf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oleObject" Target="../embeddings/oleObject230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oleObject" Target="../embeddings/oleObject232.bin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21.wmf"/><Relationship Id="rId10" Type="http://schemas.openxmlformats.org/officeDocument/2006/relationships/tags" Target="../tags/tag10.xml"/><Relationship Id="rId19" Type="http://schemas.openxmlformats.org/officeDocument/2006/relationships/image" Target="../media/image219.wmf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oleObject" Target="../embeddings/oleObject23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6.bin"/><Relationship Id="rId13" Type="http://schemas.openxmlformats.org/officeDocument/2006/relationships/image" Target="../media/image229.wmf"/><Relationship Id="rId18" Type="http://schemas.openxmlformats.org/officeDocument/2006/relationships/oleObject" Target="../embeddings/oleObject241.bin"/><Relationship Id="rId3" Type="http://schemas.openxmlformats.org/officeDocument/2006/relationships/image" Target="../media/image224.wmf"/><Relationship Id="rId21" Type="http://schemas.openxmlformats.org/officeDocument/2006/relationships/oleObject" Target="../embeddings/oleObject243.bin"/><Relationship Id="rId7" Type="http://schemas.openxmlformats.org/officeDocument/2006/relationships/image" Target="../media/image226.wmf"/><Relationship Id="rId12" Type="http://schemas.openxmlformats.org/officeDocument/2006/relationships/oleObject" Target="../embeddings/oleObject238.bin"/><Relationship Id="rId17" Type="http://schemas.openxmlformats.org/officeDocument/2006/relationships/image" Target="../media/image231.wmf"/><Relationship Id="rId2" Type="http://schemas.openxmlformats.org/officeDocument/2006/relationships/oleObject" Target="../embeddings/oleObject233.bin"/><Relationship Id="rId16" Type="http://schemas.openxmlformats.org/officeDocument/2006/relationships/oleObject" Target="../embeddings/oleObject240.bin"/><Relationship Id="rId20" Type="http://schemas.openxmlformats.org/officeDocument/2006/relationships/oleObject" Target="../embeddings/oleObject2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5.bin"/><Relationship Id="rId11" Type="http://schemas.openxmlformats.org/officeDocument/2006/relationships/image" Target="../media/image228.wmf"/><Relationship Id="rId5" Type="http://schemas.openxmlformats.org/officeDocument/2006/relationships/image" Target="../media/image225.wmf"/><Relationship Id="rId15" Type="http://schemas.openxmlformats.org/officeDocument/2006/relationships/image" Target="../media/image230.wmf"/><Relationship Id="rId10" Type="http://schemas.openxmlformats.org/officeDocument/2006/relationships/oleObject" Target="../embeddings/oleObject237.bin"/><Relationship Id="rId19" Type="http://schemas.openxmlformats.org/officeDocument/2006/relationships/image" Target="../media/image232.wmf"/><Relationship Id="rId4" Type="http://schemas.openxmlformats.org/officeDocument/2006/relationships/oleObject" Target="../embeddings/oleObject234.bin"/><Relationship Id="rId9" Type="http://schemas.openxmlformats.org/officeDocument/2006/relationships/image" Target="../media/image227.wmf"/><Relationship Id="rId14" Type="http://schemas.openxmlformats.org/officeDocument/2006/relationships/oleObject" Target="../embeddings/oleObject23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13" Type="http://schemas.openxmlformats.org/officeDocument/2006/relationships/image" Target="../media/image238.wmf"/><Relationship Id="rId18" Type="http://schemas.openxmlformats.org/officeDocument/2006/relationships/oleObject" Target="../embeddings/oleObject252.bin"/><Relationship Id="rId3" Type="http://schemas.openxmlformats.org/officeDocument/2006/relationships/image" Target="../media/image233.wmf"/><Relationship Id="rId21" Type="http://schemas.openxmlformats.org/officeDocument/2006/relationships/image" Target="../media/image242.wmf"/><Relationship Id="rId7" Type="http://schemas.openxmlformats.org/officeDocument/2006/relationships/image" Target="../media/image235.wmf"/><Relationship Id="rId12" Type="http://schemas.openxmlformats.org/officeDocument/2006/relationships/oleObject" Target="../embeddings/oleObject249.bin"/><Relationship Id="rId17" Type="http://schemas.openxmlformats.org/officeDocument/2006/relationships/image" Target="../media/image240.wmf"/><Relationship Id="rId2" Type="http://schemas.openxmlformats.org/officeDocument/2006/relationships/oleObject" Target="../embeddings/oleObject244.bin"/><Relationship Id="rId16" Type="http://schemas.openxmlformats.org/officeDocument/2006/relationships/oleObject" Target="../embeddings/oleObject251.bin"/><Relationship Id="rId20" Type="http://schemas.openxmlformats.org/officeDocument/2006/relationships/oleObject" Target="../embeddings/oleObject2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6.bin"/><Relationship Id="rId11" Type="http://schemas.openxmlformats.org/officeDocument/2006/relationships/image" Target="../media/image237.wmf"/><Relationship Id="rId5" Type="http://schemas.openxmlformats.org/officeDocument/2006/relationships/image" Target="../media/image234.wmf"/><Relationship Id="rId15" Type="http://schemas.openxmlformats.org/officeDocument/2006/relationships/image" Target="../media/image239.wmf"/><Relationship Id="rId10" Type="http://schemas.openxmlformats.org/officeDocument/2006/relationships/oleObject" Target="../embeddings/oleObject248.bin"/><Relationship Id="rId19" Type="http://schemas.openxmlformats.org/officeDocument/2006/relationships/image" Target="../media/image241.wmf"/><Relationship Id="rId4" Type="http://schemas.openxmlformats.org/officeDocument/2006/relationships/oleObject" Target="../embeddings/oleObject245.bin"/><Relationship Id="rId9" Type="http://schemas.openxmlformats.org/officeDocument/2006/relationships/image" Target="../media/image236.wmf"/><Relationship Id="rId14" Type="http://schemas.openxmlformats.org/officeDocument/2006/relationships/oleObject" Target="../embeddings/oleObject25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7.bin"/><Relationship Id="rId13" Type="http://schemas.openxmlformats.org/officeDocument/2006/relationships/image" Target="../media/image248.wmf"/><Relationship Id="rId3" Type="http://schemas.openxmlformats.org/officeDocument/2006/relationships/image" Target="../media/image243.wmf"/><Relationship Id="rId7" Type="http://schemas.openxmlformats.org/officeDocument/2006/relationships/image" Target="../media/image245.wmf"/><Relationship Id="rId12" Type="http://schemas.openxmlformats.org/officeDocument/2006/relationships/oleObject" Target="../embeddings/oleObject259.bin"/><Relationship Id="rId2" Type="http://schemas.openxmlformats.org/officeDocument/2006/relationships/oleObject" Target="../embeddings/oleObject2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6.bin"/><Relationship Id="rId11" Type="http://schemas.openxmlformats.org/officeDocument/2006/relationships/image" Target="../media/image247.wmf"/><Relationship Id="rId5" Type="http://schemas.openxmlformats.org/officeDocument/2006/relationships/image" Target="../media/image244.wmf"/><Relationship Id="rId10" Type="http://schemas.openxmlformats.org/officeDocument/2006/relationships/oleObject" Target="../embeddings/oleObject258.bin"/><Relationship Id="rId4" Type="http://schemas.openxmlformats.org/officeDocument/2006/relationships/oleObject" Target="../embeddings/oleObject255.bin"/><Relationship Id="rId9" Type="http://schemas.openxmlformats.org/officeDocument/2006/relationships/image" Target="../media/image24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3.bin"/><Relationship Id="rId13" Type="http://schemas.openxmlformats.org/officeDocument/2006/relationships/image" Target="../media/image254.wmf"/><Relationship Id="rId18" Type="http://schemas.openxmlformats.org/officeDocument/2006/relationships/oleObject" Target="../embeddings/oleObject268.bin"/><Relationship Id="rId3" Type="http://schemas.openxmlformats.org/officeDocument/2006/relationships/image" Target="../media/image249.wmf"/><Relationship Id="rId21" Type="http://schemas.openxmlformats.org/officeDocument/2006/relationships/image" Target="../media/image257.wmf"/><Relationship Id="rId7" Type="http://schemas.openxmlformats.org/officeDocument/2006/relationships/image" Target="../media/image251.wmf"/><Relationship Id="rId12" Type="http://schemas.openxmlformats.org/officeDocument/2006/relationships/oleObject" Target="../embeddings/oleObject265.bin"/><Relationship Id="rId17" Type="http://schemas.openxmlformats.org/officeDocument/2006/relationships/image" Target="../media/image245.wmf"/><Relationship Id="rId2" Type="http://schemas.openxmlformats.org/officeDocument/2006/relationships/oleObject" Target="../embeddings/oleObject260.bin"/><Relationship Id="rId16" Type="http://schemas.openxmlformats.org/officeDocument/2006/relationships/oleObject" Target="../embeddings/oleObject267.bin"/><Relationship Id="rId20" Type="http://schemas.openxmlformats.org/officeDocument/2006/relationships/oleObject" Target="../embeddings/oleObject2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2.bin"/><Relationship Id="rId11" Type="http://schemas.openxmlformats.org/officeDocument/2006/relationships/image" Target="../media/image253.wmf"/><Relationship Id="rId5" Type="http://schemas.openxmlformats.org/officeDocument/2006/relationships/image" Target="../media/image250.emf"/><Relationship Id="rId15" Type="http://schemas.openxmlformats.org/officeDocument/2006/relationships/image" Target="../media/image255.wmf"/><Relationship Id="rId10" Type="http://schemas.openxmlformats.org/officeDocument/2006/relationships/oleObject" Target="../embeddings/oleObject264.bin"/><Relationship Id="rId19" Type="http://schemas.openxmlformats.org/officeDocument/2006/relationships/image" Target="../media/image256.wmf"/><Relationship Id="rId4" Type="http://schemas.openxmlformats.org/officeDocument/2006/relationships/oleObject" Target="../embeddings/oleObject261.bin"/><Relationship Id="rId9" Type="http://schemas.openxmlformats.org/officeDocument/2006/relationships/image" Target="../media/image252.wmf"/><Relationship Id="rId14" Type="http://schemas.openxmlformats.org/officeDocument/2006/relationships/oleObject" Target="../embeddings/oleObject26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0.bin"/><Relationship Id="rId3" Type="http://schemas.openxmlformats.org/officeDocument/2006/relationships/image" Target="../media/image258.emf"/><Relationship Id="rId7" Type="http://schemas.openxmlformats.org/officeDocument/2006/relationships/image" Target="../media/image262.emf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1.emf"/><Relationship Id="rId5" Type="http://schemas.openxmlformats.org/officeDocument/2006/relationships/image" Target="../media/image260.emf"/><Relationship Id="rId4" Type="http://schemas.openxmlformats.org/officeDocument/2006/relationships/image" Target="../media/image259.emf"/><Relationship Id="rId9" Type="http://schemas.openxmlformats.org/officeDocument/2006/relationships/image" Target="../media/image263.wmf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26" Type="http://schemas.openxmlformats.org/officeDocument/2006/relationships/oleObject" Target="../embeddings/oleObject273.bin"/><Relationship Id="rId3" Type="http://schemas.openxmlformats.org/officeDocument/2006/relationships/tags" Target="../tags/tag19.xml"/><Relationship Id="rId21" Type="http://schemas.openxmlformats.org/officeDocument/2006/relationships/slideLayout" Target="../slideLayouts/slideLayout7.xml"/><Relationship Id="rId34" Type="http://schemas.openxmlformats.org/officeDocument/2006/relationships/image" Target="../media/image223.tmp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image" Target="../media/image265.wmf"/><Relationship Id="rId33" Type="http://schemas.openxmlformats.org/officeDocument/2006/relationships/image" Target="../media/image269.wmf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29" Type="http://schemas.openxmlformats.org/officeDocument/2006/relationships/image" Target="../media/image267.wmf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oleObject" Target="../embeddings/oleObject272.bin"/><Relationship Id="rId32" Type="http://schemas.openxmlformats.org/officeDocument/2006/relationships/oleObject" Target="../embeddings/oleObject276.bin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image" Target="../media/image264.wmf"/><Relationship Id="rId28" Type="http://schemas.openxmlformats.org/officeDocument/2006/relationships/oleObject" Target="../embeddings/oleObject274.bin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31" Type="http://schemas.openxmlformats.org/officeDocument/2006/relationships/image" Target="../media/image268.wmf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oleObject" Target="../embeddings/oleObject271.bin"/><Relationship Id="rId27" Type="http://schemas.openxmlformats.org/officeDocument/2006/relationships/image" Target="../media/image266.wmf"/><Relationship Id="rId30" Type="http://schemas.openxmlformats.org/officeDocument/2006/relationships/oleObject" Target="../embeddings/oleObject275.bin"/><Relationship Id="rId8" Type="http://schemas.openxmlformats.org/officeDocument/2006/relationships/tags" Target="../tags/tag2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285.bin"/><Relationship Id="rId3" Type="http://schemas.openxmlformats.org/officeDocument/2006/relationships/image" Target="../media/image270.emf"/><Relationship Id="rId21" Type="http://schemas.openxmlformats.org/officeDocument/2006/relationships/image" Target="../media/image278.wmf"/><Relationship Id="rId7" Type="http://schemas.openxmlformats.org/officeDocument/2006/relationships/image" Target="../media/image272.wmf"/><Relationship Id="rId12" Type="http://schemas.openxmlformats.org/officeDocument/2006/relationships/oleObject" Target="../embeddings/oleObject282.bin"/><Relationship Id="rId17" Type="http://schemas.openxmlformats.org/officeDocument/2006/relationships/image" Target="../media/image276.wmf"/><Relationship Id="rId2" Type="http://schemas.openxmlformats.org/officeDocument/2006/relationships/oleObject" Target="../embeddings/oleObject277.bin"/><Relationship Id="rId16" Type="http://schemas.openxmlformats.org/officeDocument/2006/relationships/oleObject" Target="../embeddings/oleObject284.bin"/><Relationship Id="rId20" Type="http://schemas.openxmlformats.org/officeDocument/2006/relationships/oleObject" Target="../embeddings/oleObject2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9.bin"/><Relationship Id="rId11" Type="http://schemas.openxmlformats.org/officeDocument/2006/relationships/image" Target="../media/image274.wmf"/><Relationship Id="rId5" Type="http://schemas.openxmlformats.org/officeDocument/2006/relationships/image" Target="../media/image271.wmf"/><Relationship Id="rId15" Type="http://schemas.openxmlformats.org/officeDocument/2006/relationships/image" Target="../media/image275.wmf"/><Relationship Id="rId23" Type="http://schemas.openxmlformats.org/officeDocument/2006/relationships/image" Target="../media/image279.wmf"/><Relationship Id="rId10" Type="http://schemas.openxmlformats.org/officeDocument/2006/relationships/oleObject" Target="../embeddings/oleObject281.bin"/><Relationship Id="rId19" Type="http://schemas.openxmlformats.org/officeDocument/2006/relationships/image" Target="../media/image277.wmf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273.wmf"/><Relationship Id="rId14" Type="http://schemas.openxmlformats.org/officeDocument/2006/relationships/oleObject" Target="../embeddings/oleObject283.bin"/><Relationship Id="rId22" Type="http://schemas.openxmlformats.org/officeDocument/2006/relationships/oleObject" Target="../embeddings/oleObject28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oleObject" Target="../embeddings/oleObject293.bin"/><Relationship Id="rId3" Type="http://schemas.openxmlformats.org/officeDocument/2006/relationships/oleObject" Target="../embeddings/oleObject288.bin"/><Relationship Id="rId7" Type="http://schemas.openxmlformats.org/officeDocument/2006/relationships/oleObject" Target="../embeddings/oleObject290.bin"/><Relationship Id="rId12" Type="http://schemas.openxmlformats.org/officeDocument/2006/relationships/image" Target="../media/image28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1.wmf"/><Relationship Id="rId11" Type="http://schemas.openxmlformats.org/officeDocument/2006/relationships/oleObject" Target="../embeddings/oleObject292.bin"/><Relationship Id="rId5" Type="http://schemas.openxmlformats.org/officeDocument/2006/relationships/oleObject" Target="../embeddings/oleObject289.bin"/><Relationship Id="rId10" Type="http://schemas.openxmlformats.org/officeDocument/2006/relationships/image" Target="../media/image283.wmf"/><Relationship Id="rId4" Type="http://schemas.openxmlformats.org/officeDocument/2006/relationships/image" Target="../media/image280.wmf"/><Relationship Id="rId9" Type="http://schemas.openxmlformats.org/officeDocument/2006/relationships/oleObject" Target="../embeddings/oleObject291.bin"/><Relationship Id="rId14" Type="http://schemas.openxmlformats.org/officeDocument/2006/relationships/image" Target="../media/image28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wmf"/><Relationship Id="rId2" Type="http://schemas.openxmlformats.org/officeDocument/2006/relationships/oleObject" Target="../embeddings/oleObject294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7.emf"/><Relationship Id="rId4" Type="http://schemas.openxmlformats.org/officeDocument/2006/relationships/oleObject" Target="../embeddings/oleObject29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9.bin"/><Relationship Id="rId3" Type="http://schemas.openxmlformats.org/officeDocument/2006/relationships/image" Target="../media/image288.wmf"/><Relationship Id="rId7" Type="http://schemas.openxmlformats.org/officeDocument/2006/relationships/image" Target="../media/image290.wmf"/><Relationship Id="rId2" Type="http://schemas.openxmlformats.org/officeDocument/2006/relationships/oleObject" Target="../embeddings/oleObject2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8.bin"/><Relationship Id="rId11" Type="http://schemas.openxmlformats.org/officeDocument/2006/relationships/image" Target="../media/image292.wmf"/><Relationship Id="rId5" Type="http://schemas.openxmlformats.org/officeDocument/2006/relationships/image" Target="../media/image289.wmf"/><Relationship Id="rId10" Type="http://schemas.openxmlformats.org/officeDocument/2006/relationships/oleObject" Target="../embeddings/oleObject300.bin"/><Relationship Id="rId4" Type="http://schemas.openxmlformats.org/officeDocument/2006/relationships/oleObject" Target="../embeddings/oleObject297.bin"/><Relationship Id="rId9" Type="http://schemas.openxmlformats.org/officeDocument/2006/relationships/image" Target="../media/image291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4.bin"/><Relationship Id="rId13" Type="http://schemas.openxmlformats.org/officeDocument/2006/relationships/image" Target="../media/image297.wmf"/><Relationship Id="rId3" Type="http://schemas.openxmlformats.org/officeDocument/2006/relationships/image" Target="../media/image293.wmf"/><Relationship Id="rId7" Type="http://schemas.openxmlformats.org/officeDocument/2006/relationships/image" Target="../media/image295.wmf"/><Relationship Id="rId12" Type="http://schemas.openxmlformats.org/officeDocument/2006/relationships/oleObject" Target="../embeddings/oleObject306.bin"/><Relationship Id="rId2" Type="http://schemas.openxmlformats.org/officeDocument/2006/relationships/oleObject" Target="../embeddings/oleObject3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3.bin"/><Relationship Id="rId11" Type="http://schemas.openxmlformats.org/officeDocument/2006/relationships/image" Target="../media/image291.wmf"/><Relationship Id="rId5" Type="http://schemas.openxmlformats.org/officeDocument/2006/relationships/image" Target="../media/image294.wmf"/><Relationship Id="rId10" Type="http://schemas.openxmlformats.org/officeDocument/2006/relationships/oleObject" Target="../embeddings/oleObject305.bin"/><Relationship Id="rId4" Type="http://schemas.openxmlformats.org/officeDocument/2006/relationships/oleObject" Target="../embeddings/oleObject302.bin"/><Relationship Id="rId9" Type="http://schemas.openxmlformats.org/officeDocument/2006/relationships/image" Target="../media/image29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0.bin"/><Relationship Id="rId13" Type="http://schemas.openxmlformats.org/officeDocument/2006/relationships/image" Target="../media/image303.wmf"/><Relationship Id="rId18" Type="http://schemas.openxmlformats.org/officeDocument/2006/relationships/oleObject" Target="../embeddings/oleObject315.bin"/><Relationship Id="rId3" Type="http://schemas.openxmlformats.org/officeDocument/2006/relationships/image" Target="../media/image298.wmf"/><Relationship Id="rId7" Type="http://schemas.openxmlformats.org/officeDocument/2006/relationships/image" Target="../media/image300.wmf"/><Relationship Id="rId12" Type="http://schemas.openxmlformats.org/officeDocument/2006/relationships/oleObject" Target="../embeddings/oleObject312.bin"/><Relationship Id="rId17" Type="http://schemas.openxmlformats.org/officeDocument/2006/relationships/image" Target="../media/image305.wmf"/><Relationship Id="rId2" Type="http://schemas.openxmlformats.org/officeDocument/2006/relationships/oleObject" Target="../embeddings/oleObject307.bin"/><Relationship Id="rId16" Type="http://schemas.openxmlformats.org/officeDocument/2006/relationships/oleObject" Target="../embeddings/oleObject3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302.wmf"/><Relationship Id="rId5" Type="http://schemas.openxmlformats.org/officeDocument/2006/relationships/image" Target="../media/image299.wmf"/><Relationship Id="rId15" Type="http://schemas.openxmlformats.org/officeDocument/2006/relationships/image" Target="../media/image304.wmf"/><Relationship Id="rId10" Type="http://schemas.openxmlformats.org/officeDocument/2006/relationships/oleObject" Target="../embeddings/oleObject311.bin"/><Relationship Id="rId19" Type="http://schemas.openxmlformats.org/officeDocument/2006/relationships/image" Target="../media/image306.wmf"/><Relationship Id="rId4" Type="http://schemas.openxmlformats.org/officeDocument/2006/relationships/oleObject" Target="../embeddings/oleObject308.bin"/><Relationship Id="rId9" Type="http://schemas.openxmlformats.org/officeDocument/2006/relationships/image" Target="../media/image301.wmf"/><Relationship Id="rId14" Type="http://schemas.openxmlformats.org/officeDocument/2006/relationships/oleObject" Target="../embeddings/oleObject31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9.bin"/><Relationship Id="rId13" Type="http://schemas.openxmlformats.org/officeDocument/2006/relationships/image" Target="../media/image312.wmf"/><Relationship Id="rId18" Type="http://schemas.openxmlformats.org/officeDocument/2006/relationships/oleObject" Target="../embeddings/oleObject324.bin"/><Relationship Id="rId26" Type="http://schemas.openxmlformats.org/officeDocument/2006/relationships/oleObject" Target="../embeddings/oleObject328.bin"/><Relationship Id="rId3" Type="http://schemas.openxmlformats.org/officeDocument/2006/relationships/image" Target="../media/image307.wmf"/><Relationship Id="rId21" Type="http://schemas.openxmlformats.org/officeDocument/2006/relationships/image" Target="../media/image316.wmf"/><Relationship Id="rId7" Type="http://schemas.openxmlformats.org/officeDocument/2006/relationships/image" Target="../media/image309.wmf"/><Relationship Id="rId12" Type="http://schemas.openxmlformats.org/officeDocument/2006/relationships/oleObject" Target="../embeddings/oleObject321.bin"/><Relationship Id="rId17" Type="http://schemas.openxmlformats.org/officeDocument/2006/relationships/image" Target="../media/image314.wmf"/><Relationship Id="rId25" Type="http://schemas.openxmlformats.org/officeDocument/2006/relationships/image" Target="../media/image318.wmf"/><Relationship Id="rId2" Type="http://schemas.openxmlformats.org/officeDocument/2006/relationships/oleObject" Target="../embeddings/oleObject316.bin"/><Relationship Id="rId16" Type="http://schemas.openxmlformats.org/officeDocument/2006/relationships/oleObject" Target="../embeddings/oleObject323.bin"/><Relationship Id="rId20" Type="http://schemas.openxmlformats.org/officeDocument/2006/relationships/oleObject" Target="../embeddings/oleObject325.bin"/><Relationship Id="rId29" Type="http://schemas.openxmlformats.org/officeDocument/2006/relationships/image" Target="../media/image32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8.bin"/><Relationship Id="rId11" Type="http://schemas.openxmlformats.org/officeDocument/2006/relationships/image" Target="../media/image311.wmf"/><Relationship Id="rId24" Type="http://schemas.openxmlformats.org/officeDocument/2006/relationships/oleObject" Target="../embeddings/oleObject327.bin"/><Relationship Id="rId5" Type="http://schemas.openxmlformats.org/officeDocument/2006/relationships/image" Target="../media/image308.wmf"/><Relationship Id="rId15" Type="http://schemas.openxmlformats.org/officeDocument/2006/relationships/image" Target="../media/image313.wmf"/><Relationship Id="rId23" Type="http://schemas.openxmlformats.org/officeDocument/2006/relationships/image" Target="../media/image317.wmf"/><Relationship Id="rId28" Type="http://schemas.openxmlformats.org/officeDocument/2006/relationships/oleObject" Target="../embeddings/oleObject329.bin"/><Relationship Id="rId10" Type="http://schemas.openxmlformats.org/officeDocument/2006/relationships/oleObject" Target="../embeddings/oleObject320.bin"/><Relationship Id="rId19" Type="http://schemas.openxmlformats.org/officeDocument/2006/relationships/image" Target="../media/image315.wmf"/><Relationship Id="rId4" Type="http://schemas.openxmlformats.org/officeDocument/2006/relationships/oleObject" Target="../embeddings/oleObject317.bin"/><Relationship Id="rId9" Type="http://schemas.openxmlformats.org/officeDocument/2006/relationships/image" Target="../media/image310.wmf"/><Relationship Id="rId14" Type="http://schemas.openxmlformats.org/officeDocument/2006/relationships/oleObject" Target="../embeddings/oleObject322.bin"/><Relationship Id="rId22" Type="http://schemas.openxmlformats.org/officeDocument/2006/relationships/oleObject" Target="../embeddings/oleObject326.bin"/><Relationship Id="rId27" Type="http://schemas.openxmlformats.org/officeDocument/2006/relationships/image" Target="../media/image319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3.bin"/><Relationship Id="rId13" Type="http://schemas.openxmlformats.org/officeDocument/2006/relationships/image" Target="../media/image326.wmf"/><Relationship Id="rId3" Type="http://schemas.openxmlformats.org/officeDocument/2006/relationships/image" Target="../media/image321.wmf"/><Relationship Id="rId7" Type="http://schemas.openxmlformats.org/officeDocument/2006/relationships/image" Target="../media/image323.wmf"/><Relationship Id="rId12" Type="http://schemas.openxmlformats.org/officeDocument/2006/relationships/oleObject" Target="../embeddings/oleObject335.bin"/><Relationship Id="rId17" Type="http://schemas.openxmlformats.org/officeDocument/2006/relationships/image" Target="../media/image328.wmf"/><Relationship Id="rId2" Type="http://schemas.openxmlformats.org/officeDocument/2006/relationships/oleObject" Target="../embeddings/oleObject330.bin"/><Relationship Id="rId16" Type="http://schemas.openxmlformats.org/officeDocument/2006/relationships/oleObject" Target="../embeddings/oleObject3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2.bin"/><Relationship Id="rId11" Type="http://schemas.openxmlformats.org/officeDocument/2006/relationships/image" Target="../media/image325.wmf"/><Relationship Id="rId5" Type="http://schemas.openxmlformats.org/officeDocument/2006/relationships/image" Target="../media/image322.wmf"/><Relationship Id="rId15" Type="http://schemas.openxmlformats.org/officeDocument/2006/relationships/image" Target="../media/image327.wmf"/><Relationship Id="rId10" Type="http://schemas.openxmlformats.org/officeDocument/2006/relationships/oleObject" Target="../embeddings/oleObject334.bin"/><Relationship Id="rId4" Type="http://schemas.openxmlformats.org/officeDocument/2006/relationships/oleObject" Target="../embeddings/oleObject331.bin"/><Relationship Id="rId9" Type="http://schemas.openxmlformats.org/officeDocument/2006/relationships/image" Target="../media/image324.wmf"/><Relationship Id="rId14" Type="http://schemas.openxmlformats.org/officeDocument/2006/relationships/oleObject" Target="../embeddings/oleObject336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1.bin"/><Relationship Id="rId13" Type="http://schemas.openxmlformats.org/officeDocument/2006/relationships/image" Target="../media/image334.wmf"/><Relationship Id="rId3" Type="http://schemas.openxmlformats.org/officeDocument/2006/relationships/image" Target="../media/image329.wmf"/><Relationship Id="rId7" Type="http://schemas.openxmlformats.org/officeDocument/2006/relationships/image" Target="../media/image331.wmf"/><Relationship Id="rId12" Type="http://schemas.openxmlformats.org/officeDocument/2006/relationships/oleObject" Target="../embeddings/oleObject343.bin"/><Relationship Id="rId2" Type="http://schemas.openxmlformats.org/officeDocument/2006/relationships/oleObject" Target="../embeddings/oleObject3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0.bin"/><Relationship Id="rId11" Type="http://schemas.openxmlformats.org/officeDocument/2006/relationships/image" Target="../media/image333.wmf"/><Relationship Id="rId5" Type="http://schemas.openxmlformats.org/officeDocument/2006/relationships/image" Target="../media/image330.wmf"/><Relationship Id="rId10" Type="http://schemas.openxmlformats.org/officeDocument/2006/relationships/oleObject" Target="../embeddings/oleObject342.bin"/><Relationship Id="rId4" Type="http://schemas.openxmlformats.org/officeDocument/2006/relationships/oleObject" Target="../embeddings/oleObject339.bin"/><Relationship Id="rId9" Type="http://schemas.openxmlformats.org/officeDocument/2006/relationships/image" Target="../media/image33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7.bin"/><Relationship Id="rId13" Type="http://schemas.openxmlformats.org/officeDocument/2006/relationships/image" Target="../media/image340.wmf"/><Relationship Id="rId3" Type="http://schemas.openxmlformats.org/officeDocument/2006/relationships/image" Target="../media/image335.wmf"/><Relationship Id="rId7" Type="http://schemas.openxmlformats.org/officeDocument/2006/relationships/image" Target="../media/image337.wmf"/><Relationship Id="rId12" Type="http://schemas.openxmlformats.org/officeDocument/2006/relationships/oleObject" Target="../embeddings/oleObject349.bin"/><Relationship Id="rId2" Type="http://schemas.openxmlformats.org/officeDocument/2006/relationships/oleObject" Target="../embeddings/oleObject3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6.bin"/><Relationship Id="rId11" Type="http://schemas.openxmlformats.org/officeDocument/2006/relationships/image" Target="../media/image339.wmf"/><Relationship Id="rId5" Type="http://schemas.openxmlformats.org/officeDocument/2006/relationships/image" Target="../media/image336.wmf"/><Relationship Id="rId15" Type="http://schemas.openxmlformats.org/officeDocument/2006/relationships/image" Target="../media/image341.wmf"/><Relationship Id="rId10" Type="http://schemas.openxmlformats.org/officeDocument/2006/relationships/oleObject" Target="../embeddings/oleObject348.bin"/><Relationship Id="rId4" Type="http://schemas.openxmlformats.org/officeDocument/2006/relationships/oleObject" Target="../embeddings/oleObject345.bin"/><Relationship Id="rId9" Type="http://schemas.openxmlformats.org/officeDocument/2006/relationships/image" Target="../media/image338.wmf"/><Relationship Id="rId14" Type="http://schemas.openxmlformats.org/officeDocument/2006/relationships/oleObject" Target="../embeddings/oleObject350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4.bin"/><Relationship Id="rId13" Type="http://schemas.openxmlformats.org/officeDocument/2006/relationships/image" Target="../media/image347.wmf"/><Relationship Id="rId18" Type="http://schemas.openxmlformats.org/officeDocument/2006/relationships/oleObject" Target="../embeddings/oleObject359.bin"/><Relationship Id="rId3" Type="http://schemas.openxmlformats.org/officeDocument/2006/relationships/image" Target="../media/image342.wmf"/><Relationship Id="rId7" Type="http://schemas.openxmlformats.org/officeDocument/2006/relationships/image" Target="../media/image344.wmf"/><Relationship Id="rId12" Type="http://schemas.openxmlformats.org/officeDocument/2006/relationships/oleObject" Target="../embeddings/oleObject356.bin"/><Relationship Id="rId17" Type="http://schemas.openxmlformats.org/officeDocument/2006/relationships/image" Target="../media/image349.wmf"/><Relationship Id="rId2" Type="http://schemas.openxmlformats.org/officeDocument/2006/relationships/oleObject" Target="../embeddings/oleObject351.bin"/><Relationship Id="rId16" Type="http://schemas.openxmlformats.org/officeDocument/2006/relationships/oleObject" Target="../embeddings/oleObject3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3.bin"/><Relationship Id="rId11" Type="http://schemas.openxmlformats.org/officeDocument/2006/relationships/image" Target="../media/image346.wmf"/><Relationship Id="rId5" Type="http://schemas.openxmlformats.org/officeDocument/2006/relationships/image" Target="../media/image343.wmf"/><Relationship Id="rId15" Type="http://schemas.openxmlformats.org/officeDocument/2006/relationships/image" Target="../media/image348.wmf"/><Relationship Id="rId10" Type="http://schemas.openxmlformats.org/officeDocument/2006/relationships/oleObject" Target="../embeddings/oleObject355.bin"/><Relationship Id="rId19" Type="http://schemas.openxmlformats.org/officeDocument/2006/relationships/image" Target="../media/image350.wmf"/><Relationship Id="rId4" Type="http://schemas.openxmlformats.org/officeDocument/2006/relationships/oleObject" Target="../embeddings/oleObject352.bin"/><Relationship Id="rId9" Type="http://schemas.openxmlformats.org/officeDocument/2006/relationships/image" Target="../media/image345.wmf"/><Relationship Id="rId14" Type="http://schemas.openxmlformats.org/officeDocument/2006/relationships/oleObject" Target="../embeddings/oleObject35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3" Type="http://schemas.openxmlformats.org/officeDocument/2006/relationships/oleObject" Target="../embeddings/oleObject360.bin"/><Relationship Id="rId7" Type="http://schemas.openxmlformats.org/officeDocument/2006/relationships/oleObject" Target="../embeddings/oleObject362.bin"/><Relationship Id="rId12" Type="http://schemas.openxmlformats.org/officeDocument/2006/relationships/image" Target="../media/image355.wmf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2.wmf"/><Relationship Id="rId11" Type="http://schemas.openxmlformats.org/officeDocument/2006/relationships/oleObject" Target="../embeddings/oleObject364.bin"/><Relationship Id="rId5" Type="http://schemas.openxmlformats.org/officeDocument/2006/relationships/oleObject" Target="../embeddings/oleObject361.bin"/><Relationship Id="rId10" Type="http://schemas.openxmlformats.org/officeDocument/2006/relationships/image" Target="../media/image354.wmf"/><Relationship Id="rId4" Type="http://schemas.openxmlformats.org/officeDocument/2006/relationships/image" Target="../media/image351.wmf"/><Relationship Id="rId9" Type="http://schemas.openxmlformats.org/officeDocument/2006/relationships/oleObject" Target="../embeddings/oleObject363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8.bin"/><Relationship Id="rId3" Type="http://schemas.openxmlformats.org/officeDocument/2006/relationships/image" Target="../media/image356.wmf"/><Relationship Id="rId7" Type="http://schemas.openxmlformats.org/officeDocument/2006/relationships/image" Target="../media/image358.wmf"/><Relationship Id="rId2" Type="http://schemas.openxmlformats.org/officeDocument/2006/relationships/oleObject" Target="../embeddings/oleObject3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7.bin"/><Relationship Id="rId11" Type="http://schemas.openxmlformats.org/officeDocument/2006/relationships/image" Target="../media/image360.wmf"/><Relationship Id="rId5" Type="http://schemas.openxmlformats.org/officeDocument/2006/relationships/image" Target="../media/image357.wmf"/><Relationship Id="rId10" Type="http://schemas.openxmlformats.org/officeDocument/2006/relationships/oleObject" Target="../embeddings/oleObject369.bin"/><Relationship Id="rId4" Type="http://schemas.openxmlformats.org/officeDocument/2006/relationships/oleObject" Target="../embeddings/oleObject366.bin"/><Relationship Id="rId9" Type="http://schemas.openxmlformats.org/officeDocument/2006/relationships/image" Target="../media/image359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3.bin"/><Relationship Id="rId3" Type="http://schemas.openxmlformats.org/officeDocument/2006/relationships/image" Target="../media/image361.wmf"/><Relationship Id="rId7" Type="http://schemas.openxmlformats.org/officeDocument/2006/relationships/image" Target="../media/image363.wmf"/><Relationship Id="rId2" Type="http://schemas.openxmlformats.org/officeDocument/2006/relationships/oleObject" Target="../embeddings/oleObject3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2.bin"/><Relationship Id="rId11" Type="http://schemas.openxmlformats.org/officeDocument/2006/relationships/image" Target="../media/image365.wmf"/><Relationship Id="rId5" Type="http://schemas.openxmlformats.org/officeDocument/2006/relationships/image" Target="../media/image362.wmf"/><Relationship Id="rId10" Type="http://schemas.openxmlformats.org/officeDocument/2006/relationships/oleObject" Target="../embeddings/oleObject374.bin"/><Relationship Id="rId4" Type="http://schemas.openxmlformats.org/officeDocument/2006/relationships/oleObject" Target="../embeddings/oleObject371.bin"/><Relationship Id="rId9" Type="http://schemas.openxmlformats.org/officeDocument/2006/relationships/image" Target="../media/image364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8.bin"/><Relationship Id="rId13" Type="http://schemas.openxmlformats.org/officeDocument/2006/relationships/image" Target="../media/image371.wmf"/><Relationship Id="rId3" Type="http://schemas.openxmlformats.org/officeDocument/2006/relationships/image" Target="../media/image366.wmf"/><Relationship Id="rId7" Type="http://schemas.openxmlformats.org/officeDocument/2006/relationships/image" Target="../media/image368.wmf"/><Relationship Id="rId12" Type="http://schemas.openxmlformats.org/officeDocument/2006/relationships/oleObject" Target="../embeddings/oleObject380.bin"/><Relationship Id="rId17" Type="http://schemas.openxmlformats.org/officeDocument/2006/relationships/image" Target="../media/image373.wmf"/><Relationship Id="rId2" Type="http://schemas.openxmlformats.org/officeDocument/2006/relationships/oleObject" Target="../embeddings/oleObject375.bin"/><Relationship Id="rId16" Type="http://schemas.openxmlformats.org/officeDocument/2006/relationships/oleObject" Target="../embeddings/oleObject3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7.bin"/><Relationship Id="rId11" Type="http://schemas.openxmlformats.org/officeDocument/2006/relationships/image" Target="../media/image370.wmf"/><Relationship Id="rId5" Type="http://schemas.openxmlformats.org/officeDocument/2006/relationships/image" Target="../media/image367.wmf"/><Relationship Id="rId15" Type="http://schemas.openxmlformats.org/officeDocument/2006/relationships/image" Target="../media/image372.wmf"/><Relationship Id="rId10" Type="http://schemas.openxmlformats.org/officeDocument/2006/relationships/oleObject" Target="../embeddings/oleObject379.bin"/><Relationship Id="rId4" Type="http://schemas.openxmlformats.org/officeDocument/2006/relationships/oleObject" Target="../embeddings/oleObject376.bin"/><Relationship Id="rId9" Type="http://schemas.openxmlformats.org/officeDocument/2006/relationships/image" Target="../media/image369.wmf"/><Relationship Id="rId14" Type="http://schemas.openxmlformats.org/officeDocument/2006/relationships/oleObject" Target="../embeddings/oleObject381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6.bin"/><Relationship Id="rId3" Type="http://schemas.openxmlformats.org/officeDocument/2006/relationships/image" Target="../media/image374.wmf"/><Relationship Id="rId7" Type="http://schemas.openxmlformats.org/officeDocument/2006/relationships/image" Target="../media/image376.wmf"/><Relationship Id="rId2" Type="http://schemas.openxmlformats.org/officeDocument/2006/relationships/oleObject" Target="../embeddings/oleObject38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5.bin"/><Relationship Id="rId11" Type="http://schemas.openxmlformats.org/officeDocument/2006/relationships/image" Target="../media/image378.wmf"/><Relationship Id="rId5" Type="http://schemas.openxmlformats.org/officeDocument/2006/relationships/image" Target="../media/image375.wmf"/><Relationship Id="rId10" Type="http://schemas.openxmlformats.org/officeDocument/2006/relationships/oleObject" Target="../embeddings/oleObject387.bin"/><Relationship Id="rId4" Type="http://schemas.openxmlformats.org/officeDocument/2006/relationships/oleObject" Target="../embeddings/oleObject384.bin"/><Relationship Id="rId9" Type="http://schemas.openxmlformats.org/officeDocument/2006/relationships/image" Target="../media/image377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1.bin"/><Relationship Id="rId13" Type="http://schemas.openxmlformats.org/officeDocument/2006/relationships/image" Target="../media/image384.wmf"/><Relationship Id="rId18" Type="http://schemas.openxmlformats.org/officeDocument/2006/relationships/oleObject" Target="../embeddings/oleObject396.bin"/><Relationship Id="rId3" Type="http://schemas.openxmlformats.org/officeDocument/2006/relationships/image" Target="../media/image379.wmf"/><Relationship Id="rId7" Type="http://schemas.openxmlformats.org/officeDocument/2006/relationships/image" Target="../media/image381.wmf"/><Relationship Id="rId12" Type="http://schemas.openxmlformats.org/officeDocument/2006/relationships/oleObject" Target="../embeddings/oleObject393.bin"/><Relationship Id="rId17" Type="http://schemas.openxmlformats.org/officeDocument/2006/relationships/image" Target="../media/image386.wmf"/><Relationship Id="rId2" Type="http://schemas.openxmlformats.org/officeDocument/2006/relationships/oleObject" Target="../embeddings/oleObject388.bin"/><Relationship Id="rId16" Type="http://schemas.openxmlformats.org/officeDocument/2006/relationships/oleObject" Target="../embeddings/oleObject3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0.bin"/><Relationship Id="rId11" Type="http://schemas.openxmlformats.org/officeDocument/2006/relationships/image" Target="../media/image383.wmf"/><Relationship Id="rId5" Type="http://schemas.openxmlformats.org/officeDocument/2006/relationships/image" Target="../media/image380.wmf"/><Relationship Id="rId15" Type="http://schemas.openxmlformats.org/officeDocument/2006/relationships/image" Target="../media/image385.wmf"/><Relationship Id="rId10" Type="http://schemas.openxmlformats.org/officeDocument/2006/relationships/oleObject" Target="../embeddings/oleObject392.bin"/><Relationship Id="rId19" Type="http://schemas.openxmlformats.org/officeDocument/2006/relationships/image" Target="../media/image387.wmf"/><Relationship Id="rId4" Type="http://schemas.openxmlformats.org/officeDocument/2006/relationships/oleObject" Target="../embeddings/oleObject389.bin"/><Relationship Id="rId9" Type="http://schemas.openxmlformats.org/officeDocument/2006/relationships/image" Target="../media/image382.wmf"/><Relationship Id="rId14" Type="http://schemas.openxmlformats.org/officeDocument/2006/relationships/oleObject" Target="../embeddings/oleObject394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0.bin"/><Relationship Id="rId13" Type="http://schemas.openxmlformats.org/officeDocument/2006/relationships/image" Target="../media/image393.wmf"/><Relationship Id="rId3" Type="http://schemas.openxmlformats.org/officeDocument/2006/relationships/image" Target="../media/image388.wmf"/><Relationship Id="rId7" Type="http://schemas.openxmlformats.org/officeDocument/2006/relationships/image" Target="../media/image390.wmf"/><Relationship Id="rId12" Type="http://schemas.openxmlformats.org/officeDocument/2006/relationships/oleObject" Target="../embeddings/oleObject402.bin"/><Relationship Id="rId2" Type="http://schemas.openxmlformats.org/officeDocument/2006/relationships/oleObject" Target="../embeddings/oleObject397.bin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9.bin"/><Relationship Id="rId11" Type="http://schemas.openxmlformats.org/officeDocument/2006/relationships/image" Target="../media/image392.wmf"/><Relationship Id="rId5" Type="http://schemas.openxmlformats.org/officeDocument/2006/relationships/image" Target="../media/image389.wmf"/><Relationship Id="rId15" Type="http://schemas.openxmlformats.org/officeDocument/2006/relationships/image" Target="../media/image387.wmf"/><Relationship Id="rId10" Type="http://schemas.openxmlformats.org/officeDocument/2006/relationships/oleObject" Target="../embeddings/oleObject401.bin"/><Relationship Id="rId4" Type="http://schemas.openxmlformats.org/officeDocument/2006/relationships/oleObject" Target="../embeddings/oleObject398.bin"/><Relationship Id="rId9" Type="http://schemas.openxmlformats.org/officeDocument/2006/relationships/image" Target="../media/image391.wmf"/><Relationship Id="rId14" Type="http://schemas.openxmlformats.org/officeDocument/2006/relationships/oleObject" Target="../embeddings/oleObject40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7.bin"/><Relationship Id="rId3" Type="http://schemas.openxmlformats.org/officeDocument/2006/relationships/image" Target="../media/image394.wmf"/><Relationship Id="rId7" Type="http://schemas.openxmlformats.org/officeDocument/2006/relationships/image" Target="../media/image396.wmf"/><Relationship Id="rId2" Type="http://schemas.openxmlformats.org/officeDocument/2006/relationships/oleObject" Target="../embeddings/oleObject4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6.bin"/><Relationship Id="rId11" Type="http://schemas.openxmlformats.org/officeDocument/2006/relationships/image" Target="../media/image398.wmf"/><Relationship Id="rId5" Type="http://schemas.openxmlformats.org/officeDocument/2006/relationships/image" Target="../media/image395.wmf"/><Relationship Id="rId10" Type="http://schemas.openxmlformats.org/officeDocument/2006/relationships/oleObject" Target="../embeddings/oleObject408.bin"/><Relationship Id="rId4" Type="http://schemas.openxmlformats.org/officeDocument/2006/relationships/oleObject" Target="../embeddings/oleObject405.bin"/><Relationship Id="rId9" Type="http://schemas.openxmlformats.org/officeDocument/2006/relationships/image" Target="../media/image397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2.bin"/><Relationship Id="rId13" Type="http://schemas.openxmlformats.org/officeDocument/2006/relationships/image" Target="../media/image404.wmf"/><Relationship Id="rId18" Type="http://schemas.openxmlformats.org/officeDocument/2006/relationships/oleObject" Target="../embeddings/oleObject417.bin"/><Relationship Id="rId3" Type="http://schemas.openxmlformats.org/officeDocument/2006/relationships/image" Target="../media/image399.wmf"/><Relationship Id="rId7" Type="http://schemas.openxmlformats.org/officeDocument/2006/relationships/image" Target="../media/image401.wmf"/><Relationship Id="rId12" Type="http://schemas.openxmlformats.org/officeDocument/2006/relationships/oleObject" Target="../embeddings/oleObject414.bin"/><Relationship Id="rId17" Type="http://schemas.openxmlformats.org/officeDocument/2006/relationships/image" Target="../media/image406.wmf"/><Relationship Id="rId2" Type="http://schemas.openxmlformats.org/officeDocument/2006/relationships/oleObject" Target="../embeddings/oleObject409.bin"/><Relationship Id="rId16" Type="http://schemas.openxmlformats.org/officeDocument/2006/relationships/oleObject" Target="../embeddings/oleObject4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1.bin"/><Relationship Id="rId11" Type="http://schemas.openxmlformats.org/officeDocument/2006/relationships/image" Target="../media/image403.wmf"/><Relationship Id="rId5" Type="http://schemas.openxmlformats.org/officeDocument/2006/relationships/image" Target="../media/image400.wmf"/><Relationship Id="rId15" Type="http://schemas.openxmlformats.org/officeDocument/2006/relationships/image" Target="../media/image405.wmf"/><Relationship Id="rId10" Type="http://schemas.openxmlformats.org/officeDocument/2006/relationships/oleObject" Target="../embeddings/oleObject413.bin"/><Relationship Id="rId19" Type="http://schemas.openxmlformats.org/officeDocument/2006/relationships/image" Target="../media/image407.wmf"/><Relationship Id="rId4" Type="http://schemas.openxmlformats.org/officeDocument/2006/relationships/oleObject" Target="../embeddings/oleObject410.bin"/><Relationship Id="rId9" Type="http://schemas.openxmlformats.org/officeDocument/2006/relationships/image" Target="../media/image402.wmf"/><Relationship Id="rId14" Type="http://schemas.openxmlformats.org/officeDocument/2006/relationships/oleObject" Target="../embeddings/oleObject415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wmf"/><Relationship Id="rId13" Type="http://schemas.openxmlformats.org/officeDocument/2006/relationships/oleObject" Target="../embeddings/oleObject423.bin"/><Relationship Id="rId3" Type="http://schemas.openxmlformats.org/officeDocument/2006/relationships/oleObject" Target="../embeddings/oleObject418.bin"/><Relationship Id="rId7" Type="http://schemas.openxmlformats.org/officeDocument/2006/relationships/oleObject" Target="../embeddings/oleObject420.bin"/><Relationship Id="rId12" Type="http://schemas.openxmlformats.org/officeDocument/2006/relationships/image" Target="../media/image412.wmf"/><Relationship Id="rId2" Type="http://schemas.openxmlformats.org/officeDocument/2006/relationships/image" Target="../media/image105.png"/><Relationship Id="rId16" Type="http://schemas.openxmlformats.org/officeDocument/2006/relationships/image" Target="../media/image41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9.wmf"/><Relationship Id="rId11" Type="http://schemas.openxmlformats.org/officeDocument/2006/relationships/oleObject" Target="../embeddings/oleObject422.bin"/><Relationship Id="rId5" Type="http://schemas.openxmlformats.org/officeDocument/2006/relationships/oleObject" Target="../embeddings/oleObject419.bin"/><Relationship Id="rId15" Type="http://schemas.openxmlformats.org/officeDocument/2006/relationships/oleObject" Target="../embeddings/oleObject424.bin"/><Relationship Id="rId10" Type="http://schemas.openxmlformats.org/officeDocument/2006/relationships/image" Target="../media/image411.wmf"/><Relationship Id="rId4" Type="http://schemas.openxmlformats.org/officeDocument/2006/relationships/image" Target="../media/image408.wmf"/><Relationship Id="rId9" Type="http://schemas.openxmlformats.org/officeDocument/2006/relationships/oleObject" Target="../embeddings/oleObject421.bin"/><Relationship Id="rId14" Type="http://schemas.openxmlformats.org/officeDocument/2006/relationships/image" Target="../media/image413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8.bin"/><Relationship Id="rId13" Type="http://schemas.openxmlformats.org/officeDocument/2006/relationships/image" Target="../media/image420.wmf"/><Relationship Id="rId18" Type="http://schemas.openxmlformats.org/officeDocument/2006/relationships/oleObject" Target="../embeddings/oleObject433.bin"/><Relationship Id="rId3" Type="http://schemas.openxmlformats.org/officeDocument/2006/relationships/image" Target="../media/image415.wmf"/><Relationship Id="rId21" Type="http://schemas.openxmlformats.org/officeDocument/2006/relationships/image" Target="../media/image424.wmf"/><Relationship Id="rId7" Type="http://schemas.openxmlformats.org/officeDocument/2006/relationships/image" Target="../media/image417.wmf"/><Relationship Id="rId12" Type="http://schemas.openxmlformats.org/officeDocument/2006/relationships/oleObject" Target="../embeddings/oleObject430.bin"/><Relationship Id="rId17" Type="http://schemas.openxmlformats.org/officeDocument/2006/relationships/image" Target="../media/image422.wmf"/><Relationship Id="rId2" Type="http://schemas.openxmlformats.org/officeDocument/2006/relationships/oleObject" Target="../embeddings/oleObject425.bin"/><Relationship Id="rId16" Type="http://schemas.openxmlformats.org/officeDocument/2006/relationships/oleObject" Target="../embeddings/oleObject432.bin"/><Relationship Id="rId20" Type="http://schemas.openxmlformats.org/officeDocument/2006/relationships/oleObject" Target="../embeddings/oleObject4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7.bin"/><Relationship Id="rId11" Type="http://schemas.openxmlformats.org/officeDocument/2006/relationships/image" Target="../media/image419.wmf"/><Relationship Id="rId5" Type="http://schemas.openxmlformats.org/officeDocument/2006/relationships/image" Target="../media/image416.wmf"/><Relationship Id="rId15" Type="http://schemas.openxmlformats.org/officeDocument/2006/relationships/image" Target="../media/image421.emf"/><Relationship Id="rId10" Type="http://schemas.openxmlformats.org/officeDocument/2006/relationships/oleObject" Target="../embeddings/oleObject429.bin"/><Relationship Id="rId19" Type="http://schemas.openxmlformats.org/officeDocument/2006/relationships/image" Target="../media/image423.wmf"/><Relationship Id="rId4" Type="http://schemas.openxmlformats.org/officeDocument/2006/relationships/oleObject" Target="../embeddings/oleObject426.bin"/><Relationship Id="rId9" Type="http://schemas.openxmlformats.org/officeDocument/2006/relationships/image" Target="../media/image418.wmf"/><Relationship Id="rId14" Type="http://schemas.openxmlformats.org/officeDocument/2006/relationships/oleObject" Target="../embeddings/oleObject431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8.bin"/><Relationship Id="rId13" Type="http://schemas.openxmlformats.org/officeDocument/2006/relationships/image" Target="../media/image428.wmf"/><Relationship Id="rId3" Type="http://schemas.openxmlformats.org/officeDocument/2006/relationships/image" Target="../media/image425.wmf"/><Relationship Id="rId7" Type="http://schemas.openxmlformats.org/officeDocument/2006/relationships/image" Target="../media/image409.wmf"/><Relationship Id="rId12" Type="http://schemas.openxmlformats.org/officeDocument/2006/relationships/oleObject" Target="../embeddings/oleObject440.bin"/><Relationship Id="rId17" Type="http://schemas.openxmlformats.org/officeDocument/2006/relationships/image" Target="../media/image430.wmf"/><Relationship Id="rId2" Type="http://schemas.openxmlformats.org/officeDocument/2006/relationships/oleObject" Target="../embeddings/oleObject435.bin"/><Relationship Id="rId16" Type="http://schemas.openxmlformats.org/officeDocument/2006/relationships/oleObject" Target="../embeddings/oleObject4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7.bin"/><Relationship Id="rId11" Type="http://schemas.openxmlformats.org/officeDocument/2006/relationships/image" Target="../media/image427.wmf"/><Relationship Id="rId5" Type="http://schemas.openxmlformats.org/officeDocument/2006/relationships/image" Target="../media/image426.wmf"/><Relationship Id="rId15" Type="http://schemas.openxmlformats.org/officeDocument/2006/relationships/image" Target="../media/image429.wmf"/><Relationship Id="rId10" Type="http://schemas.openxmlformats.org/officeDocument/2006/relationships/oleObject" Target="../embeddings/oleObject439.bin"/><Relationship Id="rId4" Type="http://schemas.openxmlformats.org/officeDocument/2006/relationships/oleObject" Target="../embeddings/oleObject436.bin"/><Relationship Id="rId9" Type="http://schemas.openxmlformats.org/officeDocument/2006/relationships/image" Target="../media/image411.wmf"/><Relationship Id="rId14" Type="http://schemas.openxmlformats.org/officeDocument/2006/relationships/oleObject" Target="../embeddings/oleObject441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6.bin"/><Relationship Id="rId13" Type="http://schemas.openxmlformats.org/officeDocument/2006/relationships/image" Target="../media/image435.wmf"/><Relationship Id="rId3" Type="http://schemas.openxmlformats.org/officeDocument/2006/relationships/image" Target="../media/image431.emf"/><Relationship Id="rId7" Type="http://schemas.openxmlformats.org/officeDocument/2006/relationships/image" Target="../media/image433.wmf"/><Relationship Id="rId12" Type="http://schemas.openxmlformats.org/officeDocument/2006/relationships/oleObject" Target="../embeddings/oleObject448.bin"/><Relationship Id="rId17" Type="http://schemas.openxmlformats.org/officeDocument/2006/relationships/image" Target="../media/image437.wmf"/><Relationship Id="rId2" Type="http://schemas.openxmlformats.org/officeDocument/2006/relationships/oleObject" Target="../embeddings/oleObject443.bin"/><Relationship Id="rId16" Type="http://schemas.openxmlformats.org/officeDocument/2006/relationships/oleObject" Target="../embeddings/oleObject4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5.bin"/><Relationship Id="rId11" Type="http://schemas.openxmlformats.org/officeDocument/2006/relationships/image" Target="../media/image434.wmf"/><Relationship Id="rId5" Type="http://schemas.openxmlformats.org/officeDocument/2006/relationships/image" Target="../media/image432.wmf"/><Relationship Id="rId15" Type="http://schemas.openxmlformats.org/officeDocument/2006/relationships/image" Target="../media/image436.wmf"/><Relationship Id="rId10" Type="http://schemas.openxmlformats.org/officeDocument/2006/relationships/oleObject" Target="../embeddings/oleObject447.bin"/><Relationship Id="rId4" Type="http://schemas.openxmlformats.org/officeDocument/2006/relationships/oleObject" Target="../embeddings/oleObject444.bin"/><Relationship Id="rId9" Type="http://schemas.openxmlformats.org/officeDocument/2006/relationships/image" Target="../media/image427.wmf"/><Relationship Id="rId14" Type="http://schemas.openxmlformats.org/officeDocument/2006/relationships/oleObject" Target="../embeddings/oleObject449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wmf"/><Relationship Id="rId3" Type="http://schemas.openxmlformats.org/officeDocument/2006/relationships/oleObject" Target="../embeddings/oleObject451.bin"/><Relationship Id="rId7" Type="http://schemas.openxmlformats.org/officeDocument/2006/relationships/oleObject" Target="../embeddings/oleObject453.bin"/><Relationship Id="rId12" Type="http://schemas.openxmlformats.org/officeDocument/2006/relationships/image" Target="../media/image441.wmf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8.wmf"/><Relationship Id="rId11" Type="http://schemas.openxmlformats.org/officeDocument/2006/relationships/oleObject" Target="../embeddings/oleObject455.bin"/><Relationship Id="rId5" Type="http://schemas.openxmlformats.org/officeDocument/2006/relationships/oleObject" Target="../embeddings/oleObject452.bin"/><Relationship Id="rId10" Type="http://schemas.openxmlformats.org/officeDocument/2006/relationships/image" Target="../media/image440.emf"/><Relationship Id="rId4" Type="http://schemas.openxmlformats.org/officeDocument/2006/relationships/image" Target="../media/image427.wmf"/><Relationship Id="rId9" Type="http://schemas.openxmlformats.org/officeDocument/2006/relationships/oleObject" Target="../embeddings/oleObject454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2.wmf"/><Relationship Id="rId7" Type="http://schemas.openxmlformats.org/officeDocument/2006/relationships/image" Target="../media/image444.wmf"/><Relationship Id="rId2" Type="http://schemas.openxmlformats.org/officeDocument/2006/relationships/oleObject" Target="../embeddings/oleObject45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58.bin"/><Relationship Id="rId5" Type="http://schemas.openxmlformats.org/officeDocument/2006/relationships/image" Target="../media/image443.wmf"/><Relationship Id="rId4" Type="http://schemas.openxmlformats.org/officeDocument/2006/relationships/oleObject" Target="../embeddings/oleObject457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5.wmf"/><Relationship Id="rId7" Type="http://schemas.openxmlformats.org/officeDocument/2006/relationships/image" Target="../media/image447.wmf"/><Relationship Id="rId2" Type="http://schemas.openxmlformats.org/officeDocument/2006/relationships/oleObject" Target="../embeddings/oleObject45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61.bin"/><Relationship Id="rId5" Type="http://schemas.openxmlformats.org/officeDocument/2006/relationships/image" Target="../media/image446.wmf"/><Relationship Id="rId4" Type="http://schemas.openxmlformats.org/officeDocument/2006/relationships/oleObject" Target="../embeddings/oleObject460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8.wmf"/><Relationship Id="rId7" Type="http://schemas.openxmlformats.org/officeDocument/2006/relationships/image" Target="../media/image450.wmf"/><Relationship Id="rId2" Type="http://schemas.openxmlformats.org/officeDocument/2006/relationships/oleObject" Target="../embeddings/oleObject46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64.bin"/><Relationship Id="rId5" Type="http://schemas.openxmlformats.org/officeDocument/2006/relationships/image" Target="../media/image449.wmf"/><Relationship Id="rId4" Type="http://schemas.openxmlformats.org/officeDocument/2006/relationships/oleObject" Target="../embeddings/oleObject463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3.wmf"/><Relationship Id="rId13" Type="http://schemas.openxmlformats.org/officeDocument/2006/relationships/oleObject" Target="../embeddings/oleObject470.bin"/><Relationship Id="rId3" Type="http://schemas.openxmlformats.org/officeDocument/2006/relationships/oleObject" Target="../embeddings/oleObject465.bin"/><Relationship Id="rId7" Type="http://schemas.openxmlformats.org/officeDocument/2006/relationships/oleObject" Target="../embeddings/oleObject467.bin"/><Relationship Id="rId12" Type="http://schemas.openxmlformats.org/officeDocument/2006/relationships/image" Target="../media/image45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2.wmf"/><Relationship Id="rId11" Type="http://schemas.openxmlformats.org/officeDocument/2006/relationships/oleObject" Target="../embeddings/oleObject469.bin"/><Relationship Id="rId5" Type="http://schemas.openxmlformats.org/officeDocument/2006/relationships/oleObject" Target="../embeddings/oleObject466.bin"/><Relationship Id="rId10" Type="http://schemas.openxmlformats.org/officeDocument/2006/relationships/image" Target="../media/image454.wmf"/><Relationship Id="rId4" Type="http://schemas.openxmlformats.org/officeDocument/2006/relationships/image" Target="../media/image451.wmf"/><Relationship Id="rId9" Type="http://schemas.openxmlformats.org/officeDocument/2006/relationships/oleObject" Target="../embeddings/oleObject468.bin"/><Relationship Id="rId14" Type="http://schemas.openxmlformats.org/officeDocument/2006/relationships/image" Target="../media/image45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559050" y="1676401"/>
            <a:ext cx="1892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问题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3778250" y="1676400"/>
          <a:ext cx="275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55900" imgH="596900" progId="Equation.3">
                  <p:embed/>
                </p:oleObj>
              </mc:Choice>
              <mc:Fallback>
                <p:oleObj name="公式" r:id="rId2" imgW="27559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1676400"/>
                        <a:ext cx="2755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2559051" y="2559051"/>
            <a:ext cx="2390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解决方法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311650" y="257651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改变中间变量的设置方法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2559050" y="3352801"/>
            <a:ext cx="1174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过程</a:t>
            </a:r>
          </a:p>
        </p:txBody>
      </p:sp>
      <p:grpSp>
        <p:nvGrpSpPr>
          <p:cNvPr id="4103" name="Group 7"/>
          <p:cNvGrpSpPr>
            <a:grpSpLocks/>
          </p:cNvGrpSpPr>
          <p:nvPr/>
        </p:nvGrpSpPr>
        <p:grpSpPr bwMode="auto">
          <a:xfrm>
            <a:off x="3930650" y="3367088"/>
            <a:ext cx="1765300" cy="519112"/>
            <a:chOff x="1584" y="2361"/>
            <a:chExt cx="1112" cy="327"/>
          </a:xfrm>
        </p:grpSpPr>
        <p:sp>
          <p:nvSpPr>
            <p:cNvPr id="2063" name="Text Box 8"/>
            <p:cNvSpPr txBox="1">
              <a:spLocks noChangeArrowheads="1"/>
            </p:cNvSpPr>
            <p:nvPr/>
          </p:nvSpPr>
          <p:spPr bwMode="auto">
            <a:xfrm>
              <a:off x="1584" y="2361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2064" name="Object 9"/>
            <p:cNvGraphicFramePr>
              <a:graphicFrameLocks noChangeAspect="1"/>
            </p:cNvGraphicFramePr>
            <p:nvPr/>
          </p:nvGraphicFramePr>
          <p:xfrm>
            <a:off x="1880" y="2428"/>
            <a:ext cx="81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95400" imgH="330200" progId="Equation.3">
                    <p:embed/>
                  </p:oleObj>
                </mc:Choice>
                <mc:Fallback>
                  <p:oleObj name="公式" r:id="rId4" imgW="12954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0" y="2428"/>
                          <a:ext cx="81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5813425" y="3484563"/>
          <a:ext cx="2349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49500" imgH="393700" progId="Equation.3">
                  <p:embed/>
                </p:oleObj>
              </mc:Choice>
              <mc:Fallback>
                <p:oleObj name="公式" r:id="rId6" imgW="2349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425" y="3484563"/>
                        <a:ext cx="2349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2730500" y="4203700"/>
          <a:ext cx="2501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01900" imgH="596900" progId="Equation.3">
                  <p:embed/>
                </p:oleObj>
              </mc:Choice>
              <mc:Fallback>
                <p:oleObj name="公式" r:id="rId8" imgW="25019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4203700"/>
                        <a:ext cx="2501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8" name="Object 12"/>
          <p:cNvGraphicFramePr>
            <a:graphicFrameLocks noChangeAspect="1"/>
          </p:cNvGraphicFramePr>
          <p:nvPr/>
        </p:nvGraphicFramePr>
        <p:xfrm>
          <a:off x="5245100" y="4191000"/>
          <a:ext cx="3898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898900" imgH="596900" progId="Equation.3">
                  <p:embed/>
                </p:oleObj>
              </mc:Choice>
              <mc:Fallback>
                <p:oleObj name="公式" r:id="rId10" imgW="38989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4191000"/>
                        <a:ext cx="3898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Object 13"/>
          <p:cNvGraphicFramePr>
            <a:graphicFrameLocks noChangeAspect="1"/>
          </p:cNvGraphicFramePr>
          <p:nvPr/>
        </p:nvGraphicFramePr>
        <p:xfrm>
          <a:off x="2755900" y="5060950"/>
          <a:ext cx="2501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01900" imgH="596900" progId="Equation.3">
                  <p:embed/>
                </p:oleObj>
              </mc:Choice>
              <mc:Fallback>
                <p:oleObj name="公式" r:id="rId12" imgW="25019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5060950"/>
                        <a:ext cx="2501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0" name="Object 14"/>
          <p:cNvGraphicFramePr>
            <a:graphicFrameLocks noChangeAspect="1"/>
          </p:cNvGraphicFramePr>
          <p:nvPr/>
        </p:nvGraphicFramePr>
        <p:xfrm>
          <a:off x="5410200" y="5276851"/>
          <a:ext cx="1016000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16000" imgH="152400" progId="Equation.3">
                  <p:embed/>
                </p:oleObj>
              </mc:Choice>
              <mc:Fallback>
                <p:oleObj name="公式" r:id="rId14" imgW="1016000" imgH="15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276851"/>
                        <a:ext cx="1016000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4616450" y="5562601"/>
            <a:ext cx="6051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（应用“凑微分”即可求出结果）</a:t>
            </a:r>
          </a:p>
        </p:txBody>
      </p:sp>
      <p:sp>
        <p:nvSpPr>
          <p:cNvPr id="2062" name="Rectangle 16"/>
          <p:cNvSpPr>
            <a:spLocks noGrp="1" noChangeArrowheads="1"/>
          </p:cNvSpPr>
          <p:nvPr>
            <p:ph type="title"/>
          </p:nvPr>
        </p:nvSpPr>
        <p:spPr>
          <a:xfrm>
            <a:off x="2855640" y="801834"/>
            <a:ext cx="4032448" cy="641959"/>
          </a:xfrm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第二类换元法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893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4100" grpId="0" autoUpdateAnimBg="0"/>
      <p:bldP spid="4101" grpId="0" autoUpdateAnimBg="0"/>
      <p:bldP spid="4102" grpId="0" autoUpdateAnimBg="0"/>
      <p:bldP spid="4111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724976"/>
              </p:ext>
            </p:extLst>
          </p:nvPr>
        </p:nvGraphicFramePr>
        <p:xfrm>
          <a:off x="2373313" y="2432050"/>
          <a:ext cx="54864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514678" imgH="785859" progId="Word.Document.8">
                  <p:embed/>
                </p:oleObj>
              </mc:Choice>
              <mc:Fallback>
                <p:oleObj name="Document" r:id="rId2" imgW="5514678" imgH="7858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13" y="2432050"/>
                        <a:ext cx="54864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197726" y="3075917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2944369" y="3065205"/>
            <a:ext cx="6222131" cy="519113"/>
            <a:chOff x="1008" y="2169"/>
            <a:chExt cx="3888" cy="327"/>
          </a:xfrm>
        </p:grpSpPr>
        <p:sp>
          <p:nvSpPr>
            <p:cNvPr id="3095" name="Text Box 5"/>
            <p:cNvSpPr txBox="1">
              <a:spLocks noChangeArrowheads="1"/>
            </p:cNvSpPr>
            <p:nvPr/>
          </p:nvSpPr>
          <p:spPr bwMode="auto">
            <a:xfrm>
              <a:off x="1008" y="2169"/>
              <a:ext cx="38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设         为                      的原函数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3096" name="Object 6"/>
            <p:cNvGraphicFramePr>
              <a:graphicFrameLocks noChangeAspect="1"/>
            </p:cNvGraphicFramePr>
            <p:nvPr/>
          </p:nvGraphicFramePr>
          <p:xfrm>
            <a:off x="1316" y="2241"/>
            <a:ext cx="464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736280" imgH="406224" progId="Equation.3">
                    <p:embed/>
                  </p:oleObj>
                </mc:Choice>
                <mc:Fallback>
                  <p:oleObj name="公式" r:id="rId4" imgW="736280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6" y="2241"/>
                          <a:ext cx="464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7" name="Object 7"/>
            <p:cNvGraphicFramePr>
              <a:graphicFrameLocks noChangeAspect="1"/>
            </p:cNvGraphicFramePr>
            <p:nvPr/>
          </p:nvGraphicFramePr>
          <p:xfrm>
            <a:off x="1968" y="2205"/>
            <a:ext cx="127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019300" imgH="431800" progId="Equation.3">
                    <p:embed/>
                  </p:oleObj>
                </mc:Choice>
                <mc:Fallback>
                  <p:oleObj name="公式" r:id="rId6" imgW="20193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205"/>
                          <a:ext cx="1272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28" name="Group 8"/>
          <p:cNvGrpSpPr>
            <a:grpSpLocks/>
          </p:cNvGrpSpPr>
          <p:nvPr/>
        </p:nvGrpSpPr>
        <p:grpSpPr bwMode="auto">
          <a:xfrm>
            <a:off x="2924977" y="3713748"/>
            <a:ext cx="2863850" cy="519113"/>
            <a:chOff x="3552" y="2160"/>
            <a:chExt cx="1804" cy="327"/>
          </a:xfrm>
        </p:grpSpPr>
        <p:sp>
          <p:nvSpPr>
            <p:cNvPr id="3093" name="Text Box 9"/>
            <p:cNvSpPr txBox="1">
              <a:spLocks noChangeArrowheads="1"/>
            </p:cNvSpPr>
            <p:nvPr/>
          </p:nvSpPr>
          <p:spPr bwMode="auto">
            <a:xfrm>
              <a:off x="3552" y="216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309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962207"/>
                </p:ext>
              </p:extLst>
            </p:nvPr>
          </p:nvGraphicFramePr>
          <p:xfrm>
            <a:off x="3855" y="2202"/>
            <a:ext cx="1501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540000" imgH="469900" progId="Equation.3">
                    <p:embed/>
                  </p:oleObj>
                </mc:Choice>
                <mc:Fallback>
                  <p:oleObj name="公式" r:id="rId8" imgW="2540000" imgH="469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5" y="2202"/>
                          <a:ext cx="1501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1" name="Group 11"/>
          <p:cNvGrpSpPr>
            <a:grpSpLocks/>
          </p:cNvGrpSpPr>
          <p:nvPr/>
        </p:nvGrpSpPr>
        <p:grpSpPr bwMode="auto">
          <a:xfrm>
            <a:off x="2943925" y="4317508"/>
            <a:ext cx="2792413" cy="803275"/>
            <a:chOff x="1008" y="2663"/>
            <a:chExt cx="1759" cy="506"/>
          </a:xfrm>
        </p:grpSpPr>
        <p:sp>
          <p:nvSpPr>
            <p:cNvPr id="3091" name="Text Box 12"/>
            <p:cNvSpPr txBox="1">
              <a:spLocks noChangeArrowheads="1"/>
            </p:cNvSpPr>
            <p:nvPr/>
          </p:nvSpPr>
          <p:spPr bwMode="auto">
            <a:xfrm>
              <a:off x="1008" y="2736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则</a:t>
              </a:r>
            </a:p>
          </p:txBody>
        </p:sp>
        <p:graphicFrame>
          <p:nvGraphicFramePr>
            <p:cNvPr id="3092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1928366"/>
                </p:ext>
              </p:extLst>
            </p:nvPr>
          </p:nvGraphicFramePr>
          <p:xfrm>
            <a:off x="1365" y="2663"/>
            <a:ext cx="1402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463800" imgH="889000" progId="Equation.3">
                    <p:embed/>
                  </p:oleObj>
                </mc:Choice>
                <mc:Fallback>
                  <p:oleObj name="公式" r:id="rId10" imgW="2463800" imgH="889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5" y="2663"/>
                          <a:ext cx="1402" cy="5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137864"/>
              </p:ext>
            </p:extLst>
          </p:nvPr>
        </p:nvGraphicFramePr>
        <p:xfrm>
          <a:off x="5861313" y="4483262"/>
          <a:ext cx="2144469" cy="396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24100" imgH="431800" progId="Equation.3">
                  <p:embed/>
                </p:oleObj>
              </mc:Choice>
              <mc:Fallback>
                <p:oleObj name="公式" r:id="rId12" imgW="2324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313" y="4483262"/>
                        <a:ext cx="2144469" cy="396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864440"/>
              </p:ext>
            </p:extLst>
          </p:nvPr>
        </p:nvGraphicFramePr>
        <p:xfrm>
          <a:off x="8057704" y="4246667"/>
          <a:ext cx="1011656" cy="894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92200" imgH="965200" progId="Equation.3">
                  <p:embed/>
                </p:oleObj>
              </mc:Choice>
              <mc:Fallback>
                <p:oleObj name="公式" r:id="rId14" imgW="10922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7704" y="4246667"/>
                        <a:ext cx="1011656" cy="8940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81" name="Group 16"/>
          <p:cNvGrpSpPr>
            <a:grpSpLocks/>
          </p:cNvGrpSpPr>
          <p:nvPr/>
        </p:nvGrpSpPr>
        <p:grpSpPr bwMode="auto">
          <a:xfrm>
            <a:off x="2272440" y="646898"/>
            <a:ext cx="7423960" cy="1846263"/>
            <a:chOff x="536" y="602"/>
            <a:chExt cx="4857" cy="1163"/>
          </a:xfrm>
        </p:grpSpPr>
        <p:graphicFrame>
          <p:nvGraphicFramePr>
            <p:cNvPr id="308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1267669"/>
                </p:ext>
              </p:extLst>
            </p:nvPr>
          </p:nvGraphicFramePr>
          <p:xfrm>
            <a:off x="1346" y="602"/>
            <a:ext cx="4047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16" imgW="6464392" imgH="703422" progId="Word.Document.8">
                    <p:embed/>
                  </p:oleObj>
                </mc:Choice>
                <mc:Fallback>
                  <p:oleObj name="Document" r:id="rId16" imgW="6464392" imgH="703422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6" y="602"/>
                          <a:ext cx="4047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1829386"/>
                </p:ext>
              </p:extLst>
            </p:nvPr>
          </p:nvGraphicFramePr>
          <p:xfrm>
            <a:off x="1990" y="979"/>
            <a:ext cx="3257" cy="7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168900" imgH="1219200" progId="Equation.3">
                    <p:embed/>
                  </p:oleObj>
                </mc:Choice>
                <mc:Fallback>
                  <p:oleObj name="公式" r:id="rId18" imgW="5168900" imgH="1219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0" y="979"/>
                          <a:ext cx="3257" cy="7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7" name="Text Box 19"/>
            <p:cNvSpPr txBox="1">
              <a:spLocks noChangeArrowheads="1"/>
            </p:cNvSpPr>
            <p:nvPr/>
          </p:nvSpPr>
          <p:spPr bwMode="auto">
            <a:xfrm>
              <a:off x="536" y="1364"/>
              <a:ext cx="15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latin typeface="宋体" panose="02010600030101010101" pitchFamily="2" charset="-122"/>
                </a:rPr>
                <a:t>则有换元公式</a:t>
              </a:r>
            </a:p>
          </p:txBody>
        </p:sp>
        <p:graphicFrame>
          <p:nvGraphicFramePr>
            <p:cNvPr id="308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5336656"/>
                </p:ext>
              </p:extLst>
            </p:nvPr>
          </p:nvGraphicFramePr>
          <p:xfrm>
            <a:off x="600" y="965"/>
            <a:ext cx="1826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0" imgW="2889936" imgH="744507" progId="Word.Document.8">
                    <p:embed/>
                  </p:oleObj>
                </mc:Choice>
                <mc:Fallback>
                  <p:oleObj name="Document" r:id="rId20" imgW="2889936" imgH="744507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" y="965"/>
                          <a:ext cx="1826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9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8090301"/>
                </p:ext>
              </p:extLst>
            </p:nvPr>
          </p:nvGraphicFramePr>
          <p:xfrm>
            <a:off x="2128" y="940"/>
            <a:ext cx="3165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2" imgW="5053697" imgH="666744" progId="Word.Document.8">
                    <p:embed/>
                  </p:oleObj>
                </mc:Choice>
                <mc:Fallback>
                  <p:oleObj name="Document" r:id="rId22" imgW="5053697" imgH="666744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8" y="940"/>
                          <a:ext cx="3165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0" name="Text Box 22"/>
            <p:cNvSpPr txBox="1">
              <a:spLocks noChangeArrowheads="1"/>
            </p:cNvSpPr>
            <p:nvPr/>
          </p:nvSpPr>
          <p:spPr bwMode="auto">
            <a:xfrm>
              <a:off x="550" y="624"/>
              <a:ext cx="10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定理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</p:grpSp>
      <p:graphicFrame>
        <p:nvGraphicFramePr>
          <p:cNvPr id="51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276584"/>
              </p:ext>
            </p:extLst>
          </p:nvPr>
        </p:nvGraphicFramePr>
        <p:xfrm>
          <a:off x="3509541" y="5330784"/>
          <a:ext cx="1372443" cy="361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36033" imgH="406224" progId="Equation.3">
                  <p:embed/>
                </p:oleObj>
              </mc:Choice>
              <mc:Fallback>
                <p:oleObj name="公式" r:id="rId24" imgW="1536033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541" y="5330784"/>
                        <a:ext cx="1372443" cy="3615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551233"/>
              </p:ext>
            </p:extLst>
          </p:nvPr>
        </p:nvGraphicFramePr>
        <p:xfrm>
          <a:off x="5034757" y="5299279"/>
          <a:ext cx="1159445" cy="381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231366" imgH="406224" progId="Equation.3">
                  <p:embed/>
                </p:oleObj>
              </mc:Choice>
              <mc:Fallback>
                <p:oleObj name="公式" r:id="rId26" imgW="123136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4757" y="5299279"/>
                        <a:ext cx="1159445" cy="381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813596"/>
              </p:ext>
            </p:extLst>
          </p:nvPr>
        </p:nvGraphicFramePr>
        <p:xfrm>
          <a:off x="3451683" y="5769326"/>
          <a:ext cx="5111849" cy="488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8" imgW="5077447" imgH="487067" progId="Word.Document.8">
                  <p:embed/>
                </p:oleObj>
              </mc:Choice>
              <mc:Fallback>
                <p:oleObj name="文档" r:id="rId28" imgW="5077447" imgH="4870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683" y="5769326"/>
                        <a:ext cx="5111849" cy="488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57512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8040216" y="3005068"/>
            <a:ext cx="2852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第二类换元公式</a:t>
            </a: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329195"/>
              </p:ext>
            </p:extLst>
          </p:nvPr>
        </p:nvGraphicFramePr>
        <p:xfrm>
          <a:off x="1919535" y="1508273"/>
          <a:ext cx="4140727" cy="610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3500" imgH="571500" progId="Equation.DSMT4">
                  <p:embed/>
                </p:oleObj>
              </mc:Choice>
              <mc:Fallback>
                <p:oleObj name="Equation" r:id="rId2" imgW="3873500" imgH="571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5" y="1508273"/>
                        <a:ext cx="4140727" cy="610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562536"/>
              </p:ext>
            </p:extLst>
          </p:nvPr>
        </p:nvGraphicFramePr>
        <p:xfrm>
          <a:off x="6096000" y="1533047"/>
          <a:ext cx="236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62200" imgH="469900" progId="Equation.3">
                  <p:embed/>
                </p:oleObj>
              </mc:Choice>
              <mc:Fallback>
                <p:oleObj name="公式" r:id="rId4" imgW="2362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533047"/>
                        <a:ext cx="2362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56285"/>
              </p:ext>
            </p:extLst>
          </p:nvPr>
        </p:nvGraphicFramePr>
        <p:xfrm>
          <a:off x="1703512" y="2780928"/>
          <a:ext cx="5812836" cy="967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09680" imgH="342720" progId="Equation.DSMT4">
                  <p:embed/>
                </p:oleObj>
              </mc:Choice>
              <mc:Fallback>
                <p:oleObj name="Equation" r:id="rId6" imgW="22096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2780928"/>
                        <a:ext cx="5812836" cy="967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047694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00A603B-5C1E-401B-AAF6-4C3C738663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73149"/>
              </p:ext>
            </p:extLst>
          </p:nvPr>
        </p:nvGraphicFramePr>
        <p:xfrm>
          <a:off x="934325" y="1040514"/>
          <a:ext cx="1527841" cy="747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91960" progId="Equation.DSMT4">
                  <p:embed/>
                </p:oleObj>
              </mc:Choice>
              <mc:Fallback>
                <p:oleObj name="Equation" r:id="rId2" imgW="596880" imgH="291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00A603B-5C1E-401B-AAF6-4C3C738663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4325" y="1040514"/>
                        <a:ext cx="1527841" cy="747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5E7188B-3C05-4281-95BA-ABAE20A3B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255736"/>
              </p:ext>
            </p:extLst>
          </p:nvPr>
        </p:nvGraphicFramePr>
        <p:xfrm>
          <a:off x="2432848" y="964833"/>
          <a:ext cx="1483903" cy="570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253800" progId="Equation.DSMT4">
                  <p:embed/>
                </p:oleObj>
              </mc:Choice>
              <mc:Fallback>
                <p:oleObj name="Equation" r:id="rId4" imgW="66024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5E7188B-3C05-4281-95BA-ABAE20A3B3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32848" y="964833"/>
                        <a:ext cx="1483903" cy="570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4928E3F-989F-4A56-913D-C004D23383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507261"/>
              </p:ext>
            </p:extLst>
          </p:nvPr>
        </p:nvGraphicFramePr>
        <p:xfrm>
          <a:off x="4014788" y="995363"/>
          <a:ext cx="279717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4080" imgH="291960" progId="Equation.DSMT4">
                  <p:embed/>
                </p:oleObj>
              </mc:Choice>
              <mc:Fallback>
                <p:oleObj name="Equation" r:id="rId6" imgW="1054080" imgH="291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4928E3F-989F-4A56-913D-C004D23383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14788" y="995363"/>
                        <a:ext cx="2797175" cy="776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CCAF250-9040-48CA-9228-445AFF752F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569711"/>
              </p:ext>
            </p:extLst>
          </p:nvPr>
        </p:nvGraphicFramePr>
        <p:xfrm>
          <a:off x="6911831" y="956627"/>
          <a:ext cx="748343" cy="775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368280" progId="Equation.DSMT4">
                  <p:embed/>
                </p:oleObj>
              </mc:Choice>
              <mc:Fallback>
                <p:oleObj name="Equation" r:id="rId8" imgW="355320" imgH="368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CCAF250-9040-48CA-9228-445AFF752F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11831" y="956627"/>
                        <a:ext cx="748343" cy="775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CF82ED8-A8D0-4EE6-B16F-0D516F77A9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355550"/>
              </p:ext>
            </p:extLst>
          </p:nvPr>
        </p:nvGraphicFramePr>
        <p:xfrm>
          <a:off x="7568152" y="973850"/>
          <a:ext cx="1710431" cy="819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09480" imgH="291960" progId="Equation.DSMT4">
                  <p:embed/>
                </p:oleObj>
              </mc:Choice>
              <mc:Fallback>
                <p:oleObj name="Equation" r:id="rId10" imgW="609480" imgH="291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CF82ED8-A8D0-4EE6-B16F-0D516F77A9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568152" y="973850"/>
                        <a:ext cx="1710431" cy="819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7C8F9E9-F779-41F1-B6A9-03B8A409E1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846050"/>
              </p:ext>
            </p:extLst>
          </p:nvPr>
        </p:nvGraphicFramePr>
        <p:xfrm>
          <a:off x="9211810" y="956340"/>
          <a:ext cx="1783081" cy="632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279360" progId="Equation.DSMT4">
                  <p:embed/>
                </p:oleObj>
              </mc:Choice>
              <mc:Fallback>
                <p:oleObj name="Equation" r:id="rId12" imgW="78732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7C8F9E9-F779-41F1-B6A9-03B8A409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211810" y="956340"/>
                        <a:ext cx="1783081" cy="632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下 8">
            <a:extLst>
              <a:ext uri="{FF2B5EF4-FFF2-40B4-BE49-F238E27FC236}">
                <a16:creationId xmlns:a16="http://schemas.microsoft.com/office/drawing/2014/main" id="{D7B4AB04-6EF8-4405-88FF-028AE83DB189}"/>
              </a:ext>
            </a:extLst>
          </p:cNvPr>
          <p:cNvSpPr/>
          <p:nvPr/>
        </p:nvSpPr>
        <p:spPr>
          <a:xfrm rot="2449604" flipH="1">
            <a:off x="9734754" y="1462897"/>
            <a:ext cx="476779" cy="989036"/>
          </a:xfrm>
          <a:prstGeom prst="downArrow">
            <a:avLst/>
          </a:prstGeom>
          <a:solidFill>
            <a:schemeClr val="accent1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78683EA-F91B-484D-ADCB-6CAF316883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074362"/>
              </p:ext>
            </p:extLst>
          </p:nvPr>
        </p:nvGraphicFramePr>
        <p:xfrm>
          <a:off x="8639721" y="2384373"/>
          <a:ext cx="1710431" cy="558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22080" imgH="203040" progId="Equation.DSMT4">
                  <p:embed/>
                </p:oleObj>
              </mc:Choice>
              <mc:Fallback>
                <p:oleObj name="Equation" r:id="rId14" imgW="62208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78683EA-F91B-484D-ADCB-6CAF316883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639721" y="2384373"/>
                        <a:ext cx="1710431" cy="558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AC6240D-FAB6-4ACA-A8D3-5B3EFDB34C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037614"/>
              </p:ext>
            </p:extLst>
          </p:nvPr>
        </p:nvGraphicFramePr>
        <p:xfrm>
          <a:off x="6823680" y="2269927"/>
          <a:ext cx="17351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368280" progId="Equation.DSMT4">
                  <p:embed/>
                </p:oleObj>
              </mc:Choice>
              <mc:Fallback>
                <p:oleObj name="Equation" r:id="rId16" imgW="812520" imgH="368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AC6240D-FAB6-4ACA-A8D3-5B3EFDB34C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23680" y="2269927"/>
                        <a:ext cx="1735138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A519058-1AB9-464E-BEE9-B1A8CD24FB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105653"/>
              </p:ext>
            </p:extLst>
          </p:nvPr>
        </p:nvGraphicFramePr>
        <p:xfrm>
          <a:off x="4380943" y="2389657"/>
          <a:ext cx="2347302" cy="577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25480" imgH="203040" progId="Equation.DSMT4">
                  <p:embed/>
                </p:oleObj>
              </mc:Choice>
              <mc:Fallback>
                <p:oleObj name="Equation" r:id="rId18" imgW="825480" imgH="2030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A519058-1AB9-464E-BEE9-B1A8CD24F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380943" y="2389657"/>
                        <a:ext cx="2347302" cy="5777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4C7702D0-DFF8-43AD-BB1B-0553644C4DB7}"/>
              </a:ext>
            </a:extLst>
          </p:cNvPr>
          <p:cNvGrpSpPr/>
          <p:nvPr/>
        </p:nvGrpSpPr>
        <p:grpSpPr>
          <a:xfrm>
            <a:off x="2207568" y="1863862"/>
            <a:ext cx="1488345" cy="670240"/>
            <a:chOff x="1552389" y="3721979"/>
            <a:chExt cx="1488345" cy="6702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B82DD93-29F5-44C4-8FBF-9C538EA2911F}"/>
                </a:ext>
              </a:extLst>
            </p:cNvPr>
            <p:cNvCxnSpPr>
              <a:cxnSpLocks/>
            </p:cNvCxnSpPr>
            <p:nvPr/>
          </p:nvCxnSpPr>
          <p:spPr>
            <a:xfrm>
              <a:off x="1586149" y="3721979"/>
              <a:ext cx="1454585" cy="571117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C9C666C-1FC3-4805-858A-F76C429E02DC}"/>
                </a:ext>
              </a:extLst>
            </p:cNvPr>
            <p:cNvCxnSpPr>
              <a:cxnSpLocks/>
            </p:cNvCxnSpPr>
            <p:nvPr/>
          </p:nvCxnSpPr>
          <p:spPr>
            <a:xfrm>
              <a:off x="1552389" y="3821102"/>
              <a:ext cx="1454585" cy="571117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B484EC2-AE93-4E6A-A330-43FA778605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630716"/>
              </p:ext>
            </p:extLst>
          </p:nvPr>
        </p:nvGraphicFramePr>
        <p:xfrm>
          <a:off x="997857" y="3914531"/>
          <a:ext cx="1656184" cy="777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22080" imgH="291960" progId="Equation.DSMT4">
                  <p:embed/>
                </p:oleObj>
              </mc:Choice>
              <mc:Fallback>
                <p:oleObj name="Equation" r:id="rId20" imgW="6220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97857" y="3914531"/>
                        <a:ext cx="1656184" cy="777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474E825-1C0C-4E55-BF71-E374F7552F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863664"/>
              </p:ext>
            </p:extLst>
          </p:nvPr>
        </p:nvGraphicFramePr>
        <p:xfrm>
          <a:off x="2713918" y="3914531"/>
          <a:ext cx="748343" cy="775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55320" imgH="368280" progId="Equation.DSMT4">
                  <p:embed/>
                </p:oleObj>
              </mc:Choice>
              <mc:Fallback>
                <p:oleObj name="Equation" r:id="rId22" imgW="355320" imgH="368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CCAF250-9040-48CA-9228-445AFF752F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713918" y="3914531"/>
                        <a:ext cx="748343" cy="775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AAE4ADE-3E45-4FE7-A3AE-ACFE42BF7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338301"/>
              </p:ext>
            </p:extLst>
          </p:nvPr>
        </p:nvGraphicFramePr>
        <p:xfrm>
          <a:off x="3579747" y="3862659"/>
          <a:ext cx="27971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54080" imgH="291960" progId="Equation.DSMT4">
                  <p:embed/>
                </p:oleObj>
              </mc:Choice>
              <mc:Fallback>
                <p:oleObj name="Equation" r:id="rId24" imgW="1054080" imgH="291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4928E3F-989F-4A56-913D-C004D23383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579747" y="3862659"/>
                        <a:ext cx="2797175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BAEA85F-032D-4E18-8563-E82B225FA0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11118"/>
              </p:ext>
            </p:extLst>
          </p:nvPr>
        </p:nvGraphicFramePr>
        <p:xfrm>
          <a:off x="6633583" y="3849803"/>
          <a:ext cx="7985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55320" imgH="253800" progId="Equation.DSMT4">
                  <p:embed/>
                </p:oleObj>
              </mc:Choice>
              <mc:Fallback>
                <p:oleObj name="Equation" r:id="rId26" imgW="35532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5E7188B-3C05-4281-95BA-ABAE20A3B3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633583" y="3849803"/>
                        <a:ext cx="798513" cy="569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8CCB598D-0E65-4FBC-8E26-B5FBD87AE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729726"/>
              </p:ext>
            </p:extLst>
          </p:nvPr>
        </p:nvGraphicFramePr>
        <p:xfrm>
          <a:off x="7704286" y="3863975"/>
          <a:ext cx="136525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33160" imgH="291960" progId="Equation.DSMT4">
                  <p:embed/>
                </p:oleObj>
              </mc:Choice>
              <mc:Fallback>
                <p:oleObj name="Equation" r:id="rId28" imgW="533160" imgH="291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00A603B-5C1E-401B-AAF6-4C3C738663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704286" y="3863975"/>
                        <a:ext cx="1365250" cy="747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133721C5-C417-4120-A320-E3C7A03EE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485858"/>
              </p:ext>
            </p:extLst>
          </p:nvPr>
        </p:nvGraphicFramePr>
        <p:xfrm>
          <a:off x="9125418" y="3754197"/>
          <a:ext cx="169545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49160" imgH="279360" progId="Equation.DSMT4">
                  <p:embed/>
                </p:oleObj>
              </mc:Choice>
              <mc:Fallback>
                <p:oleObj name="Equation" r:id="rId30" imgW="7491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7C8F9E9-F779-41F1-B6A9-03B8A409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125418" y="3754197"/>
                        <a:ext cx="1695450" cy="633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箭头: 下 26">
            <a:extLst>
              <a:ext uri="{FF2B5EF4-FFF2-40B4-BE49-F238E27FC236}">
                <a16:creationId xmlns:a16="http://schemas.microsoft.com/office/drawing/2014/main" id="{B53469D5-1035-4F90-91D0-1587F454458A}"/>
              </a:ext>
            </a:extLst>
          </p:cNvPr>
          <p:cNvSpPr/>
          <p:nvPr/>
        </p:nvSpPr>
        <p:spPr>
          <a:xfrm rot="2449604" flipH="1">
            <a:off x="9502483" y="4346778"/>
            <a:ext cx="476779" cy="989036"/>
          </a:xfrm>
          <a:prstGeom prst="downArrow">
            <a:avLst/>
          </a:prstGeom>
          <a:solidFill>
            <a:schemeClr val="accent1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47F708EF-0520-4701-AD46-5107CBB9FC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760671"/>
              </p:ext>
            </p:extLst>
          </p:nvPr>
        </p:nvGraphicFramePr>
        <p:xfrm>
          <a:off x="8918661" y="5428975"/>
          <a:ext cx="1571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71320" imgH="203040" progId="Equation.DSMT4">
                  <p:embed/>
                </p:oleObj>
              </mc:Choice>
              <mc:Fallback>
                <p:oleObj name="Equation" r:id="rId32" imgW="57132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78683EA-F91B-484D-ADCB-6CAF316883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918661" y="5428975"/>
                        <a:ext cx="1571625" cy="557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F30DF2D0-02D9-4915-8AB9-185781F5DA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338520"/>
              </p:ext>
            </p:extLst>
          </p:nvPr>
        </p:nvGraphicFramePr>
        <p:xfrm>
          <a:off x="7005346" y="5267844"/>
          <a:ext cx="17351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812520" imgH="368280" progId="Equation.DSMT4">
                  <p:embed/>
                </p:oleObj>
              </mc:Choice>
              <mc:Fallback>
                <p:oleObj name="Equation" r:id="rId34" imgW="812520" imgH="368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AC6240D-FAB6-4ACA-A8D3-5B3EFDB34C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005346" y="5267844"/>
                        <a:ext cx="1735138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6DB28893-43C2-4908-AFE5-C21B0B270D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870157"/>
              </p:ext>
            </p:extLst>
          </p:nvPr>
        </p:nvGraphicFramePr>
        <p:xfrm>
          <a:off x="3883639" y="5262471"/>
          <a:ext cx="26352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927000" imgH="228600" progId="Equation.DSMT4">
                  <p:embed/>
                </p:oleObj>
              </mc:Choice>
              <mc:Fallback>
                <p:oleObj name="Equation" r:id="rId36" imgW="92700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A519058-1AB9-464E-BEE9-B1A8CD24F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883639" y="5262471"/>
                        <a:ext cx="2635250" cy="649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EAB732EA-0601-4313-BE58-239562F7A940}"/>
              </a:ext>
            </a:extLst>
          </p:cNvPr>
          <p:cNvGrpSpPr/>
          <p:nvPr/>
        </p:nvGrpSpPr>
        <p:grpSpPr>
          <a:xfrm>
            <a:off x="2226982" y="4861196"/>
            <a:ext cx="1488345" cy="670240"/>
            <a:chOff x="1552389" y="3721979"/>
            <a:chExt cx="1488345" cy="670240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5B8EDEE-3D32-4073-98FD-9F621721D2C4}"/>
                </a:ext>
              </a:extLst>
            </p:cNvPr>
            <p:cNvCxnSpPr>
              <a:cxnSpLocks/>
            </p:cNvCxnSpPr>
            <p:nvPr/>
          </p:nvCxnSpPr>
          <p:spPr>
            <a:xfrm>
              <a:off x="1586149" y="3721979"/>
              <a:ext cx="1454585" cy="571117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F85CB55-380D-4D46-A2E4-1225ADBFB22A}"/>
                </a:ext>
              </a:extLst>
            </p:cNvPr>
            <p:cNvCxnSpPr>
              <a:cxnSpLocks/>
            </p:cNvCxnSpPr>
            <p:nvPr/>
          </p:nvCxnSpPr>
          <p:spPr>
            <a:xfrm>
              <a:off x="1552389" y="3821102"/>
              <a:ext cx="1454585" cy="571117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14C6440-69C3-44F7-9CD8-20A758A4ECB8}"/>
              </a:ext>
            </a:extLst>
          </p:cNvPr>
          <p:cNvSpPr txBox="1"/>
          <p:nvPr/>
        </p:nvSpPr>
        <p:spPr>
          <a:xfrm>
            <a:off x="4638484" y="476255"/>
            <a:ext cx="2339102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第一类换元法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F96F162-284C-4084-9AD5-D7162EBA89FD}"/>
              </a:ext>
            </a:extLst>
          </p:cNvPr>
          <p:cNvSpPr txBox="1"/>
          <p:nvPr/>
        </p:nvSpPr>
        <p:spPr>
          <a:xfrm>
            <a:off x="4727848" y="3105279"/>
            <a:ext cx="2327881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第二类换元法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8AEB5AF-506A-4211-94E2-0075AB2E5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318980"/>
              </p:ext>
            </p:extLst>
          </p:nvPr>
        </p:nvGraphicFramePr>
        <p:xfrm>
          <a:off x="5205272" y="1554163"/>
          <a:ext cx="384661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01520" imgH="203040" progId="Equation.DSMT4">
                  <p:embed/>
                </p:oleObj>
              </mc:Choice>
              <mc:Fallback>
                <p:oleObj name="Equation" r:id="rId38" imgW="101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5205272" y="1554163"/>
                        <a:ext cx="384661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8" name="文本框 17">
            <a:extLst>
              <a:ext uri="{FF2B5EF4-FFF2-40B4-BE49-F238E27FC236}">
                <a16:creationId xmlns:a16="http://schemas.microsoft.com/office/drawing/2014/main" id="{2CE10DE3-E08D-438A-A275-A6F2411A41A7}"/>
              </a:ext>
            </a:extLst>
          </p:cNvPr>
          <p:cNvSpPr txBox="1"/>
          <p:nvPr/>
        </p:nvSpPr>
        <p:spPr>
          <a:xfrm>
            <a:off x="6827045" y="1010949"/>
            <a:ext cx="4183231" cy="202018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93337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34" grpId="0" animBg="1"/>
      <p:bldP spid="18" grpId="0" animBg="1"/>
      <p:bldP spid="1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325564" y="137819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331244" y="2138312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926520"/>
              </p:ext>
            </p:extLst>
          </p:nvPr>
        </p:nvGraphicFramePr>
        <p:xfrm>
          <a:off x="3873500" y="1160363"/>
          <a:ext cx="3530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30600" imgH="927100" progId="Equation.3">
                  <p:embed/>
                </p:oleObj>
              </mc:Choice>
              <mc:Fallback>
                <p:oleObj name="公式" r:id="rId2" imgW="3530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0" y="1160363"/>
                        <a:ext cx="3530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3" name="Group 5"/>
          <p:cNvGrpSpPr>
            <a:grpSpLocks/>
          </p:cNvGrpSpPr>
          <p:nvPr/>
        </p:nvGrpSpPr>
        <p:grpSpPr bwMode="auto">
          <a:xfrm>
            <a:off x="2847975" y="2073969"/>
            <a:ext cx="2051050" cy="519113"/>
            <a:chOff x="960" y="1248"/>
            <a:chExt cx="1292" cy="327"/>
          </a:xfrm>
        </p:grpSpPr>
        <p:sp>
          <p:nvSpPr>
            <p:cNvPr id="5141" name="Text Box 6"/>
            <p:cNvSpPr txBox="1">
              <a:spLocks noChangeArrowheads="1"/>
            </p:cNvSpPr>
            <p:nvPr/>
          </p:nvSpPr>
          <p:spPr bwMode="auto">
            <a:xfrm>
              <a:off x="960" y="1248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5142" name="Object 7"/>
            <p:cNvGraphicFramePr>
              <a:graphicFrameLocks noChangeAspect="1"/>
            </p:cNvGraphicFramePr>
            <p:nvPr/>
          </p:nvGraphicFramePr>
          <p:xfrm>
            <a:off x="1244" y="1336"/>
            <a:ext cx="1008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600200" imgH="304800" progId="Equation.3">
                    <p:embed/>
                  </p:oleObj>
                </mc:Choice>
                <mc:Fallback>
                  <p:oleObj name="公式" r:id="rId4" imgW="1600200" imgH="304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4" y="1336"/>
                          <a:ext cx="1008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728913"/>
              </p:ext>
            </p:extLst>
          </p:nvPr>
        </p:nvGraphicFramePr>
        <p:xfrm>
          <a:off x="4949825" y="2093813"/>
          <a:ext cx="262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28900" imgH="419100" progId="Equation.3">
                  <p:embed/>
                </p:oleObj>
              </mc:Choice>
              <mc:Fallback>
                <p:oleObj name="公式" r:id="rId6" imgW="2628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25" y="2093813"/>
                        <a:ext cx="262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3060700" y="2667000"/>
          <a:ext cx="2349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49500" imgH="939800" progId="Equation.3">
                  <p:embed/>
                </p:oleObj>
              </mc:Choice>
              <mc:Fallback>
                <p:oleObj name="公式" r:id="rId8" imgW="23495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2667000"/>
                        <a:ext cx="2349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5435600" y="2667000"/>
          <a:ext cx="2717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17800" imgH="889000" progId="Equation.3">
                  <p:embed/>
                </p:oleObj>
              </mc:Choice>
              <mc:Fallback>
                <p:oleObj name="公式" r:id="rId10" imgW="2717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667000"/>
                        <a:ext cx="2717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2997200" y="3886200"/>
          <a:ext cx="1498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97950" imgH="571252" progId="Equation.3">
                  <p:embed/>
                </p:oleObj>
              </mc:Choice>
              <mc:Fallback>
                <p:oleObj name="公式" r:id="rId12" imgW="1497950" imgH="57125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3886200"/>
                        <a:ext cx="1498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12"/>
          <p:cNvGraphicFramePr>
            <a:graphicFrameLocks noChangeAspect="1"/>
          </p:cNvGraphicFramePr>
          <p:nvPr/>
        </p:nvGraphicFramePr>
        <p:xfrm>
          <a:off x="4572000" y="3976688"/>
          <a:ext cx="3276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276600" imgH="406400" progId="Equation.3">
                  <p:embed/>
                </p:oleObj>
              </mc:Choice>
              <mc:Fallback>
                <p:oleObj name="公式" r:id="rId14" imgW="3276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976688"/>
                        <a:ext cx="3276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1" name="Group 13"/>
          <p:cNvGrpSpPr>
            <a:grpSpLocks/>
          </p:cNvGrpSpPr>
          <p:nvPr/>
        </p:nvGrpSpPr>
        <p:grpSpPr bwMode="auto">
          <a:xfrm>
            <a:off x="8382000" y="3886200"/>
            <a:ext cx="1066800" cy="1752600"/>
            <a:chOff x="4416" y="2448"/>
            <a:chExt cx="672" cy="1104"/>
          </a:xfrm>
        </p:grpSpPr>
        <p:sp>
          <p:nvSpPr>
            <p:cNvPr id="5137" name="AutoShape 14"/>
            <p:cNvSpPr>
              <a:spLocks noChangeArrowheads="1"/>
            </p:cNvSpPr>
            <p:nvPr/>
          </p:nvSpPr>
          <p:spPr bwMode="auto">
            <a:xfrm flipH="1">
              <a:off x="4416" y="2448"/>
              <a:ext cx="672" cy="1104"/>
            </a:xfrm>
            <a:prstGeom prst="rtTriangle">
              <a:avLst/>
            </a:prstGeom>
            <a:noFill/>
            <a:ln w="38100">
              <a:solidFill>
                <a:srgbClr val="00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5138" name="Group 15"/>
            <p:cNvGrpSpPr>
              <a:grpSpLocks/>
            </p:cNvGrpSpPr>
            <p:nvPr/>
          </p:nvGrpSpPr>
          <p:grpSpPr bwMode="auto">
            <a:xfrm>
              <a:off x="4512" y="3329"/>
              <a:ext cx="179" cy="223"/>
              <a:chOff x="4512" y="3329"/>
              <a:chExt cx="179" cy="223"/>
            </a:xfrm>
          </p:grpSpPr>
          <p:graphicFrame>
            <p:nvGraphicFramePr>
              <p:cNvPr id="5139" name="Object 16"/>
              <p:cNvGraphicFramePr>
                <a:graphicFrameLocks noChangeAspect="1"/>
              </p:cNvGraphicFramePr>
              <p:nvPr/>
            </p:nvGraphicFramePr>
            <p:xfrm>
              <a:off x="4588" y="3329"/>
              <a:ext cx="10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152342" imgH="285673" progId="Equation.3">
                      <p:embed/>
                    </p:oleObj>
                  </mc:Choice>
                  <mc:Fallback>
                    <p:oleObj name="公式" r:id="rId16" imgW="152342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8" y="3329"/>
                            <a:ext cx="10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40" name="Arc 17"/>
              <p:cNvSpPr>
                <a:spLocks/>
              </p:cNvSpPr>
              <p:nvPr/>
            </p:nvSpPr>
            <p:spPr bwMode="auto">
              <a:xfrm>
                <a:off x="4512" y="3408"/>
                <a:ext cx="48" cy="144"/>
              </a:xfrm>
              <a:custGeom>
                <a:avLst/>
                <a:gdLst>
                  <a:gd name="T0" fmla="*/ 0 w 21600"/>
                  <a:gd name="T1" fmla="*/ 0 h 21600"/>
                  <a:gd name="T2" fmla="*/ 48 w 21600"/>
                  <a:gd name="T3" fmla="*/ 144 h 21600"/>
                  <a:gd name="T4" fmla="*/ 0 w 21600"/>
                  <a:gd name="T5" fmla="*/ 14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7186" name="Object 18"/>
          <p:cNvGraphicFramePr>
            <a:graphicFrameLocks noChangeAspect="1"/>
          </p:cNvGraphicFramePr>
          <p:nvPr/>
        </p:nvGraphicFramePr>
        <p:xfrm>
          <a:off x="8904288" y="5670551"/>
          <a:ext cx="239712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1195" imgH="253890" progId="Equation.3">
                  <p:embed/>
                </p:oleObj>
              </mc:Choice>
              <mc:Fallback>
                <p:oleObj name="公式" r:id="rId18" imgW="241195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8" y="5670551"/>
                        <a:ext cx="239712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9"/>
          <p:cNvGraphicFramePr>
            <a:graphicFrameLocks noChangeAspect="1"/>
          </p:cNvGraphicFramePr>
          <p:nvPr/>
        </p:nvGraphicFramePr>
        <p:xfrm>
          <a:off x="9525001" y="4724401"/>
          <a:ext cx="26511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66469" imgH="253780" progId="Equation.3">
                  <p:embed/>
                </p:oleObj>
              </mc:Choice>
              <mc:Fallback>
                <p:oleObj name="公式" r:id="rId20" imgW="266469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1" y="4724401"/>
                        <a:ext cx="265113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20"/>
          <p:cNvGraphicFramePr>
            <a:graphicFrameLocks noChangeAspect="1"/>
          </p:cNvGraphicFramePr>
          <p:nvPr/>
        </p:nvGraphicFramePr>
        <p:xfrm>
          <a:off x="7404100" y="4648200"/>
          <a:ext cx="1435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428685" imgH="447624" progId="Equation.3">
                  <p:embed/>
                </p:oleObj>
              </mc:Choice>
              <mc:Fallback>
                <p:oleObj name="公式" r:id="rId22" imgW="1428685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0" y="4648200"/>
                        <a:ext cx="1435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" name="Object 21"/>
          <p:cNvGraphicFramePr>
            <a:graphicFrameLocks noChangeAspect="1"/>
          </p:cNvGraphicFramePr>
          <p:nvPr/>
        </p:nvGraphicFramePr>
        <p:xfrm>
          <a:off x="2959100" y="4686300"/>
          <a:ext cx="38100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3810000" imgH="1117600" progId="Equation.3">
                  <p:embed/>
                </p:oleObj>
              </mc:Choice>
              <mc:Fallback>
                <p:oleObj name="公式" r:id="rId24" imgW="3810000" imgH="111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4686300"/>
                        <a:ext cx="38100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838790"/>
              </p:ext>
            </p:extLst>
          </p:nvPr>
        </p:nvGraphicFramePr>
        <p:xfrm>
          <a:off x="7904163" y="1940669"/>
          <a:ext cx="175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752600" imgH="914400" progId="Equation.3">
                  <p:embed/>
                </p:oleObj>
              </mc:Choice>
              <mc:Fallback>
                <p:oleObj name="公式" r:id="rId26" imgW="17526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4163" y="1940669"/>
                        <a:ext cx="1752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E6E0CF-BF5E-4716-A9CA-98818EB2BA9C}"/>
              </a:ext>
            </a:extLst>
          </p:cNvPr>
          <p:cNvSpPr txBox="1"/>
          <p:nvPr/>
        </p:nvSpPr>
        <p:spPr>
          <a:xfrm>
            <a:off x="2358901" y="741367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一、三角代换</a:t>
            </a:r>
          </a:p>
        </p:txBody>
      </p:sp>
    </p:spTree>
    <p:extLst>
      <p:ext uri="{BB962C8B-B14F-4D97-AF65-F5344CB8AC3E}">
        <p14:creationId xmlns:p14="http://schemas.microsoft.com/office/powerpoint/2010/main" val="7827073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362200" y="8016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362200" y="140493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3814763" y="765176"/>
          <a:ext cx="23368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36800" imgH="635000" progId="Equation.3">
                  <p:embed/>
                </p:oleObj>
              </mc:Choice>
              <mc:Fallback>
                <p:oleObj name="公式" r:id="rId2" imgW="2336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3" y="765176"/>
                        <a:ext cx="23368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7" name="Group 5"/>
          <p:cNvGrpSpPr>
            <a:grpSpLocks/>
          </p:cNvGrpSpPr>
          <p:nvPr/>
        </p:nvGrpSpPr>
        <p:grpSpPr bwMode="auto">
          <a:xfrm>
            <a:off x="2971800" y="1404938"/>
            <a:ext cx="2012950" cy="519112"/>
            <a:chOff x="1056" y="1124"/>
            <a:chExt cx="1268" cy="327"/>
          </a:xfrm>
        </p:grpSpPr>
        <p:sp>
          <p:nvSpPr>
            <p:cNvPr id="6167" name="Text Box 6"/>
            <p:cNvSpPr txBox="1">
              <a:spLocks noChangeArrowheads="1"/>
            </p:cNvSpPr>
            <p:nvPr/>
          </p:nvSpPr>
          <p:spPr bwMode="auto">
            <a:xfrm>
              <a:off x="1056" y="1124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6168" name="Object 7"/>
            <p:cNvGraphicFramePr>
              <a:graphicFrameLocks noChangeAspect="1"/>
            </p:cNvGraphicFramePr>
            <p:nvPr/>
          </p:nvGraphicFramePr>
          <p:xfrm>
            <a:off x="1364" y="1200"/>
            <a:ext cx="96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4000" imgH="330200" progId="Equation.3">
                    <p:embed/>
                  </p:oleObj>
                </mc:Choice>
                <mc:Fallback>
                  <p:oleObj name="公式" r:id="rId4" imgW="15240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4" y="1200"/>
                          <a:ext cx="96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5407025" y="1541463"/>
          <a:ext cx="2019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19300" imgH="330200" progId="Equation.3">
                  <p:embed/>
                </p:oleObj>
              </mc:Choice>
              <mc:Fallback>
                <p:oleObj name="公式" r:id="rId6" imgW="20193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1541463"/>
                        <a:ext cx="2019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7861300" y="1246188"/>
          <a:ext cx="175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52600" imgH="914400" progId="Equation.3">
                  <p:embed/>
                </p:oleObj>
              </mc:Choice>
              <mc:Fallback>
                <p:oleObj name="公式" r:id="rId8" imgW="17526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0" y="1246188"/>
                        <a:ext cx="1752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2438400" y="2279650"/>
          <a:ext cx="2235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35200" imgH="596900" progId="Equation.3">
                  <p:embed/>
                </p:oleObj>
              </mc:Choice>
              <mc:Fallback>
                <p:oleObj name="公式" r:id="rId10" imgW="2235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79650"/>
                        <a:ext cx="2235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4724400" y="2266950"/>
          <a:ext cx="5080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080000" imgH="596900" progId="Equation.3">
                  <p:embed/>
                </p:oleObj>
              </mc:Choice>
              <mc:Fallback>
                <p:oleObj name="公式" r:id="rId12" imgW="50800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266950"/>
                        <a:ext cx="5080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2"/>
          <p:cNvGraphicFramePr>
            <a:graphicFrameLocks noChangeAspect="1"/>
          </p:cNvGraphicFramePr>
          <p:nvPr/>
        </p:nvGraphicFramePr>
        <p:xfrm>
          <a:off x="2438400" y="3028950"/>
          <a:ext cx="2857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57500" imgH="571500" progId="Equation.3">
                  <p:embed/>
                </p:oleObj>
              </mc:Choice>
              <mc:Fallback>
                <p:oleObj name="公式" r:id="rId14" imgW="28575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028950"/>
                        <a:ext cx="2857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13"/>
          <p:cNvGraphicFramePr>
            <a:graphicFrameLocks noChangeAspect="1"/>
          </p:cNvGraphicFramePr>
          <p:nvPr/>
        </p:nvGraphicFramePr>
        <p:xfrm>
          <a:off x="5372100" y="3035300"/>
          <a:ext cx="4305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305300" imgH="571500" progId="Equation.3">
                  <p:embed/>
                </p:oleObj>
              </mc:Choice>
              <mc:Fallback>
                <p:oleObj name="公式" r:id="rId16" imgW="43053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3035300"/>
                        <a:ext cx="4305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14"/>
          <p:cNvGraphicFramePr>
            <a:graphicFrameLocks noChangeAspect="1"/>
          </p:cNvGraphicFramePr>
          <p:nvPr/>
        </p:nvGraphicFramePr>
        <p:xfrm>
          <a:off x="2432050" y="3714750"/>
          <a:ext cx="4318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318000" imgH="571500" progId="Equation.3">
                  <p:embed/>
                </p:oleObj>
              </mc:Choice>
              <mc:Fallback>
                <p:oleObj name="公式" r:id="rId18" imgW="4318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3714750"/>
                        <a:ext cx="4318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15"/>
          <p:cNvGraphicFramePr>
            <a:graphicFrameLocks noChangeAspect="1"/>
          </p:cNvGraphicFramePr>
          <p:nvPr/>
        </p:nvGraphicFramePr>
        <p:xfrm>
          <a:off x="2438400" y="4324350"/>
          <a:ext cx="4368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368800" imgH="889000" progId="Equation.3">
                  <p:embed/>
                </p:oleObj>
              </mc:Choice>
              <mc:Fallback>
                <p:oleObj name="公式" r:id="rId20" imgW="4368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324350"/>
                        <a:ext cx="4368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8" name="Group 16"/>
          <p:cNvGrpSpPr>
            <a:grpSpLocks/>
          </p:cNvGrpSpPr>
          <p:nvPr/>
        </p:nvGrpSpPr>
        <p:grpSpPr bwMode="auto">
          <a:xfrm>
            <a:off x="8305800" y="3638550"/>
            <a:ext cx="1066800" cy="1752600"/>
            <a:chOff x="4416" y="2448"/>
            <a:chExt cx="672" cy="1104"/>
          </a:xfrm>
        </p:grpSpPr>
        <p:sp>
          <p:nvSpPr>
            <p:cNvPr id="6163" name="AutoShape 17"/>
            <p:cNvSpPr>
              <a:spLocks noChangeArrowheads="1"/>
            </p:cNvSpPr>
            <p:nvPr/>
          </p:nvSpPr>
          <p:spPr bwMode="auto">
            <a:xfrm flipH="1">
              <a:off x="4416" y="2448"/>
              <a:ext cx="672" cy="1104"/>
            </a:xfrm>
            <a:prstGeom prst="rtTriangle">
              <a:avLst/>
            </a:prstGeom>
            <a:noFill/>
            <a:ln w="38100">
              <a:solidFill>
                <a:srgbClr val="00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6164" name="Group 18"/>
            <p:cNvGrpSpPr>
              <a:grpSpLocks/>
            </p:cNvGrpSpPr>
            <p:nvPr/>
          </p:nvGrpSpPr>
          <p:grpSpPr bwMode="auto">
            <a:xfrm>
              <a:off x="4512" y="3329"/>
              <a:ext cx="179" cy="223"/>
              <a:chOff x="4512" y="3329"/>
              <a:chExt cx="179" cy="223"/>
            </a:xfrm>
          </p:grpSpPr>
          <p:graphicFrame>
            <p:nvGraphicFramePr>
              <p:cNvPr id="6165" name="Object 19"/>
              <p:cNvGraphicFramePr>
                <a:graphicFrameLocks noChangeAspect="1"/>
              </p:cNvGraphicFramePr>
              <p:nvPr/>
            </p:nvGraphicFramePr>
            <p:xfrm>
              <a:off x="4588" y="3329"/>
              <a:ext cx="10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152342" imgH="285673" progId="Equation.3">
                      <p:embed/>
                    </p:oleObj>
                  </mc:Choice>
                  <mc:Fallback>
                    <p:oleObj name="公式" r:id="rId22" imgW="152342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8" y="3329"/>
                            <a:ext cx="10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66" name="Arc 20"/>
              <p:cNvSpPr>
                <a:spLocks/>
              </p:cNvSpPr>
              <p:nvPr/>
            </p:nvSpPr>
            <p:spPr bwMode="auto">
              <a:xfrm>
                <a:off x="4512" y="3408"/>
                <a:ext cx="48" cy="144"/>
              </a:xfrm>
              <a:custGeom>
                <a:avLst/>
                <a:gdLst>
                  <a:gd name="T0" fmla="*/ 0 w 21600"/>
                  <a:gd name="T1" fmla="*/ 0 h 21600"/>
                  <a:gd name="T2" fmla="*/ 48 w 21600"/>
                  <a:gd name="T3" fmla="*/ 144 h 21600"/>
                  <a:gd name="T4" fmla="*/ 0 w 21600"/>
                  <a:gd name="T5" fmla="*/ 14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8213" name="Object 21"/>
          <p:cNvGraphicFramePr>
            <a:graphicFrameLocks noChangeAspect="1"/>
          </p:cNvGraphicFramePr>
          <p:nvPr/>
        </p:nvGraphicFramePr>
        <p:xfrm>
          <a:off x="8539163" y="4292601"/>
          <a:ext cx="2286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28501" imgH="317362" progId="Equation.3">
                  <p:embed/>
                </p:oleObj>
              </mc:Choice>
              <mc:Fallback>
                <p:oleObj name="公式" r:id="rId24" imgW="228501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163" y="4292601"/>
                        <a:ext cx="2286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4" name="Object 22"/>
          <p:cNvGraphicFramePr>
            <a:graphicFrameLocks noChangeAspect="1"/>
          </p:cNvGraphicFramePr>
          <p:nvPr/>
        </p:nvGraphicFramePr>
        <p:xfrm>
          <a:off x="9448801" y="4476751"/>
          <a:ext cx="26511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66469" imgH="253780" progId="Equation.3">
                  <p:embed/>
                </p:oleObj>
              </mc:Choice>
              <mc:Fallback>
                <p:oleObj name="公式" r:id="rId26" imgW="266469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1" y="4476751"/>
                        <a:ext cx="265113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5" name="Object 23"/>
          <p:cNvGraphicFramePr>
            <a:graphicFrameLocks noChangeAspect="1"/>
          </p:cNvGraphicFramePr>
          <p:nvPr/>
        </p:nvGraphicFramePr>
        <p:xfrm>
          <a:off x="8229600" y="5467350"/>
          <a:ext cx="1244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238170" imgH="447624" progId="Equation.3">
                  <p:embed/>
                </p:oleObj>
              </mc:Choice>
              <mc:Fallback>
                <p:oleObj name="公式" r:id="rId28" imgW="1238170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5467350"/>
                        <a:ext cx="1244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6" name="Object 24"/>
          <p:cNvGraphicFramePr>
            <a:graphicFrameLocks noChangeAspect="1"/>
          </p:cNvGraphicFramePr>
          <p:nvPr/>
        </p:nvGraphicFramePr>
        <p:xfrm>
          <a:off x="2420938" y="5270500"/>
          <a:ext cx="5321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5314972" imgH="876133" progId="Equation.3">
                  <p:embed/>
                </p:oleObj>
              </mc:Choice>
              <mc:Fallback>
                <p:oleObj name="公式" r:id="rId30" imgW="5314972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5270500"/>
                        <a:ext cx="5321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55414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374900" y="97313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374900" y="19192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3797300" y="768350"/>
          <a:ext cx="3517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17900" imgH="927100" progId="Equation.3">
                  <p:embed/>
                </p:oleObj>
              </mc:Choice>
              <mc:Fallback>
                <p:oleObj name="公式" r:id="rId2" imgW="35179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768350"/>
                        <a:ext cx="3517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1" name="Group 5"/>
          <p:cNvGrpSpPr>
            <a:grpSpLocks/>
          </p:cNvGrpSpPr>
          <p:nvPr/>
        </p:nvGrpSpPr>
        <p:grpSpPr bwMode="auto">
          <a:xfrm>
            <a:off x="2895600" y="1905001"/>
            <a:ext cx="1930400" cy="519113"/>
            <a:chOff x="1152" y="1200"/>
            <a:chExt cx="1216" cy="327"/>
          </a:xfrm>
        </p:grpSpPr>
        <p:sp>
          <p:nvSpPr>
            <p:cNvPr id="7189" name="Text Box 6"/>
            <p:cNvSpPr txBox="1">
              <a:spLocks noChangeArrowheads="1"/>
            </p:cNvSpPr>
            <p:nvPr/>
          </p:nvSpPr>
          <p:spPr bwMode="auto">
            <a:xfrm>
              <a:off x="1152" y="1200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7190" name="Object 7"/>
            <p:cNvGraphicFramePr>
              <a:graphicFrameLocks noChangeAspect="1"/>
            </p:cNvGraphicFramePr>
            <p:nvPr/>
          </p:nvGraphicFramePr>
          <p:xfrm>
            <a:off x="1392" y="1296"/>
            <a:ext cx="976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48728" imgH="291973" progId="Equation.3">
                    <p:embed/>
                  </p:oleObj>
                </mc:Choice>
                <mc:Fallback>
                  <p:oleObj name="公式" r:id="rId4" imgW="1548728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296"/>
                          <a:ext cx="976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8286750" y="1758950"/>
          <a:ext cx="1397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97000" imgH="914400" progId="Equation.3">
                  <p:embed/>
                </p:oleObj>
              </mc:Choice>
              <mc:Fallback>
                <p:oleObj name="公式" r:id="rId6" imgW="13970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0" y="1758950"/>
                        <a:ext cx="1397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5149850" y="2006600"/>
          <a:ext cx="274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43200" imgH="330200" progId="Equation.3">
                  <p:embed/>
                </p:oleObj>
              </mc:Choice>
              <mc:Fallback>
                <p:oleObj name="公式" r:id="rId8" imgW="27432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850" y="2006600"/>
                        <a:ext cx="2743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10"/>
          <p:cNvGraphicFramePr>
            <a:graphicFrameLocks noChangeAspect="1"/>
          </p:cNvGraphicFramePr>
          <p:nvPr/>
        </p:nvGraphicFramePr>
        <p:xfrm>
          <a:off x="3079750" y="2667000"/>
          <a:ext cx="2336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36800" imgH="939800" progId="Equation.3">
                  <p:embed/>
                </p:oleObj>
              </mc:Choice>
              <mc:Fallback>
                <p:oleObj name="公式" r:id="rId10" imgW="23368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667000"/>
                        <a:ext cx="2336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Object 11"/>
          <p:cNvGraphicFramePr>
            <a:graphicFrameLocks noChangeAspect="1"/>
          </p:cNvGraphicFramePr>
          <p:nvPr/>
        </p:nvGraphicFramePr>
        <p:xfrm>
          <a:off x="5575300" y="2698750"/>
          <a:ext cx="234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49500" imgH="889000" progId="Equation.3">
                  <p:embed/>
                </p:oleObj>
              </mc:Choice>
              <mc:Fallback>
                <p:oleObj name="公式" r:id="rId12" imgW="2349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300" y="2698750"/>
                        <a:ext cx="2349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Object 12"/>
          <p:cNvGraphicFramePr>
            <a:graphicFrameLocks noChangeAspect="1"/>
          </p:cNvGraphicFramePr>
          <p:nvPr/>
        </p:nvGraphicFramePr>
        <p:xfrm>
          <a:off x="2933700" y="3886200"/>
          <a:ext cx="1498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97950" imgH="571252" progId="Equation.3">
                  <p:embed/>
                </p:oleObj>
              </mc:Choice>
              <mc:Fallback>
                <p:oleObj name="公式" r:id="rId14" imgW="1497950" imgH="57125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3886200"/>
                        <a:ext cx="1498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3"/>
          <p:cNvGraphicFramePr>
            <a:graphicFrameLocks noChangeAspect="1"/>
          </p:cNvGraphicFramePr>
          <p:nvPr/>
        </p:nvGraphicFramePr>
        <p:xfrm>
          <a:off x="4495800" y="3976688"/>
          <a:ext cx="3276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76600" imgH="406400" progId="Equation.3">
                  <p:embed/>
                </p:oleObj>
              </mc:Choice>
              <mc:Fallback>
                <p:oleObj name="公式" r:id="rId16" imgW="3276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976688"/>
                        <a:ext cx="3276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0" name="Group 14"/>
          <p:cNvGrpSpPr>
            <a:grpSpLocks/>
          </p:cNvGrpSpPr>
          <p:nvPr/>
        </p:nvGrpSpPr>
        <p:grpSpPr bwMode="auto">
          <a:xfrm>
            <a:off x="7626350" y="3886200"/>
            <a:ext cx="1066800" cy="1752600"/>
            <a:chOff x="4416" y="2448"/>
            <a:chExt cx="672" cy="1104"/>
          </a:xfrm>
        </p:grpSpPr>
        <p:sp>
          <p:nvSpPr>
            <p:cNvPr id="7185" name="AutoShape 15"/>
            <p:cNvSpPr>
              <a:spLocks noChangeArrowheads="1"/>
            </p:cNvSpPr>
            <p:nvPr/>
          </p:nvSpPr>
          <p:spPr bwMode="auto">
            <a:xfrm flipH="1">
              <a:off x="4416" y="2448"/>
              <a:ext cx="672" cy="1104"/>
            </a:xfrm>
            <a:prstGeom prst="rtTriangle">
              <a:avLst/>
            </a:prstGeom>
            <a:noFill/>
            <a:ln w="38100">
              <a:solidFill>
                <a:srgbClr val="00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7186" name="Group 16"/>
            <p:cNvGrpSpPr>
              <a:grpSpLocks/>
            </p:cNvGrpSpPr>
            <p:nvPr/>
          </p:nvGrpSpPr>
          <p:grpSpPr bwMode="auto">
            <a:xfrm>
              <a:off x="4512" y="3329"/>
              <a:ext cx="179" cy="223"/>
              <a:chOff x="4512" y="3329"/>
              <a:chExt cx="179" cy="223"/>
            </a:xfrm>
          </p:grpSpPr>
          <p:graphicFrame>
            <p:nvGraphicFramePr>
              <p:cNvPr id="7187" name="Object 17"/>
              <p:cNvGraphicFramePr>
                <a:graphicFrameLocks noChangeAspect="1"/>
              </p:cNvGraphicFramePr>
              <p:nvPr/>
            </p:nvGraphicFramePr>
            <p:xfrm>
              <a:off x="4588" y="3329"/>
              <a:ext cx="10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152342" imgH="285673" progId="Equation.3">
                      <p:embed/>
                    </p:oleObj>
                  </mc:Choice>
                  <mc:Fallback>
                    <p:oleObj name="公式" r:id="rId18" imgW="152342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8" y="3329"/>
                            <a:ext cx="10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88" name="Arc 18"/>
              <p:cNvSpPr>
                <a:spLocks/>
              </p:cNvSpPr>
              <p:nvPr/>
            </p:nvSpPr>
            <p:spPr bwMode="auto">
              <a:xfrm>
                <a:off x="4512" y="3408"/>
                <a:ext cx="48" cy="144"/>
              </a:xfrm>
              <a:custGeom>
                <a:avLst/>
                <a:gdLst>
                  <a:gd name="T0" fmla="*/ 0 w 21600"/>
                  <a:gd name="T1" fmla="*/ 0 h 21600"/>
                  <a:gd name="T2" fmla="*/ 48 w 21600"/>
                  <a:gd name="T3" fmla="*/ 144 h 21600"/>
                  <a:gd name="T4" fmla="*/ 0 w 21600"/>
                  <a:gd name="T5" fmla="*/ 14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9235" name="Object 19"/>
          <p:cNvGraphicFramePr>
            <a:graphicFrameLocks noChangeAspect="1"/>
          </p:cNvGraphicFramePr>
          <p:nvPr/>
        </p:nvGraphicFramePr>
        <p:xfrm>
          <a:off x="8148638" y="5670551"/>
          <a:ext cx="239712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41195" imgH="253890" progId="Equation.3">
                  <p:embed/>
                </p:oleObj>
              </mc:Choice>
              <mc:Fallback>
                <p:oleObj name="公式" r:id="rId20" imgW="241195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8638" y="5670551"/>
                        <a:ext cx="239712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20"/>
          <p:cNvGraphicFramePr>
            <a:graphicFrameLocks noChangeAspect="1"/>
          </p:cNvGraphicFramePr>
          <p:nvPr/>
        </p:nvGraphicFramePr>
        <p:xfrm>
          <a:off x="7894638" y="4572001"/>
          <a:ext cx="265112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66469" imgH="253780" progId="Equation.3">
                  <p:embed/>
                </p:oleObj>
              </mc:Choice>
              <mc:Fallback>
                <p:oleObj name="公式" r:id="rId22" imgW="266469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4638" y="4572001"/>
                        <a:ext cx="265112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7" name="Object 21"/>
          <p:cNvGraphicFramePr>
            <a:graphicFrameLocks noChangeAspect="1"/>
          </p:cNvGraphicFramePr>
          <p:nvPr/>
        </p:nvGraphicFramePr>
        <p:xfrm>
          <a:off x="8712200" y="4648200"/>
          <a:ext cx="1422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409599" imgH="447624" progId="Equation.3">
                  <p:embed/>
                </p:oleObj>
              </mc:Choice>
              <mc:Fallback>
                <p:oleObj name="公式" r:id="rId24" imgW="1409599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2200" y="4648200"/>
                        <a:ext cx="1422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22"/>
          <p:cNvGraphicFramePr>
            <a:graphicFrameLocks noChangeAspect="1"/>
          </p:cNvGraphicFramePr>
          <p:nvPr/>
        </p:nvGraphicFramePr>
        <p:xfrm>
          <a:off x="2916238" y="4749800"/>
          <a:ext cx="38100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810000" imgH="1117600" progId="Equation.3">
                  <p:embed/>
                </p:oleObj>
              </mc:Choice>
              <mc:Fallback>
                <p:oleObj name="公式" r:id="rId26" imgW="3810000" imgH="111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749800"/>
                        <a:ext cx="38100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3857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207568" y="96361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670300" y="973932"/>
            <a:ext cx="601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以上几例所使用的均为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三角代换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648199" y="1537497"/>
            <a:ext cx="586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三角代换的</a:t>
            </a: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目的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是化掉根式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379687" y="2178051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一般规律如下：当被积函数中含有</a:t>
            </a:r>
          </a:p>
        </p:txBody>
      </p:sp>
      <p:graphicFrame>
        <p:nvGraphicFramePr>
          <p:cNvPr id="102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407085"/>
              </p:ext>
            </p:extLst>
          </p:nvPr>
        </p:nvGraphicFramePr>
        <p:xfrm>
          <a:off x="2544763" y="2696764"/>
          <a:ext cx="2406168" cy="70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66400" progId="Equation.DSMT4">
                  <p:embed/>
                </p:oleObj>
              </mc:Choice>
              <mc:Fallback>
                <p:oleObj name="Equation" r:id="rId2" imgW="9144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2696764"/>
                        <a:ext cx="2406168" cy="701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5295900" y="279003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可令</a:t>
            </a:r>
          </a:p>
        </p:txBody>
      </p:sp>
      <p:graphicFrame>
        <p:nvGraphicFramePr>
          <p:cNvPr id="102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636456"/>
              </p:ext>
            </p:extLst>
          </p:nvPr>
        </p:nvGraphicFramePr>
        <p:xfrm>
          <a:off x="6231508" y="2804321"/>
          <a:ext cx="1735323" cy="504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203040" progId="Equation.DSMT4">
                  <p:embed/>
                </p:oleObj>
              </mc:Choice>
              <mc:Fallback>
                <p:oleObj name="Equation" r:id="rId4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1508" y="2804321"/>
                        <a:ext cx="1735323" cy="504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454350"/>
              </p:ext>
            </p:extLst>
          </p:nvPr>
        </p:nvGraphicFramePr>
        <p:xfrm>
          <a:off x="2511347" y="3368800"/>
          <a:ext cx="2439584" cy="701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7000" imgH="266400" progId="Equation.DSMT4">
                  <p:embed/>
                </p:oleObj>
              </mc:Choice>
              <mc:Fallback>
                <p:oleObj name="Equation" r:id="rId6" imgW="9270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347" y="3368800"/>
                        <a:ext cx="2439584" cy="701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5290567" y="3419475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可令</a:t>
            </a:r>
          </a:p>
        </p:txBody>
      </p:sp>
      <p:graphicFrame>
        <p:nvGraphicFramePr>
          <p:cNvPr id="102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177104"/>
              </p:ext>
            </p:extLst>
          </p:nvPr>
        </p:nvGraphicFramePr>
        <p:xfrm>
          <a:off x="6220767" y="3517503"/>
          <a:ext cx="1796157" cy="472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600" imgH="190440" progId="Equation.DSMT4">
                  <p:embed/>
                </p:oleObj>
              </mc:Choice>
              <mc:Fallback>
                <p:oleObj name="Equation" r:id="rId8" imgW="7236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0767" y="3517503"/>
                        <a:ext cx="1796157" cy="472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725962"/>
              </p:ext>
            </p:extLst>
          </p:nvPr>
        </p:nvGraphicFramePr>
        <p:xfrm>
          <a:off x="2552905" y="4040059"/>
          <a:ext cx="2398026" cy="689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27000" imgH="266400" progId="Equation.DSMT4">
                  <p:embed/>
                </p:oleObj>
              </mc:Choice>
              <mc:Fallback>
                <p:oleObj name="Equation" r:id="rId10" imgW="9270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905" y="4040059"/>
                        <a:ext cx="2398026" cy="689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290567" y="407736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可令</a:t>
            </a:r>
          </a:p>
        </p:txBody>
      </p:sp>
      <p:graphicFrame>
        <p:nvGraphicFramePr>
          <p:cNvPr id="102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328375"/>
              </p:ext>
            </p:extLst>
          </p:nvPr>
        </p:nvGraphicFramePr>
        <p:xfrm>
          <a:off x="6220767" y="4108323"/>
          <a:ext cx="1839483" cy="430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164880" progId="Equation.DSMT4">
                  <p:embed/>
                </p:oleObj>
              </mc:Choice>
              <mc:Fallback>
                <p:oleObj name="Equation" r:id="rId12" imgW="6984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0767" y="4108323"/>
                        <a:ext cx="1839483" cy="430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BA9EB008-9926-4CF1-ADC7-CB291631D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0516" y="4712094"/>
            <a:ext cx="70104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            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积分中为了化掉根式是否一定采用三角代换并不是绝对的，需根据被积函数的情况来定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727EBB29-C6E0-407B-B01F-E5FF44327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568" y="4654549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8506666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  <p:bldP spid="10245" grpId="0" autoUpdateAnimBg="0"/>
      <p:bldP spid="10247" grpId="0" autoUpdateAnimBg="0"/>
      <p:bldP spid="10250" grpId="0" autoUpdateAnimBg="0"/>
      <p:bldP spid="10253" grpId="0" autoUpdateAnimBg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2207568" y="1073221"/>
            <a:ext cx="3440082" cy="1035110"/>
            <a:chOff x="672" y="1525"/>
            <a:chExt cx="1968" cy="616"/>
          </a:xfrm>
        </p:grpSpPr>
        <p:sp>
          <p:nvSpPr>
            <p:cNvPr id="10257" name="Text Box 3"/>
            <p:cNvSpPr txBox="1">
              <a:spLocks noChangeArrowheads="1"/>
            </p:cNvSpPr>
            <p:nvPr/>
          </p:nvSpPr>
          <p:spPr bwMode="auto">
            <a:xfrm>
              <a:off x="672" y="1705"/>
              <a:ext cx="139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4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10259" name="Object 5"/>
            <p:cNvGraphicFramePr>
              <a:graphicFrameLocks noChangeAspect="1"/>
            </p:cNvGraphicFramePr>
            <p:nvPr/>
          </p:nvGraphicFramePr>
          <p:xfrm>
            <a:off x="1488" y="1525"/>
            <a:ext cx="1152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828800" imgH="977900" progId="Equation.3">
                    <p:embed/>
                  </p:oleObj>
                </mc:Choice>
                <mc:Fallback>
                  <p:oleObj name="公式" r:id="rId2" imgW="1828800" imgH="977900" progId="Equation.3">
                    <p:embed/>
                    <p:pic>
                      <p:nvPicPr>
                        <p:cNvPr id="1025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525"/>
                          <a:ext cx="1152" cy="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5807968" y="1397807"/>
            <a:ext cx="34307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（三角代换很繁琐）</a:t>
            </a:r>
          </a:p>
        </p:txBody>
      </p:sp>
      <p:grpSp>
        <p:nvGrpSpPr>
          <p:cNvPr id="12295" name="Group 7"/>
          <p:cNvGrpSpPr>
            <a:grpSpLocks/>
          </p:cNvGrpSpPr>
          <p:nvPr/>
        </p:nvGrpSpPr>
        <p:grpSpPr bwMode="auto">
          <a:xfrm>
            <a:off x="3127375" y="2180035"/>
            <a:ext cx="2241550" cy="519113"/>
            <a:chOff x="1344" y="2332"/>
            <a:chExt cx="1412" cy="327"/>
          </a:xfrm>
        </p:grpSpPr>
        <p:graphicFrame>
          <p:nvGraphicFramePr>
            <p:cNvPr id="10255" name="Object 8"/>
            <p:cNvGraphicFramePr>
              <a:graphicFrameLocks noChangeAspect="1"/>
            </p:cNvGraphicFramePr>
            <p:nvPr/>
          </p:nvGraphicFramePr>
          <p:xfrm>
            <a:off x="1660" y="2352"/>
            <a:ext cx="109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39900" imgH="457200" progId="Equation.3">
                    <p:embed/>
                  </p:oleObj>
                </mc:Choice>
                <mc:Fallback>
                  <p:oleObj name="公式" r:id="rId4" imgW="1739900" imgH="457200" progId="Equation.3">
                    <p:embed/>
                    <p:pic>
                      <p:nvPicPr>
                        <p:cNvPr id="1025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352"/>
                          <a:ext cx="109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6" name="Text Box 9"/>
            <p:cNvSpPr txBox="1">
              <a:spLocks noChangeArrowheads="1"/>
            </p:cNvSpPr>
            <p:nvPr/>
          </p:nvSpPr>
          <p:spPr bwMode="auto">
            <a:xfrm>
              <a:off x="1344" y="233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</p:grpSp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5424761" y="2199085"/>
          <a:ext cx="2184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84400" imgH="469900" progId="Equation.3">
                  <p:embed/>
                </p:oleObj>
              </mc:Choice>
              <mc:Fallback>
                <p:oleObj name="公式" r:id="rId6" imgW="2184400" imgH="469900" progId="Equation.3">
                  <p:embed/>
                  <p:pic>
                    <p:nvPicPr>
                      <p:cNvPr id="122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761" y="2199085"/>
                        <a:ext cx="2184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2307084" y="2771181"/>
          <a:ext cx="1828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28800" imgH="977900" progId="Equation.3">
                  <p:embed/>
                </p:oleObj>
              </mc:Choice>
              <mc:Fallback>
                <p:oleObj name="公式" r:id="rId8" imgW="1828800" imgH="977900" progId="Equation.3">
                  <p:embed/>
                  <p:pic>
                    <p:nvPicPr>
                      <p:cNvPr id="122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084" y="2771181"/>
                        <a:ext cx="18288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2"/>
          <p:cNvGraphicFramePr>
            <a:graphicFrameLocks noChangeAspect="1"/>
          </p:cNvGraphicFramePr>
          <p:nvPr/>
        </p:nvGraphicFramePr>
        <p:xfrm>
          <a:off x="5300664" y="3787777"/>
          <a:ext cx="2160587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39800" imgH="419100" progId="Equation.DSMT4">
                  <p:embed/>
                </p:oleObj>
              </mc:Choice>
              <mc:Fallback>
                <p:oleObj name="Equation" r:id="rId9" imgW="939800" imgH="419100" progId="Equation.DSMT4">
                  <p:embed/>
                  <p:pic>
                    <p:nvPicPr>
                      <p:cNvPr id="123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4" y="3787777"/>
                        <a:ext cx="2160587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2441849" y="4891089"/>
          <a:ext cx="26638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55700" imgH="292100" progId="Equation.DSMT4">
                  <p:embed/>
                </p:oleObj>
              </mc:Choice>
              <mc:Fallback>
                <p:oleObj name="Equation" r:id="rId11" imgW="1155700" imgH="292100" progId="Equation.DSMT4">
                  <p:embed/>
                  <p:pic>
                    <p:nvPicPr>
                      <p:cNvPr id="123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849" y="4891089"/>
                        <a:ext cx="26638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5105674" y="4783139"/>
          <a:ext cx="2822575" cy="859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921000" imgH="889000" progId="Equation.3">
                  <p:embed/>
                </p:oleObj>
              </mc:Choice>
              <mc:Fallback>
                <p:oleObj name="公式" r:id="rId13" imgW="2921000" imgH="889000" progId="Equation.3">
                  <p:embed/>
                  <p:pic>
                    <p:nvPicPr>
                      <p:cNvPr id="1230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674" y="4783139"/>
                        <a:ext cx="2822575" cy="859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15"/>
          <p:cNvGraphicFramePr>
            <a:graphicFrameLocks noChangeAspect="1"/>
          </p:cNvGraphicFramePr>
          <p:nvPr/>
        </p:nvGraphicFramePr>
        <p:xfrm>
          <a:off x="2447926" y="5540377"/>
          <a:ext cx="5016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5016500" imgH="889000" progId="Equation.3">
                  <p:embed/>
                </p:oleObj>
              </mc:Choice>
              <mc:Fallback>
                <p:oleObj name="公式" r:id="rId15" imgW="5016500" imgH="889000" progId="Equation.3">
                  <p:embed/>
                  <p:pic>
                    <p:nvPicPr>
                      <p:cNvPr id="1230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6" y="5540377"/>
                        <a:ext cx="5016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2229333" y="2192141"/>
            <a:ext cx="69831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2305" name="Object 17"/>
          <p:cNvGraphicFramePr>
            <a:graphicFrameLocks noChangeAspect="1"/>
          </p:cNvGraphicFramePr>
          <p:nvPr/>
        </p:nvGraphicFramePr>
        <p:xfrm>
          <a:off x="4135884" y="2765754"/>
          <a:ext cx="21304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14400" imgH="457200" progId="Equation.DSMT4">
                  <p:embed/>
                </p:oleObj>
              </mc:Choice>
              <mc:Fallback>
                <p:oleObj name="Equation" r:id="rId17" imgW="914400" imgH="457200" progId="Equation.DSMT4">
                  <p:embed/>
                  <p:pic>
                    <p:nvPicPr>
                      <p:cNvPr id="1230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884" y="2765754"/>
                        <a:ext cx="21304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Object 18"/>
          <p:cNvGraphicFramePr>
            <a:graphicFrameLocks noChangeAspect="1"/>
          </p:cNvGraphicFramePr>
          <p:nvPr/>
        </p:nvGraphicFramePr>
        <p:xfrm>
          <a:off x="6202537" y="2754479"/>
          <a:ext cx="245903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54100" imgH="457200" progId="Equation.DSMT4">
                  <p:embed/>
                </p:oleObj>
              </mc:Choice>
              <mc:Fallback>
                <p:oleObj name="Equation" r:id="rId19" imgW="1054100" imgH="457200" progId="Equation.DSMT4">
                  <p:embed/>
                  <p:pic>
                    <p:nvPicPr>
                      <p:cNvPr id="123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537" y="2754479"/>
                        <a:ext cx="245903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19"/>
          <p:cNvGraphicFramePr>
            <a:graphicFrameLocks noChangeAspect="1"/>
          </p:cNvGraphicFramePr>
          <p:nvPr/>
        </p:nvGraphicFramePr>
        <p:xfrm>
          <a:off x="2451399" y="3809209"/>
          <a:ext cx="2822575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19200" imgH="419100" progId="Equation.DSMT4">
                  <p:embed/>
                </p:oleObj>
              </mc:Choice>
              <mc:Fallback>
                <p:oleObj name="Equation" r:id="rId21" imgW="1219200" imgH="419100" progId="Equation.DSMT4">
                  <p:embed/>
                  <p:pic>
                    <p:nvPicPr>
                      <p:cNvPr id="1230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399" y="3809209"/>
                        <a:ext cx="2822575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3E4A7-9B24-4926-925B-BEF38157940E}"/>
              </a:ext>
            </a:extLst>
          </p:cNvPr>
          <p:cNvSpPr txBox="1"/>
          <p:nvPr/>
        </p:nvSpPr>
        <p:spPr>
          <a:xfrm>
            <a:off x="2207568" y="64155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二、根式代换</a:t>
            </a:r>
          </a:p>
        </p:txBody>
      </p:sp>
    </p:spTree>
    <p:extLst>
      <p:ext uri="{BB962C8B-B14F-4D97-AF65-F5344CB8AC3E}">
        <p14:creationId xmlns:p14="http://schemas.microsoft.com/office/powerpoint/2010/main" val="74205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utoUpdateAnimBg="0"/>
      <p:bldP spid="1230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2194451" y="543707"/>
            <a:ext cx="3106212" cy="934287"/>
            <a:chOff x="672" y="1559"/>
            <a:chExt cx="1777" cy="556"/>
          </a:xfrm>
        </p:grpSpPr>
        <p:sp>
          <p:nvSpPr>
            <p:cNvPr id="10257" name="Text Box 3"/>
            <p:cNvSpPr txBox="1">
              <a:spLocks noChangeArrowheads="1"/>
            </p:cNvSpPr>
            <p:nvPr/>
          </p:nvSpPr>
          <p:spPr bwMode="auto">
            <a:xfrm>
              <a:off x="672" y="1705"/>
              <a:ext cx="139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5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10259" name="Object 5"/>
            <p:cNvGraphicFramePr>
              <a:graphicFrameLocks noChangeAspect="1"/>
            </p:cNvGraphicFramePr>
            <p:nvPr/>
          </p:nvGraphicFramePr>
          <p:xfrm>
            <a:off x="1517" y="1559"/>
            <a:ext cx="932" cy="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23600" imgH="431640" progId="Equation.DSMT4">
                    <p:embed/>
                  </p:oleObj>
                </mc:Choice>
                <mc:Fallback>
                  <p:oleObj name="Equation" r:id="rId2" imgW="723600" imgH="431640" progId="Equation.DSMT4">
                    <p:embed/>
                    <p:pic>
                      <p:nvPicPr>
                        <p:cNvPr id="1025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7" y="1559"/>
                          <a:ext cx="932" cy="5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5" name="Group 7"/>
          <p:cNvGrpSpPr>
            <a:grpSpLocks/>
          </p:cNvGrpSpPr>
          <p:nvPr/>
        </p:nvGrpSpPr>
        <p:grpSpPr bwMode="auto">
          <a:xfrm>
            <a:off x="2932985" y="1436319"/>
            <a:ext cx="2173288" cy="566738"/>
            <a:chOff x="1344" y="2313"/>
            <a:chExt cx="1369" cy="357"/>
          </a:xfrm>
        </p:grpSpPr>
        <p:graphicFrame>
          <p:nvGraphicFramePr>
            <p:cNvPr id="10255" name="Object 8"/>
            <p:cNvGraphicFramePr>
              <a:graphicFrameLocks noChangeAspect="1"/>
            </p:cNvGraphicFramePr>
            <p:nvPr/>
          </p:nvGraphicFramePr>
          <p:xfrm>
            <a:off x="1662" y="2313"/>
            <a:ext cx="1051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228600" progId="Equation.DSMT4">
                    <p:embed/>
                  </p:oleObj>
                </mc:Choice>
                <mc:Fallback>
                  <p:oleObj name="Equation" r:id="rId4" imgW="672840" imgH="228600" progId="Equation.DSMT4">
                    <p:embed/>
                    <p:pic>
                      <p:nvPicPr>
                        <p:cNvPr id="1025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2" y="2313"/>
                          <a:ext cx="1051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6" name="Text Box 9"/>
            <p:cNvSpPr txBox="1">
              <a:spLocks noChangeArrowheads="1"/>
            </p:cNvSpPr>
            <p:nvPr/>
          </p:nvSpPr>
          <p:spPr bwMode="auto">
            <a:xfrm>
              <a:off x="1344" y="233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</p:grpSp>
      <p:graphicFrame>
        <p:nvGraphicFramePr>
          <p:cNvPr id="122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429310"/>
              </p:ext>
            </p:extLst>
          </p:nvPr>
        </p:nvGraphicFramePr>
        <p:xfrm>
          <a:off x="5148979" y="1465677"/>
          <a:ext cx="38735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228600" progId="Equation.DSMT4">
                  <p:embed/>
                </p:oleObj>
              </mc:Choice>
              <mc:Fallback>
                <p:oleObj name="Equation" r:id="rId6" imgW="1562040" imgH="228600" progId="Equation.DSMT4">
                  <p:embed/>
                  <p:pic>
                    <p:nvPicPr>
                      <p:cNvPr id="122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979" y="1465677"/>
                        <a:ext cx="38735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453999"/>
              </p:ext>
            </p:extLst>
          </p:nvPr>
        </p:nvGraphicFramePr>
        <p:xfrm>
          <a:off x="2372629" y="2007842"/>
          <a:ext cx="1836665" cy="1095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600" imgH="431640" progId="Equation.DSMT4">
                  <p:embed/>
                </p:oleObj>
              </mc:Choice>
              <mc:Fallback>
                <p:oleObj name="Equation" r:id="rId8" imgW="723600" imgH="431640" progId="Equation.DSMT4">
                  <p:embed/>
                  <p:pic>
                    <p:nvPicPr>
                      <p:cNvPr id="122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629" y="2007842"/>
                        <a:ext cx="1836665" cy="1095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922337"/>
              </p:ext>
            </p:extLst>
          </p:nvPr>
        </p:nvGraphicFramePr>
        <p:xfrm>
          <a:off x="2360847" y="3243213"/>
          <a:ext cx="29781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5280" imgH="203040" progId="Equation.DSMT4">
                  <p:embed/>
                </p:oleObj>
              </mc:Choice>
              <mc:Fallback>
                <p:oleObj name="Equation" r:id="rId10" imgW="1295280" imgH="203040" progId="Equation.DSMT4">
                  <p:embed/>
                  <p:pic>
                    <p:nvPicPr>
                      <p:cNvPr id="123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847" y="3243213"/>
                        <a:ext cx="29781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818234"/>
              </p:ext>
            </p:extLst>
          </p:nvPr>
        </p:nvGraphicFramePr>
        <p:xfrm>
          <a:off x="5329951" y="3127326"/>
          <a:ext cx="47117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44440" imgH="241200" progId="Equation.DSMT4">
                  <p:embed/>
                </p:oleObj>
              </mc:Choice>
              <mc:Fallback>
                <p:oleObj name="Equation" r:id="rId12" imgW="2044440" imgH="241200" progId="Equation.DSMT4">
                  <p:embed/>
                  <p:pic>
                    <p:nvPicPr>
                      <p:cNvPr id="123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951" y="3127326"/>
                        <a:ext cx="47117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2234670" y="1414627"/>
            <a:ext cx="69831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23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226088"/>
              </p:ext>
            </p:extLst>
          </p:nvPr>
        </p:nvGraphicFramePr>
        <p:xfrm>
          <a:off x="4151784" y="2071162"/>
          <a:ext cx="17176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560" imgH="406080" progId="Equation.DSMT4">
                  <p:embed/>
                </p:oleObj>
              </mc:Choice>
              <mc:Fallback>
                <p:oleObj name="Equation" r:id="rId14" imgW="736560" imgH="406080" progId="Equation.DSMT4">
                  <p:embed/>
                  <p:pic>
                    <p:nvPicPr>
                      <p:cNvPr id="1230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2071162"/>
                        <a:ext cx="171767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790234"/>
              </p:ext>
            </p:extLst>
          </p:nvPr>
        </p:nvGraphicFramePr>
        <p:xfrm>
          <a:off x="5735960" y="2032415"/>
          <a:ext cx="1976200" cy="1022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419040" progId="Equation.DSMT4">
                  <p:embed/>
                </p:oleObj>
              </mc:Choice>
              <mc:Fallback>
                <p:oleObj name="Equation" r:id="rId16" imgW="812520" imgH="419040" progId="Equation.DSMT4">
                  <p:embed/>
                  <p:pic>
                    <p:nvPicPr>
                      <p:cNvPr id="123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960" y="2032415"/>
                        <a:ext cx="1976200" cy="1022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445669"/>
              </p:ext>
            </p:extLst>
          </p:nvPr>
        </p:nvGraphicFramePr>
        <p:xfrm>
          <a:off x="7685801" y="2082422"/>
          <a:ext cx="27051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68200" imgH="444240" progId="Equation.DSMT4">
                  <p:embed/>
                </p:oleObj>
              </mc:Choice>
              <mc:Fallback>
                <p:oleObj name="Equation" r:id="rId18" imgW="1168200" imgH="444240" progId="Equation.DSMT4">
                  <p:embed/>
                  <p:pic>
                    <p:nvPicPr>
                      <p:cNvPr id="1230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5801" y="2082422"/>
                        <a:ext cx="27051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E3A866B6-F7FC-466C-AF68-30D67DBB5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9046" y="3805305"/>
            <a:ext cx="9263498" cy="211589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0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0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0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CA5A18-C787-40A1-93D2-8AD785380B2A}"/>
              </a:ext>
            </a:extLst>
          </p:cNvPr>
          <p:cNvSpPr txBox="1"/>
          <p:nvPr/>
        </p:nvSpPr>
        <p:spPr>
          <a:xfrm>
            <a:off x="2135560" y="4098230"/>
            <a:ext cx="88360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根式变换  </a:t>
            </a:r>
            <a:r>
              <a:rPr lang="zh-CN" altLang="en-US" sz="2800" b="1"/>
              <a:t>当被积函数内含有根式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/>
              <a:t>根式内部分通常为多</a:t>
            </a:r>
            <a:endParaRPr lang="en-US" altLang="zh-CN" sz="2800" b="1"/>
          </a:p>
          <a:p>
            <a:r>
              <a:rPr lang="zh-CN" altLang="en-US" sz="2800" b="1"/>
              <a:t>项式或有理式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/>
              <a:t>，可以令这个根式整体等于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/>
              <a:t>.</a:t>
            </a:r>
            <a:r>
              <a:rPr lang="zh-CN" altLang="en-US" sz="2800" b="1"/>
              <a:t>一般可以方</a:t>
            </a:r>
            <a:endParaRPr lang="en-US" altLang="zh-CN" sz="2800" b="1"/>
          </a:p>
          <a:p>
            <a:r>
              <a:rPr lang="zh-CN" altLang="en-US" sz="2800" b="1"/>
              <a:t>便地解出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="1"/>
              <a:t>,</a:t>
            </a:r>
            <a:r>
              <a:rPr lang="zh-CN" altLang="en-US" sz="2800" b="1"/>
              <a:t>或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/>
              <a:t>,</a:t>
            </a:r>
            <a:r>
              <a:rPr lang="zh-CN" altLang="en-US" sz="2800" b="1"/>
              <a:t>被积函数也能成功去掉根号</a:t>
            </a:r>
            <a:r>
              <a:rPr lang="en-US" altLang="zh-CN" sz="2800" b="1"/>
              <a:t>.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93639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4" grpId="0" autoUpdateAnimBg="0"/>
      <p:bldP spid="20" grpId="0" animBg="1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2270766" y="1113626"/>
            <a:ext cx="3220254" cy="977900"/>
            <a:chOff x="672" y="1595"/>
            <a:chExt cx="1836" cy="578"/>
          </a:xfrm>
        </p:grpSpPr>
        <p:sp>
          <p:nvSpPr>
            <p:cNvPr id="10257" name="Text Box 3"/>
            <p:cNvSpPr txBox="1">
              <a:spLocks noChangeArrowheads="1"/>
            </p:cNvSpPr>
            <p:nvPr/>
          </p:nvSpPr>
          <p:spPr bwMode="auto">
            <a:xfrm>
              <a:off x="672" y="1705"/>
              <a:ext cx="1392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6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1025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3574773"/>
                </p:ext>
              </p:extLst>
            </p:nvPr>
          </p:nvGraphicFramePr>
          <p:xfrm>
            <a:off x="1513" y="1595"/>
            <a:ext cx="995" cy="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87320" imgH="457200" progId="Equation.DSMT4">
                    <p:embed/>
                  </p:oleObj>
                </mc:Choice>
                <mc:Fallback>
                  <p:oleObj name="Equation" r:id="rId2" imgW="787320" imgH="457200" progId="Equation.DSMT4">
                    <p:embed/>
                    <p:pic>
                      <p:nvPicPr>
                        <p:cNvPr id="1025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3" y="1595"/>
                          <a:ext cx="995" cy="5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5" name="Group 7"/>
          <p:cNvGrpSpPr>
            <a:grpSpLocks/>
          </p:cNvGrpSpPr>
          <p:nvPr/>
        </p:nvGrpSpPr>
        <p:grpSpPr bwMode="auto">
          <a:xfrm>
            <a:off x="2983803" y="2077079"/>
            <a:ext cx="1600472" cy="526171"/>
            <a:chOff x="1344" y="2307"/>
            <a:chExt cx="1095" cy="369"/>
          </a:xfrm>
        </p:grpSpPr>
        <p:graphicFrame>
          <p:nvGraphicFramePr>
            <p:cNvPr id="1025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950112"/>
                </p:ext>
              </p:extLst>
            </p:nvPr>
          </p:nvGraphicFramePr>
          <p:xfrm>
            <a:off x="1680" y="2307"/>
            <a:ext cx="75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69800" imgH="228600" progId="Equation.DSMT4">
                    <p:embed/>
                  </p:oleObj>
                </mc:Choice>
                <mc:Fallback>
                  <p:oleObj name="Equation" r:id="rId4" imgW="469800" imgH="228600" progId="Equation.DSMT4">
                    <p:embed/>
                    <p:pic>
                      <p:nvPicPr>
                        <p:cNvPr id="1025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307"/>
                          <a:ext cx="759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6" name="Text Box 9"/>
            <p:cNvSpPr txBox="1">
              <a:spLocks noChangeArrowheads="1"/>
            </p:cNvSpPr>
            <p:nvPr/>
          </p:nvSpPr>
          <p:spPr bwMode="auto">
            <a:xfrm>
              <a:off x="1344" y="233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</p:grpSp>
      <p:graphicFrame>
        <p:nvGraphicFramePr>
          <p:cNvPr id="122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858088"/>
              </p:ext>
            </p:extLst>
          </p:nvPr>
        </p:nvGraphicFramePr>
        <p:xfrm>
          <a:off x="4693182" y="2071249"/>
          <a:ext cx="33242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228600" progId="Equation.DSMT4">
                  <p:embed/>
                </p:oleObj>
              </mc:Choice>
              <mc:Fallback>
                <p:oleObj name="Equation" r:id="rId6" imgW="1358640" imgH="228600" progId="Equation.DSMT4">
                  <p:embed/>
                  <p:pic>
                    <p:nvPicPr>
                      <p:cNvPr id="122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3182" y="2071249"/>
                        <a:ext cx="33242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934584"/>
              </p:ext>
            </p:extLst>
          </p:nvPr>
        </p:nvGraphicFramePr>
        <p:xfrm>
          <a:off x="2270766" y="2951002"/>
          <a:ext cx="2066734" cy="1012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320" imgH="457200" progId="Equation.DSMT4">
                  <p:embed/>
                </p:oleObj>
              </mc:Choice>
              <mc:Fallback>
                <p:oleObj name="Equation" r:id="rId8" imgW="787320" imgH="457200" progId="Equation.DSMT4">
                  <p:embed/>
                  <p:pic>
                    <p:nvPicPr>
                      <p:cNvPr id="122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766" y="2951002"/>
                        <a:ext cx="2066734" cy="1012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350959"/>
              </p:ext>
            </p:extLst>
          </p:nvPr>
        </p:nvGraphicFramePr>
        <p:xfrm>
          <a:off x="4511824" y="4257167"/>
          <a:ext cx="2539603" cy="908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06360" imgH="431640" progId="Equation.DSMT4">
                  <p:embed/>
                </p:oleObj>
              </mc:Choice>
              <mc:Fallback>
                <p:oleObj name="Equation" r:id="rId10" imgW="1206360" imgH="431640" progId="Equation.DSMT4">
                  <p:embed/>
                  <p:pic>
                    <p:nvPicPr>
                      <p:cNvPr id="123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4257167"/>
                        <a:ext cx="2539603" cy="908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2219004" y="2083838"/>
            <a:ext cx="69831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23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699199"/>
              </p:ext>
            </p:extLst>
          </p:nvPr>
        </p:nvGraphicFramePr>
        <p:xfrm>
          <a:off x="4288560" y="2942345"/>
          <a:ext cx="2066734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99920" imgH="444240" progId="Equation.DSMT4">
                  <p:embed/>
                </p:oleObj>
              </mc:Choice>
              <mc:Fallback>
                <p:oleObj name="Equation" r:id="rId12" imgW="799920" imgH="444240" progId="Equation.DSMT4">
                  <p:embed/>
                  <p:pic>
                    <p:nvPicPr>
                      <p:cNvPr id="1230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8560" y="2942345"/>
                        <a:ext cx="2066734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413211"/>
              </p:ext>
            </p:extLst>
          </p:nvPr>
        </p:nvGraphicFramePr>
        <p:xfrm>
          <a:off x="6272213" y="2514600"/>
          <a:ext cx="2173287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960" imgH="927000" progId="Equation.DSMT4">
                  <p:embed/>
                </p:oleObj>
              </mc:Choice>
              <mc:Fallback>
                <p:oleObj name="Equation" r:id="rId14" imgW="1002960" imgH="927000" progId="Equation.DSMT4">
                  <p:embed/>
                  <p:pic>
                    <p:nvPicPr>
                      <p:cNvPr id="123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213" y="2514600"/>
                        <a:ext cx="2173287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795346"/>
              </p:ext>
            </p:extLst>
          </p:nvPr>
        </p:nvGraphicFramePr>
        <p:xfrm>
          <a:off x="2298700" y="4287853"/>
          <a:ext cx="2213124" cy="877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520" imgH="406080" progId="Equation.DSMT4">
                  <p:embed/>
                </p:oleObj>
              </mc:Choice>
              <mc:Fallback>
                <p:oleObj name="Equation" r:id="rId16" imgW="1028520" imgH="406080" progId="Equation.DSMT4">
                  <p:embed/>
                  <p:pic>
                    <p:nvPicPr>
                      <p:cNvPr id="1230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4287853"/>
                        <a:ext cx="2213124" cy="877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F8F2C1-AB23-48F9-BFB5-312CA1DCD484}"/>
              </a:ext>
            </a:extLst>
          </p:cNvPr>
          <p:cNvSpPr txBox="1"/>
          <p:nvPr/>
        </p:nvSpPr>
        <p:spPr>
          <a:xfrm>
            <a:off x="2130621" y="700462"/>
            <a:ext cx="3775393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根号内为多项式的情形</a:t>
            </a: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BA4EF394-3D20-4B98-95E1-5A54FE030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5102760"/>
            <a:ext cx="9433048" cy="1350576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1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156C02-6773-45F4-BF55-D0B7F2AD7B77}"/>
              </a:ext>
            </a:extLst>
          </p:cNvPr>
          <p:cNvSpPr txBox="1"/>
          <p:nvPr/>
        </p:nvSpPr>
        <p:spPr>
          <a:xfrm>
            <a:off x="1857332" y="5328425"/>
            <a:ext cx="91254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使用根式代换时，有时令根式的“一部分”为变量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会更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简单一些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61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4" grpId="0" autoUpdateAnimBg="0"/>
      <p:bldP spid="22" grpId="0" animBg="1"/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">
            <a:extLst>
              <a:ext uri="{FF2B5EF4-FFF2-40B4-BE49-F238E27FC236}">
                <a16:creationId xmlns:a16="http://schemas.microsoft.com/office/drawing/2014/main" id="{7FA044F1-67C7-4CE7-9E8F-30233428B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536" y="564004"/>
            <a:ext cx="10275748" cy="1742634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1507233" y="989012"/>
            <a:ext cx="10008603" cy="968375"/>
            <a:chOff x="576" y="3072"/>
            <a:chExt cx="6068" cy="610"/>
          </a:xfrm>
        </p:grpSpPr>
        <p:sp>
          <p:nvSpPr>
            <p:cNvPr id="15374" name="Text Box 3"/>
            <p:cNvSpPr txBox="1">
              <a:spLocks noChangeArrowheads="1"/>
            </p:cNvSpPr>
            <p:nvPr/>
          </p:nvSpPr>
          <p:spPr bwMode="auto">
            <a:xfrm>
              <a:off x="576" y="3072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66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说明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(3)</a:t>
              </a:r>
              <a:endPara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75" name="Text Box 4"/>
            <p:cNvSpPr txBox="1">
              <a:spLocks noChangeArrowheads="1"/>
            </p:cNvSpPr>
            <p:nvPr/>
          </p:nvSpPr>
          <p:spPr bwMode="auto">
            <a:xfrm>
              <a:off x="1399" y="3081"/>
              <a:ext cx="5245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当被积函数含有两种或两种以上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的根式                  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时，可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采用令      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（其中   为各根指数的</a:t>
              </a:r>
              <a:r>
                <a:rPr kumimoji="1" lang="zh-CN" altLang="en-US" sz="28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最小公倍数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）                                                         </a:t>
              </a:r>
            </a:p>
          </p:txBody>
        </p:sp>
        <p:graphicFrame>
          <p:nvGraphicFramePr>
            <p:cNvPr id="1537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9010491"/>
                </p:ext>
              </p:extLst>
            </p:nvPr>
          </p:nvGraphicFramePr>
          <p:xfrm>
            <a:off x="5204" y="3097"/>
            <a:ext cx="105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676400" imgH="457200" progId="Equation.3">
                    <p:embed/>
                  </p:oleObj>
                </mc:Choice>
                <mc:Fallback>
                  <p:oleObj name="公式" r:id="rId3" imgW="1676400" imgH="457200" progId="Equation.3">
                    <p:embed/>
                    <p:pic>
                      <p:nvPicPr>
                        <p:cNvPr id="1537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4" y="3097"/>
                          <a:ext cx="105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3963238"/>
                </p:ext>
              </p:extLst>
            </p:nvPr>
          </p:nvGraphicFramePr>
          <p:xfrm>
            <a:off x="2336" y="3358"/>
            <a:ext cx="59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39800" imgH="419100" progId="Equation.3">
                    <p:embed/>
                  </p:oleObj>
                </mc:Choice>
                <mc:Fallback>
                  <p:oleObj name="公式" r:id="rId5" imgW="939800" imgH="419100" progId="Equation.3">
                    <p:embed/>
                    <p:pic>
                      <p:nvPicPr>
                        <p:cNvPr id="1537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3358"/>
                          <a:ext cx="59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4858956"/>
                </p:ext>
              </p:extLst>
            </p:nvPr>
          </p:nvGraphicFramePr>
          <p:xfrm>
            <a:off x="3455" y="3450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41195" imgH="253890" progId="Equation.3">
                    <p:embed/>
                  </p:oleObj>
                </mc:Choice>
                <mc:Fallback>
                  <p:oleObj name="公式" r:id="rId7" imgW="241195" imgH="253890" progId="Equation.3">
                    <p:embed/>
                    <p:pic>
                      <p:nvPicPr>
                        <p:cNvPr id="1537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5" y="3450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16" name="Group 8"/>
          <p:cNvGrpSpPr>
            <a:grpSpLocks/>
          </p:cNvGrpSpPr>
          <p:nvPr/>
        </p:nvGrpSpPr>
        <p:grpSpPr bwMode="auto">
          <a:xfrm>
            <a:off x="2413000" y="2387600"/>
            <a:ext cx="3987800" cy="965200"/>
            <a:chOff x="560" y="560"/>
            <a:chExt cx="2512" cy="608"/>
          </a:xfrm>
        </p:grpSpPr>
        <p:sp>
          <p:nvSpPr>
            <p:cNvPr id="15372" name="Text Box 9"/>
            <p:cNvSpPr txBox="1">
              <a:spLocks noChangeArrowheads="1"/>
            </p:cNvSpPr>
            <p:nvPr/>
          </p:nvSpPr>
          <p:spPr bwMode="auto">
            <a:xfrm>
              <a:off x="560" y="701"/>
              <a:ext cx="1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15373" name="Object 10"/>
            <p:cNvGraphicFramePr>
              <a:graphicFrameLocks noChangeAspect="1"/>
            </p:cNvGraphicFramePr>
            <p:nvPr/>
          </p:nvGraphicFramePr>
          <p:xfrm>
            <a:off x="1464" y="560"/>
            <a:ext cx="1608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52700" imgH="965200" progId="Equation.3">
                    <p:embed/>
                  </p:oleObj>
                </mc:Choice>
                <mc:Fallback>
                  <p:oleObj name="公式" r:id="rId9" imgW="2552700" imgH="965200" progId="Equation.3">
                    <p:embed/>
                    <p:pic>
                      <p:nvPicPr>
                        <p:cNvPr id="1537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4" y="560"/>
                          <a:ext cx="1608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2374900" y="3595688"/>
            <a:ext cx="901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pSp>
        <p:nvGrpSpPr>
          <p:cNvPr id="17420" name="Group 12"/>
          <p:cNvGrpSpPr>
            <a:grpSpLocks/>
          </p:cNvGrpSpPr>
          <p:nvPr/>
        </p:nvGrpSpPr>
        <p:grpSpPr bwMode="auto">
          <a:xfrm>
            <a:off x="3068638" y="3622676"/>
            <a:ext cx="1447800" cy="519113"/>
            <a:chOff x="1056" y="2169"/>
            <a:chExt cx="912" cy="327"/>
          </a:xfrm>
        </p:grpSpPr>
        <p:sp>
          <p:nvSpPr>
            <p:cNvPr id="15370" name="Text Box 13"/>
            <p:cNvSpPr txBox="1">
              <a:spLocks noChangeArrowheads="1"/>
            </p:cNvSpPr>
            <p:nvPr/>
          </p:nvSpPr>
          <p:spPr bwMode="auto">
            <a:xfrm>
              <a:off x="1056" y="2169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15371" name="Object 14"/>
            <p:cNvGraphicFramePr>
              <a:graphicFrameLocks noChangeAspect="1"/>
            </p:cNvGraphicFramePr>
            <p:nvPr/>
          </p:nvGraphicFramePr>
          <p:xfrm>
            <a:off x="1384" y="2184"/>
            <a:ext cx="58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927100" imgH="419100" progId="Equation.3">
                    <p:embed/>
                  </p:oleObj>
                </mc:Choice>
                <mc:Fallback>
                  <p:oleObj name="公式" r:id="rId11" imgW="927100" imgH="419100" progId="Equation.3">
                    <p:embed/>
                    <p:pic>
                      <p:nvPicPr>
                        <p:cNvPr id="15371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4" y="2184"/>
                          <a:ext cx="584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4554538" y="3671888"/>
          <a:ext cx="2159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159000" imgH="469900" progId="Equation.3">
                  <p:embed/>
                </p:oleObj>
              </mc:Choice>
              <mc:Fallback>
                <p:oleObj name="公式" r:id="rId13" imgW="2159000" imgH="469900" progId="Equation.3">
                  <p:embed/>
                  <p:pic>
                    <p:nvPicPr>
                      <p:cNvPr id="174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538" y="3671888"/>
                        <a:ext cx="2159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/>
        </p:nvGraphicFramePr>
        <p:xfrm>
          <a:off x="2514600" y="4419600"/>
          <a:ext cx="2438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438400" imgH="965200" progId="Equation.3">
                  <p:embed/>
                </p:oleObj>
              </mc:Choice>
              <mc:Fallback>
                <p:oleObj name="公式" r:id="rId15" imgW="2438400" imgH="965200" progId="Equation.3">
                  <p:embed/>
                  <p:pic>
                    <p:nvPicPr>
                      <p:cNvPr id="174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419600"/>
                        <a:ext cx="2438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/>
        </p:nvGraphicFramePr>
        <p:xfrm>
          <a:off x="5067300" y="4419601"/>
          <a:ext cx="23241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324100" imgH="1003300" progId="Equation.3">
                  <p:embed/>
                </p:oleObj>
              </mc:Choice>
              <mc:Fallback>
                <p:oleObj name="公式" r:id="rId17" imgW="2324100" imgH="1003300" progId="Equation.3">
                  <p:embed/>
                  <p:pic>
                    <p:nvPicPr>
                      <p:cNvPr id="174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4419601"/>
                        <a:ext cx="23241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/>
          <p:cNvGraphicFramePr>
            <a:graphicFrameLocks noChangeAspect="1"/>
          </p:cNvGraphicFramePr>
          <p:nvPr/>
        </p:nvGraphicFramePr>
        <p:xfrm>
          <a:off x="7391400" y="4456113"/>
          <a:ext cx="175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752600" imgH="927100" progId="Equation.3">
                  <p:embed/>
                </p:oleObj>
              </mc:Choice>
              <mc:Fallback>
                <p:oleObj name="公式" r:id="rId19" imgW="1752600" imgH="927100" progId="Equation.3">
                  <p:embed/>
                  <p:pic>
                    <p:nvPicPr>
                      <p:cNvPr id="1742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456113"/>
                        <a:ext cx="175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40699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741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819400" y="1143000"/>
          <a:ext cx="2451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38516" imgH="914361" progId="Equation.3">
                  <p:embed/>
                </p:oleObj>
              </mc:Choice>
              <mc:Fallback>
                <p:oleObj name="公式" r:id="rId2" imgW="2438516" imgH="914361" progId="Equation.3">
                  <p:embed/>
                  <p:pic>
                    <p:nvPicPr>
                      <p:cNvPr id="163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143000"/>
                        <a:ext cx="2451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844800" y="2286000"/>
          <a:ext cx="2794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94000" imgH="965200" progId="Equation.3">
                  <p:embed/>
                </p:oleObj>
              </mc:Choice>
              <mc:Fallback>
                <p:oleObj name="公式" r:id="rId4" imgW="2794000" imgH="965200" progId="Equation.3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2286000"/>
                        <a:ext cx="2794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2801938" y="3581401"/>
          <a:ext cx="30861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86100" imgH="406400" progId="Equation.3">
                  <p:embed/>
                </p:oleObj>
              </mc:Choice>
              <mc:Fallback>
                <p:oleObj name="公式" r:id="rId6" imgW="3086100" imgH="406400" progId="Equation.3">
                  <p:embed/>
                  <p:pic>
                    <p:nvPicPr>
                      <p:cNvPr id="18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3581401"/>
                        <a:ext cx="30861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2830513" y="4419600"/>
          <a:ext cx="3924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924300" imgH="469900" progId="Equation.3">
                  <p:embed/>
                </p:oleObj>
              </mc:Choice>
              <mc:Fallback>
                <p:oleObj name="公式" r:id="rId8" imgW="3924300" imgH="469900" progId="Equation.3">
                  <p:embed/>
                  <p:pic>
                    <p:nvPicPr>
                      <p:cNvPr id="18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4419600"/>
                        <a:ext cx="3924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536772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448539" y="2732299"/>
            <a:ext cx="630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29F3C4A-868C-4E48-8CBE-84C74795C208}"/>
              </a:ext>
            </a:extLst>
          </p:cNvPr>
          <p:cNvGrpSpPr/>
          <p:nvPr/>
        </p:nvGrpSpPr>
        <p:grpSpPr>
          <a:xfrm>
            <a:off x="2495600" y="1504227"/>
            <a:ext cx="3400109" cy="927100"/>
            <a:chOff x="2448539" y="1485700"/>
            <a:chExt cx="3400109" cy="927100"/>
          </a:xfrm>
        </p:grpSpPr>
        <p:sp>
          <p:nvSpPr>
            <p:cNvPr id="11266" name="Text Box 2"/>
            <p:cNvSpPr txBox="1">
              <a:spLocks noChangeArrowheads="1"/>
            </p:cNvSpPr>
            <p:nvPr/>
          </p:nvSpPr>
          <p:spPr bwMode="auto">
            <a:xfrm>
              <a:off x="2448539" y="1715220"/>
              <a:ext cx="22098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8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1126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3303532"/>
                </p:ext>
              </p:extLst>
            </p:nvPr>
          </p:nvGraphicFramePr>
          <p:xfrm>
            <a:off x="3956348" y="1485700"/>
            <a:ext cx="1892300" cy="927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892300" imgH="927100" progId="Equation.3">
                    <p:embed/>
                  </p:oleObj>
                </mc:Choice>
                <mc:Fallback>
                  <p:oleObj name="公式" r:id="rId2" imgW="1892300" imgH="927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348" y="1485700"/>
                          <a:ext cx="1892300" cy="927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17" name="Group 5"/>
          <p:cNvGrpSpPr>
            <a:grpSpLocks/>
          </p:cNvGrpSpPr>
          <p:nvPr/>
        </p:nvGrpSpPr>
        <p:grpSpPr bwMode="auto">
          <a:xfrm>
            <a:off x="3148356" y="2740542"/>
            <a:ext cx="2228850" cy="519113"/>
            <a:chOff x="1200" y="1108"/>
            <a:chExt cx="1404" cy="327"/>
          </a:xfrm>
        </p:grpSpPr>
        <p:graphicFrame>
          <p:nvGraphicFramePr>
            <p:cNvPr id="11278" name="Object 6"/>
            <p:cNvGraphicFramePr>
              <a:graphicFrameLocks noChangeAspect="1"/>
            </p:cNvGraphicFramePr>
            <p:nvPr/>
          </p:nvGraphicFramePr>
          <p:xfrm>
            <a:off x="1524" y="1128"/>
            <a:ext cx="10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14500" imgH="457200" progId="Equation.3">
                    <p:embed/>
                  </p:oleObj>
                </mc:Choice>
                <mc:Fallback>
                  <p:oleObj name="公式" r:id="rId4" imgW="17145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" y="1128"/>
                          <a:ext cx="108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9" name="Text Box 7"/>
            <p:cNvSpPr txBox="1">
              <a:spLocks noChangeArrowheads="1"/>
            </p:cNvSpPr>
            <p:nvPr/>
          </p:nvSpPr>
          <p:spPr bwMode="auto">
            <a:xfrm>
              <a:off x="1200" y="1108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</p:grpSp>
      <p:graphicFrame>
        <p:nvGraphicFramePr>
          <p:cNvPr id="13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340428"/>
              </p:ext>
            </p:extLst>
          </p:nvPr>
        </p:nvGraphicFramePr>
        <p:xfrm>
          <a:off x="5486276" y="2732245"/>
          <a:ext cx="2146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46300" imgH="469900" progId="Equation.3">
                  <p:embed/>
                </p:oleObj>
              </mc:Choice>
              <mc:Fallback>
                <p:oleObj name="公式" r:id="rId6" imgW="21463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276" y="2732245"/>
                        <a:ext cx="2146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651901"/>
              </p:ext>
            </p:extLst>
          </p:nvPr>
        </p:nvGraphicFramePr>
        <p:xfrm>
          <a:off x="5663952" y="3202145"/>
          <a:ext cx="2095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95500" imgH="889000" progId="Equation.3">
                  <p:embed/>
                </p:oleObj>
              </mc:Choice>
              <mc:Fallback>
                <p:oleObj name="公式" r:id="rId8" imgW="2095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3202145"/>
                        <a:ext cx="2095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56585"/>
              </p:ext>
            </p:extLst>
          </p:nvPr>
        </p:nvGraphicFramePr>
        <p:xfrm>
          <a:off x="2667124" y="4157763"/>
          <a:ext cx="1980952" cy="11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444240" progId="Equation.DSMT4">
                  <p:embed/>
                </p:oleObj>
              </mc:Choice>
              <mc:Fallback>
                <p:oleObj name="Equation" r:id="rId10" imgW="7743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124" y="4157763"/>
                        <a:ext cx="1980952" cy="11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158746"/>
              </p:ext>
            </p:extLst>
          </p:nvPr>
        </p:nvGraphicFramePr>
        <p:xfrm>
          <a:off x="4648076" y="4269550"/>
          <a:ext cx="1676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76400" imgH="889000" progId="Equation.3">
                  <p:embed/>
                </p:oleObj>
              </mc:Choice>
              <mc:Fallback>
                <p:oleObj name="公式" r:id="rId12" imgW="1676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076" y="4269550"/>
                        <a:ext cx="1676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993730"/>
              </p:ext>
            </p:extLst>
          </p:nvPr>
        </p:nvGraphicFramePr>
        <p:xfrm>
          <a:off x="6316921" y="4184746"/>
          <a:ext cx="3258392" cy="114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9720" imgH="444240" progId="Equation.DSMT4">
                  <p:embed/>
                </p:oleObj>
              </mc:Choice>
              <mc:Fallback>
                <p:oleObj name="Equation" r:id="rId14" imgW="1269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6921" y="4184746"/>
                        <a:ext cx="3258392" cy="114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99256"/>
              </p:ext>
            </p:extLst>
          </p:nvPr>
        </p:nvGraphicFramePr>
        <p:xfrm>
          <a:off x="2927648" y="5376862"/>
          <a:ext cx="2057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57400" imgH="965200" progId="Equation.3">
                  <p:embed/>
                </p:oleObj>
              </mc:Choice>
              <mc:Fallback>
                <p:oleObj name="公式" r:id="rId16" imgW="20574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5376862"/>
                        <a:ext cx="2057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005188"/>
              </p:ext>
            </p:extLst>
          </p:nvPr>
        </p:nvGraphicFramePr>
        <p:xfrm>
          <a:off x="4985048" y="5491816"/>
          <a:ext cx="400367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88367" imgH="266584" progId="Equation.DSMT4">
                  <p:embed/>
                </p:oleObj>
              </mc:Choice>
              <mc:Fallback>
                <p:oleObj name="Equation" r:id="rId18" imgW="1688367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5048" y="5491816"/>
                        <a:ext cx="4003675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947692"/>
              </p:ext>
            </p:extLst>
          </p:nvPr>
        </p:nvGraphicFramePr>
        <p:xfrm>
          <a:off x="3316518" y="3394838"/>
          <a:ext cx="2132210" cy="549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89000" imgH="228600" progId="Equation.DSMT4">
                  <p:embed/>
                </p:oleObj>
              </mc:Choice>
              <mc:Fallback>
                <p:oleObj name="Equation" r:id="rId20" imgW="889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518" y="3394838"/>
                        <a:ext cx="2132210" cy="549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B957B5-9C00-4DFF-B22F-AAEAFA8FB1BA}"/>
              </a:ext>
            </a:extLst>
          </p:cNvPr>
          <p:cNvSpPr txBox="1"/>
          <p:nvPr/>
        </p:nvSpPr>
        <p:spPr>
          <a:xfrm>
            <a:off x="2494926" y="866247"/>
            <a:ext cx="4152099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根号内有指数函数的情形</a:t>
            </a:r>
          </a:p>
        </p:txBody>
      </p:sp>
    </p:spTree>
    <p:extLst>
      <p:ext uri="{BB962C8B-B14F-4D97-AF65-F5344CB8AC3E}">
        <p14:creationId xmlns:p14="http://schemas.microsoft.com/office/powerpoint/2010/main" val="242836890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>
            <a:extLst>
              <a:ext uri="{FF2B5EF4-FFF2-40B4-BE49-F238E27FC236}">
                <a16:creationId xmlns:a16="http://schemas.microsoft.com/office/drawing/2014/main" id="{9D6211D6-FB28-48A8-BAB7-087F9F9BC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739" y="232333"/>
            <a:ext cx="8662773" cy="1063712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501FA2B-3563-4C0C-869E-08F2D4F4C623}"/>
              </a:ext>
            </a:extLst>
          </p:cNvPr>
          <p:cNvGrpSpPr/>
          <p:nvPr/>
        </p:nvGrpSpPr>
        <p:grpSpPr>
          <a:xfrm>
            <a:off x="2108200" y="232333"/>
            <a:ext cx="8481352" cy="1034795"/>
            <a:chOff x="1369640" y="214773"/>
            <a:chExt cx="8775288" cy="1202881"/>
          </a:xfrm>
          <a:noFill/>
        </p:grpSpPr>
        <p:sp>
          <p:nvSpPr>
            <p:cNvPr id="12290" name="Text Box 2"/>
            <p:cNvSpPr txBox="1">
              <a:spLocks noChangeArrowheads="1"/>
            </p:cNvSpPr>
            <p:nvPr/>
          </p:nvSpPr>
          <p:spPr bwMode="auto">
            <a:xfrm>
              <a:off x="1369640" y="529518"/>
              <a:ext cx="2309609" cy="60820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33CC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cs typeface="Times New Roman" panose="02020603050405020304" pitchFamily="18" charset="0"/>
                </a:rPr>
                <a:t>三、倒代换：</a:t>
              </a:r>
              <a:endPara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291" name="Text Box 3"/>
            <p:cNvSpPr txBox="1">
              <a:spLocks noChangeArrowheads="1"/>
            </p:cNvSpPr>
            <p:nvPr/>
          </p:nvSpPr>
          <p:spPr bwMode="auto">
            <a:xfrm>
              <a:off x="3439948" y="564916"/>
              <a:ext cx="5791200" cy="519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当分母的阶较高时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可采用</a:t>
              </a: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倒代换</a:t>
              </a:r>
            </a:p>
          </p:txBody>
        </p:sp>
        <p:graphicFrame>
          <p:nvGraphicFramePr>
            <p:cNvPr id="1434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3447436"/>
                </p:ext>
              </p:extLst>
            </p:nvPr>
          </p:nvGraphicFramePr>
          <p:xfrm>
            <a:off x="8866868" y="214773"/>
            <a:ext cx="1278060" cy="1202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31640" imgH="406080" progId="Equation.DSMT4">
                    <p:embed/>
                  </p:oleObj>
                </mc:Choice>
                <mc:Fallback>
                  <p:oleObj name="Equation" r:id="rId3" imgW="4316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6868" y="214773"/>
                          <a:ext cx="1278060" cy="12028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1" name="Group 5"/>
          <p:cNvGrpSpPr>
            <a:grpSpLocks/>
          </p:cNvGrpSpPr>
          <p:nvPr/>
        </p:nvGrpSpPr>
        <p:grpSpPr bwMode="auto">
          <a:xfrm>
            <a:off x="2078923" y="1181162"/>
            <a:ext cx="3702051" cy="965199"/>
            <a:chOff x="439" y="1027"/>
            <a:chExt cx="2332" cy="608"/>
          </a:xfrm>
        </p:grpSpPr>
        <p:sp>
          <p:nvSpPr>
            <p:cNvPr id="12306" name="Text Box 6"/>
            <p:cNvSpPr txBox="1">
              <a:spLocks noChangeArrowheads="1"/>
            </p:cNvSpPr>
            <p:nvPr/>
          </p:nvSpPr>
          <p:spPr bwMode="auto">
            <a:xfrm>
              <a:off x="439" y="1187"/>
              <a:ext cx="1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9</a:t>
              </a:r>
              <a:r>
                <a:rPr kumimoji="1"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1230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5064180"/>
                </p:ext>
              </p:extLst>
            </p:nvPr>
          </p:nvGraphicFramePr>
          <p:xfrm>
            <a:off x="1451" y="1027"/>
            <a:ext cx="1320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095500" imgH="965200" progId="Equation.3">
                    <p:embed/>
                  </p:oleObj>
                </mc:Choice>
                <mc:Fallback>
                  <p:oleObj name="公式" r:id="rId5" imgW="2095500" imgH="965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1027"/>
                          <a:ext cx="1320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5" name="Group 9"/>
          <p:cNvGrpSpPr>
            <a:grpSpLocks/>
          </p:cNvGrpSpPr>
          <p:nvPr/>
        </p:nvGrpSpPr>
        <p:grpSpPr bwMode="auto">
          <a:xfrm>
            <a:off x="2931318" y="2093909"/>
            <a:ext cx="1371600" cy="889000"/>
            <a:chOff x="1056" y="1632"/>
            <a:chExt cx="864" cy="560"/>
          </a:xfrm>
        </p:grpSpPr>
        <p:sp>
          <p:nvSpPr>
            <p:cNvPr id="12304" name="Text Box 10"/>
            <p:cNvSpPr txBox="1">
              <a:spLocks noChangeArrowheads="1"/>
            </p:cNvSpPr>
            <p:nvPr/>
          </p:nvSpPr>
          <p:spPr bwMode="auto">
            <a:xfrm>
              <a:off x="1056" y="1737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12305" name="Object 11"/>
            <p:cNvGraphicFramePr>
              <a:graphicFrameLocks noChangeAspect="1"/>
            </p:cNvGraphicFramePr>
            <p:nvPr/>
          </p:nvGraphicFramePr>
          <p:xfrm>
            <a:off x="1392" y="1632"/>
            <a:ext cx="528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838200" imgH="889000" progId="Equation.3">
                    <p:embed/>
                  </p:oleObj>
                </mc:Choice>
                <mc:Fallback>
                  <p:oleObj name="公式" r:id="rId7" imgW="838200" imgH="889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632"/>
                          <a:ext cx="528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858382"/>
              </p:ext>
            </p:extLst>
          </p:nvPr>
        </p:nvGraphicFramePr>
        <p:xfrm>
          <a:off x="4431579" y="2087843"/>
          <a:ext cx="2324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324100" imgH="889000" progId="Equation.3">
                  <p:embed/>
                </p:oleObj>
              </mc:Choice>
              <mc:Fallback>
                <p:oleObj name="公式" r:id="rId9" imgW="2324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1579" y="2087843"/>
                        <a:ext cx="2324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3"/>
          <p:cNvGraphicFramePr>
            <a:graphicFrameLocks noChangeAspect="1"/>
          </p:cNvGraphicFramePr>
          <p:nvPr/>
        </p:nvGraphicFramePr>
        <p:xfrm>
          <a:off x="2197100" y="2924175"/>
          <a:ext cx="2095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095500" imgH="965200" progId="Equation.3">
                  <p:embed/>
                </p:oleObj>
              </mc:Choice>
              <mc:Fallback>
                <p:oleObj name="公式" r:id="rId11" imgW="2095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2924175"/>
                        <a:ext cx="2095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0" name="Object 14"/>
          <p:cNvGraphicFramePr>
            <a:graphicFrameLocks noChangeAspect="1"/>
          </p:cNvGraphicFramePr>
          <p:nvPr/>
        </p:nvGraphicFramePr>
        <p:xfrm>
          <a:off x="4330700" y="2924175"/>
          <a:ext cx="3378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78200" imgH="1524000" progId="Equation.3">
                  <p:embed/>
                </p:oleObj>
              </mc:Choice>
              <mc:Fallback>
                <p:oleObj name="公式" r:id="rId12" imgW="3378200" imgH="152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2924175"/>
                        <a:ext cx="33782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1" name="Object 15"/>
          <p:cNvGraphicFramePr>
            <a:graphicFrameLocks noChangeAspect="1"/>
          </p:cNvGraphicFramePr>
          <p:nvPr/>
        </p:nvGraphicFramePr>
        <p:xfrm>
          <a:off x="7708900" y="2924175"/>
          <a:ext cx="2184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84400" imgH="927100" progId="Equation.3">
                  <p:embed/>
                </p:oleObj>
              </mc:Choice>
              <mc:Fallback>
                <p:oleObj name="公式" r:id="rId14" imgW="21844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0" y="2924175"/>
                        <a:ext cx="2184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Object 16"/>
          <p:cNvGraphicFramePr>
            <a:graphicFrameLocks noChangeAspect="1"/>
          </p:cNvGraphicFramePr>
          <p:nvPr/>
        </p:nvGraphicFramePr>
        <p:xfrm>
          <a:off x="2108200" y="5378451"/>
          <a:ext cx="31115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89300" imgH="889000" progId="Equation.3">
                  <p:embed/>
                </p:oleObj>
              </mc:Choice>
              <mc:Fallback>
                <p:oleObj name="公式" r:id="rId16" imgW="32893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5378451"/>
                        <a:ext cx="311150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17"/>
          <p:cNvGraphicFramePr>
            <a:graphicFrameLocks noChangeAspect="1"/>
          </p:cNvGraphicFramePr>
          <p:nvPr/>
        </p:nvGraphicFramePr>
        <p:xfrm>
          <a:off x="5267325" y="5368925"/>
          <a:ext cx="45593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826000" imgH="889000" progId="Equation.3">
                  <p:embed/>
                </p:oleObj>
              </mc:Choice>
              <mc:Fallback>
                <p:oleObj name="公式" r:id="rId18" imgW="4826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5368925"/>
                        <a:ext cx="455930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Rectangle 18"/>
          <p:cNvSpPr>
            <a:spLocks noChangeArrowheads="1"/>
          </p:cNvSpPr>
          <p:nvPr/>
        </p:nvSpPr>
        <p:spPr bwMode="auto">
          <a:xfrm>
            <a:off x="2108200" y="223109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4355" name="Object 19"/>
          <p:cNvGraphicFramePr>
            <a:graphicFrameLocks noChangeAspect="1"/>
          </p:cNvGraphicFramePr>
          <p:nvPr/>
        </p:nvGraphicFramePr>
        <p:xfrm>
          <a:off x="2063751" y="4365625"/>
          <a:ext cx="26447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29810" imgH="406224" progId="Equation.DSMT4">
                  <p:embed/>
                </p:oleObj>
              </mc:Choice>
              <mc:Fallback>
                <p:oleObj name="Equation" r:id="rId20" imgW="112981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4365625"/>
                        <a:ext cx="26447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6" name="Object 20"/>
          <p:cNvGraphicFramePr>
            <a:graphicFrameLocks noChangeAspect="1"/>
          </p:cNvGraphicFramePr>
          <p:nvPr/>
        </p:nvGraphicFramePr>
        <p:xfrm>
          <a:off x="4598988" y="4379913"/>
          <a:ext cx="3744912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00200" imgH="406400" progId="Equation.DSMT4">
                  <p:embed/>
                </p:oleObj>
              </mc:Choice>
              <mc:Fallback>
                <p:oleObj name="Equation" r:id="rId22" imgW="16002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988" y="4379913"/>
                        <a:ext cx="3744912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220295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435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387600" y="107473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387600" y="21590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3805238" y="869950"/>
          <a:ext cx="2336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36800" imgH="927100" progId="Equation.3">
                  <p:embed/>
                </p:oleObj>
              </mc:Choice>
              <mc:Fallback>
                <p:oleObj name="公式" r:id="rId2" imgW="23368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238" y="869950"/>
                        <a:ext cx="2336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3098800" y="2984500"/>
          <a:ext cx="2235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35200" imgH="939800" progId="Equation.3">
                  <p:embed/>
                </p:oleObj>
              </mc:Choice>
              <mc:Fallback>
                <p:oleObj name="公式" r:id="rId4" imgW="22352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2984500"/>
                        <a:ext cx="2235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6" name="Group 6"/>
          <p:cNvGrpSpPr>
            <a:grpSpLocks/>
          </p:cNvGrpSpPr>
          <p:nvPr/>
        </p:nvGrpSpPr>
        <p:grpSpPr bwMode="auto">
          <a:xfrm>
            <a:off x="3302000" y="2006600"/>
            <a:ext cx="1371600" cy="889000"/>
            <a:chOff x="1056" y="1632"/>
            <a:chExt cx="864" cy="560"/>
          </a:xfrm>
        </p:grpSpPr>
        <p:sp>
          <p:nvSpPr>
            <p:cNvPr id="13325" name="Text Box 7"/>
            <p:cNvSpPr txBox="1">
              <a:spLocks noChangeArrowheads="1"/>
            </p:cNvSpPr>
            <p:nvPr/>
          </p:nvSpPr>
          <p:spPr bwMode="auto">
            <a:xfrm>
              <a:off x="1056" y="1737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13326" name="Object 8"/>
            <p:cNvGraphicFramePr>
              <a:graphicFrameLocks noChangeAspect="1"/>
            </p:cNvGraphicFramePr>
            <p:nvPr/>
          </p:nvGraphicFramePr>
          <p:xfrm>
            <a:off x="1392" y="1632"/>
            <a:ext cx="528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838200" imgH="889000" progId="Equation.3">
                    <p:embed/>
                  </p:oleObj>
                </mc:Choice>
                <mc:Fallback>
                  <p:oleObj name="公式" r:id="rId6" imgW="838200" imgH="889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632"/>
                          <a:ext cx="528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4724400" y="2006600"/>
          <a:ext cx="2324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24100" imgH="889000" progId="Equation.3">
                  <p:embed/>
                </p:oleObj>
              </mc:Choice>
              <mc:Fallback>
                <p:oleObj name="公式" r:id="rId8" imgW="2324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006600"/>
                        <a:ext cx="2324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5410200" y="2971800"/>
          <a:ext cx="42164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216400" imgH="1562100" progId="Equation.3">
                  <p:embed/>
                </p:oleObj>
              </mc:Choice>
              <mc:Fallback>
                <p:oleObj name="公式" r:id="rId10" imgW="4216400" imgH="156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971800"/>
                        <a:ext cx="42164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6654801" y="1143001"/>
            <a:ext cx="3046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（分母的阶较高）</a:t>
            </a:r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3048000" y="4724400"/>
          <a:ext cx="21971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97100" imgH="977900" progId="Equation.3">
                  <p:embed/>
                </p:oleObj>
              </mc:Choice>
              <mc:Fallback>
                <p:oleObj name="公式" r:id="rId12" imgW="21971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724400"/>
                        <a:ext cx="21971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5321300" y="4724400"/>
          <a:ext cx="2603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03500" imgH="977900" progId="Equation.3">
                  <p:embed/>
                </p:oleObj>
              </mc:Choice>
              <mc:Fallback>
                <p:oleObj name="公式" r:id="rId14" imgW="26035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4724400"/>
                        <a:ext cx="2603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8458200" y="5029200"/>
          <a:ext cx="901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95314" imgH="409742" progId="Equation.3">
                  <p:embed/>
                </p:oleObj>
              </mc:Choice>
              <mc:Fallback>
                <p:oleObj name="公式" r:id="rId16" imgW="8953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5029200"/>
                        <a:ext cx="901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54526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  <p:bldP spid="1537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724640"/>
              </p:ext>
            </p:extLst>
          </p:nvPr>
        </p:nvGraphicFramePr>
        <p:xfrm>
          <a:off x="2495600" y="1141601"/>
          <a:ext cx="2527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27300" imgH="901700" progId="Equation.3">
                  <p:embed/>
                </p:oleObj>
              </mc:Choice>
              <mc:Fallback>
                <p:oleObj name="公式" r:id="rId2" imgW="25273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1141601"/>
                        <a:ext cx="25273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059280"/>
              </p:ext>
            </p:extLst>
          </p:nvPr>
        </p:nvGraphicFramePr>
        <p:xfrm>
          <a:off x="5087888" y="1141601"/>
          <a:ext cx="2489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76341" imgH="895247" progId="Equation.3">
                  <p:embed/>
                </p:oleObj>
              </mc:Choice>
              <mc:Fallback>
                <p:oleObj name="公式" r:id="rId4" imgW="2476341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888" y="1141601"/>
                        <a:ext cx="2489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955800"/>
              </p:ext>
            </p:extLst>
          </p:nvPr>
        </p:nvGraphicFramePr>
        <p:xfrm>
          <a:off x="2438400" y="2266251"/>
          <a:ext cx="4787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87900" imgH="965200" progId="Equation.3">
                  <p:embed/>
                </p:oleObj>
              </mc:Choice>
              <mc:Fallback>
                <p:oleObj name="公式" r:id="rId6" imgW="47879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66251"/>
                        <a:ext cx="4787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77921"/>
              </p:ext>
            </p:extLst>
          </p:nvPr>
        </p:nvGraphicFramePr>
        <p:xfrm>
          <a:off x="2438400" y="3333751"/>
          <a:ext cx="4241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241800" imgH="889000" progId="Equation.3">
                  <p:embed/>
                </p:oleObj>
              </mc:Choice>
              <mc:Fallback>
                <p:oleObj name="公式" r:id="rId8" imgW="4241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333751"/>
                        <a:ext cx="4241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207427"/>
              </p:ext>
            </p:extLst>
          </p:nvPr>
        </p:nvGraphicFramePr>
        <p:xfrm>
          <a:off x="2438400" y="4356101"/>
          <a:ext cx="49022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902200" imgH="1181100" progId="Equation.3">
                  <p:embed/>
                </p:oleObj>
              </mc:Choice>
              <mc:Fallback>
                <p:oleObj name="公式" r:id="rId10" imgW="4902200" imgH="1181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356101"/>
                        <a:ext cx="49022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53856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 flipH="1">
            <a:off x="2279650" y="981075"/>
            <a:ext cx="685800" cy="32702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rgbClr val="FF0000"/>
                </a:solidFill>
                <a:latin typeface="宋体" panose="02010600030101010101" pitchFamily="2" charset="-122"/>
              </a:rPr>
              <a:t>基本积分表</a:t>
            </a:r>
          </a:p>
          <a:p>
            <a:pPr algn="r"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225800" y="996951"/>
          <a:ext cx="49530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953000" imgH="635000" progId="Equation.3">
                  <p:embed/>
                </p:oleObj>
              </mc:Choice>
              <mc:Fallback>
                <p:oleObj name="公式" r:id="rId2" imgW="49530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996951"/>
                        <a:ext cx="49530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206750" y="1873251"/>
          <a:ext cx="46101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610100" imgH="635000" progId="Equation.3">
                  <p:embed/>
                </p:oleObj>
              </mc:Choice>
              <mc:Fallback>
                <p:oleObj name="公式" r:id="rId4" imgW="46101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0" y="1873251"/>
                        <a:ext cx="46101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3205164" y="2787651"/>
          <a:ext cx="5995987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994400" imgH="635000" progId="Equation.3">
                  <p:embed/>
                </p:oleObj>
              </mc:Choice>
              <mc:Fallback>
                <p:oleObj name="公式" r:id="rId6" imgW="59944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4" y="2787651"/>
                        <a:ext cx="5995987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3201989" y="3765551"/>
          <a:ext cx="5945187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943600" imgH="635000" progId="Equation.3">
                  <p:embed/>
                </p:oleObj>
              </mc:Choice>
              <mc:Fallback>
                <p:oleObj name="公式" r:id="rId8" imgW="59436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9" y="3765551"/>
                        <a:ext cx="5945187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3168650" y="4673600"/>
          <a:ext cx="5511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511800" imgH="889000" progId="Equation.3">
                  <p:embed/>
                </p:oleObj>
              </mc:Choice>
              <mc:Fallback>
                <p:oleObj name="公式" r:id="rId10" imgW="5511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4673600"/>
                        <a:ext cx="5511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877649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2552700" y="2159000"/>
          <a:ext cx="55387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537200" imgH="889000" progId="Equation.3">
                  <p:embed/>
                </p:oleObj>
              </mc:Choice>
              <mc:Fallback>
                <p:oleObj name="公式" r:id="rId2" imgW="5537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2159000"/>
                        <a:ext cx="55387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2565400" y="3282950"/>
          <a:ext cx="54498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448300" imgH="927100" progId="Equation.3">
                  <p:embed/>
                </p:oleObj>
              </mc:Choice>
              <mc:Fallback>
                <p:oleObj name="公式" r:id="rId4" imgW="5448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282950"/>
                        <a:ext cx="544988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2551114" y="4375150"/>
          <a:ext cx="67452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743700" imgH="927100" progId="Equation.3">
                  <p:embed/>
                </p:oleObj>
              </mc:Choice>
              <mc:Fallback>
                <p:oleObj name="公式" r:id="rId6" imgW="67437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4" y="4375150"/>
                        <a:ext cx="674528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2559050" y="1066800"/>
          <a:ext cx="5524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524500" imgH="889000" progId="Equation.3">
                  <p:embed/>
                </p:oleObj>
              </mc:Choice>
              <mc:Fallback>
                <p:oleObj name="公式" r:id="rId8" imgW="5524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1066800"/>
                        <a:ext cx="5524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31360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924120" y="896625"/>
            <a:ext cx="1368152" cy="778892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895600" y="1828800"/>
            <a:ext cx="434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两类积分换元法：</a:t>
            </a: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3048001" y="2590800"/>
          <a:ext cx="4048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0115" imgH="1028700" progId="Equation.3">
                  <p:embed/>
                </p:oleObj>
              </mc:Choice>
              <mc:Fallback>
                <p:oleObj name="公式" r:id="rId2" imgW="400115" imgH="1028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2590800"/>
                        <a:ext cx="404813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3124200" y="24526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（一）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凑微分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3124200" y="3124201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（二）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三角代换、根式代换、倒代换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2819400" y="3733800"/>
            <a:ext cx="403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latin typeface="Times New Roman" panose="02020603050405020304" pitchFamily="18" charset="0"/>
              </a:rPr>
              <a:t>基本积分表</a:t>
            </a:r>
            <a:r>
              <a:rPr kumimoji="1" lang="en-US" altLang="zh-CN" sz="3200" b="1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71992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09" grpId="0" autoUpdateAnimBg="0"/>
      <p:bldP spid="21510" grpId="0" autoUpdateAnimBg="0"/>
      <p:bldP spid="21511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441575" y="1600201"/>
            <a:ext cx="132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问题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505200" y="1600200"/>
          <a:ext cx="1778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8000" imgH="571500" progId="Equation.3">
                  <p:embed/>
                </p:oleObj>
              </mc:Choice>
              <mc:Fallback>
                <p:oleObj name="公式" r:id="rId2" imgW="1778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00200"/>
                        <a:ext cx="1778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2441575" y="2290763"/>
            <a:ext cx="2393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解决思路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4191000" y="2320926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利用两个函数乘积的求导法则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2476500" y="3063875"/>
          <a:ext cx="7475538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7025717" imgH="620322" progId="Word.Document.8">
                  <p:embed/>
                </p:oleObj>
              </mc:Choice>
              <mc:Fallback>
                <p:oleObj name="文档" r:id="rId4" imgW="7025717" imgH="6203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063875"/>
                        <a:ext cx="7475538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2566988" y="3756026"/>
          <a:ext cx="288131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04421" imgH="266584" progId="Equation.3">
                  <p:embed/>
                </p:oleObj>
              </mc:Choice>
              <mc:Fallback>
                <p:oleObj name="公式" r:id="rId6" imgW="1104421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756026"/>
                        <a:ext cx="2881312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5919789" y="3756026"/>
          <a:ext cx="28797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04421" imgH="266584" progId="Equation.3">
                  <p:embed/>
                </p:oleObj>
              </mc:Choice>
              <mc:Fallback>
                <p:oleObj name="公式" r:id="rId8" imgW="1104421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789" y="3756026"/>
                        <a:ext cx="28797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2547938" y="4656138"/>
          <a:ext cx="34798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467086" imgH="628689" progId="Equation.3">
                  <p:embed/>
                </p:oleObj>
              </mc:Choice>
              <mc:Fallback>
                <p:oleObj name="公式" r:id="rId10" imgW="3467086" imgH="6286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4656138"/>
                        <a:ext cx="34798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"/>
          <p:cNvGraphicFramePr>
            <a:graphicFrameLocks noChangeAspect="1"/>
          </p:cNvGraphicFramePr>
          <p:nvPr/>
        </p:nvGraphicFramePr>
        <p:xfrm>
          <a:off x="6489700" y="4694238"/>
          <a:ext cx="28829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76456" imgH="628689" progId="Equation.3">
                  <p:embed/>
                </p:oleObj>
              </mc:Choice>
              <mc:Fallback>
                <p:oleObj name="公式" r:id="rId12" imgW="2876456" imgH="6286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9700" y="4694238"/>
                        <a:ext cx="28829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7239000" y="5410201"/>
            <a:ext cx="24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宋体" panose="02010600030101010101" pitchFamily="2" charset="-122"/>
              </a:rPr>
              <a:t>分部积分公式</a:t>
            </a:r>
          </a:p>
        </p:txBody>
      </p:sp>
      <p:sp>
        <p:nvSpPr>
          <p:cNvPr id="20492" name="Rectangle 12"/>
          <p:cNvSpPr>
            <a:spLocks noGrp="1" noChangeArrowheads="1"/>
          </p:cNvSpPr>
          <p:nvPr>
            <p:ph type="title"/>
          </p:nvPr>
        </p:nvSpPr>
        <p:spPr>
          <a:xfrm>
            <a:off x="2475855" y="608012"/>
            <a:ext cx="3949824" cy="900113"/>
          </a:xfrm>
        </p:spPr>
        <p:txBody>
          <a:bodyPr/>
          <a:lstStyle/>
          <a:p>
            <a:pPr algn="l" eaLnBrk="1" hangingPunct="1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分部积分法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98836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2" grpId="0" autoUpdateAnimBg="0"/>
      <p:bldP spid="22533" grpId="0" autoUpdateAnimBg="0"/>
      <p:bldP spid="2253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289448" y="1130083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987722"/>
              </p:ext>
            </p:extLst>
          </p:nvPr>
        </p:nvGraphicFramePr>
        <p:xfrm>
          <a:off x="4533438" y="1072933"/>
          <a:ext cx="18161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15312" imgH="634725" progId="Equation.3">
                  <p:embed/>
                </p:oleObj>
              </mc:Choice>
              <mc:Fallback>
                <p:oleObj name="公式" r:id="rId2" imgW="1815312" imgH="634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438" y="1072933"/>
                        <a:ext cx="18161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2328534" y="1926789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>
                <a:latin typeface="宋体" panose="02010600030101010101" pitchFamily="2" charset="-122"/>
              </a:rPr>
              <a:t>一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557" name="Group 5"/>
          <p:cNvGrpSpPr>
            <a:grpSpLocks/>
          </p:cNvGrpSpPr>
          <p:nvPr/>
        </p:nvGrpSpPr>
        <p:grpSpPr bwMode="auto">
          <a:xfrm>
            <a:off x="2900119" y="2757488"/>
            <a:ext cx="1981200" cy="519112"/>
            <a:chOff x="1776" y="1152"/>
            <a:chExt cx="1248" cy="327"/>
          </a:xfrm>
        </p:grpSpPr>
        <p:sp>
          <p:nvSpPr>
            <p:cNvPr id="21517" name="Text Box 6"/>
            <p:cNvSpPr txBox="1">
              <a:spLocks noChangeArrowheads="1"/>
            </p:cNvSpPr>
            <p:nvPr/>
          </p:nvSpPr>
          <p:spPr bwMode="auto">
            <a:xfrm>
              <a:off x="1776" y="115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21518" name="Object 7"/>
            <p:cNvGraphicFramePr>
              <a:graphicFrameLocks noChangeAspect="1"/>
            </p:cNvGraphicFramePr>
            <p:nvPr/>
          </p:nvGraphicFramePr>
          <p:xfrm>
            <a:off x="2072" y="1268"/>
            <a:ext cx="95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11300" imgH="317500" progId="Equation.3">
                    <p:embed/>
                  </p:oleObj>
                </mc:Choice>
                <mc:Fallback>
                  <p:oleObj name="公式" r:id="rId4" imgW="1511300" imgH="317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2" y="1268"/>
                          <a:ext cx="952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916218"/>
              </p:ext>
            </p:extLst>
          </p:nvPr>
        </p:nvGraphicFramePr>
        <p:xfrm>
          <a:off x="5015880" y="2503488"/>
          <a:ext cx="1152525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69900" imgH="419100" progId="Equation.3">
                  <p:embed/>
                </p:oleObj>
              </mc:Choice>
              <mc:Fallback>
                <p:oleObj name="公式" r:id="rId6" imgW="469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2503488"/>
                        <a:ext cx="1152525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128037"/>
              </p:ext>
            </p:extLst>
          </p:nvPr>
        </p:nvGraphicFramePr>
        <p:xfrm>
          <a:off x="2865550" y="3805237"/>
          <a:ext cx="17018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01800" imgH="635000" progId="Equation.3">
                  <p:embed/>
                </p:oleObj>
              </mc:Choice>
              <mc:Fallback>
                <p:oleObj name="公式" r:id="rId8" imgW="1701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550" y="3805237"/>
                        <a:ext cx="17018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044860"/>
              </p:ext>
            </p:extLst>
          </p:nvPr>
        </p:nvGraphicFramePr>
        <p:xfrm>
          <a:off x="4727848" y="3585938"/>
          <a:ext cx="3746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746500" imgH="927100" progId="Equation.3">
                  <p:embed/>
                </p:oleObj>
              </mc:Choice>
              <mc:Fallback>
                <p:oleObj name="公式" r:id="rId10" imgW="37465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3585938"/>
                        <a:ext cx="3746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3" name="Group 11"/>
          <p:cNvGrpSpPr>
            <a:grpSpLocks/>
          </p:cNvGrpSpPr>
          <p:nvPr/>
        </p:nvGrpSpPr>
        <p:grpSpPr bwMode="auto">
          <a:xfrm>
            <a:off x="2777332" y="4717255"/>
            <a:ext cx="6172200" cy="519112"/>
            <a:chOff x="816" y="1968"/>
            <a:chExt cx="3888" cy="327"/>
          </a:xfrm>
        </p:grpSpPr>
        <p:sp>
          <p:nvSpPr>
            <p:cNvPr id="21515" name="Text Box 12"/>
            <p:cNvSpPr txBox="1">
              <a:spLocks noChangeArrowheads="1"/>
            </p:cNvSpPr>
            <p:nvPr/>
          </p:nvSpPr>
          <p:spPr bwMode="auto">
            <a:xfrm>
              <a:off x="816" y="1968"/>
              <a:ext cx="38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显然，       </a:t>
              </a:r>
              <a:r>
                <a:rPr kumimoji="1" lang="zh-CN" altLang="en-US" sz="28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选择不当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，积分更难进行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21516" name="Object 13"/>
            <p:cNvGraphicFramePr>
              <a:graphicFrameLocks noChangeAspect="1"/>
            </p:cNvGraphicFramePr>
            <p:nvPr/>
          </p:nvGraphicFramePr>
          <p:xfrm>
            <a:off x="1488" y="2016"/>
            <a:ext cx="43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660400" imgH="419100" progId="Equation.3">
                    <p:embed/>
                  </p:oleObj>
                </mc:Choice>
                <mc:Fallback>
                  <p:oleObj name="公式" r:id="rId12" imgW="660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016"/>
                          <a:ext cx="43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6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712046"/>
              </p:ext>
            </p:extLst>
          </p:nvPr>
        </p:nvGraphicFramePr>
        <p:xfrm>
          <a:off x="3722669" y="1637507"/>
          <a:ext cx="414178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89100" imgH="419100" progId="Equation.3">
                  <p:embed/>
                </p:oleObj>
              </mc:Choice>
              <mc:Fallback>
                <p:oleObj name="公式" r:id="rId14" imgW="1689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69" y="1637507"/>
                        <a:ext cx="4141787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9413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2362200" y="1571626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>
                <a:latin typeface="宋体" panose="02010600030101010101" pitchFamily="2" charset="-122"/>
              </a:rPr>
              <a:t>二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579" name="Group 3"/>
          <p:cNvGrpSpPr>
            <a:grpSpLocks/>
          </p:cNvGrpSpPr>
          <p:nvPr/>
        </p:nvGrpSpPr>
        <p:grpSpPr bwMode="auto">
          <a:xfrm>
            <a:off x="2782888" y="2349501"/>
            <a:ext cx="1498600" cy="519113"/>
            <a:chOff x="1776" y="2448"/>
            <a:chExt cx="944" cy="327"/>
          </a:xfrm>
        </p:grpSpPr>
        <p:sp>
          <p:nvSpPr>
            <p:cNvPr id="22540" name="Text Box 4"/>
            <p:cNvSpPr txBox="1">
              <a:spLocks noChangeArrowheads="1"/>
            </p:cNvSpPr>
            <p:nvPr/>
          </p:nvSpPr>
          <p:spPr bwMode="auto">
            <a:xfrm>
              <a:off x="1776" y="2448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22541" name="Object 5"/>
            <p:cNvGraphicFramePr>
              <a:graphicFrameLocks noChangeAspect="1"/>
            </p:cNvGraphicFramePr>
            <p:nvPr/>
          </p:nvGraphicFramePr>
          <p:xfrm>
            <a:off x="2112" y="2564"/>
            <a:ext cx="60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964781" imgH="317362" progId="Equation.3">
                    <p:embed/>
                  </p:oleObj>
                </mc:Choice>
                <mc:Fallback>
                  <p:oleObj name="公式" r:id="rId2" imgW="964781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564"/>
                          <a:ext cx="60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2855913" y="3063876"/>
          <a:ext cx="17018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01800" imgH="635000" progId="Equation.3">
                  <p:embed/>
                </p:oleObj>
              </mc:Choice>
              <mc:Fallback>
                <p:oleObj name="公式" r:id="rId4" imgW="1701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3063876"/>
                        <a:ext cx="17018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4559300" y="3082926"/>
          <a:ext cx="18034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03400" imgH="635000" progId="Equation.3">
                  <p:embed/>
                </p:oleObj>
              </mc:Choice>
              <mc:Fallback>
                <p:oleObj name="公式" r:id="rId6" imgW="18034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300" y="3082926"/>
                        <a:ext cx="18034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2782888" y="3860801"/>
          <a:ext cx="30607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60700" imgH="635000" progId="Equation.3">
                  <p:embed/>
                </p:oleObj>
              </mc:Choice>
              <mc:Fallback>
                <p:oleObj name="公式" r:id="rId8" imgW="30607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860801"/>
                        <a:ext cx="30607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/>
        </p:nvGraphicFramePr>
        <p:xfrm>
          <a:off x="2782888" y="4754563"/>
          <a:ext cx="3213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213100" imgH="330200" progId="Equation.3">
                  <p:embed/>
                </p:oleObj>
              </mc:Choice>
              <mc:Fallback>
                <p:oleObj name="公式" r:id="rId10" imgW="32131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4754563"/>
                        <a:ext cx="3213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Text Box 10"/>
          <p:cNvSpPr txBox="1">
            <a:spLocks noChangeArrowheads="1"/>
          </p:cNvSpPr>
          <p:nvPr/>
        </p:nvSpPr>
        <p:spPr bwMode="auto">
          <a:xfrm>
            <a:off x="2362200" y="838201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2537" name="Object 11"/>
          <p:cNvGraphicFramePr>
            <a:graphicFrameLocks noChangeAspect="1"/>
          </p:cNvGraphicFramePr>
          <p:nvPr/>
        </p:nvGraphicFramePr>
        <p:xfrm>
          <a:off x="4457700" y="808038"/>
          <a:ext cx="18161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15312" imgH="634725" progId="Equation.3">
                  <p:embed/>
                </p:oleObj>
              </mc:Choice>
              <mc:Fallback>
                <p:oleObj name="公式" r:id="rId12" imgW="1815312" imgH="634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808038"/>
                        <a:ext cx="18161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12"/>
          <p:cNvGraphicFramePr>
            <a:graphicFrameLocks noChangeAspect="1"/>
          </p:cNvGraphicFramePr>
          <p:nvPr/>
        </p:nvGraphicFramePr>
        <p:xfrm>
          <a:off x="3889375" y="1524001"/>
          <a:ext cx="386238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74800" imgH="292100" progId="Equation.3">
                  <p:embed/>
                </p:oleObj>
              </mc:Choice>
              <mc:Fallback>
                <p:oleObj name="公式" r:id="rId14" imgW="15748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75" y="1524001"/>
                        <a:ext cx="3862388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/>
        </p:nvGraphicFramePr>
        <p:xfrm>
          <a:off x="4529139" y="2413001"/>
          <a:ext cx="14319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83693" imgH="177646" progId="Equation.3">
                  <p:embed/>
                </p:oleObj>
              </mc:Choice>
              <mc:Fallback>
                <p:oleObj name="公式" r:id="rId16" imgW="583693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9" y="2413001"/>
                        <a:ext cx="14319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517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"/>
          <p:cNvSpPr>
            <a:spLocks noChangeArrowheads="1"/>
          </p:cNvSpPr>
          <p:nvPr/>
        </p:nvSpPr>
        <p:spPr bwMode="auto">
          <a:xfrm>
            <a:off x="2015753" y="4284666"/>
            <a:ext cx="8160494" cy="1880638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353608" y="873578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001930"/>
              </p:ext>
            </p:extLst>
          </p:nvPr>
        </p:nvGraphicFramePr>
        <p:xfrm>
          <a:off x="4450556" y="816429"/>
          <a:ext cx="14605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59866" imgH="634725" progId="Equation.3">
                  <p:embed/>
                </p:oleObj>
              </mc:Choice>
              <mc:Fallback>
                <p:oleObj name="公式" r:id="rId3" imgW="1459866" imgH="634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0556" y="816429"/>
                        <a:ext cx="14605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353608" y="16433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597053"/>
              </p:ext>
            </p:extLst>
          </p:nvPr>
        </p:nvGraphicFramePr>
        <p:xfrm>
          <a:off x="6314580" y="1582193"/>
          <a:ext cx="11303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29810" imgH="482391" progId="Equation.3">
                  <p:embed/>
                </p:oleObj>
              </mc:Choice>
              <mc:Fallback>
                <p:oleObj name="公式" r:id="rId5" imgW="1129810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4580" y="1582193"/>
                        <a:ext cx="11303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4880"/>
              </p:ext>
            </p:extLst>
          </p:nvPr>
        </p:nvGraphicFramePr>
        <p:xfrm>
          <a:off x="7608168" y="1576543"/>
          <a:ext cx="10080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18918" imgH="203112" progId="Equation.3">
                  <p:embed/>
                </p:oleObj>
              </mc:Choice>
              <mc:Fallback>
                <p:oleObj name="公式" r:id="rId7" imgW="41891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168" y="1576543"/>
                        <a:ext cx="100806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108270"/>
              </p:ext>
            </p:extLst>
          </p:nvPr>
        </p:nvGraphicFramePr>
        <p:xfrm>
          <a:off x="2944078" y="2327960"/>
          <a:ext cx="28194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819400" imgH="635000" progId="Equation.3">
                  <p:embed/>
                </p:oleObj>
              </mc:Choice>
              <mc:Fallback>
                <p:oleObj name="公式" r:id="rId9" imgW="28194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4078" y="2327960"/>
                        <a:ext cx="28194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157317"/>
              </p:ext>
            </p:extLst>
          </p:nvPr>
        </p:nvGraphicFramePr>
        <p:xfrm>
          <a:off x="2955430" y="3803653"/>
          <a:ext cx="39243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924300" imgH="482600" progId="Equation.3">
                  <p:embed/>
                </p:oleObj>
              </mc:Choice>
              <mc:Fallback>
                <p:oleObj name="公式" r:id="rId11" imgW="3924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430" y="3803653"/>
                        <a:ext cx="39243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242986"/>
              </p:ext>
            </p:extLst>
          </p:nvPr>
        </p:nvGraphicFramePr>
        <p:xfrm>
          <a:off x="6168008" y="3226504"/>
          <a:ext cx="9652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964781" imgH="317362" progId="Equation.3">
                  <p:embed/>
                </p:oleObj>
              </mc:Choice>
              <mc:Fallback>
                <p:oleObj name="公式" r:id="rId13" imgW="964781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008" y="3226504"/>
                        <a:ext cx="9652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2551113" y="4437063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总结</a:t>
            </a:r>
          </a:p>
        </p:txBody>
      </p:sp>
      <p:grpSp>
        <p:nvGrpSpPr>
          <p:cNvPr id="25611" name="Group 11"/>
          <p:cNvGrpSpPr>
            <a:grpSpLocks/>
          </p:cNvGrpSpPr>
          <p:nvPr/>
        </p:nvGrpSpPr>
        <p:grpSpPr bwMode="auto">
          <a:xfrm>
            <a:off x="2495550" y="4481514"/>
            <a:ext cx="7010400" cy="1373187"/>
            <a:chOff x="672" y="2610"/>
            <a:chExt cx="4416" cy="865"/>
          </a:xfrm>
        </p:grpSpPr>
        <p:sp>
          <p:nvSpPr>
            <p:cNvPr id="23567" name="Text Box 12"/>
            <p:cNvSpPr txBox="1">
              <a:spLocks noChangeArrowheads="1"/>
            </p:cNvSpPr>
            <p:nvPr/>
          </p:nvSpPr>
          <p:spPr bwMode="auto">
            <a:xfrm>
              <a:off x="672" y="2610"/>
              <a:ext cx="4416" cy="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anose="02020603050405020304" pitchFamily="18" charset="0"/>
                </a:rPr>
                <a:t>          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若被积函数是幂函数和正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余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)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弦函数或幂函数和指数函数的乘积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,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就考虑设幂函数为   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使其降幂一次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假定幂指数是正整数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)</a:t>
              </a:r>
            </a:p>
          </p:txBody>
        </p:sp>
        <p:graphicFrame>
          <p:nvGraphicFramePr>
            <p:cNvPr id="23568" name="Object 13"/>
            <p:cNvGraphicFramePr>
              <a:graphicFrameLocks noChangeAspect="1"/>
            </p:cNvGraphicFramePr>
            <p:nvPr/>
          </p:nvGraphicFramePr>
          <p:xfrm>
            <a:off x="1188" y="3264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28687" imgH="247792" progId="Equation.3">
                    <p:embed/>
                  </p:oleObj>
                </mc:Choice>
                <mc:Fallback>
                  <p:oleObj name="公式" r:id="rId15" imgW="228687" imgH="2477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8" y="3264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497779"/>
              </p:ext>
            </p:extLst>
          </p:nvPr>
        </p:nvGraphicFramePr>
        <p:xfrm>
          <a:off x="3046413" y="1570363"/>
          <a:ext cx="280828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231366" imgH="291973" progId="Equation.3">
                  <p:embed/>
                </p:oleObj>
              </mc:Choice>
              <mc:Fallback>
                <p:oleObj name="公式" r:id="rId17" imgW="1231366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13" y="1570363"/>
                        <a:ext cx="2808287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546696"/>
              </p:ext>
            </p:extLst>
          </p:nvPr>
        </p:nvGraphicFramePr>
        <p:xfrm>
          <a:off x="2927350" y="2989246"/>
          <a:ext cx="2735262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104900" imgH="292100" progId="Equation.3">
                  <p:embed/>
                </p:oleObj>
              </mc:Choice>
              <mc:Fallback>
                <p:oleObj name="公式" r:id="rId19" imgW="11049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2989246"/>
                        <a:ext cx="2735262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643290"/>
              </p:ext>
            </p:extLst>
          </p:nvPr>
        </p:nvGraphicFramePr>
        <p:xfrm>
          <a:off x="7320136" y="3053466"/>
          <a:ext cx="10080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418918" imgH="203112" progId="Equation.3">
                  <p:embed/>
                </p:oleObj>
              </mc:Choice>
              <mc:Fallback>
                <p:oleObj name="公式" r:id="rId21" imgW="41891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0136" y="3053466"/>
                        <a:ext cx="100806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22321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5604" grpId="0" autoUpdateAnimBg="0"/>
      <p:bldP spid="2561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2303141" y="665522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646578"/>
              </p:ext>
            </p:extLst>
          </p:nvPr>
        </p:nvGraphicFramePr>
        <p:xfrm>
          <a:off x="4511632" y="644155"/>
          <a:ext cx="2160623" cy="585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36800" imgH="635000" progId="Equation.3">
                  <p:embed/>
                </p:oleObj>
              </mc:Choice>
              <mc:Fallback>
                <p:oleObj name="公式" r:id="rId2" imgW="2336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32" y="644155"/>
                        <a:ext cx="2160623" cy="5856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303141" y="1405857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pSp>
        <p:nvGrpSpPr>
          <p:cNvPr id="26629" name="Group 5"/>
          <p:cNvGrpSpPr>
            <a:grpSpLocks/>
          </p:cNvGrpSpPr>
          <p:nvPr/>
        </p:nvGrpSpPr>
        <p:grpSpPr bwMode="auto">
          <a:xfrm>
            <a:off x="2831900" y="2148012"/>
            <a:ext cx="2447925" cy="519113"/>
            <a:chOff x="1008" y="852"/>
            <a:chExt cx="1542" cy="327"/>
          </a:xfrm>
        </p:grpSpPr>
        <p:sp>
          <p:nvSpPr>
            <p:cNvPr id="24589" name="Text Box 6"/>
            <p:cNvSpPr txBox="1">
              <a:spLocks noChangeArrowheads="1"/>
            </p:cNvSpPr>
            <p:nvPr/>
          </p:nvSpPr>
          <p:spPr bwMode="auto">
            <a:xfrm>
              <a:off x="1008" y="85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24590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5934113"/>
                </p:ext>
              </p:extLst>
            </p:nvPr>
          </p:nvGraphicFramePr>
          <p:xfrm>
            <a:off x="1328" y="948"/>
            <a:ext cx="1222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095500" imgH="381000" progId="Equation.3">
                    <p:embed/>
                  </p:oleObj>
                </mc:Choice>
                <mc:Fallback>
                  <p:oleObj name="公式" r:id="rId4" imgW="20955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8" y="948"/>
                          <a:ext cx="1222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776068"/>
              </p:ext>
            </p:extLst>
          </p:nvPr>
        </p:nvGraphicFramePr>
        <p:xfrm>
          <a:off x="2760341" y="2933359"/>
          <a:ext cx="2101850" cy="592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47900" imgH="635000" progId="Equation.3">
                  <p:embed/>
                </p:oleObj>
              </mc:Choice>
              <mc:Fallback>
                <p:oleObj name="公式" r:id="rId6" imgW="22479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341" y="2933359"/>
                        <a:ext cx="2101850" cy="592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885637"/>
              </p:ext>
            </p:extLst>
          </p:nvPr>
        </p:nvGraphicFramePr>
        <p:xfrm>
          <a:off x="4967707" y="2774805"/>
          <a:ext cx="4378597" cy="823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27600" imgH="927100" progId="Equation.3">
                  <p:embed/>
                </p:oleObj>
              </mc:Choice>
              <mc:Fallback>
                <p:oleObj name="公式" r:id="rId8" imgW="4927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707" y="2774805"/>
                        <a:ext cx="4378597" cy="823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798088"/>
              </p:ext>
            </p:extLst>
          </p:nvPr>
        </p:nvGraphicFramePr>
        <p:xfrm>
          <a:off x="2729641" y="3658048"/>
          <a:ext cx="4288904" cy="846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699000" imgH="927100" progId="Equation.3">
                  <p:embed/>
                </p:oleObj>
              </mc:Choice>
              <mc:Fallback>
                <p:oleObj name="公式" r:id="rId10" imgW="46990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9641" y="3658048"/>
                        <a:ext cx="4288904" cy="846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356570"/>
              </p:ext>
            </p:extLst>
          </p:nvPr>
        </p:nvGraphicFramePr>
        <p:xfrm>
          <a:off x="2711450" y="4514082"/>
          <a:ext cx="4608686" cy="81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232400" imgH="927100" progId="Equation.3">
                  <p:embed/>
                </p:oleObj>
              </mc:Choice>
              <mc:Fallback>
                <p:oleObj name="公式" r:id="rId12" imgW="52324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514082"/>
                        <a:ext cx="4608686" cy="81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992193"/>
              </p:ext>
            </p:extLst>
          </p:nvPr>
        </p:nvGraphicFramePr>
        <p:xfrm>
          <a:off x="2711450" y="5357321"/>
          <a:ext cx="4730750" cy="77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626100" imgH="927100" progId="Equation.3">
                  <p:embed/>
                </p:oleObj>
              </mc:Choice>
              <mc:Fallback>
                <p:oleObj name="公式" r:id="rId14" imgW="56261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5357321"/>
                        <a:ext cx="4730750" cy="779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5133424"/>
              </p:ext>
            </p:extLst>
          </p:nvPr>
        </p:nvGraphicFramePr>
        <p:xfrm>
          <a:off x="3008731" y="1188785"/>
          <a:ext cx="4542187" cy="942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19300" imgH="419100" progId="Equation.3">
                  <p:embed/>
                </p:oleObj>
              </mc:Choice>
              <mc:Fallback>
                <p:oleObj name="公式" r:id="rId16" imgW="2019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731" y="1188785"/>
                        <a:ext cx="4542187" cy="942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410671"/>
              </p:ext>
            </p:extLst>
          </p:nvPr>
        </p:nvGraphicFramePr>
        <p:xfrm>
          <a:off x="5591944" y="1957189"/>
          <a:ext cx="1002864" cy="894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69900" imgH="419100" progId="Equation.3">
                  <p:embed/>
                </p:oleObj>
              </mc:Choice>
              <mc:Fallback>
                <p:oleObj name="公式" r:id="rId18" imgW="469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1957189"/>
                        <a:ext cx="1002864" cy="8944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987174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92477" y="972751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4219094" y="992555"/>
          <a:ext cx="1588874" cy="570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64534" imgH="634725" progId="Equation.3">
                  <p:embed/>
                </p:oleObj>
              </mc:Choice>
              <mc:Fallback>
                <p:oleObj name="公式" r:id="rId2" imgW="1764534" imgH="634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094" y="992555"/>
                        <a:ext cx="1588874" cy="570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130178" y="1754701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779668"/>
              </p:ext>
            </p:extLst>
          </p:nvPr>
        </p:nvGraphicFramePr>
        <p:xfrm>
          <a:off x="7176120" y="1968168"/>
          <a:ext cx="1162397" cy="341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33500" imgH="393700" progId="Equation.3">
                  <p:embed/>
                </p:oleObj>
              </mc:Choice>
              <mc:Fallback>
                <p:oleObj name="公式" r:id="rId4" imgW="13335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1968168"/>
                        <a:ext cx="1162397" cy="341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2587378" y="2592660"/>
          <a:ext cx="3504338" cy="904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74117" imgH="406224" progId="Equation.3">
                  <p:embed/>
                </p:oleObj>
              </mc:Choice>
              <mc:Fallback>
                <p:oleObj name="公式" r:id="rId6" imgW="157411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378" y="2592660"/>
                        <a:ext cx="3504338" cy="9044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2618894" y="3573016"/>
          <a:ext cx="2916238" cy="81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00400" imgH="889000" progId="Equation.3">
                  <p:embed/>
                </p:oleObj>
              </mc:Choice>
              <mc:Fallback>
                <p:oleObj name="公式" r:id="rId8" imgW="3200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894" y="3573016"/>
                        <a:ext cx="2916238" cy="810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2607568" y="4509120"/>
          <a:ext cx="3200400" cy="808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17900" imgH="889000" progId="Equation.3">
                  <p:embed/>
                </p:oleObj>
              </mc:Choice>
              <mc:Fallback>
                <p:oleObj name="公式" r:id="rId10" imgW="3517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7568" y="4509120"/>
                        <a:ext cx="3200400" cy="808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13"/>
          <p:cNvGraphicFramePr>
            <a:graphicFrameLocks noChangeAspect="1"/>
          </p:cNvGraphicFramePr>
          <p:nvPr/>
        </p:nvGraphicFramePr>
        <p:xfrm>
          <a:off x="2749194" y="1547873"/>
          <a:ext cx="3363366" cy="932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11300" imgH="419100" progId="Equation.3">
                  <p:embed/>
                </p:oleObj>
              </mc:Choice>
              <mc:Fallback>
                <p:oleObj name="公式" r:id="rId12" imgW="1511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194" y="1547873"/>
                        <a:ext cx="3363366" cy="9327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62454"/>
              </p:ext>
            </p:extLst>
          </p:nvPr>
        </p:nvGraphicFramePr>
        <p:xfrm>
          <a:off x="8616280" y="1643882"/>
          <a:ext cx="1063827" cy="948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69900" imgH="419100" progId="Equation.3">
                  <p:embed/>
                </p:oleObj>
              </mc:Choice>
              <mc:Fallback>
                <p:oleObj name="公式" r:id="rId14" imgW="469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280" y="1643882"/>
                        <a:ext cx="1063827" cy="9487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59371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/>
          <p:cNvSpPr>
            <a:spLocks noChangeArrowheads="1"/>
          </p:cNvSpPr>
          <p:nvPr/>
        </p:nvSpPr>
        <p:spPr bwMode="auto">
          <a:xfrm>
            <a:off x="1631157" y="4658456"/>
            <a:ext cx="8353276" cy="1794880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639616" y="775892"/>
            <a:ext cx="504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569010"/>
              </p:ext>
            </p:extLst>
          </p:nvPr>
        </p:nvGraphicFramePr>
        <p:xfrm>
          <a:off x="3103563" y="560388"/>
          <a:ext cx="2890837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200" imgH="457200" progId="Equation.DSMT4">
                  <p:embed/>
                </p:oleObj>
              </mc:Choice>
              <mc:Fallback>
                <p:oleObj name="Equation" r:id="rId3" imgW="13842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560388"/>
                        <a:ext cx="2890837" cy="954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47528" y="775892"/>
            <a:ext cx="8640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168008" y="806598"/>
            <a:ext cx="20494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(2012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数三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0000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343472" y="1696506"/>
            <a:ext cx="5040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041782"/>
              </p:ext>
            </p:extLst>
          </p:nvPr>
        </p:nvGraphicFramePr>
        <p:xfrm>
          <a:off x="1991544" y="1476423"/>
          <a:ext cx="6497637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11480" imgH="457200" progId="Equation.DSMT4">
                  <p:embed/>
                </p:oleObj>
              </mc:Choice>
              <mc:Fallback>
                <p:oleObj name="Equation" r:id="rId5" imgW="3111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1476423"/>
                        <a:ext cx="6497637" cy="954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32403"/>
              </p:ext>
            </p:extLst>
          </p:nvPr>
        </p:nvGraphicFramePr>
        <p:xfrm>
          <a:off x="1844015" y="2430510"/>
          <a:ext cx="4429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20760" imgH="291960" progId="Equation.DSMT4">
                  <p:embed/>
                </p:oleObj>
              </mc:Choice>
              <mc:Fallback>
                <p:oleObj name="Equation" r:id="rId7" imgW="21207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015" y="2430510"/>
                        <a:ext cx="4429125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330498"/>
              </p:ext>
            </p:extLst>
          </p:nvPr>
        </p:nvGraphicFramePr>
        <p:xfrm>
          <a:off x="1847528" y="3056069"/>
          <a:ext cx="70294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65280" imgH="431640" progId="Equation.DSMT4">
                  <p:embed/>
                </p:oleObj>
              </mc:Choice>
              <mc:Fallback>
                <p:oleObj name="Equation" r:id="rId9" imgW="3365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3056069"/>
                        <a:ext cx="7029450" cy="901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582568"/>
              </p:ext>
            </p:extLst>
          </p:nvPr>
        </p:nvGraphicFramePr>
        <p:xfrm>
          <a:off x="1865669" y="3973728"/>
          <a:ext cx="63658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47760" imgH="228600" progId="Equation.DSMT4">
                  <p:embed/>
                </p:oleObj>
              </mc:Choice>
              <mc:Fallback>
                <p:oleObj name="Equation" r:id="rId11" imgW="3047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669" y="3973728"/>
                        <a:ext cx="6365875" cy="477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0"/>
          <p:cNvGrpSpPr>
            <a:grpSpLocks/>
          </p:cNvGrpSpPr>
          <p:nvPr/>
        </p:nvGrpSpPr>
        <p:grpSpPr bwMode="auto">
          <a:xfrm>
            <a:off x="1919114" y="4841537"/>
            <a:ext cx="7624763" cy="1373187"/>
            <a:chOff x="-112" y="2668"/>
            <a:chExt cx="4803" cy="865"/>
          </a:xfrm>
        </p:grpSpPr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-112" y="2668"/>
              <a:ext cx="4803" cy="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          若被积函数是幂函数和对数函数或幂函数和反三角函数的乘积，就考虑设对数函数或反三角函数为   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1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7268178"/>
                </p:ext>
              </p:extLst>
            </p:nvPr>
          </p:nvGraphicFramePr>
          <p:xfrm>
            <a:off x="1068" y="3308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28687" imgH="247792" progId="Equation.3">
                    <p:embed/>
                  </p:oleObj>
                </mc:Choice>
                <mc:Fallback>
                  <p:oleObj name="公式" r:id="rId13" imgW="228687" imgH="2477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8" y="3308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1993900" y="4828927"/>
            <a:ext cx="95475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50290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1" grpId="0"/>
      <p:bldP spid="2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6731B34-C641-485E-9902-FB709C57F52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720094-C980-458C-8947-CBC724BB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28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237C00-7B5A-4F78-A626-70DA1FA71ED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B9E2FA3-EB1D-422F-8264-CB7DE2D4B39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vert="horz"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95FB12B-463B-4AE8-9CE5-98A0F1EC28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196615"/>
              </p:ext>
            </p:extLst>
          </p:nvPr>
        </p:nvGraphicFramePr>
        <p:xfrm>
          <a:off x="1075602" y="980729"/>
          <a:ext cx="2260326" cy="799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25480" imgH="291960" progId="Equation.DSMT4">
                  <p:embed/>
                </p:oleObj>
              </mc:Choice>
              <mc:Fallback>
                <p:oleObj name="Equation" r:id="rId18" imgW="825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75602" y="980729"/>
                        <a:ext cx="2260326" cy="7998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13E0AB6-6B9E-45DE-B91A-F91ED5DF6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656055"/>
              </p:ext>
            </p:extLst>
          </p:nvPr>
        </p:nvGraphicFramePr>
        <p:xfrm>
          <a:off x="1075601" y="1814427"/>
          <a:ext cx="2932167" cy="775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4840" imgH="291960" progId="Equation.DSMT4">
                  <p:embed/>
                </p:oleObj>
              </mc:Choice>
              <mc:Fallback>
                <p:oleObj name="Equation" r:id="rId20" imgW="11048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75601" y="1814427"/>
                        <a:ext cx="2932167" cy="775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6A6AEC1-D045-4DD7-A57D-3C1D5FD081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291082"/>
              </p:ext>
            </p:extLst>
          </p:nvPr>
        </p:nvGraphicFramePr>
        <p:xfrm>
          <a:off x="1088991" y="3741823"/>
          <a:ext cx="2486730" cy="733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90360" imgH="291960" progId="Equation.DSMT4">
                  <p:embed/>
                </p:oleObj>
              </mc:Choice>
              <mc:Fallback>
                <p:oleObj name="Equation" r:id="rId22" imgW="9903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88991" y="3741823"/>
                        <a:ext cx="2486730" cy="7332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D3606FF-F307-40C9-895A-A8B936E6A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80431"/>
              </p:ext>
            </p:extLst>
          </p:nvPr>
        </p:nvGraphicFramePr>
        <p:xfrm>
          <a:off x="1075601" y="2778125"/>
          <a:ext cx="2199119" cy="815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87320" imgH="291960" progId="Equation.DSMT4">
                  <p:embed/>
                </p:oleObj>
              </mc:Choice>
              <mc:Fallback>
                <p:oleObj name="Equation" r:id="rId24" imgW="7873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075601" y="2778125"/>
                        <a:ext cx="2199119" cy="815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1BE13CE9-1C36-4A3E-8279-ED8B4FB17CF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8C17E8-AAD1-4B57-A25A-9E8315FE7F1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78DE676-00AA-49FC-B6DD-8EEC5B1286C3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6" name="RemarkBack">
              <a:extLst>
                <a:ext uri="{FF2B5EF4-FFF2-40B4-BE49-F238E27FC236}">
                  <a16:creationId xmlns:a16="http://schemas.microsoft.com/office/drawing/2014/main" id="{69161581-B76A-4D31-B220-37462829236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7" name="RemarkBlock">
              <a:extLst>
                <a:ext uri="{FF2B5EF4-FFF2-40B4-BE49-F238E27FC236}">
                  <a16:creationId xmlns:a16="http://schemas.microsoft.com/office/drawing/2014/main" id="{CA9B1CCD-0348-4584-9391-177544FFB1B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8" name="RemarkTitleText">
              <a:extLst>
                <a:ext uri="{FF2B5EF4-FFF2-40B4-BE49-F238E27FC236}">
                  <a16:creationId xmlns:a16="http://schemas.microsoft.com/office/drawing/2014/main" id="{88D5F16F-C48E-4B8D-AE60-5038DE86CFB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D9422C9-8643-4B72-83A5-EEC6E4C0429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BC3689F0-6876-4212-B0A0-CCE4B26D627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4C4E50C5-7E86-4130-8B0B-564E152C360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511D2604-F40C-4BAA-87EC-D1F10E239E2A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E09EC610-6662-46D9-9365-D248D1755CB7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7CC23FA-D398-4BAD-BD26-995D5195D270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105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093615" y="782099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752834"/>
              </p:ext>
            </p:extLst>
          </p:nvPr>
        </p:nvGraphicFramePr>
        <p:xfrm>
          <a:off x="4367808" y="753013"/>
          <a:ext cx="20701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70100" imgH="635000" progId="Equation.3">
                  <p:embed/>
                </p:oleObj>
              </mc:Choice>
              <mc:Fallback>
                <p:oleObj name="公式" r:id="rId2" imgW="20701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753013"/>
                        <a:ext cx="20701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134397" y="1578838"/>
            <a:ext cx="57824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054669"/>
              </p:ext>
            </p:extLst>
          </p:nvPr>
        </p:nvGraphicFramePr>
        <p:xfrm>
          <a:off x="3002532" y="1610629"/>
          <a:ext cx="1780740" cy="516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68500" imgH="571500" progId="Equation.3">
                  <p:embed/>
                </p:oleObj>
              </mc:Choice>
              <mc:Fallback>
                <p:oleObj name="公式" r:id="rId4" imgW="19685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532" y="1610629"/>
                        <a:ext cx="1780740" cy="516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186684"/>
              </p:ext>
            </p:extLst>
          </p:nvPr>
        </p:nvGraphicFramePr>
        <p:xfrm>
          <a:off x="4976930" y="1570913"/>
          <a:ext cx="4196481" cy="5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483100" imgH="571500" progId="Equation.3">
                  <p:embed/>
                </p:oleObj>
              </mc:Choice>
              <mc:Fallback>
                <p:oleObj name="公式" r:id="rId6" imgW="44831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6930" y="1570913"/>
                        <a:ext cx="4196481" cy="5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339437"/>
              </p:ext>
            </p:extLst>
          </p:nvPr>
        </p:nvGraphicFramePr>
        <p:xfrm>
          <a:off x="2787897" y="2086798"/>
          <a:ext cx="4748253" cy="83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029200" imgH="889000" progId="Equation.3">
                  <p:embed/>
                </p:oleObj>
              </mc:Choice>
              <mc:Fallback>
                <p:oleObj name="公式" r:id="rId8" imgW="5029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897" y="2086798"/>
                        <a:ext cx="4748253" cy="83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310189"/>
              </p:ext>
            </p:extLst>
          </p:nvPr>
        </p:nvGraphicFramePr>
        <p:xfrm>
          <a:off x="2790127" y="3577275"/>
          <a:ext cx="6270203" cy="549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515100" imgH="571500" progId="Equation.3">
                  <p:embed/>
                </p:oleObj>
              </mc:Choice>
              <mc:Fallback>
                <p:oleObj name="公式" r:id="rId10" imgW="65151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127" y="3577275"/>
                        <a:ext cx="6270203" cy="549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053389"/>
              </p:ext>
            </p:extLst>
          </p:nvPr>
        </p:nvGraphicFramePr>
        <p:xfrm>
          <a:off x="2787897" y="4213268"/>
          <a:ext cx="5970050" cy="559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096000" imgH="571500" progId="Equation.3">
                  <p:embed/>
                </p:oleObj>
              </mc:Choice>
              <mc:Fallback>
                <p:oleObj name="公式" r:id="rId12" imgW="6096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897" y="4213268"/>
                        <a:ext cx="5970050" cy="559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199832"/>
              </p:ext>
            </p:extLst>
          </p:nvPr>
        </p:nvGraphicFramePr>
        <p:xfrm>
          <a:off x="3002532" y="5613664"/>
          <a:ext cx="2092920" cy="526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73300" imgH="571500" progId="Equation.3">
                  <p:embed/>
                </p:oleObj>
              </mc:Choice>
              <mc:Fallback>
                <p:oleObj name="公式" r:id="rId14" imgW="22733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532" y="5613664"/>
                        <a:ext cx="2092920" cy="526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7925"/>
              </p:ext>
            </p:extLst>
          </p:nvPr>
        </p:nvGraphicFramePr>
        <p:xfrm>
          <a:off x="5157838" y="5431206"/>
          <a:ext cx="4178200" cy="80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610100" imgH="889000" progId="Equation.3">
                  <p:embed/>
                </p:oleObj>
              </mc:Choice>
              <mc:Fallback>
                <p:oleObj name="公式" r:id="rId16" imgW="4610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838" y="5431206"/>
                        <a:ext cx="4178200" cy="80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6770092" y="4186437"/>
            <a:ext cx="2134219" cy="578978"/>
          </a:xfrm>
          <a:prstGeom prst="rect">
            <a:avLst/>
          </a:prstGeom>
          <a:noFill/>
          <a:ln w="38100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2825140" y="1580338"/>
            <a:ext cx="2046724" cy="502760"/>
          </a:xfrm>
          <a:prstGeom prst="rect">
            <a:avLst/>
          </a:prstGeom>
          <a:noFill/>
          <a:ln w="38100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6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114405"/>
              </p:ext>
            </p:extLst>
          </p:nvPr>
        </p:nvGraphicFramePr>
        <p:xfrm>
          <a:off x="2770442" y="2861169"/>
          <a:ext cx="4249216" cy="708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752600" imgH="292100" progId="Equation.3">
                  <p:embed/>
                </p:oleObj>
              </mc:Choice>
              <mc:Fallback>
                <p:oleObj name="公式" r:id="rId18" imgW="17526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442" y="2861169"/>
                        <a:ext cx="4249216" cy="708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942296"/>
              </p:ext>
            </p:extLst>
          </p:nvPr>
        </p:nvGraphicFramePr>
        <p:xfrm>
          <a:off x="2375570" y="4952464"/>
          <a:ext cx="1799555" cy="52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968500" imgH="571500" progId="Equation.3">
                  <p:embed/>
                </p:oleObj>
              </mc:Choice>
              <mc:Fallback>
                <p:oleObj name="公式" r:id="rId20" imgW="19685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570" y="4952464"/>
                        <a:ext cx="1799555" cy="522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387050"/>
              </p:ext>
            </p:extLst>
          </p:nvPr>
        </p:nvGraphicFramePr>
        <p:xfrm>
          <a:off x="4175125" y="4945063"/>
          <a:ext cx="5521275" cy="51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6096000" imgH="571500" progId="Equation.3">
                  <p:embed/>
                </p:oleObj>
              </mc:Choice>
              <mc:Fallback>
                <p:oleObj name="公式" r:id="rId21" imgW="6096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4945063"/>
                        <a:ext cx="5521275" cy="517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9" name="Rectangle 17"/>
          <p:cNvSpPr>
            <a:spLocks noChangeArrowheads="1"/>
          </p:cNvSpPr>
          <p:nvPr/>
        </p:nvSpPr>
        <p:spPr bwMode="auto">
          <a:xfrm>
            <a:off x="7896200" y="4941888"/>
            <a:ext cx="1862586" cy="520660"/>
          </a:xfrm>
          <a:prstGeom prst="rect">
            <a:avLst/>
          </a:prstGeom>
          <a:noFill/>
          <a:ln w="38100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2302545" y="4924425"/>
            <a:ext cx="1872580" cy="544676"/>
          </a:xfrm>
          <a:prstGeom prst="rect">
            <a:avLst/>
          </a:prstGeom>
          <a:noFill/>
          <a:ln w="38100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17925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utoUpdateAnimBg="0"/>
      <p:bldP spid="28684" grpId="0" animBg="1"/>
      <p:bldP spid="28685" grpId="0" animBg="1"/>
      <p:bldP spid="28689" grpId="0" animBg="1"/>
      <p:bldP spid="2869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2228850" y="777806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051223"/>
              </p:ext>
            </p:extLst>
          </p:nvPr>
        </p:nvGraphicFramePr>
        <p:xfrm>
          <a:off x="4523399" y="747673"/>
          <a:ext cx="18796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79600" imgH="635000" progId="Equation.3">
                  <p:embed/>
                </p:oleObj>
              </mc:Choice>
              <mc:Fallback>
                <p:oleObj name="公式" r:id="rId2" imgW="18796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3399" y="747673"/>
                        <a:ext cx="18796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228850" y="1585337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49421"/>
              </p:ext>
            </p:extLst>
          </p:nvPr>
        </p:nvGraphicFramePr>
        <p:xfrm>
          <a:off x="3016250" y="1593624"/>
          <a:ext cx="1778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78000" imgH="571500" progId="Equation.3">
                  <p:embed/>
                </p:oleObj>
              </mc:Choice>
              <mc:Fallback>
                <p:oleObj name="公式" r:id="rId4" imgW="1778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1593624"/>
                        <a:ext cx="1778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667628"/>
              </p:ext>
            </p:extLst>
          </p:nvPr>
        </p:nvGraphicFramePr>
        <p:xfrm>
          <a:off x="4916817" y="1603375"/>
          <a:ext cx="1841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41500" imgH="571500" progId="Equation.3">
                  <p:embed/>
                </p:oleObj>
              </mc:Choice>
              <mc:Fallback>
                <p:oleObj name="公式" r:id="rId6" imgW="18415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817" y="1603375"/>
                        <a:ext cx="1841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319128"/>
              </p:ext>
            </p:extLst>
          </p:nvPr>
        </p:nvGraphicFramePr>
        <p:xfrm>
          <a:off x="2686050" y="2302349"/>
          <a:ext cx="3632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632200" imgH="571500" progId="Equation.3">
                  <p:embed/>
                </p:oleObj>
              </mc:Choice>
              <mc:Fallback>
                <p:oleObj name="公式" r:id="rId8" imgW="3632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2302349"/>
                        <a:ext cx="3632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554897"/>
              </p:ext>
            </p:extLst>
          </p:nvPr>
        </p:nvGraphicFramePr>
        <p:xfrm>
          <a:off x="2667000" y="2974975"/>
          <a:ext cx="3619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19500" imgH="571500" progId="Equation.3">
                  <p:embed/>
                </p:oleObj>
              </mc:Choice>
              <mc:Fallback>
                <p:oleObj name="公式" r:id="rId10" imgW="36195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974975"/>
                        <a:ext cx="3619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601918"/>
              </p:ext>
            </p:extLst>
          </p:nvPr>
        </p:nvGraphicFramePr>
        <p:xfrm>
          <a:off x="6342500" y="3010978"/>
          <a:ext cx="3378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78200" imgH="571500" progId="Equation.3">
                  <p:embed/>
                </p:oleObj>
              </mc:Choice>
              <mc:Fallback>
                <p:oleObj name="公式" r:id="rId12" imgW="3378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500" y="3010978"/>
                        <a:ext cx="3378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616863"/>
              </p:ext>
            </p:extLst>
          </p:nvPr>
        </p:nvGraphicFramePr>
        <p:xfrm>
          <a:off x="2686050" y="3719800"/>
          <a:ext cx="5232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232400" imgH="571500" progId="Equation.3">
                  <p:embed/>
                </p:oleObj>
              </mc:Choice>
              <mc:Fallback>
                <p:oleObj name="公式" r:id="rId14" imgW="52324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3719800"/>
                        <a:ext cx="5232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1"/>
          <p:cNvGraphicFramePr>
            <a:graphicFrameLocks noChangeAspect="1"/>
          </p:cNvGraphicFramePr>
          <p:nvPr/>
        </p:nvGraphicFramePr>
        <p:xfrm>
          <a:off x="2686050" y="4479925"/>
          <a:ext cx="4927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927600" imgH="571500" progId="Equation.3">
                  <p:embed/>
                </p:oleObj>
              </mc:Choice>
              <mc:Fallback>
                <p:oleObj name="公式" r:id="rId16" imgW="49276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4479925"/>
                        <a:ext cx="4927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5810250" y="4403725"/>
            <a:ext cx="1905000" cy="685800"/>
          </a:xfrm>
          <a:prstGeom prst="rect">
            <a:avLst/>
          </a:prstGeom>
          <a:noFill/>
          <a:ln w="38100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2914650" y="1546225"/>
            <a:ext cx="1981200" cy="685800"/>
          </a:xfrm>
          <a:prstGeom prst="rect">
            <a:avLst/>
          </a:prstGeom>
          <a:noFill/>
          <a:ln w="38100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7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721559"/>
              </p:ext>
            </p:extLst>
          </p:nvPr>
        </p:nvGraphicFramePr>
        <p:xfrm>
          <a:off x="2477883" y="5236878"/>
          <a:ext cx="2082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082800" imgH="571500" progId="Equation.3">
                  <p:embed/>
                </p:oleObj>
              </mc:Choice>
              <mc:Fallback>
                <p:oleObj name="公式" r:id="rId18" imgW="20828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883" y="5236878"/>
                        <a:ext cx="20828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782208"/>
              </p:ext>
            </p:extLst>
          </p:nvPr>
        </p:nvGraphicFramePr>
        <p:xfrm>
          <a:off x="4560683" y="5059078"/>
          <a:ext cx="3619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619500" imgH="927100" progId="Equation.3">
                  <p:embed/>
                </p:oleObj>
              </mc:Choice>
              <mc:Fallback>
                <p:oleObj name="公式" r:id="rId20" imgW="36195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683" y="5059078"/>
                        <a:ext cx="3619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7715250" y="4479925"/>
            <a:ext cx="2438400" cy="523220"/>
          </a:xfrm>
          <a:prstGeom prst="rect">
            <a:avLst/>
          </a:prstGeom>
          <a:noFill/>
          <a:ln w="28575">
            <a:solidFill>
              <a:srgbClr val="FF66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注意循环形式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76714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autoUpdateAnimBg="0"/>
      <p:bldP spid="29708" grpId="0" animBg="1"/>
      <p:bldP spid="29709" grpId="0" animBg="1"/>
      <p:bldP spid="29712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2279576" y="112395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492570"/>
              </p:ext>
            </p:extLst>
          </p:nvPr>
        </p:nvGraphicFramePr>
        <p:xfrm>
          <a:off x="4367808" y="971439"/>
          <a:ext cx="2413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13000" imgH="927100" progId="Equation.3">
                  <p:embed/>
                </p:oleObj>
              </mc:Choice>
              <mc:Fallback>
                <p:oleObj name="公式" r:id="rId2" imgW="24130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971439"/>
                        <a:ext cx="2413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2315067" y="2176399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365978"/>
              </p:ext>
            </p:extLst>
          </p:nvPr>
        </p:nvGraphicFramePr>
        <p:xfrm>
          <a:off x="3073400" y="2017526"/>
          <a:ext cx="38862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24895" imgH="444307" progId="Equation.3">
                  <p:embed/>
                </p:oleObj>
              </mc:Choice>
              <mc:Fallback>
                <p:oleObj name="公式" r:id="rId4" imgW="1624895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017526"/>
                        <a:ext cx="38862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225471"/>
              </p:ext>
            </p:extLst>
          </p:nvPr>
        </p:nvGraphicFramePr>
        <p:xfrm>
          <a:off x="3040852" y="3086893"/>
          <a:ext cx="2908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08300" imgH="927100" progId="Equation.3">
                  <p:embed/>
                </p:oleObj>
              </mc:Choice>
              <mc:Fallback>
                <p:oleObj name="公式" r:id="rId6" imgW="2908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852" y="3086893"/>
                        <a:ext cx="2908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217300"/>
              </p:ext>
            </p:extLst>
          </p:nvPr>
        </p:nvGraphicFramePr>
        <p:xfrm>
          <a:off x="6005192" y="3212976"/>
          <a:ext cx="33020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02000" imgH="635000" progId="Equation.3">
                  <p:embed/>
                </p:oleObj>
              </mc:Choice>
              <mc:Fallback>
                <p:oleObj name="公式" r:id="rId8" imgW="33020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192" y="3212976"/>
                        <a:ext cx="33020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426617"/>
              </p:ext>
            </p:extLst>
          </p:nvPr>
        </p:nvGraphicFramePr>
        <p:xfrm>
          <a:off x="3042275" y="4110037"/>
          <a:ext cx="6440488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438900" imgH="635000" progId="Equation.3">
                  <p:embed/>
                </p:oleObj>
              </mc:Choice>
              <mc:Fallback>
                <p:oleObj name="公式" r:id="rId10" imgW="64389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2275" y="4110037"/>
                        <a:ext cx="6440488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32378"/>
              </p:ext>
            </p:extLst>
          </p:nvPr>
        </p:nvGraphicFramePr>
        <p:xfrm>
          <a:off x="3073400" y="4935537"/>
          <a:ext cx="62118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210300" imgH="889000" progId="Equation.3">
                  <p:embed/>
                </p:oleObj>
              </mc:Choice>
              <mc:Fallback>
                <p:oleObj name="公式" r:id="rId12" imgW="62103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4935537"/>
                        <a:ext cx="62118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40613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2501900" y="1047750"/>
          <a:ext cx="5041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41900" imgH="927100" progId="Equation.3">
                  <p:embed/>
                </p:oleObj>
              </mc:Choice>
              <mc:Fallback>
                <p:oleObj name="公式" r:id="rId2" imgW="50419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1047750"/>
                        <a:ext cx="5041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5715000" y="914400"/>
            <a:ext cx="1828800" cy="11430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7608168" y="1430339"/>
            <a:ext cx="1828800" cy="519112"/>
            <a:chOff x="4032" y="960"/>
            <a:chExt cx="1152" cy="327"/>
          </a:xfrm>
        </p:grpSpPr>
        <p:sp>
          <p:nvSpPr>
            <p:cNvPr id="29709" name="Text Box 5"/>
            <p:cNvSpPr txBox="1">
              <a:spLocks noChangeArrowheads="1"/>
            </p:cNvSpPr>
            <p:nvPr/>
          </p:nvSpPr>
          <p:spPr bwMode="auto">
            <a:xfrm>
              <a:off x="4032" y="96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29710" name="Object 6"/>
            <p:cNvGraphicFramePr>
              <a:graphicFrameLocks noChangeAspect="1"/>
            </p:cNvGraphicFramePr>
            <p:nvPr/>
          </p:nvGraphicFramePr>
          <p:xfrm>
            <a:off x="4328" y="1048"/>
            <a:ext cx="856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52687" imgH="295404" progId="Equation.3">
                    <p:embed/>
                  </p:oleObj>
                </mc:Choice>
                <mc:Fallback>
                  <p:oleObj name="公式" r:id="rId4" imgW="1352687" imgH="295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8" y="1048"/>
                          <a:ext cx="856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2508250" y="2114550"/>
          <a:ext cx="1841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41500" imgH="927100" progId="Equation.3">
                  <p:embed/>
                </p:oleObj>
              </mc:Choice>
              <mc:Fallback>
                <p:oleObj name="公式" r:id="rId6" imgW="18415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2114550"/>
                        <a:ext cx="1841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4352925" y="2157413"/>
          <a:ext cx="3390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90900" imgH="927100" progId="Equation.3">
                  <p:embed/>
                </p:oleObj>
              </mc:Choice>
              <mc:Fallback>
                <p:oleObj name="公式" r:id="rId8" imgW="33909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5" y="2157413"/>
                        <a:ext cx="3390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7848600" y="2332038"/>
          <a:ext cx="15240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24000" imgH="635000" progId="Equation.3">
                  <p:embed/>
                </p:oleObj>
              </mc:Choice>
              <mc:Fallback>
                <p:oleObj name="公式" r:id="rId10" imgW="15240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332038"/>
                        <a:ext cx="15240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Object 10"/>
          <p:cNvGraphicFramePr>
            <a:graphicFrameLocks noChangeAspect="1"/>
          </p:cNvGraphicFramePr>
          <p:nvPr/>
        </p:nvGraphicFramePr>
        <p:xfrm>
          <a:off x="2489200" y="3460751"/>
          <a:ext cx="32766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76600" imgH="406400" progId="Equation.3">
                  <p:embed/>
                </p:oleObj>
              </mc:Choice>
              <mc:Fallback>
                <p:oleObj name="公式" r:id="rId12" imgW="3276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3460751"/>
                        <a:ext cx="32766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11"/>
          <p:cNvGraphicFramePr>
            <a:graphicFrameLocks noChangeAspect="1"/>
          </p:cNvGraphicFramePr>
          <p:nvPr/>
        </p:nvGraphicFramePr>
        <p:xfrm>
          <a:off x="5842000" y="3363913"/>
          <a:ext cx="3340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340100" imgH="520700" progId="Equation.3">
                  <p:embed/>
                </p:oleObj>
              </mc:Choice>
              <mc:Fallback>
                <p:oleObj name="公式" r:id="rId14" imgW="33401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3363913"/>
                        <a:ext cx="33401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12"/>
          <p:cNvGraphicFramePr>
            <a:graphicFrameLocks noChangeAspect="1"/>
          </p:cNvGraphicFramePr>
          <p:nvPr/>
        </p:nvGraphicFramePr>
        <p:xfrm>
          <a:off x="2628900" y="4044950"/>
          <a:ext cx="2908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908300" imgH="927100" progId="Equation.3">
                  <p:embed/>
                </p:oleObj>
              </mc:Choice>
              <mc:Fallback>
                <p:oleObj name="公式" r:id="rId16" imgW="2908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4044950"/>
                        <a:ext cx="2908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/>
          <p:cNvGraphicFramePr>
            <a:graphicFrameLocks noChangeAspect="1"/>
          </p:cNvGraphicFramePr>
          <p:nvPr/>
        </p:nvGraphicFramePr>
        <p:xfrm>
          <a:off x="2819400" y="5137151"/>
          <a:ext cx="28956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895600" imgH="482600" progId="Equation.3">
                  <p:embed/>
                </p:oleObj>
              </mc:Choice>
              <mc:Fallback>
                <p:oleObj name="公式" r:id="rId18" imgW="28956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137151"/>
                        <a:ext cx="28956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4"/>
          <p:cNvGraphicFramePr>
            <a:graphicFrameLocks noChangeAspect="1"/>
          </p:cNvGraphicFramePr>
          <p:nvPr/>
        </p:nvGraphicFramePr>
        <p:xfrm>
          <a:off x="5683250" y="5168900"/>
          <a:ext cx="3416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416300" imgH="520700" progId="Equation.3">
                  <p:embed/>
                </p:oleObj>
              </mc:Choice>
              <mc:Fallback>
                <p:oleObj name="公式" r:id="rId20" imgW="34163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5168900"/>
                        <a:ext cx="3416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07374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2"/>
          <p:cNvSpPr>
            <a:spLocks noChangeArrowheads="1"/>
          </p:cNvSpPr>
          <p:nvPr/>
        </p:nvSpPr>
        <p:spPr bwMode="auto">
          <a:xfrm>
            <a:off x="1703512" y="1230598"/>
            <a:ext cx="8458274" cy="4536504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E75EAF79-55DA-4B5B-B92E-9C507C6D3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900" y="1700039"/>
            <a:ext cx="2209800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4" name="Text Box 4">
            <a:extLst>
              <a:ext uri="{FF2B5EF4-FFF2-40B4-BE49-F238E27FC236}">
                <a16:creationId xmlns:a16="http://schemas.microsoft.com/office/drawing/2014/main" id="{C2D12838-D91C-4846-B3C1-44F66FAF4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049" y="2354070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 dirty="0">
                <a:latin typeface="宋体" panose="02010600030101010101" pitchFamily="2" charset="-122"/>
              </a:rPr>
              <a:t>使用原则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10C68E87-DBF4-4E73-972C-FDA6A5461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0" y="349885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II)</a:t>
            </a:r>
          </a:p>
        </p:txBody>
      </p:sp>
      <p:pic>
        <p:nvPicPr>
          <p:cNvPr id="5129" name="Picture 9">
            <a:extLst>
              <a:ext uri="{FF2B5EF4-FFF2-40B4-BE49-F238E27FC236}">
                <a16:creationId xmlns:a16="http://schemas.microsoft.com/office/drawing/2014/main" id="{2B792E0A-2CDF-4D81-905F-8AE38C097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068" y="3498850"/>
            <a:ext cx="1168400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30" name="Text Box 10">
            <a:extLst>
              <a:ext uri="{FF2B5EF4-FFF2-40B4-BE49-F238E27FC236}">
                <a16:creationId xmlns:a16="http://schemas.microsoft.com/office/drawing/2014/main" id="{9A021B75-B4F8-49DA-8152-E12BEC8F2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0100" y="3499549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比</a:t>
            </a:r>
          </a:p>
        </p:txBody>
      </p:sp>
      <p:pic>
        <p:nvPicPr>
          <p:cNvPr id="5131" name="Picture 11">
            <a:extLst>
              <a:ext uri="{FF2B5EF4-FFF2-40B4-BE49-F238E27FC236}">
                <a16:creationId xmlns:a16="http://schemas.microsoft.com/office/drawing/2014/main" id="{2B41ABF3-CEFA-49BB-945A-8F5B63C9D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3492500"/>
            <a:ext cx="1168400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32" name="Text Box 12">
            <a:extLst>
              <a:ext uri="{FF2B5EF4-FFF2-40B4-BE49-F238E27FC236}">
                <a16:creationId xmlns:a16="http://schemas.microsoft.com/office/drawing/2014/main" id="{E8202C0D-C802-42F6-B5B3-750C9B4D8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468" y="3498851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好求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5133" name="Text Box 13">
            <a:extLst>
              <a:ext uri="{FF2B5EF4-FFF2-40B4-BE49-F238E27FC236}">
                <a16:creationId xmlns:a16="http://schemas.microsoft.com/office/drawing/2014/main" id="{F1CA0477-F8BA-4D7A-BC53-D6E75EF0A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0" y="4146531"/>
            <a:ext cx="73554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latin typeface="宋体" panose="02010600030101010101" pitchFamily="2" charset="-122"/>
              </a:rPr>
              <a:t>一般经验</a:t>
            </a:r>
            <a:r>
              <a:rPr lang="en-US" altLang="zh-CN" sz="2800" b="1" dirty="0">
                <a:latin typeface="宋体" panose="02010600030101010101" pitchFamily="2" charset="-122"/>
              </a:rPr>
              <a:t>:  </a:t>
            </a:r>
            <a:r>
              <a:rPr lang="zh-CN" altLang="en-US" sz="2800" b="1" dirty="0">
                <a:latin typeface="宋体" panose="02010600030101010101" pitchFamily="2" charset="-122"/>
              </a:rPr>
              <a:t>按“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反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对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幂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指</a:t>
            </a:r>
            <a:r>
              <a:rPr lang="en-US" altLang="zh-CN" sz="2800" b="1">
                <a:solidFill>
                  <a:srgbClr val="FF33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三</a:t>
            </a:r>
            <a:r>
              <a:rPr lang="zh-CN" altLang="en-US" sz="2800" b="1">
                <a:latin typeface="宋体" panose="02010600030101010101" pitchFamily="2" charset="-122"/>
              </a:rPr>
              <a:t>”的</a:t>
            </a:r>
            <a:r>
              <a:rPr lang="zh-CN" altLang="en-US" sz="2800" b="1" dirty="0">
                <a:latin typeface="宋体" panose="02010600030101010101" pitchFamily="2" charset="-122"/>
              </a:rPr>
              <a:t>顺序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5134" name="Text Box 14">
            <a:extLst>
              <a:ext uri="{FF2B5EF4-FFF2-40B4-BE49-F238E27FC236}">
                <a16:creationId xmlns:a16="http://schemas.microsoft.com/office/drawing/2014/main" id="{D3CB2A65-23B2-4D9B-9D80-EBD52DF8E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577" y="4687292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排前者取为 </a:t>
            </a:r>
            <a:r>
              <a:rPr lang="en-US" altLang="zh-CN" sz="2800" b="1" i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dirty="0">
                <a:ea typeface="楷体_GB2312" pitchFamily="49" charset="-122"/>
              </a:rPr>
              <a:t> ,</a:t>
            </a:r>
          </a:p>
        </p:txBody>
      </p:sp>
      <p:sp>
        <p:nvSpPr>
          <p:cNvPr id="5135" name="Text Box 15">
            <a:extLst>
              <a:ext uri="{FF2B5EF4-FFF2-40B4-BE49-F238E27FC236}">
                <a16:creationId xmlns:a16="http://schemas.microsoft.com/office/drawing/2014/main" id="{2FD8D547-7FCD-47DE-8BC2-CBA3FBF59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978" y="4690543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排后者取为</a:t>
            </a:r>
            <a:endParaRPr lang="zh-CN" altLang="en-US" sz="2800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pic>
        <p:nvPicPr>
          <p:cNvPr id="5136" name="Picture 16">
            <a:extLst>
              <a:ext uri="{FF2B5EF4-FFF2-40B4-BE49-F238E27FC236}">
                <a16:creationId xmlns:a16="http://schemas.microsoft.com/office/drawing/2014/main" id="{60E9D4B3-3918-43D7-885D-71CF59A90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681" y="4811348"/>
            <a:ext cx="4064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138" name="Picture 18">
            <a:extLst>
              <a:ext uri="{FF2B5EF4-FFF2-40B4-BE49-F238E27FC236}">
                <a16:creationId xmlns:a16="http://schemas.microsoft.com/office/drawing/2014/main" id="{F5958C1B-6979-4382-B6A4-3E13AF72A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068" y="1679287"/>
            <a:ext cx="1143000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882900" y="2877344"/>
            <a:ext cx="2965858" cy="519114"/>
            <a:chOff x="2882900" y="2877344"/>
            <a:chExt cx="2965858" cy="519114"/>
          </a:xfrm>
        </p:grpSpPr>
        <p:sp>
          <p:nvSpPr>
            <p:cNvPr id="5125" name="Text Box 5">
              <a:extLst>
                <a:ext uri="{FF2B5EF4-FFF2-40B4-BE49-F238E27FC236}">
                  <a16:creationId xmlns:a16="http://schemas.microsoft.com/office/drawing/2014/main" id="{2FC8DE0B-A12F-48FB-9FB2-120206FE5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2900" y="2877345"/>
              <a:ext cx="11430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I)</a:t>
              </a:r>
              <a:r>
                <a:rPr lang="en-US" altLang="zh-CN" sz="2800" b="1" dirty="0">
                  <a:ea typeface="楷体_GB2312" pitchFamily="49" charset="-122"/>
                </a:rPr>
                <a:t> 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由</a:t>
              </a:r>
            </a:p>
          </p:txBody>
        </p:sp>
        <p:sp>
          <p:nvSpPr>
            <p:cNvPr id="5127" name="Text Box 7">
              <a:extLst>
                <a:ext uri="{FF2B5EF4-FFF2-40B4-BE49-F238E27FC236}">
                  <a16:creationId xmlns:a16="http://schemas.microsoft.com/office/drawing/2014/main" id="{BCDE8464-994A-4387-BCC3-C2570BBED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6158" y="2877344"/>
              <a:ext cx="17526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宋体" panose="02010600030101010101" pitchFamily="2" charset="-122"/>
                </a:rPr>
                <a:t>易求出</a:t>
              </a:r>
              <a:r>
                <a:rPr lang="zh-CN" altLang="en-US" sz="2800" b="1" dirty="0">
                  <a:ea typeface="楷体_GB2312" pitchFamily="49" charset="-122"/>
                </a:rPr>
                <a:t> </a:t>
              </a:r>
              <a:r>
                <a:rPr lang="en-US" altLang="zh-CN" sz="2800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800" b="1" dirty="0">
                  <a:ea typeface="楷体_GB2312" pitchFamily="49" charset="-122"/>
                </a:rPr>
                <a:t> ;</a:t>
              </a:r>
            </a:p>
          </p:txBody>
        </p:sp>
        <p:graphicFrame>
          <p:nvGraphicFramePr>
            <p:cNvPr id="19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045370"/>
                </p:ext>
              </p:extLst>
            </p:nvPr>
          </p:nvGraphicFramePr>
          <p:xfrm>
            <a:off x="3846222" y="2925910"/>
            <a:ext cx="384755" cy="425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177480" progId="Equation.DSMT4">
                    <p:embed/>
                  </p:oleObj>
                </mc:Choice>
                <mc:Fallback>
                  <p:oleObj name="Equation" r:id="rId8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6222" y="2925910"/>
                          <a:ext cx="384755" cy="425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3663966" y="746577"/>
            <a:ext cx="3892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分部积分法应用规律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828929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5124" grpId="0" autoUpdateAnimBg="0"/>
      <p:bldP spid="5128" grpId="0" autoUpdateAnimBg="0"/>
      <p:bldP spid="5130" grpId="0" autoUpdateAnimBg="0"/>
      <p:bldP spid="5132" grpId="0" autoUpdateAnimBg="0"/>
      <p:bldP spid="5133" grpId="0" autoUpdateAnimBg="0"/>
      <p:bldP spid="5134" grpId="0" autoUpdateAnimBg="0"/>
      <p:bldP spid="5135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52748" y="589179"/>
            <a:ext cx="2212504" cy="561751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计算不定积分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effectLst/>
        </p:spPr>
        <p:txBody>
          <a:bodyPr wrap="non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zh-CN" altLang="en-US" sz="1600" b="1" dirty="0">
                <a:ln w="11430"/>
                <a:solidFill>
                  <a:srgbClr val="F84F4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600" b="1" dirty="0">
                <a:ln w="11430"/>
                <a:solidFill>
                  <a:srgbClr val="F84F4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600" b="1" dirty="0">
                <a:ln w="11430"/>
                <a:solidFill>
                  <a:srgbClr val="F84F41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568550"/>
              </p:ext>
            </p:extLst>
          </p:nvPr>
        </p:nvGraphicFramePr>
        <p:xfrm>
          <a:off x="1206500" y="3861048"/>
          <a:ext cx="2989263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80800" imgH="431640" progId="Equation.DSMT4">
                  <p:embed/>
                </p:oleObj>
              </mc:Choice>
              <mc:Fallback>
                <p:oleObj name="Equation" r:id="rId22" imgW="1180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06500" y="3861048"/>
                        <a:ext cx="2989263" cy="109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663928"/>
              </p:ext>
            </p:extLst>
          </p:nvPr>
        </p:nvGraphicFramePr>
        <p:xfrm>
          <a:off x="1146634" y="2491742"/>
          <a:ext cx="2836788" cy="1043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04840" imgH="406080" progId="Equation.DSMT4">
                  <p:embed/>
                </p:oleObj>
              </mc:Choice>
              <mc:Fallback>
                <p:oleObj name="Equation" r:id="rId24" imgW="1104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146634" y="2491742"/>
                        <a:ext cx="2836788" cy="1043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622289"/>
              </p:ext>
            </p:extLst>
          </p:nvPr>
        </p:nvGraphicFramePr>
        <p:xfrm>
          <a:off x="1134805" y="1271590"/>
          <a:ext cx="27019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54080" imgH="406080" progId="Equation.DSMT4">
                  <p:embed/>
                </p:oleObj>
              </mc:Choice>
              <mc:Fallback>
                <p:oleObj name="Equation" r:id="rId26" imgW="1054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34805" y="1271590"/>
                        <a:ext cx="2701925" cy="104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12776200" y="635000"/>
            <a:ext cx="469800" cy="400110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解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58463"/>
              </p:ext>
            </p:extLst>
          </p:nvPr>
        </p:nvGraphicFramePr>
        <p:xfrm>
          <a:off x="12776200" y="4005064"/>
          <a:ext cx="3322637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98600" imgH="838080" progId="Equation.DSMT4">
                  <p:embed/>
                </p:oleObj>
              </mc:Choice>
              <mc:Fallback>
                <p:oleObj name="Equation" r:id="rId28" imgW="229860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2776200" y="4005064"/>
                        <a:ext cx="3322637" cy="1211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032451"/>
              </p:ext>
            </p:extLst>
          </p:nvPr>
        </p:nvGraphicFramePr>
        <p:xfrm>
          <a:off x="12776200" y="2300777"/>
          <a:ext cx="2324264" cy="1217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600200" imgH="838080" progId="Equation.DSMT4">
                  <p:embed/>
                </p:oleObj>
              </mc:Choice>
              <mc:Fallback>
                <p:oleObj name="Equation" r:id="rId30" imgW="160020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2776200" y="2300777"/>
                        <a:ext cx="2324264" cy="12174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665738"/>
              </p:ext>
            </p:extLst>
          </p:nvPr>
        </p:nvGraphicFramePr>
        <p:xfrm>
          <a:off x="12776200" y="1309598"/>
          <a:ext cx="3370262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425680" imgH="444240" progId="Equation.DSMT4">
                  <p:embed/>
                </p:oleObj>
              </mc:Choice>
              <mc:Fallback>
                <p:oleObj name="Equation" r:id="rId32" imgW="2425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2776200" y="1309598"/>
                        <a:ext cx="3370262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15" name="RemarkBack"/>
            <p:cNvSpPr/>
            <p:nvPr>
              <p:custDataLst>
                <p:tags r:id="rId18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6" name="RemarkBlock"/>
            <p:cNvSpPr/>
            <p:nvPr>
              <p:custDataLst>
                <p:tags r:id="rId19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7" name="RemarkTitleText"/>
            <p:cNvSpPr txBox="1"/>
            <p:nvPr>
              <p:custDataLst>
                <p:tags r:id="rId20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0" name="RemarkBack"/>
          <p:cNvSpPr/>
          <p:nvPr>
            <p:custDataLst>
              <p:tags r:id="rId9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5" name="RemarkBlock"/>
          <p:cNvSpPr/>
          <p:nvPr>
            <p:custDataLst>
              <p:tags r:id="rId10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6" name="RemarkTitleText"/>
          <p:cNvSpPr txBox="1"/>
          <p:nvPr>
            <p:custDataLst>
              <p:tags r:id="rId11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34</a:t>
            </a:fld>
            <a:endParaRPr lang="en-US" altLang="zh-CN"/>
          </a:p>
        </p:txBody>
      </p:sp>
      <p:grpSp>
        <p:nvGrpSpPr>
          <p:cNvPr id="9" name="组合 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328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224539"/>
              </p:ext>
            </p:extLst>
          </p:nvPr>
        </p:nvGraphicFramePr>
        <p:xfrm>
          <a:off x="2927648" y="1018784"/>
          <a:ext cx="78374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870603" imgH="792339" progId="Word.Document.8">
                  <p:embed/>
                </p:oleObj>
              </mc:Choice>
              <mc:Fallback>
                <p:oleObj name="Document" r:id="rId2" imgW="7870603" imgH="7923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1018784"/>
                        <a:ext cx="783748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122488" y="1948837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964146"/>
              </p:ext>
            </p:extLst>
          </p:nvPr>
        </p:nvGraphicFramePr>
        <p:xfrm>
          <a:off x="2884488" y="1891687"/>
          <a:ext cx="17018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01800" imgH="635000" progId="Equation.3">
                  <p:embed/>
                </p:oleObj>
              </mc:Choice>
              <mc:Fallback>
                <p:oleObj name="公式" r:id="rId4" imgW="1701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488" y="1891687"/>
                        <a:ext cx="17018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38948"/>
              </p:ext>
            </p:extLst>
          </p:nvPr>
        </p:nvGraphicFramePr>
        <p:xfrm>
          <a:off x="4586288" y="1904610"/>
          <a:ext cx="17018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01800" imgH="635000" progId="Equation.3">
                  <p:embed/>
                </p:oleObj>
              </mc:Choice>
              <mc:Fallback>
                <p:oleObj name="公式" r:id="rId6" imgW="1701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288" y="1904610"/>
                        <a:ext cx="17018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076262"/>
              </p:ext>
            </p:extLst>
          </p:nvPr>
        </p:nvGraphicFramePr>
        <p:xfrm>
          <a:off x="6288088" y="1917309"/>
          <a:ext cx="31623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62300" imgH="635000" progId="Equation.3">
                  <p:embed/>
                </p:oleObj>
              </mc:Choice>
              <mc:Fallback>
                <p:oleObj name="公式" r:id="rId8" imgW="31623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1917309"/>
                        <a:ext cx="31623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883866"/>
              </p:ext>
            </p:extLst>
          </p:nvPr>
        </p:nvGraphicFramePr>
        <p:xfrm>
          <a:off x="2214918" y="2755656"/>
          <a:ext cx="4464496" cy="680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17360" imgH="291960" progId="Equation.DSMT4">
                  <p:embed/>
                </p:oleObj>
              </mc:Choice>
              <mc:Fallback>
                <p:oleObj name="Equation" r:id="rId10" imgW="19173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918" y="2755656"/>
                        <a:ext cx="4464496" cy="6800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7" name="Group 9"/>
          <p:cNvGrpSpPr>
            <a:grpSpLocks/>
          </p:cNvGrpSpPr>
          <p:nvPr/>
        </p:nvGrpSpPr>
        <p:grpSpPr bwMode="auto">
          <a:xfrm>
            <a:off x="2212102" y="3548063"/>
            <a:ext cx="4343400" cy="519113"/>
            <a:chOff x="960" y="2352"/>
            <a:chExt cx="2736" cy="327"/>
          </a:xfrm>
        </p:grpSpPr>
        <p:sp>
          <p:nvSpPr>
            <p:cNvPr id="30735" name="Text Box 10"/>
            <p:cNvSpPr txBox="1">
              <a:spLocks noChangeArrowheads="1"/>
            </p:cNvSpPr>
            <p:nvPr/>
          </p:nvSpPr>
          <p:spPr bwMode="auto">
            <a:xfrm>
              <a:off x="960" y="2352"/>
              <a:ext cx="27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两边同时对   求导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得</a:t>
              </a:r>
            </a:p>
          </p:txBody>
        </p:sp>
        <p:graphicFrame>
          <p:nvGraphicFramePr>
            <p:cNvPr id="30736" name="Object 11"/>
            <p:cNvGraphicFramePr>
              <a:graphicFrameLocks noChangeAspect="1"/>
            </p:cNvGraphicFramePr>
            <p:nvPr/>
          </p:nvGraphicFramePr>
          <p:xfrm>
            <a:off x="2160" y="2448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66469" imgH="253780" progId="Equation.3">
                    <p:embed/>
                  </p:oleObj>
                </mc:Choice>
                <mc:Fallback>
                  <p:oleObj name="公式" r:id="rId12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448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318570"/>
              </p:ext>
            </p:extLst>
          </p:nvPr>
        </p:nvGraphicFramePr>
        <p:xfrm>
          <a:off x="5868988" y="3535364"/>
          <a:ext cx="25527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52700" imgH="533400" progId="Equation.3">
                  <p:embed/>
                </p:oleObj>
              </mc:Choice>
              <mc:Fallback>
                <p:oleObj name="公式" r:id="rId14" imgW="25527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988" y="3535364"/>
                        <a:ext cx="25527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482248"/>
              </p:ext>
            </p:extLst>
          </p:nvPr>
        </p:nvGraphicFramePr>
        <p:xfrm>
          <a:off x="2262188" y="4240324"/>
          <a:ext cx="23241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324100" imgH="635000" progId="Equation.3">
                  <p:embed/>
                </p:oleObj>
              </mc:Choice>
              <mc:Fallback>
                <p:oleObj name="公式" r:id="rId16" imgW="23241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8" y="4240324"/>
                        <a:ext cx="23241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348661"/>
              </p:ext>
            </p:extLst>
          </p:nvPr>
        </p:nvGraphicFramePr>
        <p:xfrm>
          <a:off x="4656138" y="4240325"/>
          <a:ext cx="27559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755900" imgH="635000" progId="Equation.3">
                  <p:embed/>
                </p:oleObj>
              </mc:Choice>
              <mc:Fallback>
                <p:oleObj name="公式" r:id="rId18" imgW="27559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4240325"/>
                        <a:ext cx="27559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5"/>
          <p:cNvGraphicFramePr>
            <a:graphicFrameLocks noChangeAspect="1"/>
          </p:cNvGraphicFramePr>
          <p:nvPr/>
        </p:nvGraphicFramePr>
        <p:xfrm>
          <a:off x="2674938" y="5027613"/>
          <a:ext cx="1714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714500" imgH="469900" progId="Equation.3">
                  <p:embed/>
                </p:oleObj>
              </mc:Choice>
              <mc:Fallback>
                <p:oleObj name="公式" r:id="rId20" imgW="1714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938" y="5027613"/>
                        <a:ext cx="1714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16"/>
          <p:cNvGraphicFramePr>
            <a:graphicFrameLocks noChangeAspect="1"/>
          </p:cNvGraphicFramePr>
          <p:nvPr/>
        </p:nvGraphicFramePr>
        <p:xfrm>
          <a:off x="4281488" y="5033963"/>
          <a:ext cx="165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651000" imgH="457200" progId="Equation.3">
                  <p:embed/>
                </p:oleObj>
              </mc:Choice>
              <mc:Fallback>
                <p:oleObj name="公式" r:id="rId22" imgW="1651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1488" y="5033963"/>
                        <a:ext cx="165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122488" y="1147170"/>
            <a:ext cx="7457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8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5233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792617" y="1240201"/>
            <a:ext cx="444032" cy="462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6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2157413" y="1945569"/>
            <a:ext cx="3967433" cy="434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6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600" b="1" dirty="0">
                <a:latin typeface="Times New Roman" panose="02020603050405020304" pitchFamily="18" charset="0"/>
              </a:rPr>
              <a:t>当</a:t>
            </a:r>
            <a:r>
              <a:rPr kumimoji="1" lang="en-US" altLang="zh-CN" sz="2600" b="1" i="1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</a:t>
            </a:r>
            <a:r>
              <a:rPr kumimoji="1" lang="en-US" altLang="zh-CN" sz="26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600" b="1" dirty="0">
                <a:latin typeface="Times New Roman" panose="02020603050405020304" pitchFamily="18" charset="0"/>
              </a:rPr>
              <a:t>时</a:t>
            </a:r>
            <a:r>
              <a:rPr kumimoji="1" lang="en-US" altLang="zh-CN" sz="2600" b="1" dirty="0">
                <a:latin typeface="Symbol" panose="05050102010706020507" pitchFamily="18" charset="2"/>
              </a:rPr>
              <a:t>, </a:t>
            </a:r>
            <a:r>
              <a:rPr kumimoji="1" lang="zh-CN" altLang="en-US" sz="2600" b="1" dirty="0">
                <a:latin typeface="Times New Roman" panose="02020603050405020304" pitchFamily="18" charset="0"/>
              </a:rPr>
              <a:t>用分部积分法</a:t>
            </a:r>
            <a:r>
              <a:rPr kumimoji="1" lang="en-US" altLang="zh-CN" sz="2600" b="1" dirty="0">
                <a:latin typeface="Symbol" panose="05050102010706020507" pitchFamily="18" charset="2"/>
              </a:rPr>
              <a:t>,</a:t>
            </a:r>
            <a:r>
              <a:rPr kumimoji="1" lang="en-US" altLang="zh-CN" sz="26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600" b="1" dirty="0">
                <a:latin typeface="Times New Roman" panose="02020603050405020304" pitchFamily="18" charset="0"/>
              </a:rPr>
              <a:t>有</a:t>
            </a:r>
          </a:p>
        </p:txBody>
      </p:sp>
      <p:sp>
        <p:nvSpPr>
          <p:cNvPr id="31759" name="Text Box 6"/>
          <p:cNvSpPr txBox="1">
            <a:spLocks noChangeArrowheads="1"/>
          </p:cNvSpPr>
          <p:nvPr/>
        </p:nvSpPr>
        <p:spPr bwMode="auto">
          <a:xfrm>
            <a:off x="2157413" y="333280"/>
            <a:ext cx="704850" cy="5174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600" b="1" dirty="0">
                <a:solidFill>
                  <a:srgbClr val="A50021"/>
                </a:solidFill>
                <a:latin typeface="Symbol" panose="05050102010706020507" pitchFamily="18" charset="2"/>
              </a:rPr>
              <a:t>  </a:t>
            </a:r>
          </a:p>
        </p:txBody>
      </p:sp>
      <p:sp>
        <p:nvSpPr>
          <p:cNvPr id="31758" name="Text Box 13"/>
          <p:cNvSpPr txBox="1">
            <a:spLocks noChangeArrowheads="1"/>
          </p:cNvSpPr>
          <p:nvPr/>
        </p:nvSpPr>
        <p:spPr bwMode="auto">
          <a:xfrm>
            <a:off x="1977075" y="4378951"/>
            <a:ext cx="360676" cy="46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541656"/>
              </p:ext>
            </p:extLst>
          </p:nvPr>
        </p:nvGraphicFramePr>
        <p:xfrm>
          <a:off x="2765796" y="164654"/>
          <a:ext cx="5246274" cy="891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39800" imgH="431640" progId="Equation.DSMT4">
                  <p:embed/>
                </p:oleObj>
              </mc:Choice>
              <mc:Fallback>
                <p:oleObj name="Equation" r:id="rId3" imgW="2539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5796" y="164654"/>
                        <a:ext cx="5246274" cy="89186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069139"/>
              </p:ext>
            </p:extLst>
          </p:nvPr>
        </p:nvGraphicFramePr>
        <p:xfrm>
          <a:off x="2755107" y="1078159"/>
          <a:ext cx="4637038" cy="927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406080" progId="Equation.DSMT4">
                  <p:embed/>
                </p:oleObj>
              </mc:Choice>
              <mc:Fallback>
                <p:oleObj name="Equation" r:id="rId5" imgW="2031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55107" y="1078159"/>
                        <a:ext cx="4637038" cy="927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268692"/>
              </p:ext>
            </p:extLst>
          </p:nvPr>
        </p:nvGraphicFramePr>
        <p:xfrm>
          <a:off x="1941671" y="2314335"/>
          <a:ext cx="647858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36680" imgH="444240" progId="Equation.DSMT4">
                  <p:embed/>
                </p:oleObj>
              </mc:Choice>
              <mc:Fallback>
                <p:oleObj name="Equation" r:id="rId7" imgW="3136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41671" y="2314335"/>
                        <a:ext cx="6478588" cy="919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383732"/>
              </p:ext>
            </p:extLst>
          </p:nvPr>
        </p:nvGraphicFramePr>
        <p:xfrm>
          <a:off x="2566696" y="3233139"/>
          <a:ext cx="679926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41600" imgH="482400" progId="Equation.DSMT4">
                  <p:embed/>
                </p:oleObj>
              </mc:Choice>
              <mc:Fallback>
                <p:oleObj name="Equation" r:id="rId9" imgW="34416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66696" y="3233139"/>
                        <a:ext cx="6799263" cy="955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6510639"/>
              </p:ext>
            </p:extLst>
          </p:nvPr>
        </p:nvGraphicFramePr>
        <p:xfrm>
          <a:off x="3287688" y="4158284"/>
          <a:ext cx="5357280" cy="908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52400" imgH="431640" progId="Equation.DSMT4">
                  <p:embed/>
                </p:oleObj>
              </mc:Choice>
              <mc:Fallback>
                <p:oleObj name="Equation" r:id="rId11" imgW="2552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87688" y="4158284"/>
                        <a:ext cx="5357280" cy="908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894735"/>
              </p:ext>
            </p:extLst>
          </p:nvPr>
        </p:nvGraphicFramePr>
        <p:xfrm>
          <a:off x="4367808" y="5011633"/>
          <a:ext cx="57848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55800" imgH="469800" progId="Equation.DSMT4">
                  <p:embed/>
                </p:oleObj>
              </mc:Choice>
              <mc:Fallback>
                <p:oleObj name="Equation" r:id="rId13" imgW="27558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67808" y="5011633"/>
                        <a:ext cx="578485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101115" y="5247931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03196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1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  <p:bldP spid="33796" grpId="0" build="p" autoUpdateAnimBg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2362200" y="1633538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有理函数的定义：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2396572" y="2236789"/>
            <a:ext cx="69857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</a:rPr>
              <a:t>两个多项式的商表示的函数称为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有理函数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050574"/>
              </p:ext>
            </p:extLst>
          </p:nvPr>
        </p:nvGraphicFramePr>
        <p:xfrm>
          <a:off x="2639616" y="2924944"/>
          <a:ext cx="6363204" cy="118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640" imgH="457200" progId="Equation.DSMT4">
                  <p:embed/>
                </p:oleObj>
              </mc:Choice>
              <mc:Fallback>
                <p:oleObj name="Equation" r:id="rId2" imgW="2933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616" y="2924944"/>
                        <a:ext cx="6363204" cy="118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685434"/>
              </p:ext>
            </p:extLst>
          </p:nvPr>
        </p:nvGraphicFramePr>
        <p:xfrm>
          <a:off x="2396572" y="4109481"/>
          <a:ext cx="7219950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121056" imgH="1783033" progId="Word.Document.8">
                  <p:embed/>
                </p:oleObj>
              </mc:Choice>
              <mc:Fallback>
                <p:oleObj name="Document" r:id="rId4" imgW="7121056" imgH="17830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572" y="4109481"/>
                        <a:ext cx="7219950" cy="180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Rectangle 6"/>
          <p:cNvSpPr>
            <a:spLocks noGrp="1" noChangeArrowheads="1"/>
          </p:cNvSpPr>
          <p:nvPr>
            <p:ph type="title"/>
          </p:nvPr>
        </p:nvSpPr>
        <p:spPr>
          <a:xfrm>
            <a:off x="2380391" y="726159"/>
            <a:ext cx="4525888" cy="807368"/>
          </a:xfrm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2.4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有理函数的积分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2609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2362200" y="1961670"/>
            <a:ext cx="7239000" cy="542926"/>
            <a:chOff x="720" y="1262"/>
            <a:chExt cx="4560" cy="342"/>
          </a:xfrm>
        </p:grpSpPr>
        <p:sp>
          <p:nvSpPr>
            <p:cNvPr id="33802" name="Text Box 3"/>
            <p:cNvSpPr txBox="1">
              <a:spLocks noChangeArrowheads="1"/>
            </p:cNvSpPr>
            <p:nvPr/>
          </p:nvSpPr>
          <p:spPr bwMode="auto">
            <a:xfrm>
              <a:off x="720" y="1277"/>
              <a:ext cx="45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anose="02020603050405020304" pitchFamily="18" charset="0"/>
                </a:rPr>
                <a:t>(1)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分母中若有因式               ，则分解后为</a:t>
              </a:r>
            </a:p>
          </p:txBody>
        </p:sp>
        <p:graphicFrame>
          <p:nvGraphicFramePr>
            <p:cNvPr id="3380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7777841"/>
                </p:ext>
              </p:extLst>
            </p:nvPr>
          </p:nvGraphicFramePr>
          <p:xfrm>
            <a:off x="2698" y="1262"/>
            <a:ext cx="77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231366" imgH="495085" progId="Equation.3">
                    <p:embed/>
                  </p:oleObj>
                </mc:Choice>
                <mc:Fallback>
                  <p:oleObj name="公式" r:id="rId2" imgW="1231366" imgH="4950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8" y="1262"/>
                          <a:ext cx="776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3352800" y="2667000"/>
          <a:ext cx="5105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105400" imgH="965200" progId="Equation.3">
                  <p:embed/>
                </p:oleObj>
              </mc:Choice>
              <mc:Fallback>
                <p:oleObj name="公式" r:id="rId4" imgW="51054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667000"/>
                        <a:ext cx="5105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9FFE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2378075" y="1143000"/>
            <a:ext cx="66768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有理函数化为部分分式之和的一般规律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</a:p>
        </p:txBody>
      </p:sp>
      <p:graphicFrame>
        <p:nvGraphicFramePr>
          <p:cNvPr id="37895" name="Object 7"/>
          <p:cNvGraphicFramePr>
            <a:graphicFrameLocks noChangeAspect="1"/>
          </p:cNvGraphicFramePr>
          <p:nvPr/>
        </p:nvGraphicFramePr>
        <p:xfrm>
          <a:off x="3028950" y="3784600"/>
          <a:ext cx="4819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4820920" imgH="609600" progId="Word.Document.8">
                  <p:embed/>
                </p:oleObj>
              </mc:Choice>
              <mc:Fallback>
                <p:oleObj name="文档" r:id="rId6" imgW="4820920" imgH="609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3784600"/>
                        <a:ext cx="48196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2362200" y="471805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特殊地：</a:t>
            </a:r>
          </a:p>
        </p:txBody>
      </p:sp>
      <p:graphicFrame>
        <p:nvGraphicFramePr>
          <p:cNvPr id="37897" name="Object 9"/>
          <p:cNvGraphicFramePr>
            <a:graphicFrameLocks noChangeAspect="1"/>
          </p:cNvGraphicFramePr>
          <p:nvPr/>
        </p:nvGraphicFramePr>
        <p:xfrm>
          <a:off x="3835400" y="4822826"/>
          <a:ext cx="889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88614" imgH="393529" progId="Equation.3">
                  <p:embed/>
                </p:oleObj>
              </mc:Choice>
              <mc:Fallback>
                <p:oleObj name="公式" r:id="rId8" imgW="88861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0" y="4822826"/>
                        <a:ext cx="8890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4724400" y="4718051"/>
            <a:ext cx="1619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</a:rPr>
              <a:t>分解后为</a:t>
            </a:r>
          </a:p>
        </p:txBody>
      </p:sp>
      <p:graphicFrame>
        <p:nvGraphicFramePr>
          <p:cNvPr id="37899" name="Object 11"/>
          <p:cNvGraphicFramePr>
            <a:graphicFrameLocks noChangeAspect="1"/>
          </p:cNvGraphicFramePr>
          <p:nvPr/>
        </p:nvGraphicFramePr>
        <p:xfrm>
          <a:off x="6261100" y="4521200"/>
          <a:ext cx="977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77900" imgH="889000" progId="Equation.3">
                  <p:embed/>
                </p:oleObj>
              </mc:Choice>
              <mc:Fallback>
                <p:oleObj name="公式" r:id="rId10" imgW="977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00" y="4521200"/>
                        <a:ext cx="977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51455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6" grpId="0" autoUpdateAnimBg="0"/>
      <p:bldP spid="3789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>
            <a:off x="2551113" y="1087438"/>
            <a:ext cx="7010400" cy="1046162"/>
            <a:chOff x="863" y="724"/>
            <a:chExt cx="4416" cy="659"/>
          </a:xfrm>
        </p:grpSpPr>
        <p:sp>
          <p:nvSpPr>
            <p:cNvPr id="34825" name="Text Box 3"/>
            <p:cNvSpPr txBox="1">
              <a:spLocks noChangeArrowheads="1"/>
            </p:cNvSpPr>
            <p:nvPr/>
          </p:nvSpPr>
          <p:spPr bwMode="auto">
            <a:xfrm>
              <a:off x="863" y="740"/>
              <a:ext cx="44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anose="02020603050405020304" pitchFamily="18" charset="0"/>
                </a:rPr>
                <a:t>(2)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分母中若有因式                          ，其中</a:t>
              </a:r>
            </a:p>
          </p:txBody>
        </p:sp>
        <p:graphicFrame>
          <p:nvGraphicFramePr>
            <p:cNvPr id="3482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7748465"/>
                </p:ext>
              </p:extLst>
            </p:nvPr>
          </p:nvGraphicFramePr>
          <p:xfrm>
            <a:off x="2829" y="724"/>
            <a:ext cx="139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209800" imgH="495300" progId="Equation.3">
                    <p:embed/>
                  </p:oleObj>
                </mc:Choice>
                <mc:Fallback>
                  <p:oleObj name="公式" r:id="rId2" imgW="2209800" imgH="495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724"/>
                          <a:ext cx="139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7" name="Rectangle 5"/>
            <p:cNvSpPr>
              <a:spLocks noChangeArrowheads="1"/>
            </p:cNvSpPr>
            <p:nvPr/>
          </p:nvSpPr>
          <p:spPr bwMode="auto">
            <a:xfrm>
              <a:off x="2448" y="1056"/>
              <a:ext cx="12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800" b="1">
                  <a:latin typeface="Times New Roman" panose="02020603050405020304" pitchFamily="18" charset="0"/>
                </a:rPr>
                <a:t>则分解后为</a:t>
              </a:r>
            </a:p>
          </p:txBody>
        </p:sp>
        <p:graphicFrame>
          <p:nvGraphicFramePr>
            <p:cNvPr id="34828" name="Object 6"/>
            <p:cNvGraphicFramePr>
              <a:graphicFrameLocks noChangeAspect="1"/>
            </p:cNvGraphicFramePr>
            <p:nvPr/>
          </p:nvGraphicFramePr>
          <p:xfrm>
            <a:off x="1248" y="1056"/>
            <a:ext cx="110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52600" imgH="495300" progId="Equation.3">
                    <p:embed/>
                  </p:oleObj>
                </mc:Choice>
                <mc:Fallback>
                  <p:oleObj name="公式" r:id="rId4" imgW="1752600" imgH="495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056"/>
                          <a:ext cx="1104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2362200" y="2438400"/>
          <a:ext cx="79136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912100" imgH="965200" progId="Equation.3">
                  <p:embed/>
                </p:oleObj>
              </mc:Choice>
              <mc:Fallback>
                <p:oleObj name="公式" r:id="rId6" imgW="7912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438400"/>
                        <a:ext cx="79136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2476500" y="3733800"/>
          <a:ext cx="61150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6131560" imgH="706120" progId="Word.Document.8">
                  <p:embed/>
                </p:oleObj>
              </mc:Choice>
              <mc:Fallback>
                <p:oleObj name="文档" r:id="rId8" imgW="6131560" imgH="7061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3733800"/>
                        <a:ext cx="6115050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2438400" y="466725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特殊地：</a:t>
            </a:r>
          </a:p>
        </p:txBody>
      </p:sp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3879850" y="4789488"/>
          <a:ext cx="889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88614" imgH="393529" progId="Equation.3">
                  <p:embed/>
                </p:oleObj>
              </mc:Choice>
              <mc:Fallback>
                <p:oleObj name="公式" r:id="rId10" imgW="888614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50" y="4789488"/>
                        <a:ext cx="889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4838700" y="4667251"/>
            <a:ext cx="1619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</a:rPr>
              <a:t>分解后为</a:t>
            </a:r>
          </a:p>
        </p:txBody>
      </p:sp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6388100" y="4464050"/>
          <a:ext cx="1943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43100" imgH="965200" progId="Equation.3">
                  <p:embed/>
                </p:oleObj>
              </mc:Choice>
              <mc:Fallback>
                <p:oleObj name="公式" r:id="rId12" imgW="1943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100" y="4464050"/>
                        <a:ext cx="1943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97639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1" grpId="0" autoUpdateAnimBg="0"/>
      <p:bldP spid="3892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2362200" y="852488"/>
            <a:ext cx="685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</a:rPr>
              <a:t>真分式化为部分分式之和的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待定系数法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3098800" y="1524000"/>
          <a:ext cx="1778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8000" imgH="889000" progId="Equation.3">
                  <p:embed/>
                </p:oleObj>
              </mc:Choice>
              <mc:Fallback>
                <p:oleObj name="公式" r:id="rId2" imgW="1778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1524000"/>
                        <a:ext cx="1778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4"/>
          <p:cNvGraphicFramePr>
            <a:graphicFrameLocks noChangeAspect="1"/>
          </p:cNvGraphicFramePr>
          <p:nvPr/>
        </p:nvGraphicFramePr>
        <p:xfrm>
          <a:off x="4927600" y="1549400"/>
          <a:ext cx="246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63800" imgH="965200" progId="Equation.3">
                  <p:embed/>
                </p:oleObj>
              </mc:Choice>
              <mc:Fallback>
                <p:oleObj name="公式" r:id="rId4" imgW="2463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1549400"/>
                        <a:ext cx="2463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7356475" y="1547813"/>
          <a:ext cx="2425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25700" imgH="889000" progId="Equation.3">
                  <p:embed/>
                </p:oleObj>
              </mc:Choice>
              <mc:Fallback>
                <p:oleObj name="公式" r:id="rId6" imgW="2425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6475" y="1547813"/>
                        <a:ext cx="2425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3079750" y="2795588"/>
          <a:ext cx="48895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889500" imgH="406400" progId="Equation.3">
                  <p:embed/>
                </p:oleObj>
              </mc:Choice>
              <mc:Fallback>
                <p:oleObj name="公式" r:id="rId8" imgW="4889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795588"/>
                        <a:ext cx="48895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3048000" y="3481388"/>
          <a:ext cx="52324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232400" imgH="406400" progId="Equation.3">
                  <p:embed/>
                </p:oleObj>
              </mc:Choice>
              <mc:Fallback>
                <p:oleObj name="公式" r:id="rId10" imgW="52324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481388"/>
                        <a:ext cx="52324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3048000" y="4064000"/>
          <a:ext cx="3238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38500" imgH="1041400" progId="Equation.3">
                  <p:embed/>
                </p:oleObj>
              </mc:Choice>
              <mc:Fallback>
                <p:oleObj name="公式" r:id="rId12" imgW="32385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064000"/>
                        <a:ext cx="32385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/>
          <p:cNvGraphicFramePr>
            <a:graphicFrameLocks noChangeAspect="1"/>
          </p:cNvGraphicFramePr>
          <p:nvPr/>
        </p:nvGraphicFramePr>
        <p:xfrm>
          <a:off x="6654800" y="4064000"/>
          <a:ext cx="18669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66900" imgH="1041400" progId="Equation.3">
                  <p:embed/>
                </p:oleObj>
              </mc:Choice>
              <mc:Fallback>
                <p:oleObj name="公式" r:id="rId14" imgW="18669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4800" y="4064000"/>
                        <a:ext cx="18669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"/>
          <p:cNvGraphicFramePr>
            <a:graphicFrameLocks noChangeAspect="1"/>
          </p:cNvGraphicFramePr>
          <p:nvPr/>
        </p:nvGraphicFramePr>
        <p:xfrm>
          <a:off x="3048000" y="5181600"/>
          <a:ext cx="2374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374900" imgH="889000" progId="Equation.3">
                  <p:embed/>
                </p:oleObj>
              </mc:Choice>
              <mc:Fallback>
                <p:oleObj name="公式" r:id="rId16" imgW="2374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181600"/>
                        <a:ext cx="2374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11"/>
          <p:cNvGraphicFramePr>
            <a:graphicFrameLocks noChangeAspect="1"/>
          </p:cNvGraphicFramePr>
          <p:nvPr/>
        </p:nvGraphicFramePr>
        <p:xfrm>
          <a:off x="5429250" y="5181600"/>
          <a:ext cx="2425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425700" imgH="889000" progId="Equation.3">
                  <p:embed/>
                </p:oleObj>
              </mc:Choice>
              <mc:Fallback>
                <p:oleObj name="公式" r:id="rId18" imgW="2425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5181600"/>
                        <a:ext cx="2425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2362200" y="16906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166886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3200400" y="914401"/>
          <a:ext cx="15811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300" imgH="558800" progId="Equation.3">
                  <p:embed/>
                </p:oleObj>
              </mc:Choice>
              <mc:Fallback>
                <p:oleObj name="公式" r:id="rId2" imgW="8763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914401"/>
                        <a:ext cx="15811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4757738" y="863600"/>
          <a:ext cx="3441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41700" imgH="965200" progId="Equation.3">
                  <p:embed/>
                </p:oleObj>
              </mc:Choice>
              <mc:Fallback>
                <p:oleObj name="公式" r:id="rId4" imgW="3441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863600"/>
                        <a:ext cx="3441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3100388" y="2151063"/>
          <a:ext cx="5842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842000" imgH="457200" progId="Equation.3">
                  <p:embed/>
                </p:oleObj>
              </mc:Choice>
              <mc:Fallback>
                <p:oleObj name="公式" r:id="rId6" imgW="5842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388" y="2151063"/>
                        <a:ext cx="5842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65" name="Group 5"/>
          <p:cNvGrpSpPr>
            <a:grpSpLocks/>
          </p:cNvGrpSpPr>
          <p:nvPr/>
        </p:nvGrpSpPr>
        <p:grpSpPr bwMode="auto">
          <a:xfrm>
            <a:off x="2895600" y="2819401"/>
            <a:ext cx="4953000" cy="519113"/>
            <a:chOff x="1008" y="1776"/>
            <a:chExt cx="3120" cy="327"/>
          </a:xfrm>
        </p:grpSpPr>
        <p:sp>
          <p:nvSpPr>
            <p:cNvPr id="36890" name="Text Box 6"/>
            <p:cNvSpPr txBox="1">
              <a:spLocks noChangeArrowheads="1"/>
            </p:cNvSpPr>
            <p:nvPr/>
          </p:nvSpPr>
          <p:spPr bwMode="auto">
            <a:xfrm>
              <a:off x="1008" y="1776"/>
              <a:ext cx="28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代入特殊值来确定系数</a:t>
              </a:r>
            </a:p>
          </p:txBody>
        </p:sp>
        <p:graphicFrame>
          <p:nvGraphicFramePr>
            <p:cNvPr id="36891" name="Object 7"/>
            <p:cNvGraphicFramePr>
              <a:graphicFrameLocks noChangeAspect="1"/>
            </p:cNvGraphicFramePr>
            <p:nvPr/>
          </p:nvGraphicFramePr>
          <p:xfrm>
            <a:off x="3408" y="1844"/>
            <a:ext cx="72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43000" imgH="393700" progId="Equation.3">
                    <p:embed/>
                  </p:oleObj>
                </mc:Choice>
                <mc:Fallback>
                  <p:oleObj name="公式" r:id="rId8" imgW="11430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844"/>
                          <a:ext cx="72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68" name="Group 8"/>
          <p:cNvGrpSpPr>
            <a:grpSpLocks/>
          </p:cNvGrpSpPr>
          <p:nvPr/>
        </p:nvGrpSpPr>
        <p:grpSpPr bwMode="auto">
          <a:xfrm>
            <a:off x="2895600" y="3429000"/>
            <a:ext cx="1473200" cy="533400"/>
            <a:chOff x="1056" y="2160"/>
            <a:chExt cx="928" cy="336"/>
          </a:xfrm>
        </p:grpSpPr>
        <p:sp>
          <p:nvSpPr>
            <p:cNvPr id="36888" name="Text Box 9"/>
            <p:cNvSpPr txBox="1">
              <a:spLocks noChangeArrowheads="1"/>
            </p:cNvSpPr>
            <p:nvPr/>
          </p:nvSpPr>
          <p:spPr bwMode="auto">
            <a:xfrm>
              <a:off x="1056" y="2160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取</a:t>
              </a:r>
            </a:p>
          </p:txBody>
        </p:sp>
        <p:graphicFrame>
          <p:nvGraphicFramePr>
            <p:cNvPr id="36889" name="Object 10"/>
            <p:cNvGraphicFramePr>
              <a:graphicFrameLocks noChangeAspect="1"/>
            </p:cNvGraphicFramePr>
            <p:nvPr/>
          </p:nvGraphicFramePr>
          <p:xfrm>
            <a:off x="1392" y="2249"/>
            <a:ext cx="59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939392" imgH="393529" progId="Equation.3">
                    <p:embed/>
                  </p:oleObj>
                </mc:Choice>
                <mc:Fallback>
                  <p:oleObj name="公式" r:id="rId10" imgW="939392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249"/>
                          <a:ext cx="59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4546600" y="3581400"/>
          <a:ext cx="1320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320227" imgH="330057" progId="Equation.3">
                  <p:embed/>
                </p:oleObj>
              </mc:Choice>
              <mc:Fallback>
                <p:oleObj name="公式" r:id="rId12" imgW="1320227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600" y="3581400"/>
                        <a:ext cx="1320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2" name="Group 12"/>
          <p:cNvGrpSpPr>
            <a:grpSpLocks/>
          </p:cNvGrpSpPr>
          <p:nvPr/>
        </p:nvGrpSpPr>
        <p:grpSpPr bwMode="auto">
          <a:xfrm>
            <a:off x="6375400" y="3429000"/>
            <a:ext cx="1460500" cy="533400"/>
            <a:chOff x="1152" y="2592"/>
            <a:chExt cx="920" cy="336"/>
          </a:xfrm>
        </p:grpSpPr>
        <p:sp>
          <p:nvSpPr>
            <p:cNvPr id="36886" name="Text Box 13"/>
            <p:cNvSpPr txBox="1">
              <a:spLocks noChangeArrowheads="1"/>
            </p:cNvSpPr>
            <p:nvPr/>
          </p:nvSpPr>
          <p:spPr bwMode="auto">
            <a:xfrm>
              <a:off x="1152" y="2592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取</a:t>
              </a:r>
            </a:p>
          </p:txBody>
        </p:sp>
        <p:graphicFrame>
          <p:nvGraphicFramePr>
            <p:cNvPr id="36887" name="Object 14"/>
            <p:cNvGraphicFramePr>
              <a:graphicFrameLocks noChangeAspect="1"/>
            </p:cNvGraphicFramePr>
            <p:nvPr/>
          </p:nvGraphicFramePr>
          <p:xfrm>
            <a:off x="1496" y="2681"/>
            <a:ext cx="57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914400" imgH="393700" progId="Equation.3">
                    <p:embed/>
                  </p:oleObj>
                </mc:Choice>
                <mc:Fallback>
                  <p:oleObj name="公式" r:id="rId14" imgW="9144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6" y="2681"/>
                          <a:ext cx="57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75" name="Object 15"/>
          <p:cNvGraphicFramePr>
            <a:graphicFrameLocks noChangeAspect="1"/>
          </p:cNvGraphicFramePr>
          <p:nvPr/>
        </p:nvGraphicFramePr>
        <p:xfrm>
          <a:off x="7899400" y="3549650"/>
          <a:ext cx="1320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20227" imgH="330057" progId="Equation.3">
                  <p:embed/>
                </p:oleObj>
              </mc:Choice>
              <mc:Fallback>
                <p:oleObj name="公式" r:id="rId16" imgW="1320227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9400" y="3549650"/>
                        <a:ext cx="1320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76" name="Group 16"/>
          <p:cNvGrpSpPr>
            <a:grpSpLocks/>
          </p:cNvGrpSpPr>
          <p:nvPr/>
        </p:nvGrpSpPr>
        <p:grpSpPr bwMode="auto">
          <a:xfrm>
            <a:off x="2895600" y="4114800"/>
            <a:ext cx="1473200" cy="533400"/>
            <a:chOff x="1088" y="2544"/>
            <a:chExt cx="928" cy="336"/>
          </a:xfrm>
        </p:grpSpPr>
        <p:sp>
          <p:nvSpPr>
            <p:cNvPr id="36884" name="Text Box 17"/>
            <p:cNvSpPr txBox="1">
              <a:spLocks noChangeArrowheads="1"/>
            </p:cNvSpPr>
            <p:nvPr/>
          </p:nvSpPr>
          <p:spPr bwMode="auto">
            <a:xfrm>
              <a:off x="1088" y="2544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取</a:t>
              </a:r>
            </a:p>
          </p:txBody>
        </p:sp>
        <p:graphicFrame>
          <p:nvGraphicFramePr>
            <p:cNvPr id="36885" name="Object 18"/>
            <p:cNvGraphicFramePr>
              <a:graphicFrameLocks noChangeAspect="1"/>
            </p:cNvGraphicFramePr>
            <p:nvPr/>
          </p:nvGraphicFramePr>
          <p:xfrm>
            <a:off x="1424" y="2633"/>
            <a:ext cx="59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939392" imgH="393529" progId="Equation.3">
                    <p:embed/>
                  </p:oleObj>
                </mc:Choice>
                <mc:Fallback>
                  <p:oleObj name="公式" r:id="rId18" imgW="939392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4" y="2633"/>
                          <a:ext cx="59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79" name="Group 19"/>
          <p:cNvGrpSpPr>
            <a:grpSpLocks/>
          </p:cNvGrpSpPr>
          <p:nvPr/>
        </p:nvGrpSpPr>
        <p:grpSpPr bwMode="auto">
          <a:xfrm>
            <a:off x="4495800" y="4141788"/>
            <a:ext cx="4038600" cy="519112"/>
            <a:chOff x="1872" y="2609"/>
            <a:chExt cx="2544" cy="327"/>
          </a:xfrm>
        </p:grpSpPr>
        <p:graphicFrame>
          <p:nvGraphicFramePr>
            <p:cNvPr id="36880" name="Object 20"/>
            <p:cNvGraphicFramePr>
              <a:graphicFrameLocks noChangeAspect="1"/>
            </p:cNvGraphicFramePr>
            <p:nvPr/>
          </p:nvGraphicFramePr>
          <p:xfrm>
            <a:off x="2404" y="2669"/>
            <a:ext cx="45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723586" imgH="393529" progId="Equation.3">
                    <p:embed/>
                  </p:oleObj>
                </mc:Choice>
                <mc:Fallback>
                  <p:oleObj name="公式" r:id="rId20" imgW="723586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4" y="2669"/>
                          <a:ext cx="45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6881" name="Group 21"/>
            <p:cNvGrpSpPr>
              <a:grpSpLocks/>
            </p:cNvGrpSpPr>
            <p:nvPr/>
          </p:nvGrpSpPr>
          <p:grpSpPr bwMode="auto">
            <a:xfrm>
              <a:off x="1872" y="2609"/>
              <a:ext cx="2544" cy="327"/>
              <a:chOff x="1872" y="2609"/>
              <a:chExt cx="2544" cy="327"/>
            </a:xfrm>
          </p:grpSpPr>
          <p:sp>
            <p:nvSpPr>
              <p:cNvPr id="36882" name="Text Box 22"/>
              <p:cNvSpPr txBox="1">
                <a:spLocks noChangeArrowheads="1"/>
              </p:cNvSpPr>
              <p:nvPr/>
            </p:nvSpPr>
            <p:spPr bwMode="auto">
              <a:xfrm>
                <a:off x="1872" y="2609"/>
                <a:ext cx="25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800" b="1">
                    <a:latin typeface="Times New Roman" panose="02020603050405020304" pitchFamily="18" charset="0"/>
                  </a:rPr>
                  <a:t>并将         值代入</a:t>
                </a:r>
              </a:p>
            </p:txBody>
          </p:sp>
          <p:graphicFrame>
            <p:nvGraphicFramePr>
              <p:cNvPr id="36883" name="Object 23"/>
              <p:cNvGraphicFramePr>
                <a:graphicFrameLocks noChangeAspect="1"/>
              </p:cNvGraphicFramePr>
              <p:nvPr/>
            </p:nvGraphicFramePr>
            <p:xfrm>
              <a:off x="3573" y="2677"/>
              <a:ext cx="279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444307" imgH="368140" progId="Equation.3">
                      <p:embed/>
                    </p:oleObj>
                  </mc:Choice>
                  <mc:Fallback>
                    <p:oleObj name="公式" r:id="rId22" imgW="444307" imgH="3681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73" y="2677"/>
                            <a:ext cx="279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0984" name="Object 24"/>
          <p:cNvGraphicFramePr>
            <a:graphicFrameLocks noChangeAspect="1"/>
          </p:cNvGraphicFramePr>
          <p:nvPr/>
        </p:nvGraphicFramePr>
        <p:xfrm>
          <a:off x="7848600" y="4254500"/>
          <a:ext cx="1562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62100" imgH="330200" progId="Equation.3">
                  <p:embed/>
                </p:oleObj>
              </mc:Choice>
              <mc:Fallback>
                <p:oleObj name="公式" r:id="rId24" imgW="15621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254500"/>
                        <a:ext cx="1562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5" name="Object 25"/>
          <p:cNvGraphicFramePr>
            <a:graphicFrameLocks noChangeAspect="1"/>
          </p:cNvGraphicFramePr>
          <p:nvPr/>
        </p:nvGraphicFramePr>
        <p:xfrm>
          <a:off x="4762500" y="4800600"/>
          <a:ext cx="3390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390900" imgH="965200" progId="Equation.3">
                  <p:embed/>
                </p:oleObj>
              </mc:Choice>
              <mc:Fallback>
                <p:oleObj name="公式" r:id="rId26" imgW="33909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0" y="4800600"/>
                        <a:ext cx="3390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6" name="Object 26"/>
          <p:cNvGraphicFramePr>
            <a:graphicFrameLocks noChangeAspect="1"/>
          </p:cNvGraphicFramePr>
          <p:nvPr/>
        </p:nvGraphicFramePr>
        <p:xfrm>
          <a:off x="2971800" y="4800600"/>
          <a:ext cx="1790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790700" imgH="965200" progId="Equation.3">
                  <p:embed/>
                </p:oleObj>
              </mc:Choice>
              <mc:Fallback>
                <p:oleObj name="公式" r:id="rId28" imgW="1790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800600"/>
                        <a:ext cx="1790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9" name="Text Box 27"/>
          <p:cNvSpPr txBox="1">
            <a:spLocks noChangeArrowheads="1"/>
          </p:cNvSpPr>
          <p:nvPr/>
        </p:nvSpPr>
        <p:spPr bwMode="auto">
          <a:xfrm>
            <a:off x="2362200" y="10668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94097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362200" y="1004888"/>
            <a:ext cx="925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5295900" y="4572000"/>
          <a:ext cx="31623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62300" imgH="1308100" progId="Equation.3">
                  <p:embed/>
                </p:oleObj>
              </mc:Choice>
              <mc:Fallback>
                <p:oleObj name="公式" r:id="rId2" imgW="3162300" imgH="130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4572000"/>
                        <a:ext cx="31623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3200400" y="762000"/>
          <a:ext cx="2451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51100" imgH="965200" progId="Equation.3">
                  <p:embed/>
                </p:oleObj>
              </mc:Choice>
              <mc:Fallback>
                <p:oleObj name="公式" r:id="rId4" imgW="2451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451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2514600" y="1911351"/>
          <a:ext cx="50800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080000" imgH="482600" progId="Equation.3">
                  <p:embed/>
                </p:oleObj>
              </mc:Choice>
              <mc:Fallback>
                <p:oleObj name="公式" r:id="rId6" imgW="50800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11351"/>
                        <a:ext cx="50800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3657600" y="2520951"/>
          <a:ext cx="57023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02300" imgH="482600" progId="Equation.3">
                  <p:embed/>
                </p:oleObj>
              </mc:Choice>
              <mc:Fallback>
                <p:oleObj name="公式" r:id="rId8" imgW="5702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520951"/>
                        <a:ext cx="57023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2590800" y="3200400"/>
          <a:ext cx="20193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19300" imgH="1625600" progId="Equation.3">
                  <p:embed/>
                </p:oleObj>
              </mc:Choice>
              <mc:Fallback>
                <p:oleObj name="公式" r:id="rId10" imgW="2019300" imgH="162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00400"/>
                        <a:ext cx="20193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4737100" y="3536950"/>
          <a:ext cx="3937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937000" imgH="889000" progId="Equation.3">
                  <p:embed/>
                </p:oleObj>
              </mc:Choice>
              <mc:Fallback>
                <p:oleObj name="公式" r:id="rId12" imgW="3937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536950"/>
                        <a:ext cx="3937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/>
        </p:nvGraphicFramePr>
        <p:xfrm>
          <a:off x="5651500" y="787400"/>
          <a:ext cx="2933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933700" imgH="889000" progId="Equation.3">
                  <p:embed/>
                </p:oleObj>
              </mc:Choice>
              <mc:Fallback>
                <p:oleObj name="公式" r:id="rId14" imgW="2933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787400"/>
                        <a:ext cx="2933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2514600" y="4953000"/>
          <a:ext cx="2768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68600" imgH="965200" progId="Equation.3">
                  <p:embed/>
                </p:oleObj>
              </mc:Choice>
              <mc:Fallback>
                <p:oleObj name="公式" r:id="rId16" imgW="2768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953000"/>
                        <a:ext cx="2768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2411413" y="2493963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整理得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42671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438400" y="7620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3387725" y="763588"/>
            <a:ext cx="6400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将有理函数化为部分分式之和后，只出现三类情况：</a:t>
            </a:r>
          </a:p>
        </p:txBody>
      </p:sp>
      <p:grpSp>
        <p:nvGrpSpPr>
          <p:cNvPr id="43012" name="Group 4"/>
          <p:cNvGrpSpPr>
            <a:grpSpLocks/>
          </p:cNvGrpSpPr>
          <p:nvPr/>
        </p:nvGrpSpPr>
        <p:grpSpPr bwMode="auto">
          <a:xfrm>
            <a:off x="2438400" y="1874838"/>
            <a:ext cx="2559050" cy="519112"/>
            <a:chOff x="816" y="1333"/>
            <a:chExt cx="1612" cy="327"/>
          </a:xfrm>
        </p:grpSpPr>
        <p:graphicFrame>
          <p:nvGraphicFramePr>
            <p:cNvPr id="38926" name="Object 5"/>
            <p:cNvGraphicFramePr>
              <a:graphicFrameLocks noChangeAspect="1"/>
            </p:cNvGraphicFramePr>
            <p:nvPr/>
          </p:nvGraphicFramePr>
          <p:xfrm>
            <a:off x="816" y="1392"/>
            <a:ext cx="27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444114" imgH="406048" progId="Equation.3">
                    <p:embed/>
                  </p:oleObj>
                </mc:Choice>
                <mc:Fallback>
                  <p:oleObj name="公式" r:id="rId2" imgW="444114" imgH="40604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392"/>
                          <a:ext cx="279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7" name="Text Box 6"/>
            <p:cNvSpPr txBox="1">
              <a:spLocks noChangeArrowheads="1"/>
            </p:cNvSpPr>
            <p:nvPr/>
          </p:nvSpPr>
          <p:spPr bwMode="auto">
            <a:xfrm>
              <a:off x="1084" y="1333"/>
              <a:ext cx="13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151226"/>
                  </a:solidFill>
                  <a:latin typeface="Times New Roman" panose="02020603050405020304" pitchFamily="18" charset="0"/>
                </a:rPr>
                <a:t>多项式；</a:t>
              </a:r>
            </a:p>
          </p:txBody>
        </p:sp>
      </p:grpSp>
      <p:graphicFrame>
        <p:nvGraphicFramePr>
          <p:cNvPr id="43015" name="Object 7"/>
          <p:cNvGraphicFramePr>
            <a:graphicFrameLocks noChangeAspect="1"/>
          </p:cNvGraphicFramePr>
          <p:nvPr/>
        </p:nvGraphicFramePr>
        <p:xfrm>
          <a:off x="4514850" y="1752600"/>
          <a:ext cx="2057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57400" imgH="965200" progId="Equation.3">
                  <p:embed/>
                </p:oleObj>
              </mc:Choice>
              <mc:Fallback>
                <p:oleObj name="公式" r:id="rId4" imgW="20574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1752600"/>
                        <a:ext cx="2057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6959600" y="1765300"/>
          <a:ext cx="3022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22600" imgH="965200" progId="Equation.3">
                  <p:embed/>
                </p:oleObj>
              </mc:Choice>
              <mc:Fallback>
                <p:oleObj name="公式" r:id="rId6" imgW="3022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1765300"/>
                        <a:ext cx="3022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2362200" y="30622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151226"/>
                </a:solidFill>
                <a:latin typeface="Times New Roman" panose="02020603050405020304" pitchFamily="18" charset="0"/>
              </a:rPr>
              <a:t>讨论积分</a:t>
            </a:r>
          </a:p>
        </p:txBody>
      </p:sp>
      <p:graphicFrame>
        <p:nvGraphicFramePr>
          <p:cNvPr id="43018" name="Object 10"/>
          <p:cNvGraphicFramePr>
            <a:graphicFrameLocks noChangeAspect="1"/>
          </p:cNvGraphicFramePr>
          <p:nvPr/>
        </p:nvGraphicFramePr>
        <p:xfrm>
          <a:off x="3835400" y="2819400"/>
          <a:ext cx="3009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09900" imgH="965200" progId="Equation.3">
                  <p:embed/>
                </p:oleObj>
              </mc:Choice>
              <mc:Fallback>
                <p:oleObj name="公式" r:id="rId8" imgW="30099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0" y="2819400"/>
                        <a:ext cx="3009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11"/>
          <p:cNvGraphicFramePr>
            <a:graphicFrameLocks noChangeAspect="1"/>
          </p:cNvGraphicFramePr>
          <p:nvPr/>
        </p:nvGraphicFramePr>
        <p:xfrm>
          <a:off x="2451100" y="3962400"/>
          <a:ext cx="54737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473700" imgH="1041400" progId="Equation.3">
                  <p:embed/>
                </p:oleObj>
              </mc:Choice>
              <mc:Fallback>
                <p:oleObj name="公式" r:id="rId10" imgW="54737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962400"/>
                        <a:ext cx="54737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20" name="Group 12"/>
          <p:cNvGrpSpPr>
            <a:grpSpLocks/>
          </p:cNvGrpSpPr>
          <p:nvPr/>
        </p:nvGrpSpPr>
        <p:grpSpPr bwMode="auto">
          <a:xfrm>
            <a:off x="4591050" y="4932585"/>
            <a:ext cx="1981200" cy="889000"/>
            <a:chOff x="816" y="3360"/>
            <a:chExt cx="1248" cy="560"/>
          </a:xfrm>
        </p:grpSpPr>
        <p:sp>
          <p:nvSpPr>
            <p:cNvPr id="38924" name="Text Box 13"/>
            <p:cNvSpPr txBox="1">
              <a:spLocks noChangeArrowheads="1"/>
            </p:cNvSpPr>
            <p:nvPr/>
          </p:nvSpPr>
          <p:spPr bwMode="auto">
            <a:xfrm>
              <a:off x="816" y="3456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151226"/>
                  </a:solidFill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38925" name="Object 14"/>
            <p:cNvGraphicFramePr>
              <a:graphicFrameLocks noChangeAspect="1"/>
            </p:cNvGraphicFramePr>
            <p:nvPr/>
          </p:nvGraphicFramePr>
          <p:xfrm>
            <a:off x="1168" y="3360"/>
            <a:ext cx="896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422400" imgH="889000" progId="Equation.3">
                    <p:embed/>
                  </p:oleObj>
                </mc:Choice>
                <mc:Fallback>
                  <p:oleObj name="公式" r:id="rId12" imgW="1422400" imgH="889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8" y="3360"/>
                          <a:ext cx="896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23" name="Line 15"/>
          <p:cNvSpPr>
            <a:spLocks noChangeShapeType="1"/>
          </p:cNvSpPr>
          <p:nvPr/>
        </p:nvSpPr>
        <p:spPr bwMode="auto">
          <a:xfrm>
            <a:off x="5257800" y="4953000"/>
            <a:ext cx="762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136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 autoUpdateAnimBg="0"/>
      <p:bldP spid="430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3200400" y="1885950"/>
          <a:ext cx="1905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5000" imgH="927100" progId="Equation.3">
                  <p:embed/>
                </p:oleObj>
              </mc:Choice>
              <mc:Fallback>
                <p:oleObj name="公式" r:id="rId2" imgW="19050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885950"/>
                        <a:ext cx="1905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5499100" y="1930400"/>
          <a:ext cx="2019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19300" imgH="889000" progId="Equation.3">
                  <p:embed/>
                </p:oleObj>
              </mc:Choice>
              <mc:Fallback>
                <p:oleObj name="公式" r:id="rId4" imgW="20193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1930400"/>
                        <a:ext cx="2019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2362200" y="20970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151226"/>
                </a:solidFill>
                <a:latin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2463800" y="3048000"/>
          <a:ext cx="3213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213100" imgH="965200" progId="Equation.3">
                  <p:embed/>
                </p:oleObj>
              </mc:Choice>
              <mc:Fallback>
                <p:oleObj name="公式" r:id="rId6" imgW="3213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3048000"/>
                        <a:ext cx="3213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2743200" y="4324350"/>
          <a:ext cx="2400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00300" imgH="965200" progId="Equation.3">
                  <p:embed/>
                </p:oleObj>
              </mc:Choice>
              <mc:Fallback>
                <p:oleObj name="公式" r:id="rId8" imgW="24003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24350"/>
                        <a:ext cx="2400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>
            <a:graphicFrameLocks noChangeAspect="1"/>
          </p:cNvGraphicFramePr>
          <p:nvPr/>
        </p:nvGraphicFramePr>
        <p:xfrm>
          <a:off x="5232400" y="4330700"/>
          <a:ext cx="2387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87600" imgH="965200" progId="Equation.3">
                  <p:embed/>
                </p:oleObj>
              </mc:Choice>
              <mc:Fallback>
                <p:oleObj name="公式" r:id="rId10" imgW="2387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4330700"/>
                        <a:ext cx="2387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3005138" y="1192213"/>
          <a:ext cx="32893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89300" imgH="482600" progId="Equation.3">
                  <p:embed/>
                </p:oleObj>
              </mc:Choice>
              <mc:Fallback>
                <p:oleObj name="公式" r:id="rId12" imgW="3289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8" y="1192213"/>
                        <a:ext cx="32893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9"/>
          <p:cNvGraphicFramePr>
            <a:graphicFrameLocks noChangeAspect="1"/>
          </p:cNvGraphicFramePr>
          <p:nvPr/>
        </p:nvGraphicFramePr>
        <p:xfrm>
          <a:off x="6781800" y="1295401"/>
          <a:ext cx="2832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32100" imgH="393700" progId="Equation.3">
                  <p:embed/>
                </p:oleObj>
              </mc:Choice>
              <mc:Fallback>
                <p:oleObj name="公式" r:id="rId14" imgW="28321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295401"/>
                        <a:ext cx="28321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2376488" y="1146176"/>
            <a:ext cx="933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151226"/>
                </a:solidFill>
                <a:latin typeface="Times New Roman" panose="02020603050405020304" pitchFamily="18" charset="0"/>
              </a:rPr>
              <a:t>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998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2"/>
          <p:cNvGrpSpPr>
            <a:grpSpLocks/>
          </p:cNvGrpSpPr>
          <p:nvPr/>
        </p:nvGrpSpPr>
        <p:grpSpPr bwMode="auto">
          <a:xfrm>
            <a:off x="2393950" y="2641600"/>
            <a:ext cx="4997450" cy="965200"/>
            <a:chOff x="548" y="1664"/>
            <a:chExt cx="3148" cy="608"/>
          </a:xfrm>
        </p:grpSpPr>
        <p:graphicFrame>
          <p:nvGraphicFramePr>
            <p:cNvPr id="40975" name="Object 3"/>
            <p:cNvGraphicFramePr>
              <a:graphicFrameLocks noChangeAspect="1"/>
            </p:cNvGraphicFramePr>
            <p:nvPr/>
          </p:nvGraphicFramePr>
          <p:xfrm>
            <a:off x="548" y="1888"/>
            <a:ext cx="1064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688367" imgH="406224" progId="Equation.3">
                    <p:embed/>
                  </p:oleObj>
                </mc:Choice>
                <mc:Fallback>
                  <p:oleObj name="公式" r:id="rId2" imgW="1688367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" y="1888"/>
                          <a:ext cx="1064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6" name="Object 4"/>
            <p:cNvGraphicFramePr>
              <a:graphicFrameLocks noChangeAspect="1"/>
            </p:cNvGraphicFramePr>
            <p:nvPr/>
          </p:nvGraphicFramePr>
          <p:xfrm>
            <a:off x="1864" y="1664"/>
            <a:ext cx="1832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908300" imgH="965200" progId="Equation.3">
                    <p:embed/>
                  </p:oleObj>
                </mc:Choice>
                <mc:Fallback>
                  <p:oleObj name="公式" r:id="rId4" imgW="2908300" imgH="965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4" y="1664"/>
                          <a:ext cx="1832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061" name="Object 5"/>
          <p:cNvGraphicFramePr>
            <a:graphicFrameLocks noChangeAspect="1"/>
          </p:cNvGraphicFramePr>
          <p:nvPr/>
        </p:nvGraphicFramePr>
        <p:xfrm>
          <a:off x="3048000" y="3683000"/>
          <a:ext cx="3517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17900" imgH="965200" progId="Equation.3">
                  <p:embed/>
                </p:oleObj>
              </mc:Choice>
              <mc:Fallback>
                <p:oleObj name="公式" r:id="rId6" imgW="35179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683000"/>
                        <a:ext cx="3517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6616700" y="3683000"/>
          <a:ext cx="2679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79700" imgH="965200" progId="Equation.3">
                  <p:embed/>
                </p:oleObj>
              </mc:Choice>
              <mc:Fallback>
                <p:oleObj name="公式" r:id="rId8" imgW="2679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6700" y="3683000"/>
                        <a:ext cx="2679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63" name="Group 7"/>
          <p:cNvGrpSpPr>
            <a:grpSpLocks/>
          </p:cNvGrpSpPr>
          <p:nvPr/>
        </p:nvGrpSpPr>
        <p:grpSpPr bwMode="auto">
          <a:xfrm>
            <a:off x="2400300" y="685800"/>
            <a:ext cx="4648200" cy="965200"/>
            <a:chOff x="552" y="432"/>
            <a:chExt cx="2928" cy="608"/>
          </a:xfrm>
        </p:grpSpPr>
        <p:graphicFrame>
          <p:nvGraphicFramePr>
            <p:cNvPr id="40973" name="Object 8"/>
            <p:cNvGraphicFramePr>
              <a:graphicFrameLocks noChangeAspect="1"/>
            </p:cNvGraphicFramePr>
            <p:nvPr/>
          </p:nvGraphicFramePr>
          <p:xfrm>
            <a:off x="552" y="609"/>
            <a:ext cx="104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662978" imgH="406224" progId="Equation.3">
                    <p:embed/>
                  </p:oleObj>
                </mc:Choice>
                <mc:Fallback>
                  <p:oleObj name="公式" r:id="rId10" imgW="1662978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" y="609"/>
                          <a:ext cx="104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4" name="Object 9"/>
            <p:cNvGraphicFramePr>
              <a:graphicFrameLocks noChangeAspect="1"/>
            </p:cNvGraphicFramePr>
            <p:nvPr/>
          </p:nvGraphicFramePr>
          <p:xfrm>
            <a:off x="1928" y="432"/>
            <a:ext cx="1552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463800" imgH="965200" progId="Equation.3">
                    <p:embed/>
                  </p:oleObj>
                </mc:Choice>
                <mc:Fallback>
                  <p:oleObj name="公式" r:id="rId12" imgW="2463800" imgH="965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" y="432"/>
                          <a:ext cx="1552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66" name="Group 10"/>
          <p:cNvGrpSpPr>
            <a:grpSpLocks/>
          </p:cNvGrpSpPr>
          <p:nvPr/>
        </p:nvGrpSpPr>
        <p:grpSpPr bwMode="auto">
          <a:xfrm>
            <a:off x="2971800" y="1346200"/>
            <a:ext cx="6445250" cy="1308100"/>
            <a:chOff x="912" y="848"/>
            <a:chExt cx="4060" cy="824"/>
          </a:xfrm>
        </p:grpSpPr>
        <p:graphicFrame>
          <p:nvGraphicFramePr>
            <p:cNvPr id="40971" name="Object 11"/>
            <p:cNvGraphicFramePr>
              <a:graphicFrameLocks noChangeAspect="1"/>
            </p:cNvGraphicFramePr>
            <p:nvPr/>
          </p:nvGraphicFramePr>
          <p:xfrm>
            <a:off x="912" y="1092"/>
            <a:ext cx="1992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162300" imgH="889000" progId="Equation.3">
                    <p:embed/>
                  </p:oleObj>
                </mc:Choice>
                <mc:Fallback>
                  <p:oleObj name="公式" r:id="rId14" imgW="3162300" imgH="889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092"/>
                          <a:ext cx="1992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2" name="Object 12"/>
            <p:cNvGraphicFramePr>
              <a:graphicFrameLocks noChangeAspect="1"/>
            </p:cNvGraphicFramePr>
            <p:nvPr/>
          </p:nvGraphicFramePr>
          <p:xfrm>
            <a:off x="2892" y="848"/>
            <a:ext cx="2080" cy="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302000" imgH="1308100" progId="Equation.3">
                    <p:embed/>
                  </p:oleObj>
                </mc:Choice>
                <mc:Fallback>
                  <p:oleObj name="公式" r:id="rId16" imgW="3302000" imgH="1308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2" y="848"/>
                          <a:ext cx="2080" cy="8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69" name="Group 13"/>
          <p:cNvGrpSpPr>
            <a:grpSpLocks/>
          </p:cNvGrpSpPr>
          <p:nvPr/>
        </p:nvGrpSpPr>
        <p:grpSpPr bwMode="auto">
          <a:xfrm>
            <a:off x="2611041" y="4644103"/>
            <a:ext cx="6429375" cy="1109663"/>
            <a:chOff x="702" y="3178"/>
            <a:chExt cx="4050" cy="699"/>
          </a:xfrm>
        </p:grpSpPr>
        <p:sp>
          <p:nvSpPr>
            <p:cNvPr id="45070" name="Text Box 14"/>
            <p:cNvSpPr txBox="1">
              <a:spLocks noChangeArrowheads="1"/>
            </p:cNvSpPr>
            <p:nvPr/>
          </p:nvSpPr>
          <p:spPr bwMode="auto">
            <a:xfrm>
              <a:off x="702" y="3364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b="1" dirty="0">
                  <a:solidFill>
                    <a:srgbClr val="151226"/>
                  </a:solidFill>
                  <a:latin typeface="宋体" panose="02010600030101010101" pitchFamily="2" charset="-122"/>
                </a:rPr>
                <a:t>对于</a:t>
              </a:r>
            </a:p>
          </p:txBody>
        </p:sp>
        <p:graphicFrame>
          <p:nvGraphicFramePr>
            <p:cNvPr id="40969" name="Object 15"/>
            <p:cNvGraphicFramePr>
              <a:graphicFrameLocks noChangeAspect="1"/>
            </p:cNvGraphicFramePr>
            <p:nvPr/>
          </p:nvGraphicFramePr>
          <p:xfrm>
            <a:off x="1273" y="3178"/>
            <a:ext cx="1463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41120" imgH="431640" progId="Equation.DSMT4">
                    <p:embed/>
                  </p:oleObj>
                </mc:Choice>
                <mc:Fallback>
                  <p:oleObj name="Equation" r:id="rId18" imgW="10411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3" y="3178"/>
                          <a:ext cx="1463" cy="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2" name="Text Box 16"/>
            <p:cNvSpPr txBox="1">
              <a:spLocks noChangeArrowheads="1"/>
            </p:cNvSpPr>
            <p:nvPr/>
          </p:nvSpPr>
          <p:spPr bwMode="auto">
            <a:xfrm>
              <a:off x="2832" y="3360"/>
              <a:ext cx="19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b="1" dirty="0">
                  <a:solidFill>
                    <a:srgbClr val="151226"/>
                  </a:solidFill>
                  <a:latin typeface="宋体" panose="02010600030101010101" pitchFamily="2" charset="-122"/>
                </a:rPr>
                <a:t>可得递推公式如下</a:t>
              </a:r>
              <a:r>
                <a:rPr lang="zh-CN" altLang="en-US" sz="2400" b="1" dirty="0">
                  <a:solidFill>
                    <a:srgbClr val="151226"/>
                  </a:solidFill>
                  <a:latin typeface="宋体" panose="02010600030101010101" pitchFamily="2" charset="-122"/>
                </a:rPr>
                <a:t>：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173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>
            <a:extLst>
              <a:ext uri="{FF2B5EF4-FFF2-40B4-BE49-F238E27FC236}">
                <a16:creationId xmlns:a16="http://schemas.microsoft.com/office/drawing/2014/main" id="{0A3F23A4-D9D2-47EA-94A8-E34A33FCF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156" y="5402448"/>
            <a:ext cx="8569299" cy="1050887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2355224" y="4883336"/>
            <a:ext cx="760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这三类积分均可积出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, 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且原函数都是初等函数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2086849" y="5616152"/>
            <a:ext cx="1581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结论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2929959" y="5612045"/>
            <a:ext cx="72186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151226"/>
                </a:solidFill>
                <a:latin typeface="宋体" panose="02010600030101010101" pitchFamily="2" charset="-122"/>
              </a:rPr>
              <a:t>有理函数均可积出，其原函数都是初等函数</a:t>
            </a:r>
            <a:r>
              <a:rPr kumimoji="1" lang="en-US" altLang="zh-CN" sz="2800" b="1" dirty="0">
                <a:solidFill>
                  <a:srgbClr val="15122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aphicFrame>
        <p:nvGraphicFramePr>
          <p:cNvPr id="4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895636"/>
              </p:ext>
            </p:extLst>
          </p:nvPr>
        </p:nvGraphicFramePr>
        <p:xfrm>
          <a:off x="2063552" y="698241"/>
          <a:ext cx="3574040" cy="109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74640" imgH="444240" progId="Equation.DSMT4">
                  <p:embed/>
                </p:oleObj>
              </mc:Choice>
              <mc:Fallback>
                <p:oleObj name="Equation" r:id="rId3" imgW="15746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698241"/>
                        <a:ext cx="3574040" cy="109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416190"/>
              </p:ext>
            </p:extLst>
          </p:nvPr>
        </p:nvGraphicFramePr>
        <p:xfrm>
          <a:off x="5628586" y="741437"/>
          <a:ext cx="3338728" cy="1035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7680" imgH="444240" progId="Equation.DSMT4">
                  <p:embed/>
                </p:oleObj>
              </mc:Choice>
              <mc:Fallback>
                <p:oleObj name="Equation" r:id="rId5" imgW="1777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8586" y="741437"/>
                        <a:ext cx="3338728" cy="1035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563312"/>
              </p:ext>
            </p:extLst>
          </p:nvPr>
        </p:nvGraphicFramePr>
        <p:xfrm>
          <a:off x="2434691" y="1630972"/>
          <a:ext cx="4903869" cy="107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38280" imgH="431640" progId="Equation.DSMT4">
                  <p:embed/>
                </p:oleObj>
              </mc:Choice>
              <mc:Fallback>
                <p:oleObj name="Equation" r:id="rId7" imgW="243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691" y="1630972"/>
                        <a:ext cx="4903869" cy="1070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491997"/>
              </p:ext>
            </p:extLst>
          </p:nvPr>
        </p:nvGraphicFramePr>
        <p:xfrm>
          <a:off x="2355224" y="2735448"/>
          <a:ext cx="4983336" cy="106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65360" imgH="431640" progId="Equation.DSMT4">
                  <p:embed/>
                </p:oleObj>
              </mc:Choice>
              <mc:Fallback>
                <p:oleObj name="Equation" r:id="rId9" imgW="2565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224" y="2735448"/>
                        <a:ext cx="4983336" cy="1063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1905000" y="3886201"/>
            <a:ext cx="1752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151226"/>
                </a:solidFill>
                <a:latin typeface="宋体" panose="02010600030101010101" pitchFamily="2" charset="-122"/>
              </a:rPr>
              <a:t>整理得：</a:t>
            </a:r>
          </a:p>
        </p:txBody>
      </p:sp>
      <p:graphicFrame>
        <p:nvGraphicFramePr>
          <p:cNvPr id="46090" name="Object 10"/>
          <p:cNvGraphicFramePr>
            <a:graphicFrameLocks noChangeAspect="1"/>
          </p:cNvGraphicFramePr>
          <p:nvPr/>
        </p:nvGraphicFramePr>
        <p:xfrm>
          <a:off x="3505200" y="3733800"/>
          <a:ext cx="53149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92080" imgH="431640" progId="Equation.DSMT4">
                  <p:embed/>
                </p:oleObj>
              </mc:Choice>
              <mc:Fallback>
                <p:oleObj name="Equation" r:id="rId11" imgW="2692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733800"/>
                        <a:ext cx="53149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208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6082" grpId="0" autoUpdateAnimBg="0"/>
      <p:bldP spid="46083" grpId="0" autoUpdateAnimBg="0"/>
      <p:bldP spid="46084" grpId="0" autoUpdateAnimBg="0"/>
      <p:bldP spid="46089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2362200" y="1245510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   </a:t>
            </a: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006369"/>
              </p:ext>
            </p:extLst>
          </p:nvPr>
        </p:nvGraphicFramePr>
        <p:xfrm>
          <a:off x="4511824" y="1042741"/>
          <a:ext cx="2159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9000" imgH="965200" progId="Equation.3">
                  <p:embed/>
                </p:oleObj>
              </mc:Choice>
              <mc:Fallback>
                <p:oleObj name="公式" r:id="rId2" imgW="2159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1042741"/>
                        <a:ext cx="2159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837859"/>
              </p:ext>
            </p:extLst>
          </p:nvPr>
        </p:nvGraphicFramePr>
        <p:xfrm>
          <a:off x="3124200" y="2374107"/>
          <a:ext cx="2057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57400" imgH="965200" progId="Equation.3">
                  <p:embed/>
                </p:oleObj>
              </mc:Choice>
              <mc:Fallback>
                <p:oleObj name="公式" r:id="rId4" imgW="20574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374107"/>
                        <a:ext cx="2057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35591"/>
              </p:ext>
            </p:extLst>
          </p:nvPr>
        </p:nvGraphicFramePr>
        <p:xfrm>
          <a:off x="5224710" y="2384821"/>
          <a:ext cx="4254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254500" imgH="1016000" progId="Equation.3">
                  <p:embed/>
                </p:oleObj>
              </mc:Choice>
              <mc:Fallback>
                <p:oleObj name="公式" r:id="rId6" imgW="42545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710" y="2384821"/>
                        <a:ext cx="4254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30062"/>
              </p:ext>
            </p:extLst>
          </p:nvPr>
        </p:nvGraphicFramePr>
        <p:xfrm>
          <a:off x="3215680" y="3556278"/>
          <a:ext cx="5080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080000" imgH="965200" progId="Equation.3">
                  <p:embed/>
                </p:oleObj>
              </mc:Choice>
              <mc:Fallback>
                <p:oleObj name="公式" r:id="rId8" imgW="50800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3556278"/>
                        <a:ext cx="5080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643966"/>
              </p:ext>
            </p:extLst>
          </p:nvPr>
        </p:nvGraphicFramePr>
        <p:xfrm>
          <a:off x="3124200" y="4581128"/>
          <a:ext cx="4470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470400" imgH="889000" progId="Equation.3">
                  <p:embed/>
                </p:oleObj>
              </mc:Choice>
              <mc:Fallback>
                <p:oleObj name="公式" r:id="rId10" imgW="4470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581128"/>
                        <a:ext cx="4470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2362200" y="259715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575120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2159000" y="996950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   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2159000" y="2305844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4292600" y="774700"/>
          <a:ext cx="3200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00400" imgH="965200" progId="Equation.3">
                  <p:embed/>
                </p:oleObj>
              </mc:Choice>
              <mc:Fallback>
                <p:oleObj name="公式" r:id="rId2" imgW="32004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774700"/>
                        <a:ext cx="3200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043594"/>
              </p:ext>
            </p:extLst>
          </p:nvPr>
        </p:nvGraphicFramePr>
        <p:xfrm>
          <a:off x="5892800" y="1739900"/>
          <a:ext cx="42672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267200" imgH="1308100" progId="Equation.3">
                  <p:embed/>
                </p:oleObj>
              </mc:Choice>
              <mc:Fallback>
                <p:oleObj name="公式" r:id="rId4" imgW="4267200" imgH="1308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800" y="1739900"/>
                        <a:ext cx="42672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68414"/>
              </p:ext>
            </p:extLst>
          </p:nvPr>
        </p:nvGraphicFramePr>
        <p:xfrm>
          <a:off x="2794000" y="2082800"/>
          <a:ext cx="3098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98800" imgH="965200" progId="Equation.3">
                  <p:embed/>
                </p:oleObj>
              </mc:Choice>
              <mc:Fallback>
                <p:oleObj name="公式" r:id="rId6" imgW="3098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2082800"/>
                        <a:ext cx="3098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931969"/>
              </p:ext>
            </p:extLst>
          </p:nvPr>
        </p:nvGraphicFramePr>
        <p:xfrm>
          <a:off x="2844800" y="3378200"/>
          <a:ext cx="64150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413500" imgH="889000" progId="Equation.3">
                  <p:embed/>
                </p:oleObj>
              </mc:Choice>
              <mc:Fallback>
                <p:oleObj name="公式" r:id="rId8" imgW="6413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3378200"/>
                        <a:ext cx="64150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418582"/>
              </p:ext>
            </p:extLst>
          </p:nvPr>
        </p:nvGraphicFramePr>
        <p:xfrm>
          <a:off x="2844800" y="4597400"/>
          <a:ext cx="68849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883400" imgH="889000" progId="Equation.3">
                  <p:embed/>
                </p:oleObj>
              </mc:Choice>
              <mc:Fallback>
                <p:oleObj name="公式" r:id="rId10" imgW="6883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4597400"/>
                        <a:ext cx="68849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70869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2362200" y="90963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求积分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2362200" y="22098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426246"/>
              </p:ext>
            </p:extLst>
          </p:nvPr>
        </p:nvGraphicFramePr>
        <p:xfrm>
          <a:off x="4394994" y="594924"/>
          <a:ext cx="3427431" cy="129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507960" progId="Equation.DSMT4">
                  <p:embed/>
                </p:oleObj>
              </mc:Choice>
              <mc:Fallback>
                <p:oleObj name="Equation" r:id="rId2" imgW="13460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994" y="594924"/>
                        <a:ext cx="3427431" cy="129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7" name="Group 5"/>
          <p:cNvGrpSpPr>
            <a:grpSpLocks/>
          </p:cNvGrpSpPr>
          <p:nvPr/>
        </p:nvGrpSpPr>
        <p:grpSpPr bwMode="auto">
          <a:xfrm>
            <a:off x="3105150" y="1995488"/>
            <a:ext cx="1441450" cy="747712"/>
            <a:chOff x="1056" y="1257"/>
            <a:chExt cx="908" cy="471"/>
          </a:xfrm>
        </p:grpSpPr>
        <p:sp>
          <p:nvSpPr>
            <p:cNvPr id="45068" name="Text Box 6"/>
            <p:cNvSpPr txBox="1">
              <a:spLocks noChangeArrowheads="1"/>
            </p:cNvSpPr>
            <p:nvPr/>
          </p:nvSpPr>
          <p:spPr bwMode="auto">
            <a:xfrm>
              <a:off x="1056" y="1401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151226"/>
                  </a:solidFill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45069" name="Object 7"/>
            <p:cNvGraphicFramePr>
              <a:graphicFrameLocks noChangeAspect="1"/>
            </p:cNvGraphicFramePr>
            <p:nvPr/>
          </p:nvGraphicFramePr>
          <p:xfrm>
            <a:off x="1388" y="1257"/>
            <a:ext cx="576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914400" imgH="673100" progId="Equation.3">
                    <p:embed/>
                  </p:oleObj>
                </mc:Choice>
                <mc:Fallback>
                  <p:oleObj name="公式" r:id="rId4" imgW="914400" imgH="673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8" y="1257"/>
                          <a:ext cx="576" cy="4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4572000" y="2332038"/>
          <a:ext cx="1930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30400" imgH="393700" progId="Equation.3">
                  <p:embed/>
                </p:oleObj>
              </mc:Choice>
              <mc:Fallback>
                <p:oleObj name="公式" r:id="rId6" imgW="1930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32038"/>
                        <a:ext cx="19304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1" name="Object 9"/>
          <p:cNvGraphicFramePr>
            <a:graphicFrameLocks noChangeAspect="1"/>
          </p:cNvGraphicFramePr>
          <p:nvPr/>
        </p:nvGraphicFramePr>
        <p:xfrm>
          <a:off x="7080250" y="2074863"/>
          <a:ext cx="1473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73200" imgH="889000" progId="Equation.3">
                  <p:embed/>
                </p:oleObj>
              </mc:Choice>
              <mc:Fallback>
                <p:oleObj name="公式" r:id="rId8" imgW="1473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0" y="2074863"/>
                        <a:ext cx="1473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219081"/>
              </p:ext>
            </p:extLst>
          </p:nvPr>
        </p:nvGraphicFramePr>
        <p:xfrm>
          <a:off x="2825676" y="2947079"/>
          <a:ext cx="3220674" cy="1249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880" imgH="507960" progId="Equation.DSMT4">
                  <p:embed/>
                </p:oleObj>
              </mc:Choice>
              <mc:Fallback>
                <p:oleObj name="Equation" r:id="rId10" imgW="13078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676" y="2947079"/>
                        <a:ext cx="3220674" cy="12495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/>
        </p:nvGraphicFramePr>
        <p:xfrm>
          <a:off x="6019800" y="2971800"/>
          <a:ext cx="3314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314700" imgH="889000" progId="Equation.3">
                  <p:embed/>
                </p:oleObj>
              </mc:Choice>
              <mc:Fallback>
                <p:oleObj name="公式" r:id="rId12" imgW="3314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971800"/>
                        <a:ext cx="3314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4" name="Object 12"/>
          <p:cNvGraphicFramePr>
            <a:graphicFrameLocks noChangeAspect="1"/>
          </p:cNvGraphicFramePr>
          <p:nvPr/>
        </p:nvGraphicFramePr>
        <p:xfrm>
          <a:off x="2647950" y="4368800"/>
          <a:ext cx="3289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289300" imgH="965200" progId="Equation.3">
                  <p:embed/>
                </p:oleObj>
              </mc:Choice>
              <mc:Fallback>
                <p:oleObj name="公式" r:id="rId14" imgW="32893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4368800"/>
                        <a:ext cx="3289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5" name="Object 13"/>
          <p:cNvGraphicFramePr>
            <a:graphicFrameLocks noChangeAspect="1"/>
          </p:cNvGraphicFramePr>
          <p:nvPr/>
        </p:nvGraphicFramePr>
        <p:xfrm>
          <a:off x="5918200" y="4419600"/>
          <a:ext cx="3784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784600" imgH="965200" progId="Equation.3">
                  <p:embed/>
                </p:oleObj>
              </mc:Choice>
              <mc:Fallback>
                <p:oleObj name="公式" r:id="rId16" imgW="37846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4419600"/>
                        <a:ext cx="3784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938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2425700" y="3200400"/>
          <a:ext cx="73294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27900" imgH="889000" progId="Equation.3">
                  <p:embed/>
                </p:oleObj>
              </mc:Choice>
              <mc:Fallback>
                <p:oleObj name="公式" r:id="rId2" imgW="7327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3200400"/>
                        <a:ext cx="73294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2432050" y="1136650"/>
          <a:ext cx="3797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97300" imgH="965200" progId="Equation.3">
                  <p:embed/>
                </p:oleObj>
              </mc:Choice>
              <mc:Fallback>
                <p:oleObj name="公式" r:id="rId4" imgW="37973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1136650"/>
                        <a:ext cx="37973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2432050" y="4273550"/>
          <a:ext cx="77231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721600" imgH="939800" progId="Equation.3">
                  <p:embed/>
                </p:oleObj>
              </mc:Choice>
              <mc:Fallback>
                <p:oleObj name="公式" r:id="rId6" imgW="77216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4273550"/>
                        <a:ext cx="772318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2438400" y="2133600"/>
          <a:ext cx="3441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441700" imgH="889000" progId="Equation.3">
                  <p:embed/>
                </p:oleObj>
              </mc:Choice>
              <mc:Fallback>
                <p:oleObj name="公式" r:id="rId8" imgW="3441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133600"/>
                        <a:ext cx="3441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5867400" y="2076450"/>
          <a:ext cx="3568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68700" imgH="927100" progId="Equation.3">
                  <p:embed/>
                </p:oleObj>
              </mc:Choice>
              <mc:Fallback>
                <p:oleObj name="公式" r:id="rId10" imgW="35687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076450"/>
                        <a:ext cx="3568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041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46914" y="725383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417434"/>
              </p:ext>
            </p:extLst>
          </p:nvPr>
        </p:nvGraphicFramePr>
        <p:xfrm>
          <a:off x="2834485" y="499904"/>
          <a:ext cx="2016224" cy="93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431640" progId="Equation.DSMT4">
                  <p:embed/>
                </p:oleObj>
              </mc:Choice>
              <mc:Fallback>
                <p:oleObj name="Equation" r:id="rId2" imgW="927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34485" y="499904"/>
                        <a:ext cx="2016224" cy="939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762690" y="160094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解法一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820635"/>
              </p:ext>
            </p:extLst>
          </p:nvPr>
        </p:nvGraphicFramePr>
        <p:xfrm>
          <a:off x="3296444" y="1407778"/>
          <a:ext cx="381317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480" imgH="444240" progId="Equation.DSMT4">
                  <p:embed/>
                </p:oleObj>
              </mc:Choice>
              <mc:Fallback>
                <p:oleObj name="Equation" r:id="rId4" imgW="1752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6444" y="1407778"/>
                        <a:ext cx="3813175" cy="966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160189"/>
              </p:ext>
            </p:extLst>
          </p:nvPr>
        </p:nvGraphicFramePr>
        <p:xfrm>
          <a:off x="7097807" y="1434821"/>
          <a:ext cx="23876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0800" imgH="444240" progId="Equation.DSMT4">
                  <p:embed/>
                </p:oleObj>
              </mc:Choice>
              <mc:Fallback>
                <p:oleObj name="Equation" r:id="rId6" imgW="1180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97807" y="1434821"/>
                        <a:ext cx="2387600" cy="89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836500"/>
              </p:ext>
            </p:extLst>
          </p:nvPr>
        </p:nvGraphicFramePr>
        <p:xfrm>
          <a:off x="1867577" y="2331758"/>
          <a:ext cx="3617912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640" imgH="469800" progId="Equation.DSMT4">
                  <p:embed/>
                </p:oleObj>
              </mc:Choice>
              <mc:Fallback>
                <p:oleObj name="Equation" r:id="rId8" imgW="17906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67577" y="2331758"/>
                        <a:ext cx="3617912" cy="949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898595"/>
              </p:ext>
            </p:extLst>
          </p:nvPr>
        </p:nvGraphicFramePr>
        <p:xfrm>
          <a:off x="5342594" y="2455374"/>
          <a:ext cx="3794745" cy="825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66600" imgH="406080" progId="Equation.DSMT4">
                  <p:embed/>
                </p:oleObj>
              </mc:Choice>
              <mc:Fallback>
                <p:oleObj name="Equation" r:id="rId10" imgW="1866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42594" y="2455374"/>
                        <a:ext cx="3794745" cy="825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049910"/>
              </p:ext>
            </p:extLst>
          </p:nvPr>
        </p:nvGraphicFramePr>
        <p:xfrm>
          <a:off x="1887211" y="3246066"/>
          <a:ext cx="2539173" cy="872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960" imgH="419040" progId="Equation.DSMT4">
                  <p:embed/>
                </p:oleObj>
              </mc:Choice>
              <mc:Fallback>
                <p:oleObj name="Equation" r:id="rId12" imgW="1218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87211" y="3246066"/>
                        <a:ext cx="2539173" cy="8728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762690" y="431349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423525"/>
              </p:ext>
            </p:extLst>
          </p:nvPr>
        </p:nvGraphicFramePr>
        <p:xfrm>
          <a:off x="3296444" y="4017297"/>
          <a:ext cx="44481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44440" imgH="444240" progId="Equation.DSMT4">
                  <p:embed/>
                </p:oleObj>
              </mc:Choice>
              <mc:Fallback>
                <p:oleObj name="Equation" r:id="rId14" imgW="2044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296444" y="4017297"/>
                        <a:ext cx="4448175" cy="966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079637"/>
              </p:ext>
            </p:extLst>
          </p:nvPr>
        </p:nvGraphicFramePr>
        <p:xfrm>
          <a:off x="1867577" y="5016646"/>
          <a:ext cx="2458178" cy="921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17440" imgH="419040" progId="Equation.DSMT4">
                  <p:embed/>
                </p:oleObj>
              </mc:Choice>
              <mc:Fallback>
                <p:oleObj name="Equation" r:id="rId16" imgW="1117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867577" y="5016646"/>
                        <a:ext cx="2458178" cy="9218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388657"/>
              </p:ext>
            </p:extLst>
          </p:nvPr>
        </p:nvGraphicFramePr>
        <p:xfrm>
          <a:off x="4376625" y="5081573"/>
          <a:ext cx="3775671" cy="85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90640" imgH="406080" progId="Equation.DSMT4">
                  <p:embed/>
                </p:oleObj>
              </mc:Choice>
              <mc:Fallback>
                <p:oleObj name="Equation" r:id="rId18" imgW="1790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376625" y="5081573"/>
                        <a:ext cx="3775671" cy="856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366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48720" y="79363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308747"/>
              </p:ext>
            </p:extLst>
          </p:nvPr>
        </p:nvGraphicFramePr>
        <p:xfrm>
          <a:off x="3553500" y="597167"/>
          <a:ext cx="1440160" cy="921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680" imgH="406080" progId="Equation.DSMT4">
                  <p:embed/>
                </p:oleObj>
              </mc:Choice>
              <mc:Fallback>
                <p:oleObj name="Equation" r:id="rId2" imgW="634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53500" y="597167"/>
                        <a:ext cx="1440160" cy="921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84826"/>
              </p:ext>
            </p:extLst>
          </p:nvPr>
        </p:nvGraphicFramePr>
        <p:xfrm>
          <a:off x="5164596" y="582530"/>
          <a:ext cx="2197097" cy="901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360" imgH="406080" progId="Equation.DSMT4">
                  <p:embed/>
                </p:oleObj>
              </mc:Choice>
              <mc:Fallback>
                <p:oleObj name="Equation" r:id="rId4" imgW="990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4596" y="582530"/>
                        <a:ext cx="2197097" cy="9013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279642"/>
              </p:ext>
            </p:extLst>
          </p:nvPr>
        </p:nvGraphicFramePr>
        <p:xfrm>
          <a:off x="2148830" y="1442200"/>
          <a:ext cx="466725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45960" imgH="444240" progId="Equation.DSMT4">
                  <p:embed/>
                </p:oleObj>
              </mc:Choice>
              <mc:Fallback>
                <p:oleObj name="Equation" r:id="rId6" imgW="2145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48830" y="1442200"/>
                        <a:ext cx="4667250" cy="966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500435"/>
              </p:ext>
            </p:extLst>
          </p:nvPr>
        </p:nvGraphicFramePr>
        <p:xfrm>
          <a:off x="6816080" y="1426649"/>
          <a:ext cx="2161143" cy="98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77760" imgH="444240" progId="Equation.DSMT4">
                  <p:embed/>
                </p:oleObj>
              </mc:Choice>
              <mc:Fallback>
                <p:oleObj name="Equation" r:id="rId8" imgW="977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16080" y="1426649"/>
                        <a:ext cx="2161143" cy="98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815165"/>
              </p:ext>
            </p:extLst>
          </p:nvPr>
        </p:nvGraphicFramePr>
        <p:xfrm>
          <a:off x="2059014" y="2404599"/>
          <a:ext cx="281781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720" imgH="406080" progId="Equation.DSMT4">
                  <p:embed/>
                </p:oleObj>
              </mc:Choice>
              <mc:Fallback>
                <p:oleObj name="Equation" r:id="rId10" imgW="1269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59014" y="2404599"/>
                        <a:ext cx="2817812" cy="900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889611"/>
              </p:ext>
            </p:extLst>
          </p:nvPr>
        </p:nvGraphicFramePr>
        <p:xfrm>
          <a:off x="4821212" y="2350308"/>
          <a:ext cx="301625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58640" imgH="406080" progId="Equation.DSMT4">
                  <p:embed/>
                </p:oleObj>
              </mc:Choice>
              <mc:Fallback>
                <p:oleObj name="Equation" r:id="rId12" imgW="1358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21212" y="2350308"/>
                        <a:ext cx="3016250" cy="900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33100"/>
              </p:ext>
            </p:extLst>
          </p:nvPr>
        </p:nvGraphicFramePr>
        <p:xfrm>
          <a:off x="2059014" y="3133279"/>
          <a:ext cx="3919400" cy="889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90640" imgH="406080" progId="Equation.DSMT4">
                  <p:embed/>
                </p:oleObj>
              </mc:Choice>
              <mc:Fallback>
                <p:oleObj name="Equation" r:id="rId14" imgW="1790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59014" y="3133279"/>
                        <a:ext cx="3919400" cy="8895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AutoShape 2"/>
          <p:cNvSpPr>
            <a:spLocks noChangeArrowheads="1"/>
          </p:cNvSpPr>
          <p:nvPr/>
        </p:nvSpPr>
        <p:spPr bwMode="auto">
          <a:xfrm>
            <a:off x="1415480" y="4061249"/>
            <a:ext cx="9361040" cy="2176063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626629" y="4229559"/>
            <a:ext cx="9412595" cy="1709580"/>
            <a:chOff x="1626629" y="4229559"/>
            <a:chExt cx="9412595" cy="1709580"/>
          </a:xfrm>
        </p:grpSpPr>
        <p:sp>
          <p:nvSpPr>
            <p:cNvPr id="11" name="文本框 10"/>
            <p:cNvSpPr txBox="1"/>
            <p:nvPr/>
          </p:nvSpPr>
          <p:spPr>
            <a:xfrm>
              <a:off x="1626629" y="4229559"/>
              <a:ext cx="78582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FF0000"/>
                  </a:solidFill>
                </a:rPr>
                <a:t>注：</a:t>
              </a:r>
              <a:r>
                <a:rPr lang="zh-CN" altLang="en-US" sz="2800" b="1" dirty="0"/>
                <a:t>理论上讲，有理函数的积分总是可以积出来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043032" y="4866326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/>
                <a:t>定的方法，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526450" y="4861359"/>
              <a:ext cx="45127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因此，求有理函数的积分，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715538" y="4866326"/>
              <a:ext cx="28087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往往会遇上困难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011546" y="5415919"/>
              <a:ext cx="45127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应先分析被积函数的特点，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223595" y="5415919"/>
              <a:ext cx="35157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再用灵活的方法处理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266616" y="4229559"/>
              <a:ext cx="1266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但按固</a:t>
              </a:r>
            </a:p>
          </p:txBody>
        </p:sp>
      </p:grp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329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2362200" y="1524001"/>
            <a:ext cx="351777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CC"/>
                </a:solidFill>
                <a:latin typeface="宋体" panose="02010600030101010101" pitchFamily="2" charset="-122"/>
              </a:rPr>
              <a:t>三角有理式的定义</a:t>
            </a:r>
            <a:r>
              <a:rPr kumimoji="1"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grpSp>
        <p:nvGrpSpPr>
          <p:cNvPr id="51203" name="Group 3"/>
          <p:cNvGrpSpPr>
            <a:grpSpLocks/>
          </p:cNvGrpSpPr>
          <p:nvPr/>
        </p:nvGrpSpPr>
        <p:grpSpPr bwMode="auto">
          <a:xfrm>
            <a:off x="2362200" y="2133600"/>
            <a:ext cx="7086600" cy="946150"/>
            <a:chOff x="768" y="1440"/>
            <a:chExt cx="4464" cy="596"/>
          </a:xfrm>
        </p:grpSpPr>
        <p:sp>
          <p:nvSpPr>
            <p:cNvPr id="47113" name="Text Box 4"/>
            <p:cNvSpPr txBox="1">
              <a:spLocks noChangeArrowheads="1"/>
            </p:cNvSpPr>
            <p:nvPr/>
          </p:nvSpPr>
          <p:spPr bwMode="auto">
            <a:xfrm>
              <a:off x="768" y="1440"/>
              <a:ext cx="4464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 dirty="0">
                  <a:solidFill>
                    <a:srgbClr val="15122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  <a:r>
                <a:rPr kumimoji="1" lang="zh-CN" altLang="en-US" sz="2800" b="1" dirty="0">
                  <a:solidFill>
                    <a:srgbClr val="151226"/>
                  </a:solidFill>
                  <a:latin typeface="宋体" panose="02010600030101010101" pitchFamily="2" charset="-122"/>
                </a:rPr>
                <a:t>由三角函数和常数经过有限次四则运算构成的函数称之．一般记为</a:t>
              </a:r>
            </a:p>
          </p:txBody>
        </p:sp>
        <p:graphicFrame>
          <p:nvGraphicFramePr>
            <p:cNvPr id="47114" name="Object 5"/>
            <p:cNvGraphicFramePr>
              <a:graphicFrameLocks noChangeAspect="1"/>
            </p:cNvGraphicFramePr>
            <p:nvPr/>
          </p:nvGraphicFramePr>
          <p:xfrm>
            <a:off x="3552" y="1776"/>
            <a:ext cx="140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222500" imgH="406400" progId="Equation.3">
                    <p:embed/>
                  </p:oleObj>
                </mc:Choice>
                <mc:Fallback>
                  <p:oleObj name="公式" r:id="rId2" imgW="22225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776"/>
                          <a:ext cx="140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06" name="Object 6"/>
          <p:cNvGraphicFramePr>
            <a:graphicFrameLocks noChangeAspect="1"/>
          </p:cNvGraphicFramePr>
          <p:nvPr/>
        </p:nvGraphicFramePr>
        <p:xfrm>
          <a:off x="2667000" y="3505200"/>
          <a:ext cx="330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02000" imgH="889000" progId="Equation.3">
                  <p:embed/>
                </p:oleObj>
              </mc:Choice>
              <mc:Fallback>
                <p:oleObj name="公式" r:id="rId4" imgW="3302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505200"/>
                        <a:ext cx="3302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6019800" y="3105150"/>
          <a:ext cx="14224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22400" imgH="1778000" progId="Equation.3">
                  <p:embed/>
                </p:oleObj>
              </mc:Choice>
              <mc:Fallback>
                <p:oleObj name="公式" r:id="rId6" imgW="14224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105150"/>
                        <a:ext cx="14224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7531100" y="3086100"/>
          <a:ext cx="19939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93900" imgH="1778000" progId="Equation.3">
                  <p:embed/>
                </p:oleObj>
              </mc:Choice>
              <mc:Fallback>
                <p:oleObj name="公式" r:id="rId8" imgW="19939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0" y="3086100"/>
                        <a:ext cx="19939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509389"/>
              </p:ext>
            </p:extLst>
          </p:nvPr>
        </p:nvGraphicFramePr>
        <p:xfrm>
          <a:off x="2927648" y="4819650"/>
          <a:ext cx="3568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568700" imgH="889000" progId="Equation.3">
                  <p:embed/>
                </p:oleObj>
              </mc:Choice>
              <mc:Fallback>
                <p:oleObj name="公式" r:id="rId10" imgW="3568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648" y="4819650"/>
                        <a:ext cx="3568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Rectangle 10"/>
          <p:cNvSpPr>
            <a:spLocks noChangeArrowheads="1"/>
          </p:cNvSpPr>
          <p:nvPr/>
        </p:nvSpPr>
        <p:spPr bwMode="auto">
          <a:xfrm>
            <a:off x="2279576" y="691215"/>
            <a:ext cx="6398096" cy="801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2.5 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三角函数有理式的不定积分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35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2"/>
          <p:cNvGraphicFramePr>
            <a:graphicFrameLocks noChangeAspect="1"/>
          </p:cNvGraphicFramePr>
          <p:nvPr/>
        </p:nvGraphicFramePr>
        <p:xfrm>
          <a:off x="2438400" y="762000"/>
          <a:ext cx="27432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43200" imgH="1778000" progId="Equation.3">
                  <p:embed/>
                </p:oleObj>
              </mc:Choice>
              <mc:Fallback>
                <p:oleObj name="公式" r:id="rId2" imgW="27432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762000"/>
                        <a:ext cx="27432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5200650" y="762000"/>
          <a:ext cx="19939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93900" imgH="1778000" progId="Equation.3">
                  <p:embed/>
                </p:oleObj>
              </mc:Choice>
              <mc:Fallback>
                <p:oleObj name="公式" r:id="rId4" imgW="19939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650" y="762000"/>
                        <a:ext cx="19939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28" name="Group 4"/>
          <p:cNvGrpSpPr>
            <a:grpSpLocks/>
          </p:cNvGrpSpPr>
          <p:nvPr/>
        </p:nvGrpSpPr>
        <p:grpSpPr bwMode="auto">
          <a:xfrm>
            <a:off x="2438400" y="2514600"/>
            <a:ext cx="1981200" cy="990600"/>
            <a:chOff x="960" y="1584"/>
            <a:chExt cx="1248" cy="624"/>
          </a:xfrm>
        </p:grpSpPr>
        <p:sp>
          <p:nvSpPr>
            <p:cNvPr id="48141" name="Rectangle 5" descr="90%"/>
            <p:cNvSpPr>
              <a:spLocks noChangeArrowheads="1"/>
            </p:cNvSpPr>
            <p:nvPr/>
          </p:nvSpPr>
          <p:spPr bwMode="auto">
            <a:xfrm>
              <a:off x="960" y="1584"/>
              <a:ext cx="1248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pattFill prst="pct90">
                    <a:fgClr>
                      <a:srgbClr val="99FFCC"/>
                    </a:fgClr>
                    <a:bgClr>
                      <a:srgbClr val="FFFFFF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7C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8142" name="Text Box 6"/>
            <p:cNvSpPr txBox="1">
              <a:spLocks noChangeArrowheads="1"/>
            </p:cNvSpPr>
            <p:nvPr/>
          </p:nvSpPr>
          <p:spPr bwMode="auto">
            <a:xfrm>
              <a:off x="972" y="1728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9966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151226"/>
                  </a:solidFill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48143" name="Object 7"/>
            <p:cNvGraphicFramePr>
              <a:graphicFrameLocks noChangeAspect="1"/>
            </p:cNvGraphicFramePr>
            <p:nvPr/>
          </p:nvGraphicFramePr>
          <p:xfrm>
            <a:off x="1232" y="1612"/>
            <a:ext cx="928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473200" imgH="889000" progId="Equation.3">
                    <p:embed/>
                  </p:oleObj>
                </mc:Choice>
                <mc:Fallback>
                  <p:oleObj name="公式" r:id="rId6" imgW="1473200" imgH="889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2" y="1612"/>
                          <a:ext cx="928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66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2501900" y="3721100"/>
          <a:ext cx="2222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22500" imgH="914400" progId="Equation.3">
                  <p:embed/>
                </p:oleObj>
              </mc:Choice>
              <mc:Fallback>
                <p:oleObj name="公式" r:id="rId8" imgW="22225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721100"/>
                        <a:ext cx="2222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4914900" y="3689350"/>
          <a:ext cx="2247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47900" imgH="977900" progId="Equation.3">
                  <p:embed/>
                </p:oleObj>
              </mc:Choice>
              <mc:Fallback>
                <p:oleObj name="公式" r:id="rId10" imgW="22479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3689350"/>
                        <a:ext cx="22479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4718050" y="2870200"/>
          <a:ext cx="2184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84400" imgH="330200" progId="Equation.3">
                  <p:embed/>
                </p:oleObj>
              </mc:Choice>
              <mc:Fallback>
                <p:oleObj name="公式" r:id="rId12" imgW="21844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050" y="2870200"/>
                        <a:ext cx="2184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7429500" y="3759200"/>
          <a:ext cx="2171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71700" imgH="889000" progId="Equation.3">
                  <p:embed/>
                </p:oleObj>
              </mc:Choice>
              <mc:Fallback>
                <p:oleObj name="公式" r:id="rId14" imgW="2171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0" y="3759200"/>
                        <a:ext cx="2171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76067"/>
              </p:ext>
            </p:extLst>
          </p:nvPr>
        </p:nvGraphicFramePr>
        <p:xfrm>
          <a:off x="2508622" y="5181600"/>
          <a:ext cx="3034928" cy="60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00400" imgH="635000" progId="Equation.3">
                  <p:embed/>
                </p:oleObj>
              </mc:Choice>
              <mc:Fallback>
                <p:oleObj name="公式" r:id="rId16" imgW="32004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622" y="5181600"/>
                        <a:ext cx="3034928" cy="60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14186"/>
              </p:ext>
            </p:extLst>
          </p:nvPr>
        </p:nvGraphicFramePr>
        <p:xfrm>
          <a:off x="5543550" y="5001111"/>
          <a:ext cx="4057650" cy="96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394200" imgH="1041400" progId="Equation.3">
                  <p:embed/>
                </p:oleObj>
              </mc:Choice>
              <mc:Fallback>
                <p:oleObj name="公式" r:id="rId18" imgW="43942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5001111"/>
                        <a:ext cx="4057650" cy="961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7032104" y="2774973"/>
            <a:ext cx="272149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rgbClr val="151226"/>
                </a:solidFill>
                <a:latin typeface="宋体" panose="02010600030101010101" pitchFamily="2" charset="-122"/>
              </a:rPr>
              <a:t>万能置换公式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solidFill>
                <a:srgbClr val="151226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2239" name="Rectangle 15"/>
          <p:cNvSpPr>
            <a:spLocks noChangeArrowheads="1"/>
          </p:cNvSpPr>
          <p:nvPr/>
        </p:nvSpPr>
        <p:spPr bwMode="auto">
          <a:xfrm>
            <a:off x="2438400" y="3581400"/>
            <a:ext cx="7315200" cy="1219200"/>
          </a:xfrm>
          <a:prstGeom prst="rect">
            <a:avLst/>
          </a:prstGeom>
          <a:noFill/>
          <a:ln w="38100">
            <a:solidFill>
              <a:srgbClr val="FF7C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852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5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8" grpId="0" autoUpdateAnimBg="0"/>
      <p:bldP spid="5223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>
            <a:extLst>
              <a:ext uri="{FF2B5EF4-FFF2-40B4-BE49-F238E27FC236}">
                <a16:creationId xmlns:a16="http://schemas.microsoft.com/office/drawing/2014/main" id="{1D98AF3F-3F22-4DBF-AF30-6EA5858EA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943" y="5828087"/>
            <a:ext cx="8784976" cy="995335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2362200" y="852488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528186"/>
              </p:ext>
            </p:extLst>
          </p:nvPr>
        </p:nvGraphicFramePr>
        <p:xfrm>
          <a:off x="4511959" y="636322"/>
          <a:ext cx="3015681" cy="919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406080" progId="Equation.DSMT4">
                  <p:embed/>
                </p:oleObj>
              </mc:Choice>
              <mc:Fallback>
                <p:oleObj name="Equation" r:id="rId3" imgW="1333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959" y="636322"/>
                        <a:ext cx="3015681" cy="919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2415097" y="178435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5880100" y="1600200"/>
          <a:ext cx="2197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197100" imgH="889000" progId="Equation.3">
                  <p:embed/>
                </p:oleObj>
              </mc:Choice>
              <mc:Fallback>
                <p:oleObj name="公式" r:id="rId5" imgW="2197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1600200"/>
                        <a:ext cx="2197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3149600" y="2514600"/>
          <a:ext cx="2108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108200" imgH="927100" progId="Equation.3">
                  <p:embed/>
                </p:oleObj>
              </mc:Choice>
              <mc:Fallback>
                <p:oleObj name="公式" r:id="rId7" imgW="21082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2514600"/>
                        <a:ext cx="2108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5708650" y="2571750"/>
          <a:ext cx="2260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260600" imgH="889000" progId="Equation.3">
                  <p:embed/>
                </p:oleObj>
              </mc:Choice>
              <mc:Fallback>
                <p:oleObj name="公式" r:id="rId9" imgW="2260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2571750"/>
                        <a:ext cx="2260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3200400" y="178435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由万能置换公式</a:t>
            </a:r>
          </a:p>
        </p:txBody>
      </p:sp>
      <p:graphicFrame>
        <p:nvGraphicFramePr>
          <p:cNvPr id="53257" name="Object 9"/>
          <p:cNvGraphicFramePr>
            <a:graphicFrameLocks noChangeAspect="1"/>
          </p:cNvGraphicFramePr>
          <p:nvPr/>
        </p:nvGraphicFramePr>
        <p:xfrm>
          <a:off x="3073400" y="3657600"/>
          <a:ext cx="3086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086100" imgH="889000" progId="Equation.3">
                  <p:embed/>
                </p:oleObj>
              </mc:Choice>
              <mc:Fallback>
                <p:oleObj name="公式" r:id="rId11" imgW="3086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3657600"/>
                        <a:ext cx="3086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/>
          <p:cNvGraphicFramePr>
            <a:graphicFrameLocks noChangeAspect="1"/>
          </p:cNvGraphicFramePr>
          <p:nvPr/>
        </p:nvGraphicFramePr>
        <p:xfrm>
          <a:off x="6197600" y="3657600"/>
          <a:ext cx="3098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098800" imgH="965200" progId="Equation.3">
                  <p:embed/>
                </p:oleObj>
              </mc:Choice>
              <mc:Fallback>
                <p:oleObj name="公式" r:id="rId13" imgW="3098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3657600"/>
                        <a:ext cx="3098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11"/>
          <p:cNvGraphicFramePr>
            <a:graphicFrameLocks noChangeAspect="1"/>
          </p:cNvGraphicFramePr>
          <p:nvPr/>
        </p:nvGraphicFramePr>
        <p:xfrm>
          <a:off x="2997200" y="4789488"/>
          <a:ext cx="38481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838745" imgH="990471" progId="Equation.3">
                  <p:embed/>
                </p:oleObj>
              </mc:Choice>
              <mc:Fallback>
                <p:oleObj name="公式" r:id="rId15" imgW="3838745" imgH="9904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4789488"/>
                        <a:ext cx="38481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55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E3586D-F80B-45A9-B01C-6F934B9D568D}"/>
              </a:ext>
            </a:extLst>
          </p:cNvPr>
          <p:cNvSpPr txBox="1"/>
          <p:nvPr/>
        </p:nvSpPr>
        <p:spPr>
          <a:xfrm>
            <a:off x="2297562" y="6073322"/>
            <a:ext cx="8560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分母是类似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+sin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/>
              <a:t>,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+cos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/>
              <a:t>的一次式时一般用万能公式</a:t>
            </a:r>
            <a:r>
              <a:rPr lang="en-US" altLang="zh-CN" sz="2800" b="1"/>
              <a:t>.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80856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3252" grpId="0" autoUpdateAnimBg="0"/>
      <p:bldP spid="53256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2590800" y="1131888"/>
          <a:ext cx="36068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06800" imgH="1003300" progId="Equation.3">
                  <p:embed/>
                </p:oleObj>
              </mc:Choice>
              <mc:Fallback>
                <p:oleObj name="公式" r:id="rId2" imgW="3606800" imgH="1003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131888"/>
                        <a:ext cx="36068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6324600" y="1219200"/>
          <a:ext cx="1841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41500" imgH="889000" progId="Equation.3">
                  <p:embed/>
                </p:oleObj>
              </mc:Choice>
              <mc:Fallback>
                <p:oleObj name="公式" r:id="rId4" imgW="1841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219200"/>
                        <a:ext cx="1841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8229600" y="1219200"/>
          <a:ext cx="1663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63700" imgH="889000" progId="Equation.3">
                  <p:embed/>
                </p:oleObj>
              </mc:Choice>
              <mc:Fallback>
                <p:oleObj name="公式" r:id="rId6" imgW="1663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219200"/>
                        <a:ext cx="1663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2565400" y="2590800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37589" imgH="304668" progId="Equation.3">
                  <p:embed/>
                </p:oleObj>
              </mc:Choice>
              <mc:Fallback>
                <p:oleObj name="公式" r:id="rId8" imgW="1637589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2590800"/>
                        <a:ext cx="1854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6"/>
          <p:cNvGraphicFramePr>
            <a:graphicFrameLocks noChangeAspect="1"/>
          </p:cNvGraphicFramePr>
          <p:nvPr/>
        </p:nvGraphicFramePr>
        <p:xfrm>
          <a:off x="4476750" y="2324100"/>
          <a:ext cx="2057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57400" imgH="889000" progId="Equation.3">
                  <p:embed/>
                </p:oleObj>
              </mc:Choice>
              <mc:Fallback>
                <p:oleObj name="公式" r:id="rId10" imgW="2057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2324100"/>
                        <a:ext cx="2057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6553200" y="2628901"/>
          <a:ext cx="2311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11400" imgH="406400" progId="Equation.3">
                  <p:embed/>
                </p:oleObj>
              </mc:Choice>
              <mc:Fallback>
                <p:oleObj name="公式" r:id="rId12" imgW="23114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628901"/>
                        <a:ext cx="2311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3784600" y="3302000"/>
          <a:ext cx="2044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38401" imgH="876133" progId="Equation.3">
                  <p:embed/>
                </p:oleObj>
              </mc:Choice>
              <mc:Fallback>
                <p:oleObj name="公式" r:id="rId14" imgW="2038401" imgH="87613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3302000"/>
                        <a:ext cx="2044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2743200" y="2895600"/>
            <a:ext cx="0" cy="1752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2590800" y="4343400"/>
          <a:ext cx="609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09600" imgH="889000" progId="Equation.3">
                  <p:embed/>
                </p:oleObj>
              </mc:Choice>
              <mc:Fallback>
                <p:oleObj name="公式" r:id="rId16" imgW="609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343400"/>
                        <a:ext cx="609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3352800" y="4387850"/>
          <a:ext cx="1765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765300" imgH="889000" progId="Equation.3">
                  <p:embed/>
                </p:oleObj>
              </mc:Choice>
              <mc:Fallback>
                <p:oleObj name="公式" r:id="rId18" imgW="17653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387850"/>
                        <a:ext cx="1765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12"/>
          <p:cNvGraphicFramePr>
            <a:graphicFrameLocks noChangeAspect="1"/>
          </p:cNvGraphicFramePr>
          <p:nvPr/>
        </p:nvGraphicFramePr>
        <p:xfrm>
          <a:off x="5111750" y="4413250"/>
          <a:ext cx="3009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009900" imgH="889000" progId="Equation.3">
                  <p:embed/>
                </p:oleObj>
              </mc:Choice>
              <mc:Fallback>
                <p:oleObj name="公式" r:id="rId20" imgW="3009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413250"/>
                        <a:ext cx="3009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91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2362200" y="852488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918596"/>
              </p:ext>
            </p:extLst>
          </p:nvPr>
        </p:nvGraphicFramePr>
        <p:xfrm>
          <a:off x="4551685" y="669927"/>
          <a:ext cx="1566540" cy="849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406080" progId="Equation.DSMT4">
                  <p:embed/>
                </p:oleObj>
              </mc:Choice>
              <mc:Fallback>
                <p:oleObj name="Equation" r:id="rId2" imgW="749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685" y="669927"/>
                        <a:ext cx="1566540" cy="849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2362200" y="178435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  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rgbClr val="151226"/>
                </a:solidFill>
                <a:latin typeface="宋体" panose="02010600030101010101" pitchFamily="2" charset="-122"/>
              </a:rPr>
              <a:t>一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solidFill>
                <a:srgbClr val="151226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053224"/>
              </p:ext>
            </p:extLst>
          </p:nvPr>
        </p:nvGraphicFramePr>
        <p:xfrm>
          <a:off x="3926561" y="1667838"/>
          <a:ext cx="1443278" cy="801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0200" imgH="889000" progId="Equation.3">
                  <p:embed/>
                </p:oleObj>
              </mc:Choice>
              <mc:Fallback>
                <p:oleObj name="公式" r:id="rId4" imgW="1600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6561" y="1667838"/>
                        <a:ext cx="1443278" cy="801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426336"/>
              </p:ext>
            </p:extLst>
          </p:nvPr>
        </p:nvGraphicFramePr>
        <p:xfrm>
          <a:off x="5591944" y="1656065"/>
          <a:ext cx="1986707" cy="80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97100" imgH="889000" progId="Equation.3">
                  <p:embed/>
                </p:oleObj>
              </mc:Choice>
              <mc:Fallback>
                <p:oleObj name="公式" r:id="rId6" imgW="2197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1656065"/>
                        <a:ext cx="1986707" cy="803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971820"/>
              </p:ext>
            </p:extLst>
          </p:nvPr>
        </p:nvGraphicFramePr>
        <p:xfrm>
          <a:off x="7784795" y="1638880"/>
          <a:ext cx="2127630" cy="83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60600" imgH="889000" progId="Equation.3">
                  <p:embed/>
                </p:oleObj>
              </mc:Choice>
              <mc:Fallback>
                <p:oleObj name="公式" r:id="rId8" imgW="2260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4795" y="1638880"/>
                        <a:ext cx="2127630" cy="836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749754"/>
              </p:ext>
            </p:extLst>
          </p:nvPr>
        </p:nvGraphicFramePr>
        <p:xfrm>
          <a:off x="2783632" y="2617921"/>
          <a:ext cx="1459156" cy="810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00200" imgH="889000" progId="Equation.3">
                  <p:embed/>
                </p:oleObj>
              </mc:Choice>
              <mc:Fallback>
                <p:oleObj name="公式" r:id="rId10" imgW="1600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2617921"/>
                        <a:ext cx="1459156" cy="810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998204"/>
              </p:ext>
            </p:extLst>
          </p:nvPr>
        </p:nvGraphicFramePr>
        <p:xfrm>
          <a:off x="4387850" y="2617921"/>
          <a:ext cx="3460750" cy="868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695700" imgH="927100" progId="Equation.3">
                  <p:embed/>
                </p:oleObj>
              </mc:Choice>
              <mc:Fallback>
                <p:oleObj name="公式" r:id="rId12" imgW="36957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2617921"/>
                        <a:ext cx="3460750" cy="868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969285"/>
              </p:ext>
            </p:extLst>
          </p:nvPr>
        </p:nvGraphicFramePr>
        <p:xfrm>
          <a:off x="2404715" y="3615203"/>
          <a:ext cx="3966269" cy="832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419600" imgH="927100" progId="Equation.3">
                  <p:embed/>
                </p:oleObj>
              </mc:Choice>
              <mc:Fallback>
                <p:oleObj name="公式" r:id="rId14" imgW="4419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4715" y="3615203"/>
                        <a:ext cx="3966269" cy="832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72010"/>
              </p:ext>
            </p:extLst>
          </p:nvPr>
        </p:nvGraphicFramePr>
        <p:xfrm>
          <a:off x="2362200" y="4425586"/>
          <a:ext cx="7244727" cy="141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166100" imgH="1600200" progId="Equation.3">
                  <p:embed/>
                </p:oleObj>
              </mc:Choice>
              <mc:Fallback>
                <p:oleObj name="公式" r:id="rId16" imgW="8166100" imgH="160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425586"/>
                        <a:ext cx="7244727" cy="141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077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2362200" y="990600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 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rgbClr val="151226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solidFill>
                <a:srgbClr val="151226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3810000" y="99060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151226"/>
                </a:solidFill>
                <a:latin typeface="Times New Roman" panose="02020603050405020304" pitchFamily="18" charset="0"/>
              </a:rPr>
              <a:t>修改万能置换公式</a:t>
            </a:r>
            <a:r>
              <a:rPr kumimoji="1" lang="en-US" altLang="zh-CN" sz="2800" b="1">
                <a:solidFill>
                  <a:srgbClr val="151226"/>
                </a:solidFill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7524750" y="1123951"/>
          <a:ext cx="14478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8402" imgH="295404" progId="Equation.3">
                  <p:embed/>
                </p:oleObj>
              </mc:Choice>
              <mc:Fallback>
                <p:oleObj name="公式" r:id="rId2" imgW="1438402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1123951"/>
                        <a:ext cx="144780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7010400" y="990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151226"/>
                </a:solidFill>
                <a:latin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3290889" y="1657350"/>
          <a:ext cx="24336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76500" imgH="927100" progId="Equation.3">
                  <p:embed/>
                </p:oleObj>
              </mc:Choice>
              <mc:Fallback>
                <p:oleObj name="公式" r:id="rId4" imgW="24765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9" y="1657350"/>
                        <a:ext cx="243363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6129338" y="1676400"/>
          <a:ext cx="22209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60600" imgH="889000" progId="Equation.3">
                  <p:embed/>
                </p:oleObj>
              </mc:Choice>
              <mc:Fallback>
                <p:oleObj name="公式" r:id="rId6" imgW="2260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9338" y="1676400"/>
                        <a:ext cx="22209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8"/>
          <p:cNvGraphicFramePr>
            <a:graphicFrameLocks noChangeAspect="1"/>
          </p:cNvGraphicFramePr>
          <p:nvPr/>
        </p:nvGraphicFramePr>
        <p:xfrm>
          <a:off x="2514600" y="2743200"/>
          <a:ext cx="1600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00200" imgH="889000" progId="Equation.3">
                  <p:embed/>
                </p:oleObj>
              </mc:Choice>
              <mc:Fallback>
                <p:oleObj name="公式" r:id="rId8" imgW="1600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743200"/>
                        <a:ext cx="1600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9" name="Object 9"/>
          <p:cNvGraphicFramePr>
            <a:graphicFrameLocks noChangeAspect="1"/>
          </p:cNvGraphicFramePr>
          <p:nvPr/>
        </p:nvGraphicFramePr>
        <p:xfrm>
          <a:off x="4194176" y="2755900"/>
          <a:ext cx="3730625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797300" imgH="1511300" progId="Equation.3">
                  <p:embed/>
                </p:oleObj>
              </mc:Choice>
              <mc:Fallback>
                <p:oleObj name="公式" r:id="rId10" imgW="37973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6" y="2755900"/>
                        <a:ext cx="3730625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0" name="Object 10"/>
          <p:cNvGraphicFramePr>
            <a:graphicFrameLocks noChangeAspect="1"/>
          </p:cNvGraphicFramePr>
          <p:nvPr/>
        </p:nvGraphicFramePr>
        <p:xfrm>
          <a:off x="7988300" y="2743200"/>
          <a:ext cx="1841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41500" imgH="927100" progId="Equation.3">
                  <p:embed/>
                </p:oleObj>
              </mc:Choice>
              <mc:Fallback>
                <p:oleObj name="公式" r:id="rId12" imgW="18415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8300" y="2743200"/>
                        <a:ext cx="1841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1" name="Object 11"/>
          <p:cNvGraphicFramePr>
            <a:graphicFrameLocks noChangeAspect="1"/>
          </p:cNvGraphicFramePr>
          <p:nvPr/>
        </p:nvGraphicFramePr>
        <p:xfrm>
          <a:off x="2438400" y="4495800"/>
          <a:ext cx="2425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25700" imgH="889000" progId="Equation.3">
                  <p:embed/>
                </p:oleObj>
              </mc:Choice>
              <mc:Fallback>
                <p:oleObj name="公式" r:id="rId14" imgW="2425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495800"/>
                        <a:ext cx="2425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4914900" y="4508500"/>
          <a:ext cx="361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619500" imgH="889000" progId="Equation.3">
                  <p:embed/>
                </p:oleObj>
              </mc:Choice>
              <mc:Fallback>
                <p:oleObj name="公式" r:id="rId16" imgW="3619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4508500"/>
                        <a:ext cx="3619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128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utoUpdateAnimBg="0"/>
      <p:bldP spid="56325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"/>
          <p:cNvSpPr>
            <a:spLocks noChangeArrowheads="1"/>
          </p:cNvSpPr>
          <p:nvPr/>
        </p:nvSpPr>
        <p:spPr bwMode="auto">
          <a:xfrm>
            <a:off x="2207568" y="4077072"/>
            <a:ext cx="7920880" cy="2176063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2362200" y="838200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解 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rgbClr val="151226"/>
                </a:solidFill>
                <a:latin typeface="宋体" panose="02010600030101010101" pitchFamily="2" charset="-122"/>
              </a:rPr>
              <a:t>三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solidFill>
                <a:srgbClr val="151226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3859213" y="858838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151226"/>
                </a:solidFill>
                <a:latin typeface="Times New Roman" panose="02020603050405020304" pitchFamily="18" charset="0"/>
              </a:rPr>
              <a:t>可以不用万能置换公式</a:t>
            </a:r>
            <a:r>
              <a:rPr kumimoji="1" lang="en-US" altLang="zh-CN" sz="2800" b="1">
                <a:solidFill>
                  <a:srgbClr val="151226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2895600" y="1524000"/>
          <a:ext cx="1600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00200" imgH="889000" progId="Equation.3">
                  <p:embed/>
                </p:oleObj>
              </mc:Choice>
              <mc:Fallback>
                <p:oleObj name="公式" r:id="rId3" imgW="1600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524000"/>
                        <a:ext cx="1600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4572000" y="1727201"/>
          <a:ext cx="3505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505200" imgH="533400" progId="Equation.3">
                  <p:embed/>
                </p:oleObj>
              </mc:Choice>
              <mc:Fallback>
                <p:oleObj name="公式" r:id="rId5" imgW="35052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27201"/>
                        <a:ext cx="35052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2749550" y="2616201"/>
          <a:ext cx="45847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584700" imgH="546100" progId="Equation.3">
                  <p:embed/>
                </p:oleObj>
              </mc:Choice>
              <mc:Fallback>
                <p:oleObj name="公式" r:id="rId7" imgW="45847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0" y="2616201"/>
                        <a:ext cx="45847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5964238" y="2590800"/>
            <a:ext cx="1447800" cy="533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7352" name="Object 8"/>
          <p:cNvGraphicFramePr>
            <a:graphicFrameLocks noChangeAspect="1"/>
          </p:cNvGraphicFramePr>
          <p:nvPr/>
        </p:nvGraphicFramePr>
        <p:xfrm>
          <a:off x="6986588" y="3048000"/>
          <a:ext cx="197485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87320" imgH="203040" progId="Equation.DSMT4">
                  <p:embed/>
                </p:oleObj>
              </mc:Choice>
              <mc:Fallback>
                <p:oleObj name="Equation" r:id="rId9" imgW="787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6588" y="3048000"/>
                        <a:ext cx="197485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9"/>
          <p:cNvGraphicFramePr>
            <a:graphicFrameLocks noChangeAspect="1"/>
          </p:cNvGraphicFramePr>
          <p:nvPr/>
        </p:nvGraphicFramePr>
        <p:xfrm>
          <a:off x="2738438" y="3302000"/>
          <a:ext cx="361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619500" imgH="889000" progId="Equation.3">
                  <p:embed/>
                </p:oleObj>
              </mc:Choice>
              <mc:Fallback>
                <p:oleObj name="公式" r:id="rId11" imgW="3619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3302000"/>
                        <a:ext cx="3619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2398948" y="4467352"/>
            <a:ext cx="9933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结论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3238500" y="4459389"/>
            <a:ext cx="6477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比较以上三种解法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便知万能置换不一定是最佳方法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故三角有理式的计算中先考虑其它手段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不得已才用万能置换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3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7347" grpId="0" autoUpdateAnimBg="0"/>
      <p:bldP spid="57351" grpId="0" animBg="1"/>
      <p:bldP spid="57354" grpId="0" autoUpdateAnimBg="0"/>
      <p:bldP spid="57355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2135560" y="763473"/>
            <a:ext cx="7099237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当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(sin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,-cos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)=-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(sin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,cos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/>
              <a:t> </a:t>
            </a:r>
            <a:r>
              <a:rPr lang="zh-CN" altLang="en-US" sz="2800" b="1" dirty="0"/>
              <a:t>时，令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sin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207568" y="1559896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58374" name="Object 6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22694870"/>
              </p:ext>
            </p:extLst>
          </p:nvPr>
        </p:nvGraphicFramePr>
        <p:xfrm>
          <a:off x="4295800" y="1295809"/>
          <a:ext cx="26670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588" imgH="418918" progId="Equation.DSMT4">
                  <p:embed/>
                </p:oleObj>
              </mc:Choice>
              <mc:Fallback>
                <p:oleObj name="Equation" r:id="rId2" imgW="1180588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00" y="1295809"/>
                        <a:ext cx="26670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0" name="Object 12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608015396"/>
              </p:ext>
            </p:extLst>
          </p:nvPr>
        </p:nvGraphicFramePr>
        <p:xfrm>
          <a:off x="3029211" y="2395537"/>
          <a:ext cx="21336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215640" progId="Equation.DSMT4">
                  <p:embed/>
                </p:oleObj>
              </mc:Choice>
              <mc:Fallback>
                <p:oleObj name="Equation" r:id="rId4" imgW="901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9211" y="2395537"/>
                        <a:ext cx="21336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2207568" y="2340282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8383" name="Object 1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158234879"/>
              </p:ext>
            </p:extLst>
          </p:nvPr>
        </p:nvGraphicFramePr>
        <p:xfrm>
          <a:off x="2939627" y="2924944"/>
          <a:ext cx="5582123" cy="25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1028520" progId="Equation.DSMT4">
                  <p:embed/>
                </p:oleObj>
              </mc:Choice>
              <mc:Fallback>
                <p:oleObj name="Equation" r:id="rId6" imgW="2247840" imgH="1028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9627" y="2924944"/>
                        <a:ext cx="5582123" cy="25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20CA-B505-4E0D-936F-C8565E9D7140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208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nimBg="1"/>
      <p:bldP spid="58373" grpId="0"/>
      <p:bldP spid="5837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2209800" y="871289"/>
            <a:ext cx="7774632" cy="5847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/>
              <a:t>当</a:t>
            </a:r>
            <a:r>
              <a:rPr lang="en-US" altLang="zh-CN" sz="3200" b="1" i="1">
                <a:latin typeface="Times New Roman" panose="02020603050405020304" pitchFamily="18" charset="0"/>
              </a:rPr>
              <a:t>R</a:t>
            </a:r>
            <a:r>
              <a:rPr lang="en-US" altLang="zh-CN" sz="3200" b="1">
                <a:latin typeface="Times New Roman" panose="02020603050405020304" pitchFamily="18" charset="0"/>
              </a:rPr>
              <a:t>(-sin</a:t>
            </a:r>
            <a:r>
              <a:rPr lang="en-US" altLang="zh-CN" sz="3200" b="1" i="1">
                <a:latin typeface="Times New Roman" panose="02020603050405020304" pitchFamily="18" charset="0"/>
              </a:rPr>
              <a:t>x</a:t>
            </a:r>
            <a:r>
              <a:rPr lang="en-US" altLang="zh-CN" sz="3200" b="1">
                <a:latin typeface="Times New Roman" panose="02020603050405020304" pitchFamily="18" charset="0"/>
              </a:rPr>
              <a:t>,cos</a:t>
            </a:r>
            <a:r>
              <a:rPr lang="en-US" altLang="zh-CN" sz="3200" b="1" i="1">
                <a:latin typeface="Times New Roman" panose="02020603050405020304" pitchFamily="18" charset="0"/>
              </a:rPr>
              <a:t>x</a:t>
            </a:r>
            <a:r>
              <a:rPr lang="en-US" altLang="zh-CN" sz="3200" b="1">
                <a:latin typeface="Times New Roman" panose="02020603050405020304" pitchFamily="18" charset="0"/>
              </a:rPr>
              <a:t>)=-</a:t>
            </a:r>
            <a:r>
              <a:rPr lang="en-US" altLang="zh-CN" sz="3200" b="1" i="1">
                <a:latin typeface="Times New Roman" panose="02020603050405020304" pitchFamily="18" charset="0"/>
              </a:rPr>
              <a:t>R</a:t>
            </a:r>
            <a:r>
              <a:rPr lang="en-US" altLang="zh-CN" sz="3200" b="1">
                <a:latin typeface="Times New Roman" panose="02020603050405020304" pitchFamily="18" charset="0"/>
              </a:rPr>
              <a:t>(sin</a:t>
            </a:r>
            <a:r>
              <a:rPr lang="en-US" altLang="zh-CN" sz="3200" b="1" i="1">
                <a:latin typeface="Times New Roman" panose="02020603050405020304" pitchFamily="18" charset="0"/>
              </a:rPr>
              <a:t>x</a:t>
            </a:r>
            <a:r>
              <a:rPr lang="en-US" altLang="zh-CN" sz="3200" b="1">
                <a:latin typeface="Times New Roman" panose="02020603050405020304" pitchFamily="18" charset="0"/>
              </a:rPr>
              <a:t>,cos</a:t>
            </a:r>
            <a:r>
              <a:rPr lang="en-US" altLang="zh-CN" sz="3200" b="1" i="1">
                <a:latin typeface="Times New Roman" panose="02020603050405020304" pitchFamily="18" charset="0"/>
              </a:rPr>
              <a:t>x</a:t>
            </a:r>
            <a:r>
              <a:rPr lang="en-US" altLang="zh-CN" sz="3200" b="1">
                <a:latin typeface="Times New Roman" panose="02020603050405020304" pitchFamily="18" charset="0"/>
              </a:rPr>
              <a:t>)</a:t>
            </a:r>
            <a:r>
              <a:rPr lang="en-US" altLang="zh-CN" sz="3200" b="1"/>
              <a:t> </a:t>
            </a:r>
            <a:r>
              <a:rPr lang="zh-CN" altLang="en-US" sz="3200" b="1" dirty="0"/>
              <a:t>时</a:t>
            </a:r>
            <a:r>
              <a:rPr lang="zh-CN" altLang="en-US" sz="3200" dirty="0"/>
              <a:t>，令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3200" b="1" dirty="0">
                <a:latin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latin typeface="Times New Roman" panose="02020603050405020304" pitchFamily="18" charset="0"/>
              </a:rPr>
              <a:t>cos</a:t>
            </a:r>
            <a:r>
              <a:rPr lang="en-US" altLang="zh-CN" sz="3200" b="1" i="1" dirty="0" err="1">
                <a:latin typeface="Times New Roman" panose="02020603050405020304" pitchFamily="18" charset="0"/>
              </a:rPr>
              <a:t>x</a:t>
            </a:r>
            <a:endParaRPr lang="en-US" altLang="zh-CN" sz="3200" b="1" i="1" dirty="0">
              <a:latin typeface="Times New Roman" panose="02020603050405020304" pitchFamily="18" charset="0"/>
            </a:endParaRP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2211123" y="1605507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63492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1770999"/>
              </p:ext>
            </p:extLst>
          </p:nvPr>
        </p:nvGraphicFramePr>
        <p:xfrm>
          <a:off x="4471689" y="1339602"/>
          <a:ext cx="2514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419040" progId="Equation.DSMT4">
                  <p:embed/>
                </p:oleObj>
              </mc:Choice>
              <mc:Fallback>
                <p:oleObj name="Equation" r:id="rId2" imgW="1002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689" y="1339602"/>
                        <a:ext cx="25146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605087039"/>
              </p:ext>
            </p:extLst>
          </p:nvPr>
        </p:nvGraphicFramePr>
        <p:xfrm>
          <a:off x="3076345" y="2419102"/>
          <a:ext cx="27432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032" imgH="215806" progId="Equation.DSMT4">
                  <p:embed/>
                </p:oleObj>
              </mc:Choice>
              <mc:Fallback>
                <p:oleObj name="Equation" r:id="rId4" imgW="107903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345" y="2419102"/>
                        <a:ext cx="27432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2209800" y="2434182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3495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667396244"/>
              </p:ext>
            </p:extLst>
          </p:nvPr>
        </p:nvGraphicFramePr>
        <p:xfrm>
          <a:off x="2950823" y="2996952"/>
          <a:ext cx="5716587" cy="271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16120" imgH="1244520" progId="Equation.DSMT4">
                  <p:embed/>
                </p:oleObj>
              </mc:Choice>
              <mc:Fallback>
                <p:oleObj name="Equation" r:id="rId6" imgW="2616120" imgH="1244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0823" y="2996952"/>
                        <a:ext cx="5716587" cy="271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20CA-B505-4E0D-936F-C8565E9D7140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884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nimBg="1"/>
      <p:bldP spid="63491" grpId="0"/>
      <p:bldP spid="6349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2185044" y="803137"/>
            <a:ext cx="7223323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当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b="1">
                <a:latin typeface="Times New Roman" panose="02020603050405020304" pitchFamily="18" charset="0"/>
              </a:rPr>
              <a:t>sin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>
                <a:latin typeface="Times New Roman" panose="02020603050405020304" pitchFamily="18" charset="0"/>
              </a:rPr>
              <a:t>-</a:t>
            </a:r>
            <a:r>
              <a:rPr lang="en-US" altLang="zh-CN" sz="2800" b="1">
                <a:latin typeface="Times New Roman" panose="02020603050405020304" pitchFamily="18" charset="0"/>
              </a:rPr>
              <a:t>cos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(sin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,cos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/>
              <a:t> </a:t>
            </a:r>
            <a:r>
              <a:rPr lang="zh-CN" altLang="en-US" sz="2800" b="1" dirty="0"/>
              <a:t>时，令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tan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x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2185045" y="1562410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64516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11356918"/>
              </p:ext>
            </p:extLst>
          </p:nvPr>
        </p:nvGraphicFramePr>
        <p:xfrm>
          <a:off x="4471045" y="1326357"/>
          <a:ext cx="2895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05977" imgH="406224" progId="Equation.DSMT4">
                  <p:embed/>
                </p:oleObj>
              </mc:Choice>
              <mc:Fallback>
                <p:oleObj name="Equation" r:id="rId2" imgW="120597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045" y="1326357"/>
                        <a:ext cx="28956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433793887"/>
              </p:ext>
            </p:extLst>
          </p:nvPr>
        </p:nvGraphicFramePr>
        <p:xfrm>
          <a:off x="2999656" y="2412999"/>
          <a:ext cx="26670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726" imgH="215806" progId="Equation.DSMT4">
                  <p:embed/>
                </p:oleObj>
              </mc:Choice>
              <mc:Fallback>
                <p:oleObj name="Equation" r:id="rId4" imgW="109172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2412999"/>
                        <a:ext cx="26670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2215753" y="234888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4519" name="Object 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14093154"/>
              </p:ext>
            </p:extLst>
          </p:nvPr>
        </p:nvGraphicFramePr>
        <p:xfrm>
          <a:off x="2445420" y="2941637"/>
          <a:ext cx="7772400" cy="307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38200" imgH="1282680" progId="Equation.DSMT4">
                  <p:embed/>
                </p:oleObj>
              </mc:Choice>
              <mc:Fallback>
                <p:oleObj name="Equation" r:id="rId6" imgW="3238200" imgH="1282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5420" y="2941637"/>
                        <a:ext cx="7772400" cy="307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520CA-B505-4E0D-936F-C8565E9D7140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486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15" grpId="0"/>
      <p:bldP spid="6451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3"/>
          <p:cNvSpPr txBox="1">
            <a:spLocks noChangeArrowheads="1"/>
          </p:cNvSpPr>
          <p:nvPr/>
        </p:nvSpPr>
        <p:spPr bwMode="auto">
          <a:xfrm>
            <a:off x="2892379" y="602349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en-US" altLang="zh-CN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solidFill>
                  <a:srgbClr val="151226"/>
                </a:solidFill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57347" name="Object 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83466500"/>
              </p:ext>
            </p:extLst>
          </p:nvPr>
        </p:nvGraphicFramePr>
        <p:xfrm>
          <a:off x="5105400" y="434376"/>
          <a:ext cx="335280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240" imgH="406080" progId="Equation.DSMT4">
                  <p:embed/>
                </p:oleObj>
              </mc:Choice>
              <mc:Fallback>
                <p:oleObj name="Equation" r:id="rId3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34376"/>
                        <a:ext cx="3352800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117036714"/>
              </p:ext>
            </p:extLst>
          </p:nvPr>
        </p:nvGraphicFramePr>
        <p:xfrm>
          <a:off x="3048000" y="1149350"/>
          <a:ext cx="41148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82600" imgH="406080" progId="Equation.DSMT4">
                  <p:embed/>
                </p:oleObj>
              </mc:Choice>
              <mc:Fallback>
                <p:oleObj name="Equation" r:id="rId5" imgW="2082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149350"/>
                        <a:ext cx="411480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5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43200" y="1914526"/>
          <a:ext cx="51816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87520" imgH="406080" progId="Equation.DSMT4">
                  <p:embed/>
                </p:oleObj>
              </mc:Choice>
              <mc:Fallback>
                <p:oleObj name="Equation" r:id="rId7" imgW="2387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14526"/>
                        <a:ext cx="51816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Text Box 6"/>
          <p:cNvSpPr txBox="1">
            <a:spLocks noChangeArrowheads="1"/>
          </p:cNvSpPr>
          <p:nvPr/>
        </p:nvSpPr>
        <p:spPr bwMode="auto">
          <a:xfrm>
            <a:off x="2133600" y="1295401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5548" name="Object 12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2590800" y="3028950"/>
          <a:ext cx="51054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47900" imgH="635000" progId="Equation.DSMT4">
                  <p:embed/>
                </p:oleObj>
              </mc:Choice>
              <mc:Fallback>
                <p:oleObj name="Equation" r:id="rId9" imgW="2247900" imgH="63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028950"/>
                        <a:ext cx="510540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1" name="Object 15"/>
          <p:cNvGraphicFramePr>
            <a:graphicFrameLocks noChangeAspect="1"/>
          </p:cNvGraphicFramePr>
          <p:nvPr/>
        </p:nvGraphicFramePr>
        <p:xfrm>
          <a:off x="3395664" y="4479925"/>
          <a:ext cx="521493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30240" imgH="406080" progId="Equation.DSMT4">
                  <p:embed/>
                </p:oleObj>
              </mc:Choice>
              <mc:Fallback>
                <p:oleObj name="Equation" r:id="rId11" imgW="2730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664" y="4479925"/>
                        <a:ext cx="521493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2" name="Object 16"/>
          <p:cNvGraphicFramePr>
            <a:graphicFrameLocks noChangeAspect="1"/>
          </p:cNvGraphicFramePr>
          <p:nvPr/>
        </p:nvGraphicFramePr>
        <p:xfrm>
          <a:off x="3352801" y="5486401"/>
          <a:ext cx="5357813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43200" imgH="406080" progId="Equation.DSMT4">
                  <p:embed/>
                </p:oleObj>
              </mc:Choice>
              <mc:Fallback>
                <p:oleObj name="Equation" r:id="rId13" imgW="2743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5486401"/>
                        <a:ext cx="5357813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3" name="Text Box 17"/>
          <p:cNvSpPr txBox="1">
            <a:spLocks noChangeArrowheads="1"/>
          </p:cNvSpPr>
          <p:nvPr/>
        </p:nvSpPr>
        <p:spPr bwMode="auto">
          <a:xfrm>
            <a:off x="2286001" y="4343401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所以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E4D94-B5C9-47F1-9F1D-485D85E743D4}" type="slidenum">
              <a:rPr lang="en-US" altLang="zh-CN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208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55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5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5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/>
      <p:bldP spid="6555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True"/>
  <p:tag name="PROBLEMSCORE" val="2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30.0"/>
  <p:tag name="PROBLEMHASREMARK" val="True"/>
  <p:tag name="PROBLEMREMARK" val="解"/>
  <p:tag name="PROBLEMVOICEALLOWED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9260</TotalTime>
  <Words>1178</Words>
  <Application>Microsoft Office PowerPoint</Application>
  <PresentationFormat>宽屏</PresentationFormat>
  <Paragraphs>293</Paragraphs>
  <Slides>63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63</vt:i4>
      </vt:variant>
    </vt:vector>
  </HeadingPairs>
  <TitlesOfParts>
    <vt:vector size="77" baseType="lpstr">
      <vt:lpstr>等线</vt:lpstr>
      <vt:lpstr>黑体</vt:lpstr>
      <vt:lpstr>华文楷体</vt:lpstr>
      <vt:lpstr>宋体</vt:lpstr>
      <vt:lpstr>Microsoft Yahei</vt:lpstr>
      <vt:lpstr>Arial</vt:lpstr>
      <vt:lpstr>Calibri</vt:lpstr>
      <vt:lpstr>Symbol</vt:lpstr>
      <vt:lpstr>Times New Roman</vt:lpstr>
      <vt:lpstr>Office 主题</vt:lpstr>
      <vt:lpstr>公式</vt:lpstr>
      <vt:lpstr>Document</vt:lpstr>
      <vt:lpstr>文档</vt:lpstr>
      <vt:lpstr>Equation</vt:lpstr>
      <vt:lpstr>2.2、第二类换元法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2.3、分部积分法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2.4、有理函数的积分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178</cp:revision>
  <dcterms:created xsi:type="dcterms:W3CDTF">2009-06-13T01:14:34Z</dcterms:created>
  <dcterms:modified xsi:type="dcterms:W3CDTF">2023-11-23T09:14:40Z</dcterms:modified>
</cp:coreProperties>
</file>