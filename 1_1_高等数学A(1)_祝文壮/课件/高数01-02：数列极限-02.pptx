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307" r:id="rId2"/>
    <p:sldId id="308" r:id="rId3"/>
    <p:sldId id="309" r:id="rId4"/>
    <p:sldId id="310" r:id="rId5"/>
    <p:sldId id="311" r:id="rId6"/>
    <p:sldId id="312" r:id="rId7"/>
    <p:sldId id="313" r:id="rId8"/>
    <p:sldId id="314" r:id="rId9"/>
    <p:sldId id="315" r:id="rId10"/>
    <p:sldId id="316" r:id="rId11"/>
    <p:sldId id="346" r:id="rId12"/>
    <p:sldId id="347" r:id="rId13"/>
    <p:sldId id="317" r:id="rId14"/>
    <p:sldId id="318" r:id="rId15"/>
    <p:sldId id="319" r:id="rId16"/>
    <p:sldId id="348" r:id="rId17"/>
    <p:sldId id="320" r:id="rId18"/>
    <p:sldId id="321" r:id="rId19"/>
    <p:sldId id="322" r:id="rId20"/>
    <p:sldId id="323" r:id="rId21"/>
    <p:sldId id="349" r:id="rId22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00" autoAdjust="0"/>
    <p:restoredTop sz="94238" autoAdjust="0"/>
  </p:normalViewPr>
  <p:slideViewPr>
    <p:cSldViewPr>
      <p:cViewPr varScale="1">
        <p:scale>
          <a:sx n="72" d="100"/>
          <a:sy n="72" d="100"/>
        </p:scale>
        <p:origin x="504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06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235AF77-A18C-44A2-9887-BA6837F1F8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6F8879-FA83-46F1-812C-B351FEB30C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9B71D-1A20-4120-9CE9-BFA7C6A041E6}" type="datetimeFigureOut">
              <a:rPr lang="zh-CN" altLang="en-US" smtClean="0"/>
              <a:t>2023/10/5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3EA16B-B790-4A8F-BAFF-8C48811E81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0E1DF2-7039-41CB-9779-BF80C8DA71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0DB9D-6B41-4D78-B091-AADE897B3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350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5F9DC52-4B07-4CFC-87D5-490AC862F5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031DDA-4355-4854-8C5C-C2AC2978D35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A5888E0-7D9B-4110-B86E-D837CC8393A8}" type="datetimeFigureOut">
              <a:rPr lang="zh-CN" altLang="en-US"/>
              <a:pPr>
                <a:defRPr/>
              </a:pPr>
              <a:t>2023/10/5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362A9837-FF55-4611-8E76-055748A93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B51D619C-3C9F-4618-AFB2-907B7021A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1C88CE-468D-4237-9B49-B2395263C3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2225A2-C182-4197-9D89-D94D32919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3E0C2EFB-E6F0-4526-A71E-3BEE9C081B9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2232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AE91EED5-04AA-4149-A3C5-3923E470452E}" type="slidenum">
              <a:rPr lang="en-US" altLang="zh-CN" smtClean="0"/>
              <a:pPr eaLnBrk="1" hangingPunct="1">
                <a:spcBef>
                  <a:spcPct val="0"/>
                </a:spcBef>
              </a:pPr>
              <a:t>8</a:t>
            </a:fld>
            <a:endParaRPr lang="en-US" altLang="zh-CN"/>
          </a:p>
        </p:txBody>
      </p:sp>
      <p:sp>
        <p:nvSpPr>
          <p:cNvPr id="185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698043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79509" y="4077072"/>
            <a:ext cx="8534400" cy="6229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1C6A41-90A8-4EB9-8C2B-1723944C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845C3B-12B8-44A0-8F52-0F6EF65AD41E}" type="datetimeFigureOut">
              <a:rPr lang="zh-CN" altLang="en-US"/>
              <a:pPr>
                <a:defRPr/>
              </a:pPr>
              <a:t>2023/10/5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3C8C8E-1B6A-40F4-967D-EA7CEF96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B00CDE-2600-49A6-8D88-57F034EF8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8BE23-9125-4FCC-9C73-BD04F861CF2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387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9509" y="255569"/>
            <a:ext cx="9422837" cy="1143000"/>
          </a:xfrm>
        </p:spPr>
        <p:txBody>
          <a:bodyPr/>
          <a:lstStyle>
            <a:lvl1pPr algn="r">
              <a:defRPr sz="3200" b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67" y="1403652"/>
            <a:ext cx="9601067" cy="4608512"/>
          </a:xfrm>
        </p:spPr>
        <p:txBody>
          <a:bodyPr/>
          <a:lstStyle>
            <a:lvl1pPr>
              <a:defRPr sz="200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 sz="2000"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 sz="2000"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 sz="20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C941AA-1ED0-47DF-A392-EB5BA098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6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CD22F5-A067-4F1D-9696-0D3DAD59E1FE}" type="datetimeFigureOut">
              <a:rPr lang="zh-CN" altLang="en-US"/>
              <a:pPr>
                <a:defRPr/>
              </a:pPr>
              <a:t>2023/10/5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C16850-0787-4BA6-8B93-4879708D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12299" y="6481752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464477-EFEA-449A-8B4F-EF7109AF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84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DF241AFB-9D3F-4C35-906A-8E91BE35231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7654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28ECEA-04CA-4B21-AFB4-9A8C4543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DCCDB1-F5E8-418A-A2C7-83965C4D6368}" type="datetimeFigureOut">
              <a:rPr lang="zh-CN" altLang="en-US"/>
              <a:pPr>
                <a:defRPr/>
              </a:pPr>
              <a:t>2023/10/5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54874D-11CB-4CF1-9596-B4E872E3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22F02F-58AC-46A9-A73D-43486DC6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E686A-6D74-4894-BF7D-7F6AFA86EB6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2149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6847E57-A096-49E6-A2EF-E7EA8C2B0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892DE1-FD72-4770-9694-E5AE515EAF4B}" type="datetimeFigureOut">
              <a:rPr lang="zh-CN" altLang="en-US"/>
              <a:pPr>
                <a:defRPr/>
              </a:pPr>
              <a:t>2023/10/5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32BB91C-E4B0-4A76-A6B2-45ECDDABB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F624A061-66EC-4D77-90B7-FB0F65A2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B45CD-C86B-48D4-829F-F0E1BCAACD9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5928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63275422-D8EF-4BAE-9CAF-14D514E1A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A1612-B0FE-4D56-B49C-D574DB53E80D}" type="datetimeFigureOut">
              <a:rPr lang="zh-CN" altLang="en-US"/>
              <a:pPr>
                <a:defRPr/>
              </a:pPr>
              <a:t>2023/10/5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65A91C3E-A2DD-4326-8D3C-ACB03C5A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A4120A65-DE4C-46BF-9E2E-93AA9EF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A9F5F6-6DAB-47EB-B335-FB1D716CB78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094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2611C3E3-61F8-4E46-9A1B-C756B945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7D166-22B7-43BF-88F6-B15BC8903EDD}" type="datetimeFigureOut">
              <a:rPr lang="zh-CN" altLang="en-US"/>
              <a:pPr>
                <a:defRPr/>
              </a:pPr>
              <a:t>2023/10/5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5BCF57CF-0598-438E-8A5D-EB1085F7F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784F4FC-7E57-4D41-95ED-DE546C1D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187150-5C3E-4439-B216-5F65A4C7C30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643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D650A1EE-2A09-45A9-A90D-1144FEDD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DF86F0-0B1E-4EF6-96EB-165C1041BE10}" type="datetimeFigureOut">
              <a:rPr lang="zh-CN" altLang="en-US"/>
              <a:pPr>
                <a:defRPr/>
              </a:pPr>
              <a:t>2023/10/5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56F56139-E9D8-452A-AFCD-9F64CECF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A52E69B4-70FF-4B93-ACD9-39CB35DA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FDD63B-992A-4963-B4FF-3D8E2E9E157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166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9CBEA3F-5ADC-4C9C-A7B1-7FB6BA591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207046-A6C2-4564-973D-5B55C77B7634}" type="datetimeFigureOut">
              <a:rPr lang="zh-CN" altLang="en-US"/>
              <a:pPr>
                <a:defRPr/>
              </a:pPr>
              <a:t>2023/10/5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E3A7A82-C3EA-4E48-ADF2-C9F0F4B9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8977483-C766-4A38-B965-E3487DBB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7B350A-96DE-4831-A299-8751279B269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6191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A563FC7-0B6C-423B-B295-147E40F1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AC7F67-FFBA-4598-A363-5A1E3E73D1E5}" type="datetimeFigureOut">
              <a:rPr lang="zh-CN" altLang="en-US"/>
              <a:pPr>
                <a:defRPr/>
              </a:pPr>
              <a:t>2023/10/5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5076843-BAB1-4854-A445-A0137A160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1EF6D50-E79D-49FA-B76A-6BA66596A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8F5F28-11E1-4F09-953A-DB09D1BF250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803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BDD4BC-D884-4375-89CE-7EEF4EC5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EC063F-A2BC-463C-8CAF-B19EA2F9C491}" type="datetimeFigureOut">
              <a:rPr lang="zh-CN" altLang="en-US"/>
              <a:pPr>
                <a:defRPr/>
              </a:pPr>
              <a:t>2023/10/5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74256A-0E7D-4754-A912-FD07C6E2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BAAEC-0BA9-41DF-8EBD-836A6ACE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21D670-47FF-458F-87A7-4A231FD2161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5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0080B1-3975-480E-95BC-F6D48504C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C66B24-CA97-439F-AA6D-C5F31D508A43}" type="datetimeFigureOut">
              <a:rPr lang="zh-CN" altLang="en-US"/>
              <a:pPr>
                <a:defRPr/>
              </a:pPr>
              <a:t>2023/10/5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ABF498-AFF6-428E-A696-509856D7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41D49B-DC10-4DDF-98D3-3D985A27A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EDF25B-788C-4C3E-95C0-95CF9C7F284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795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25000"/>
                    </a14:imgEffect>
                    <a14:imgEffect>
                      <a14:colorTemperature colorTemp="97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C7EC5E42-6E5D-407E-9066-783F041463F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11424" y="273844"/>
            <a:ext cx="1026484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9D24FB56-6E7A-4776-AD9A-1053A7134C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95467" y="1438518"/>
            <a:ext cx="969707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44D87F-9B01-43C0-BA99-2ADBDACEA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484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8EFB23F-41D9-4BBE-8B93-E6BE8754B72C}" type="datetimeFigureOut">
              <a:rPr lang="zh-CN" altLang="en-US"/>
              <a:pPr>
                <a:defRPr/>
              </a:pPr>
              <a:t>2023/10/5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A00A20-4C62-4617-A875-61759F786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8484" y="649287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342A9B-B8D3-4025-AFBA-96BF91BF6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0484" y="6492876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F25E571C-9FBD-4713-AA8D-FC2F4955C76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 b="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7.wmf"/><Relationship Id="rId18" Type="http://schemas.openxmlformats.org/officeDocument/2006/relationships/oleObject" Target="../embeddings/oleObject9.bin"/><Relationship Id="rId3" Type="http://schemas.openxmlformats.org/officeDocument/2006/relationships/image" Target="../media/image2.wmf"/><Relationship Id="rId21" Type="http://schemas.openxmlformats.org/officeDocument/2006/relationships/image" Target="../media/image11.wmf"/><Relationship Id="rId7" Type="http://schemas.openxmlformats.org/officeDocument/2006/relationships/image" Target="../media/image4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9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wmf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10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7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image" Target="../media/image17.wmf"/><Relationship Id="rId3" Type="http://schemas.openxmlformats.org/officeDocument/2006/relationships/image" Target="../media/image12.wmf"/><Relationship Id="rId7" Type="http://schemas.openxmlformats.org/officeDocument/2006/relationships/image" Target="../media/image14.wmf"/><Relationship Id="rId12" Type="http://schemas.openxmlformats.org/officeDocument/2006/relationships/oleObject" Target="../embeddings/oleObject16.bin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16.wmf"/><Relationship Id="rId5" Type="http://schemas.openxmlformats.org/officeDocument/2006/relationships/image" Target="../media/image13.wmf"/><Relationship Id="rId10" Type="http://schemas.openxmlformats.org/officeDocument/2006/relationships/oleObject" Target="../embeddings/oleObject15.bin"/><Relationship Id="rId4" Type="http://schemas.openxmlformats.org/officeDocument/2006/relationships/oleObject" Target="../embeddings/oleObject12.bin"/><Relationship Id="rId9" Type="http://schemas.openxmlformats.org/officeDocument/2006/relationships/image" Target="../media/image15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image" Target="../media/image18.emf"/><Relationship Id="rId7" Type="http://schemas.openxmlformats.org/officeDocument/2006/relationships/image" Target="../media/image20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19.wmf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1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13" Type="http://schemas.openxmlformats.org/officeDocument/2006/relationships/image" Target="../media/image26.wmf"/><Relationship Id="rId18" Type="http://schemas.openxmlformats.org/officeDocument/2006/relationships/oleObject" Target="../embeddings/oleObject29.bin"/><Relationship Id="rId3" Type="http://schemas.openxmlformats.org/officeDocument/2006/relationships/image" Target="../media/image13.wmf"/><Relationship Id="rId21" Type="http://schemas.openxmlformats.org/officeDocument/2006/relationships/image" Target="../media/image30.wmf"/><Relationship Id="rId7" Type="http://schemas.openxmlformats.org/officeDocument/2006/relationships/image" Target="../media/image23.wmf"/><Relationship Id="rId12" Type="http://schemas.openxmlformats.org/officeDocument/2006/relationships/oleObject" Target="../embeddings/oleObject26.bin"/><Relationship Id="rId17" Type="http://schemas.openxmlformats.org/officeDocument/2006/relationships/image" Target="../media/image28.wmf"/><Relationship Id="rId2" Type="http://schemas.openxmlformats.org/officeDocument/2006/relationships/oleObject" Target="../embeddings/oleObject21.bin"/><Relationship Id="rId16" Type="http://schemas.openxmlformats.org/officeDocument/2006/relationships/oleObject" Target="../embeddings/oleObject28.bin"/><Relationship Id="rId20" Type="http://schemas.openxmlformats.org/officeDocument/2006/relationships/oleObject" Target="../embeddings/oleObject3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25.wmf"/><Relationship Id="rId5" Type="http://schemas.openxmlformats.org/officeDocument/2006/relationships/image" Target="../media/image22.wmf"/><Relationship Id="rId15" Type="http://schemas.openxmlformats.org/officeDocument/2006/relationships/image" Target="../media/image27.wmf"/><Relationship Id="rId10" Type="http://schemas.openxmlformats.org/officeDocument/2006/relationships/oleObject" Target="../embeddings/oleObject25.bin"/><Relationship Id="rId19" Type="http://schemas.openxmlformats.org/officeDocument/2006/relationships/image" Target="../media/image29.wmf"/><Relationship Id="rId4" Type="http://schemas.openxmlformats.org/officeDocument/2006/relationships/oleObject" Target="../embeddings/oleObject22.bin"/><Relationship Id="rId9" Type="http://schemas.openxmlformats.org/officeDocument/2006/relationships/image" Target="../media/image24.wmf"/><Relationship Id="rId14" Type="http://schemas.openxmlformats.org/officeDocument/2006/relationships/oleObject" Target="../embeddings/oleObject27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13" Type="http://schemas.openxmlformats.org/officeDocument/2006/relationships/image" Target="../media/image36.wmf"/><Relationship Id="rId3" Type="http://schemas.openxmlformats.org/officeDocument/2006/relationships/image" Target="../media/image31.wmf"/><Relationship Id="rId7" Type="http://schemas.openxmlformats.org/officeDocument/2006/relationships/image" Target="../media/image33.wmf"/><Relationship Id="rId12" Type="http://schemas.openxmlformats.org/officeDocument/2006/relationships/oleObject" Target="../embeddings/oleObject36.bin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3.bin"/><Relationship Id="rId11" Type="http://schemas.openxmlformats.org/officeDocument/2006/relationships/image" Target="../media/image35.wmf"/><Relationship Id="rId5" Type="http://schemas.openxmlformats.org/officeDocument/2006/relationships/image" Target="../media/image32.wmf"/><Relationship Id="rId10" Type="http://schemas.openxmlformats.org/officeDocument/2006/relationships/oleObject" Target="../embeddings/oleObject35.bin"/><Relationship Id="rId4" Type="http://schemas.openxmlformats.org/officeDocument/2006/relationships/oleObject" Target="../embeddings/oleObject32.bin"/><Relationship Id="rId9" Type="http://schemas.openxmlformats.org/officeDocument/2006/relationships/image" Target="../media/image34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13" Type="http://schemas.openxmlformats.org/officeDocument/2006/relationships/image" Target="../media/image42.wmf"/><Relationship Id="rId18" Type="http://schemas.openxmlformats.org/officeDocument/2006/relationships/oleObject" Target="../embeddings/oleObject45.bin"/><Relationship Id="rId3" Type="http://schemas.openxmlformats.org/officeDocument/2006/relationships/image" Target="../media/image37.wmf"/><Relationship Id="rId21" Type="http://schemas.openxmlformats.org/officeDocument/2006/relationships/image" Target="../media/image46.wmf"/><Relationship Id="rId7" Type="http://schemas.openxmlformats.org/officeDocument/2006/relationships/image" Target="../media/image39.wmf"/><Relationship Id="rId12" Type="http://schemas.openxmlformats.org/officeDocument/2006/relationships/oleObject" Target="../embeddings/oleObject42.bin"/><Relationship Id="rId17" Type="http://schemas.openxmlformats.org/officeDocument/2006/relationships/image" Target="../media/image44.wmf"/><Relationship Id="rId2" Type="http://schemas.openxmlformats.org/officeDocument/2006/relationships/oleObject" Target="../embeddings/oleObject37.bin"/><Relationship Id="rId16" Type="http://schemas.openxmlformats.org/officeDocument/2006/relationships/oleObject" Target="../embeddings/oleObject44.bin"/><Relationship Id="rId20" Type="http://schemas.openxmlformats.org/officeDocument/2006/relationships/oleObject" Target="../embeddings/oleObject4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9.bin"/><Relationship Id="rId11" Type="http://schemas.openxmlformats.org/officeDocument/2006/relationships/image" Target="../media/image41.wmf"/><Relationship Id="rId5" Type="http://schemas.openxmlformats.org/officeDocument/2006/relationships/image" Target="../media/image38.wmf"/><Relationship Id="rId15" Type="http://schemas.openxmlformats.org/officeDocument/2006/relationships/image" Target="../media/image43.wmf"/><Relationship Id="rId23" Type="http://schemas.openxmlformats.org/officeDocument/2006/relationships/image" Target="../media/image47.wmf"/><Relationship Id="rId10" Type="http://schemas.openxmlformats.org/officeDocument/2006/relationships/oleObject" Target="../embeddings/oleObject41.bin"/><Relationship Id="rId19" Type="http://schemas.openxmlformats.org/officeDocument/2006/relationships/image" Target="../media/image45.wmf"/><Relationship Id="rId4" Type="http://schemas.openxmlformats.org/officeDocument/2006/relationships/oleObject" Target="../embeddings/oleObject38.bin"/><Relationship Id="rId9" Type="http://schemas.openxmlformats.org/officeDocument/2006/relationships/image" Target="../media/image40.wmf"/><Relationship Id="rId14" Type="http://schemas.openxmlformats.org/officeDocument/2006/relationships/oleObject" Target="../embeddings/oleObject43.bin"/><Relationship Id="rId22" Type="http://schemas.openxmlformats.org/officeDocument/2006/relationships/oleObject" Target="../embeddings/oleObject47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.bin"/><Relationship Id="rId3" Type="http://schemas.openxmlformats.org/officeDocument/2006/relationships/image" Target="../media/image48.wmf"/><Relationship Id="rId7" Type="http://schemas.openxmlformats.org/officeDocument/2006/relationships/image" Target="../media/image50.wmf"/><Relationship Id="rId2" Type="http://schemas.openxmlformats.org/officeDocument/2006/relationships/oleObject" Target="../embeddings/oleObject4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0.bin"/><Relationship Id="rId5" Type="http://schemas.openxmlformats.org/officeDocument/2006/relationships/image" Target="../media/image49.wmf"/><Relationship Id="rId4" Type="http://schemas.openxmlformats.org/officeDocument/2006/relationships/oleObject" Target="../embeddings/oleObject49.bin"/><Relationship Id="rId9" Type="http://schemas.openxmlformats.org/officeDocument/2006/relationships/image" Target="../media/image51.wmf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57.bin"/><Relationship Id="rId18" Type="http://schemas.openxmlformats.org/officeDocument/2006/relationships/image" Target="../media/image59.emf"/><Relationship Id="rId26" Type="http://schemas.openxmlformats.org/officeDocument/2006/relationships/image" Target="../media/image63.emf"/><Relationship Id="rId39" Type="http://schemas.openxmlformats.org/officeDocument/2006/relationships/oleObject" Target="../embeddings/oleObject70.bin"/><Relationship Id="rId21" Type="http://schemas.openxmlformats.org/officeDocument/2006/relationships/oleObject" Target="../embeddings/oleObject61.bin"/><Relationship Id="rId34" Type="http://schemas.openxmlformats.org/officeDocument/2006/relationships/image" Target="../media/image67.wmf"/><Relationship Id="rId7" Type="http://schemas.openxmlformats.org/officeDocument/2006/relationships/oleObject" Target="../embeddings/oleObject54.bin"/><Relationship Id="rId12" Type="http://schemas.openxmlformats.org/officeDocument/2006/relationships/image" Target="../media/image56.emf"/><Relationship Id="rId17" Type="http://schemas.openxmlformats.org/officeDocument/2006/relationships/oleObject" Target="../embeddings/oleObject59.bin"/><Relationship Id="rId25" Type="http://schemas.openxmlformats.org/officeDocument/2006/relationships/oleObject" Target="../embeddings/oleObject63.bin"/><Relationship Id="rId33" Type="http://schemas.openxmlformats.org/officeDocument/2006/relationships/oleObject" Target="../embeddings/oleObject67.bin"/><Relationship Id="rId38" Type="http://schemas.openxmlformats.org/officeDocument/2006/relationships/image" Target="../media/image69.wmf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58.emf"/><Relationship Id="rId20" Type="http://schemas.openxmlformats.org/officeDocument/2006/relationships/image" Target="../media/image60.emf"/><Relationship Id="rId29" Type="http://schemas.openxmlformats.org/officeDocument/2006/relationships/oleObject" Target="../embeddings/oleObject65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wmf"/><Relationship Id="rId11" Type="http://schemas.openxmlformats.org/officeDocument/2006/relationships/oleObject" Target="../embeddings/oleObject56.bin"/><Relationship Id="rId24" Type="http://schemas.openxmlformats.org/officeDocument/2006/relationships/image" Target="../media/image62.emf"/><Relationship Id="rId32" Type="http://schemas.openxmlformats.org/officeDocument/2006/relationships/image" Target="../media/image66.wmf"/><Relationship Id="rId37" Type="http://schemas.openxmlformats.org/officeDocument/2006/relationships/oleObject" Target="../embeddings/oleObject69.bin"/><Relationship Id="rId40" Type="http://schemas.openxmlformats.org/officeDocument/2006/relationships/image" Target="../media/image70.wmf"/><Relationship Id="rId5" Type="http://schemas.openxmlformats.org/officeDocument/2006/relationships/oleObject" Target="../embeddings/oleObject53.bin"/><Relationship Id="rId15" Type="http://schemas.openxmlformats.org/officeDocument/2006/relationships/oleObject" Target="../embeddings/oleObject58.bin"/><Relationship Id="rId23" Type="http://schemas.openxmlformats.org/officeDocument/2006/relationships/oleObject" Target="../embeddings/oleObject62.bin"/><Relationship Id="rId28" Type="http://schemas.openxmlformats.org/officeDocument/2006/relationships/image" Target="../media/image64.wmf"/><Relationship Id="rId36" Type="http://schemas.openxmlformats.org/officeDocument/2006/relationships/image" Target="../media/image68.wmf"/><Relationship Id="rId10" Type="http://schemas.openxmlformats.org/officeDocument/2006/relationships/image" Target="../media/image55.wmf"/><Relationship Id="rId19" Type="http://schemas.openxmlformats.org/officeDocument/2006/relationships/oleObject" Target="../embeddings/oleObject60.bin"/><Relationship Id="rId31" Type="http://schemas.openxmlformats.org/officeDocument/2006/relationships/oleObject" Target="../embeddings/oleObject66.bin"/><Relationship Id="rId4" Type="http://schemas.openxmlformats.org/officeDocument/2006/relationships/image" Target="../media/image52.wmf"/><Relationship Id="rId9" Type="http://schemas.openxmlformats.org/officeDocument/2006/relationships/oleObject" Target="../embeddings/oleObject55.bin"/><Relationship Id="rId14" Type="http://schemas.openxmlformats.org/officeDocument/2006/relationships/image" Target="../media/image57.emf"/><Relationship Id="rId22" Type="http://schemas.openxmlformats.org/officeDocument/2006/relationships/image" Target="../media/image61.emf"/><Relationship Id="rId27" Type="http://schemas.openxmlformats.org/officeDocument/2006/relationships/oleObject" Target="../embeddings/oleObject64.bin"/><Relationship Id="rId30" Type="http://schemas.openxmlformats.org/officeDocument/2006/relationships/image" Target="../media/image65.wmf"/><Relationship Id="rId35" Type="http://schemas.openxmlformats.org/officeDocument/2006/relationships/oleObject" Target="../embeddings/oleObject68.bin"/><Relationship Id="rId8" Type="http://schemas.openxmlformats.org/officeDocument/2006/relationships/image" Target="../media/image54.wmf"/><Relationship Id="rId3" Type="http://schemas.openxmlformats.org/officeDocument/2006/relationships/oleObject" Target="../embeddings/oleObject52.bin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4.wmf"/><Relationship Id="rId18" Type="http://schemas.openxmlformats.org/officeDocument/2006/relationships/oleObject" Target="../embeddings/oleObject79.bin"/><Relationship Id="rId26" Type="http://schemas.openxmlformats.org/officeDocument/2006/relationships/oleObject" Target="../embeddings/oleObject83.bin"/><Relationship Id="rId39" Type="http://schemas.openxmlformats.org/officeDocument/2006/relationships/image" Target="../media/image87.emf"/><Relationship Id="rId21" Type="http://schemas.openxmlformats.org/officeDocument/2006/relationships/image" Target="../media/image78.emf"/><Relationship Id="rId34" Type="http://schemas.openxmlformats.org/officeDocument/2006/relationships/oleObject" Target="../embeddings/oleObject87.bin"/><Relationship Id="rId42" Type="http://schemas.openxmlformats.org/officeDocument/2006/relationships/oleObject" Target="../embeddings/oleObject91.bin"/><Relationship Id="rId47" Type="http://schemas.openxmlformats.org/officeDocument/2006/relationships/image" Target="../media/image91.emf"/><Relationship Id="rId50" Type="http://schemas.openxmlformats.org/officeDocument/2006/relationships/oleObject" Target="../embeddings/oleObject95.bin"/><Relationship Id="rId55" Type="http://schemas.openxmlformats.org/officeDocument/2006/relationships/image" Target="../media/image95.wmf"/><Relationship Id="rId7" Type="http://schemas.openxmlformats.org/officeDocument/2006/relationships/image" Target="../media/image55.wmf"/><Relationship Id="rId2" Type="http://schemas.openxmlformats.org/officeDocument/2006/relationships/oleObject" Target="../embeddings/oleObject71.bin"/><Relationship Id="rId16" Type="http://schemas.openxmlformats.org/officeDocument/2006/relationships/oleObject" Target="../embeddings/oleObject78.bin"/><Relationship Id="rId29" Type="http://schemas.openxmlformats.org/officeDocument/2006/relationships/image" Target="../media/image82.emf"/><Relationship Id="rId11" Type="http://schemas.openxmlformats.org/officeDocument/2006/relationships/image" Target="../media/image64.wmf"/><Relationship Id="rId24" Type="http://schemas.openxmlformats.org/officeDocument/2006/relationships/oleObject" Target="../embeddings/oleObject82.bin"/><Relationship Id="rId32" Type="http://schemas.openxmlformats.org/officeDocument/2006/relationships/oleObject" Target="../embeddings/oleObject86.bin"/><Relationship Id="rId37" Type="http://schemas.openxmlformats.org/officeDocument/2006/relationships/image" Target="../media/image86.emf"/><Relationship Id="rId40" Type="http://schemas.openxmlformats.org/officeDocument/2006/relationships/oleObject" Target="../embeddings/oleObject90.bin"/><Relationship Id="rId45" Type="http://schemas.openxmlformats.org/officeDocument/2006/relationships/image" Target="../media/image90.emf"/><Relationship Id="rId53" Type="http://schemas.openxmlformats.org/officeDocument/2006/relationships/image" Target="../media/image94.wmf"/><Relationship Id="rId5" Type="http://schemas.openxmlformats.org/officeDocument/2006/relationships/image" Target="../media/image72.wmf"/><Relationship Id="rId10" Type="http://schemas.openxmlformats.org/officeDocument/2006/relationships/oleObject" Target="../embeddings/oleObject75.bin"/><Relationship Id="rId19" Type="http://schemas.openxmlformats.org/officeDocument/2006/relationships/image" Target="../media/image77.emf"/><Relationship Id="rId31" Type="http://schemas.openxmlformats.org/officeDocument/2006/relationships/image" Target="../media/image83.emf"/><Relationship Id="rId44" Type="http://schemas.openxmlformats.org/officeDocument/2006/relationships/oleObject" Target="../embeddings/oleObject92.bin"/><Relationship Id="rId52" Type="http://schemas.openxmlformats.org/officeDocument/2006/relationships/oleObject" Target="../embeddings/oleObject96.bin"/><Relationship Id="rId4" Type="http://schemas.openxmlformats.org/officeDocument/2006/relationships/oleObject" Target="../embeddings/oleObject72.bin"/><Relationship Id="rId9" Type="http://schemas.openxmlformats.org/officeDocument/2006/relationships/image" Target="../media/image73.wmf"/><Relationship Id="rId14" Type="http://schemas.openxmlformats.org/officeDocument/2006/relationships/oleObject" Target="../embeddings/oleObject77.bin"/><Relationship Id="rId22" Type="http://schemas.openxmlformats.org/officeDocument/2006/relationships/oleObject" Target="../embeddings/oleObject81.bin"/><Relationship Id="rId27" Type="http://schemas.openxmlformats.org/officeDocument/2006/relationships/image" Target="../media/image81.emf"/><Relationship Id="rId30" Type="http://schemas.openxmlformats.org/officeDocument/2006/relationships/oleObject" Target="../embeddings/oleObject85.bin"/><Relationship Id="rId35" Type="http://schemas.openxmlformats.org/officeDocument/2006/relationships/image" Target="../media/image85.emf"/><Relationship Id="rId43" Type="http://schemas.openxmlformats.org/officeDocument/2006/relationships/image" Target="../media/image89.emf"/><Relationship Id="rId48" Type="http://schemas.openxmlformats.org/officeDocument/2006/relationships/oleObject" Target="../embeddings/oleObject94.bin"/><Relationship Id="rId8" Type="http://schemas.openxmlformats.org/officeDocument/2006/relationships/oleObject" Target="../embeddings/oleObject74.bin"/><Relationship Id="rId51" Type="http://schemas.openxmlformats.org/officeDocument/2006/relationships/image" Target="../media/image93.emf"/><Relationship Id="rId3" Type="http://schemas.openxmlformats.org/officeDocument/2006/relationships/image" Target="../media/image71.wmf"/><Relationship Id="rId12" Type="http://schemas.openxmlformats.org/officeDocument/2006/relationships/oleObject" Target="../embeddings/oleObject76.bin"/><Relationship Id="rId17" Type="http://schemas.openxmlformats.org/officeDocument/2006/relationships/image" Target="../media/image76.emf"/><Relationship Id="rId25" Type="http://schemas.openxmlformats.org/officeDocument/2006/relationships/image" Target="../media/image80.emf"/><Relationship Id="rId33" Type="http://schemas.openxmlformats.org/officeDocument/2006/relationships/image" Target="../media/image84.emf"/><Relationship Id="rId38" Type="http://schemas.openxmlformats.org/officeDocument/2006/relationships/oleObject" Target="../embeddings/oleObject89.bin"/><Relationship Id="rId46" Type="http://schemas.openxmlformats.org/officeDocument/2006/relationships/oleObject" Target="../embeddings/oleObject93.bin"/><Relationship Id="rId20" Type="http://schemas.openxmlformats.org/officeDocument/2006/relationships/oleObject" Target="../embeddings/oleObject80.bin"/><Relationship Id="rId41" Type="http://schemas.openxmlformats.org/officeDocument/2006/relationships/image" Target="../media/image88.emf"/><Relationship Id="rId54" Type="http://schemas.openxmlformats.org/officeDocument/2006/relationships/oleObject" Target="../embeddings/oleObject9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3.bin"/><Relationship Id="rId15" Type="http://schemas.openxmlformats.org/officeDocument/2006/relationships/image" Target="../media/image75.emf"/><Relationship Id="rId23" Type="http://schemas.openxmlformats.org/officeDocument/2006/relationships/image" Target="../media/image79.emf"/><Relationship Id="rId28" Type="http://schemas.openxmlformats.org/officeDocument/2006/relationships/oleObject" Target="../embeddings/oleObject84.bin"/><Relationship Id="rId36" Type="http://schemas.openxmlformats.org/officeDocument/2006/relationships/oleObject" Target="../embeddings/oleObject88.bin"/><Relationship Id="rId49" Type="http://schemas.openxmlformats.org/officeDocument/2006/relationships/image" Target="../media/image92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1.bin"/><Relationship Id="rId13" Type="http://schemas.openxmlformats.org/officeDocument/2006/relationships/image" Target="../media/image101.wmf"/><Relationship Id="rId3" Type="http://schemas.openxmlformats.org/officeDocument/2006/relationships/image" Target="../media/image96.wmf"/><Relationship Id="rId7" Type="http://schemas.openxmlformats.org/officeDocument/2006/relationships/image" Target="../media/image98.wmf"/><Relationship Id="rId12" Type="http://schemas.openxmlformats.org/officeDocument/2006/relationships/oleObject" Target="../embeddings/oleObject103.bin"/><Relationship Id="rId2" Type="http://schemas.openxmlformats.org/officeDocument/2006/relationships/oleObject" Target="../embeddings/oleObject9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0.bin"/><Relationship Id="rId11" Type="http://schemas.openxmlformats.org/officeDocument/2006/relationships/image" Target="../media/image100.wmf"/><Relationship Id="rId5" Type="http://schemas.openxmlformats.org/officeDocument/2006/relationships/image" Target="../media/image97.wmf"/><Relationship Id="rId10" Type="http://schemas.openxmlformats.org/officeDocument/2006/relationships/oleObject" Target="../embeddings/oleObject102.bin"/><Relationship Id="rId4" Type="http://schemas.openxmlformats.org/officeDocument/2006/relationships/oleObject" Target="../embeddings/oleObject99.bin"/><Relationship Id="rId9" Type="http://schemas.openxmlformats.org/officeDocument/2006/relationships/image" Target="../media/image99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3" Type="http://schemas.openxmlformats.org/officeDocument/2006/relationships/oleObject" Target="../embeddings/oleObject104.bin"/><Relationship Id="rId7" Type="http://schemas.openxmlformats.org/officeDocument/2006/relationships/oleObject" Target="../embeddings/oleObject106.bin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4.wmf"/><Relationship Id="rId5" Type="http://schemas.openxmlformats.org/officeDocument/2006/relationships/oleObject" Target="../embeddings/oleObject105.bin"/><Relationship Id="rId4" Type="http://schemas.openxmlformats.org/officeDocument/2006/relationships/image" Target="../media/image103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0.bin"/><Relationship Id="rId3" Type="http://schemas.openxmlformats.org/officeDocument/2006/relationships/image" Target="../media/image106.wmf"/><Relationship Id="rId7" Type="http://schemas.openxmlformats.org/officeDocument/2006/relationships/image" Target="../media/image108.wmf"/><Relationship Id="rId2" Type="http://schemas.openxmlformats.org/officeDocument/2006/relationships/oleObject" Target="../embeddings/oleObject10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9.bin"/><Relationship Id="rId5" Type="http://schemas.openxmlformats.org/officeDocument/2006/relationships/image" Target="../media/image107.wmf"/><Relationship Id="rId4" Type="http://schemas.openxmlformats.org/officeDocument/2006/relationships/oleObject" Target="../embeddings/oleObject108.bin"/><Relationship Id="rId9" Type="http://schemas.openxmlformats.org/officeDocument/2006/relationships/image" Target="../media/image109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4.bin"/><Relationship Id="rId13" Type="http://schemas.openxmlformats.org/officeDocument/2006/relationships/image" Target="../media/image115.wmf"/><Relationship Id="rId3" Type="http://schemas.openxmlformats.org/officeDocument/2006/relationships/image" Target="../media/image110.wmf"/><Relationship Id="rId7" Type="http://schemas.openxmlformats.org/officeDocument/2006/relationships/image" Target="../media/image112.wmf"/><Relationship Id="rId12" Type="http://schemas.openxmlformats.org/officeDocument/2006/relationships/oleObject" Target="../embeddings/oleObject116.bin"/><Relationship Id="rId2" Type="http://schemas.openxmlformats.org/officeDocument/2006/relationships/oleObject" Target="../embeddings/oleObject11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3.bin"/><Relationship Id="rId11" Type="http://schemas.openxmlformats.org/officeDocument/2006/relationships/image" Target="../media/image114.wmf"/><Relationship Id="rId5" Type="http://schemas.openxmlformats.org/officeDocument/2006/relationships/image" Target="../media/image111.wmf"/><Relationship Id="rId15" Type="http://schemas.openxmlformats.org/officeDocument/2006/relationships/image" Target="../media/image116.wmf"/><Relationship Id="rId10" Type="http://schemas.openxmlformats.org/officeDocument/2006/relationships/oleObject" Target="../embeddings/oleObject115.bin"/><Relationship Id="rId4" Type="http://schemas.openxmlformats.org/officeDocument/2006/relationships/oleObject" Target="../embeddings/oleObject112.bin"/><Relationship Id="rId9" Type="http://schemas.openxmlformats.org/officeDocument/2006/relationships/image" Target="../media/image113.wmf"/><Relationship Id="rId14" Type="http://schemas.openxmlformats.org/officeDocument/2006/relationships/oleObject" Target="../embeddings/oleObject117.bin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2.wmf"/><Relationship Id="rId18" Type="http://schemas.openxmlformats.org/officeDocument/2006/relationships/image" Target="../media/image124.wmf"/><Relationship Id="rId26" Type="http://schemas.openxmlformats.org/officeDocument/2006/relationships/image" Target="../media/image128.wmf"/><Relationship Id="rId3" Type="http://schemas.openxmlformats.org/officeDocument/2006/relationships/image" Target="../media/image117.wmf"/><Relationship Id="rId21" Type="http://schemas.openxmlformats.org/officeDocument/2006/relationships/oleObject" Target="../embeddings/oleObject128.bin"/><Relationship Id="rId34" Type="http://schemas.openxmlformats.org/officeDocument/2006/relationships/image" Target="../media/image132.wmf"/><Relationship Id="rId7" Type="http://schemas.openxmlformats.org/officeDocument/2006/relationships/image" Target="../media/image119.wmf"/><Relationship Id="rId12" Type="http://schemas.openxmlformats.org/officeDocument/2006/relationships/oleObject" Target="../embeddings/oleObject123.bin"/><Relationship Id="rId17" Type="http://schemas.openxmlformats.org/officeDocument/2006/relationships/oleObject" Target="../embeddings/oleObject126.bin"/><Relationship Id="rId25" Type="http://schemas.openxmlformats.org/officeDocument/2006/relationships/oleObject" Target="../embeddings/oleObject130.bin"/><Relationship Id="rId33" Type="http://schemas.openxmlformats.org/officeDocument/2006/relationships/oleObject" Target="../embeddings/oleObject134.bin"/><Relationship Id="rId2" Type="http://schemas.openxmlformats.org/officeDocument/2006/relationships/oleObject" Target="../embeddings/oleObject118.bin"/><Relationship Id="rId16" Type="http://schemas.openxmlformats.org/officeDocument/2006/relationships/image" Target="../media/image123.wmf"/><Relationship Id="rId20" Type="http://schemas.openxmlformats.org/officeDocument/2006/relationships/image" Target="../media/image125.wmf"/><Relationship Id="rId29" Type="http://schemas.openxmlformats.org/officeDocument/2006/relationships/oleObject" Target="../embeddings/oleObject13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0.bin"/><Relationship Id="rId11" Type="http://schemas.openxmlformats.org/officeDocument/2006/relationships/image" Target="../media/image121.wmf"/><Relationship Id="rId24" Type="http://schemas.openxmlformats.org/officeDocument/2006/relationships/image" Target="../media/image127.wmf"/><Relationship Id="rId32" Type="http://schemas.openxmlformats.org/officeDocument/2006/relationships/image" Target="../media/image131.wmf"/><Relationship Id="rId5" Type="http://schemas.openxmlformats.org/officeDocument/2006/relationships/image" Target="../media/image118.wmf"/><Relationship Id="rId15" Type="http://schemas.openxmlformats.org/officeDocument/2006/relationships/oleObject" Target="../embeddings/oleObject125.bin"/><Relationship Id="rId23" Type="http://schemas.openxmlformats.org/officeDocument/2006/relationships/oleObject" Target="../embeddings/oleObject129.bin"/><Relationship Id="rId28" Type="http://schemas.openxmlformats.org/officeDocument/2006/relationships/image" Target="../media/image129.wmf"/><Relationship Id="rId36" Type="http://schemas.openxmlformats.org/officeDocument/2006/relationships/image" Target="../media/image133.wmf"/><Relationship Id="rId10" Type="http://schemas.openxmlformats.org/officeDocument/2006/relationships/oleObject" Target="../embeddings/oleObject122.bin"/><Relationship Id="rId19" Type="http://schemas.openxmlformats.org/officeDocument/2006/relationships/oleObject" Target="../embeddings/oleObject127.bin"/><Relationship Id="rId31" Type="http://schemas.openxmlformats.org/officeDocument/2006/relationships/oleObject" Target="../embeddings/oleObject133.bin"/><Relationship Id="rId4" Type="http://schemas.openxmlformats.org/officeDocument/2006/relationships/oleObject" Target="../embeddings/oleObject119.bin"/><Relationship Id="rId9" Type="http://schemas.openxmlformats.org/officeDocument/2006/relationships/image" Target="../media/image120.wmf"/><Relationship Id="rId14" Type="http://schemas.openxmlformats.org/officeDocument/2006/relationships/oleObject" Target="../embeddings/oleObject124.bin"/><Relationship Id="rId22" Type="http://schemas.openxmlformats.org/officeDocument/2006/relationships/image" Target="../media/image126.wmf"/><Relationship Id="rId27" Type="http://schemas.openxmlformats.org/officeDocument/2006/relationships/oleObject" Target="../embeddings/oleObject131.bin"/><Relationship Id="rId30" Type="http://schemas.openxmlformats.org/officeDocument/2006/relationships/image" Target="../media/image130.wmf"/><Relationship Id="rId35" Type="http://schemas.openxmlformats.org/officeDocument/2006/relationships/oleObject" Target="../embeddings/oleObject135.bin"/><Relationship Id="rId8" Type="http://schemas.openxmlformats.org/officeDocument/2006/relationships/oleObject" Target="../embeddings/oleObject121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9.bin"/><Relationship Id="rId13" Type="http://schemas.openxmlformats.org/officeDocument/2006/relationships/image" Target="../media/image139.wmf"/><Relationship Id="rId18" Type="http://schemas.openxmlformats.org/officeDocument/2006/relationships/oleObject" Target="../embeddings/oleObject144.bin"/><Relationship Id="rId3" Type="http://schemas.openxmlformats.org/officeDocument/2006/relationships/image" Target="../media/image134.wmf"/><Relationship Id="rId7" Type="http://schemas.openxmlformats.org/officeDocument/2006/relationships/image" Target="../media/image136.wmf"/><Relationship Id="rId12" Type="http://schemas.openxmlformats.org/officeDocument/2006/relationships/oleObject" Target="../embeddings/oleObject141.bin"/><Relationship Id="rId17" Type="http://schemas.openxmlformats.org/officeDocument/2006/relationships/image" Target="../media/image141.wmf"/><Relationship Id="rId2" Type="http://schemas.openxmlformats.org/officeDocument/2006/relationships/oleObject" Target="../embeddings/oleObject136.bin"/><Relationship Id="rId16" Type="http://schemas.openxmlformats.org/officeDocument/2006/relationships/oleObject" Target="../embeddings/oleObject14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8.bin"/><Relationship Id="rId11" Type="http://schemas.openxmlformats.org/officeDocument/2006/relationships/image" Target="../media/image138.wmf"/><Relationship Id="rId5" Type="http://schemas.openxmlformats.org/officeDocument/2006/relationships/image" Target="../media/image135.wmf"/><Relationship Id="rId15" Type="http://schemas.openxmlformats.org/officeDocument/2006/relationships/image" Target="../media/image140.wmf"/><Relationship Id="rId10" Type="http://schemas.openxmlformats.org/officeDocument/2006/relationships/oleObject" Target="../embeddings/oleObject140.bin"/><Relationship Id="rId19" Type="http://schemas.openxmlformats.org/officeDocument/2006/relationships/image" Target="../media/image142.wmf"/><Relationship Id="rId4" Type="http://schemas.openxmlformats.org/officeDocument/2006/relationships/oleObject" Target="../embeddings/oleObject137.bin"/><Relationship Id="rId9" Type="http://schemas.openxmlformats.org/officeDocument/2006/relationships/image" Target="../media/image137.wmf"/><Relationship Id="rId14" Type="http://schemas.openxmlformats.org/officeDocument/2006/relationships/oleObject" Target="../embeddings/oleObject142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8.bin"/><Relationship Id="rId13" Type="http://schemas.openxmlformats.org/officeDocument/2006/relationships/image" Target="../media/image148.wmf"/><Relationship Id="rId18" Type="http://schemas.openxmlformats.org/officeDocument/2006/relationships/oleObject" Target="../embeddings/oleObject153.bin"/><Relationship Id="rId26" Type="http://schemas.openxmlformats.org/officeDocument/2006/relationships/oleObject" Target="../embeddings/oleObject157.bin"/><Relationship Id="rId3" Type="http://schemas.openxmlformats.org/officeDocument/2006/relationships/image" Target="../media/image143.wmf"/><Relationship Id="rId21" Type="http://schemas.openxmlformats.org/officeDocument/2006/relationships/image" Target="../media/image152.wmf"/><Relationship Id="rId7" Type="http://schemas.openxmlformats.org/officeDocument/2006/relationships/image" Target="../media/image145.wmf"/><Relationship Id="rId12" Type="http://schemas.openxmlformats.org/officeDocument/2006/relationships/oleObject" Target="../embeddings/oleObject150.bin"/><Relationship Id="rId17" Type="http://schemas.openxmlformats.org/officeDocument/2006/relationships/image" Target="../media/image150.wmf"/><Relationship Id="rId25" Type="http://schemas.openxmlformats.org/officeDocument/2006/relationships/image" Target="../media/image154.wmf"/><Relationship Id="rId2" Type="http://schemas.openxmlformats.org/officeDocument/2006/relationships/oleObject" Target="../embeddings/oleObject145.bin"/><Relationship Id="rId16" Type="http://schemas.openxmlformats.org/officeDocument/2006/relationships/oleObject" Target="../embeddings/oleObject152.bin"/><Relationship Id="rId20" Type="http://schemas.openxmlformats.org/officeDocument/2006/relationships/oleObject" Target="../embeddings/oleObject15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7.bin"/><Relationship Id="rId11" Type="http://schemas.openxmlformats.org/officeDocument/2006/relationships/image" Target="../media/image147.wmf"/><Relationship Id="rId24" Type="http://schemas.openxmlformats.org/officeDocument/2006/relationships/oleObject" Target="../embeddings/oleObject156.bin"/><Relationship Id="rId5" Type="http://schemas.openxmlformats.org/officeDocument/2006/relationships/image" Target="../media/image144.wmf"/><Relationship Id="rId15" Type="http://schemas.openxmlformats.org/officeDocument/2006/relationships/image" Target="../media/image149.wmf"/><Relationship Id="rId23" Type="http://schemas.openxmlformats.org/officeDocument/2006/relationships/image" Target="../media/image153.wmf"/><Relationship Id="rId10" Type="http://schemas.openxmlformats.org/officeDocument/2006/relationships/oleObject" Target="../embeddings/oleObject149.bin"/><Relationship Id="rId19" Type="http://schemas.openxmlformats.org/officeDocument/2006/relationships/image" Target="../media/image151.wmf"/><Relationship Id="rId4" Type="http://schemas.openxmlformats.org/officeDocument/2006/relationships/oleObject" Target="../embeddings/oleObject146.bin"/><Relationship Id="rId9" Type="http://schemas.openxmlformats.org/officeDocument/2006/relationships/image" Target="../media/image146.wmf"/><Relationship Id="rId14" Type="http://schemas.openxmlformats.org/officeDocument/2006/relationships/oleObject" Target="../embeddings/oleObject151.bin"/><Relationship Id="rId22" Type="http://schemas.openxmlformats.org/officeDocument/2006/relationships/oleObject" Target="../embeddings/oleObject155.bin"/><Relationship Id="rId27" Type="http://schemas.openxmlformats.org/officeDocument/2006/relationships/image" Target="../media/image155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wmf"/><Relationship Id="rId7" Type="http://schemas.openxmlformats.org/officeDocument/2006/relationships/image" Target="../media/image158.emf"/><Relationship Id="rId2" Type="http://schemas.openxmlformats.org/officeDocument/2006/relationships/oleObject" Target="../embeddings/oleObject15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0.bin"/><Relationship Id="rId5" Type="http://schemas.openxmlformats.org/officeDocument/2006/relationships/image" Target="../media/image157.wmf"/><Relationship Id="rId4" Type="http://schemas.openxmlformats.org/officeDocument/2006/relationships/oleObject" Target="../embeddings/oleObject159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4.bin"/><Relationship Id="rId13" Type="http://schemas.openxmlformats.org/officeDocument/2006/relationships/image" Target="../media/image164.emf"/><Relationship Id="rId18" Type="http://schemas.openxmlformats.org/officeDocument/2006/relationships/oleObject" Target="../embeddings/oleObject169.bin"/><Relationship Id="rId3" Type="http://schemas.openxmlformats.org/officeDocument/2006/relationships/image" Target="../media/image159.emf"/><Relationship Id="rId7" Type="http://schemas.openxmlformats.org/officeDocument/2006/relationships/image" Target="../media/image161.emf"/><Relationship Id="rId12" Type="http://schemas.openxmlformats.org/officeDocument/2006/relationships/oleObject" Target="../embeddings/oleObject166.bin"/><Relationship Id="rId17" Type="http://schemas.openxmlformats.org/officeDocument/2006/relationships/image" Target="../media/image166.emf"/><Relationship Id="rId2" Type="http://schemas.openxmlformats.org/officeDocument/2006/relationships/oleObject" Target="../embeddings/oleObject161.bin"/><Relationship Id="rId16" Type="http://schemas.openxmlformats.org/officeDocument/2006/relationships/oleObject" Target="../embeddings/oleObject16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3.bin"/><Relationship Id="rId11" Type="http://schemas.openxmlformats.org/officeDocument/2006/relationships/image" Target="../media/image163.emf"/><Relationship Id="rId5" Type="http://schemas.openxmlformats.org/officeDocument/2006/relationships/image" Target="../media/image160.emf"/><Relationship Id="rId15" Type="http://schemas.openxmlformats.org/officeDocument/2006/relationships/image" Target="../media/image165.emf"/><Relationship Id="rId10" Type="http://schemas.openxmlformats.org/officeDocument/2006/relationships/oleObject" Target="../embeddings/oleObject165.bin"/><Relationship Id="rId19" Type="http://schemas.openxmlformats.org/officeDocument/2006/relationships/image" Target="../media/image167.emf"/><Relationship Id="rId4" Type="http://schemas.openxmlformats.org/officeDocument/2006/relationships/oleObject" Target="../embeddings/oleObject162.bin"/><Relationship Id="rId9" Type="http://schemas.openxmlformats.org/officeDocument/2006/relationships/image" Target="../media/image162.emf"/><Relationship Id="rId14" Type="http://schemas.openxmlformats.org/officeDocument/2006/relationships/oleObject" Target="../embeddings/oleObject167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3.bin"/><Relationship Id="rId13" Type="http://schemas.openxmlformats.org/officeDocument/2006/relationships/image" Target="../media/image173.emf"/><Relationship Id="rId18" Type="http://schemas.openxmlformats.org/officeDocument/2006/relationships/oleObject" Target="../embeddings/oleObject178.bin"/><Relationship Id="rId3" Type="http://schemas.openxmlformats.org/officeDocument/2006/relationships/image" Target="../media/image168.emf"/><Relationship Id="rId21" Type="http://schemas.openxmlformats.org/officeDocument/2006/relationships/image" Target="../media/image177.emf"/><Relationship Id="rId7" Type="http://schemas.openxmlformats.org/officeDocument/2006/relationships/image" Target="../media/image170.emf"/><Relationship Id="rId12" Type="http://schemas.openxmlformats.org/officeDocument/2006/relationships/oleObject" Target="../embeddings/oleObject175.bin"/><Relationship Id="rId17" Type="http://schemas.openxmlformats.org/officeDocument/2006/relationships/image" Target="../media/image175.emf"/><Relationship Id="rId2" Type="http://schemas.openxmlformats.org/officeDocument/2006/relationships/oleObject" Target="../embeddings/oleObject170.bin"/><Relationship Id="rId16" Type="http://schemas.openxmlformats.org/officeDocument/2006/relationships/oleObject" Target="../embeddings/oleObject177.bin"/><Relationship Id="rId20" Type="http://schemas.openxmlformats.org/officeDocument/2006/relationships/oleObject" Target="../embeddings/oleObject17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2.bin"/><Relationship Id="rId11" Type="http://schemas.openxmlformats.org/officeDocument/2006/relationships/image" Target="../media/image172.emf"/><Relationship Id="rId5" Type="http://schemas.openxmlformats.org/officeDocument/2006/relationships/image" Target="../media/image169.emf"/><Relationship Id="rId15" Type="http://schemas.openxmlformats.org/officeDocument/2006/relationships/image" Target="../media/image174.emf"/><Relationship Id="rId23" Type="http://schemas.openxmlformats.org/officeDocument/2006/relationships/image" Target="../media/image178.wmf"/><Relationship Id="rId10" Type="http://schemas.openxmlformats.org/officeDocument/2006/relationships/oleObject" Target="../embeddings/oleObject174.bin"/><Relationship Id="rId19" Type="http://schemas.openxmlformats.org/officeDocument/2006/relationships/image" Target="../media/image176.emf"/><Relationship Id="rId4" Type="http://schemas.openxmlformats.org/officeDocument/2006/relationships/oleObject" Target="../embeddings/oleObject171.bin"/><Relationship Id="rId9" Type="http://schemas.openxmlformats.org/officeDocument/2006/relationships/image" Target="../media/image171.emf"/><Relationship Id="rId14" Type="http://schemas.openxmlformats.org/officeDocument/2006/relationships/oleObject" Target="../embeddings/oleObject176.bin"/><Relationship Id="rId22" Type="http://schemas.openxmlformats.org/officeDocument/2006/relationships/oleObject" Target="../embeddings/oleObject180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4.bin"/><Relationship Id="rId13" Type="http://schemas.openxmlformats.org/officeDocument/2006/relationships/image" Target="../media/image184.wmf"/><Relationship Id="rId18" Type="http://schemas.openxmlformats.org/officeDocument/2006/relationships/oleObject" Target="../embeddings/oleObject189.bin"/><Relationship Id="rId26" Type="http://schemas.openxmlformats.org/officeDocument/2006/relationships/oleObject" Target="../embeddings/oleObject193.bin"/><Relationship Id="rId3" Type="http://schemas.openxmlformats.org/officeDocument/2006/relationships/image" Target="../media/image179.emf"/><Relationship Id="rId21" Type="http://schemas.openxmlformats.org/officeDocument/2006/relationships/image" Target="../media/image188.wmf"/><Relationship Id="rId7" Type="http://schemas.openxmlformats.org/officeDocument/2006/relationships/image" Target="../media/image181.emf"/><Relationship Id="rId12" Type="http://schemas.openxmlformats.org/officeDocument/2006/relationships/oleObject" Target="../embeddings/oleObject186.bin"/><Relationship Id="rId17" Type="http://schemas.openxmlformats.org/officeDocument/2006/relationships/image" Target="../media/image186.wmf"/><Relationship Id="rId25" Type="http://schemas.openxmlformats.org/officeDocument/2006/relationships/image" Target="../media/image190.wmf"/><Relationship Id="rId2" Type="http://schemas.openxmlformats.org/officeDocument/2006/relationships/oleObject" Target="../embeddings/oleObject181.bin"/><Relationship Id="rId16" Type="http://schemas.openxmlformats.org/officeDocument/2006/relationships/oleObject" Target="../embeddings/oleObject188.bin"/><Relationship Id="rId20" Type="http://schemas.openxmlformats.org/officeDocument/2006/relationships/oleObject" Target="../embeddings/oleObject190.bin"/><Relationship Id="rId29" Type="http://schemas.openxmlformats.org/officeDocument/2006/relationships/image" Target="../media/image192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3.bin"/><Relationship Id="rId11" Type="http://schemas.openxmlformats.org/officeDocument/2006/relationships/image" Target="../media/image183.wmf"/><Relationship Id="rId24" Type="http://schemas.openxmlformats.org/officeDocument/2006/relationships/oleObject" Target="../embeddings/oleObject192.bin"/><Relationship Id="rId5" Type="http://schemas.openxmlformats.org/officeDocument/2006/relationships/image" Target="../media/image180.emf"/><Relationship Id="rId15" Type="http://schemas.openxmlformats.org/officeDocument/2006/relationships/image" Target="../media/image185.wmf"/><Relationship Id="rId23" Type="http://schemas.openxmlformats.org/officeDocument/2006/relationships/image" Target="../media/image189.wmf"/><Relationship Id="rId28" Type="http://schemas.openxmlformats.org/officeDocument/2006/relationships/oleObject" Target="../embeddings/oleObject194.bin"/><Relationship Id="rId10" Type="http://schemas.openxmlformats.org/officeDocument/2006/relationships/oleObject" Target="../embeddings/oleObject185.bin"/><Relationship Id="rId19" Type="http://schemas.openxmlformats.org/officeDocument/2006/relationships/image" Target="../media/image187.wmf"/><Relationship Id="rId4" Type="http://schemas.openxmlformats.org/officeDocument/2006/relationships/oleObject" Target="../embeddings/oleObject182.bin"/><Relationship Id="rId9" Type="http://schemas.openxmlformats.org/officeDocument/2006/relationships/image" Target="../media/image182.emf"/><Relationship Id="rId14" Type="http://schemas.openxmlformats.org/officeDocument/2006/relationships/oleObject" Target="../embeddings/oleObject187.bin"/><Relationship Id="rId22" Type="http://schemas.openxmlformats.org/officeDocument/2006/relationships/oleObject" Target="../embeddings/oleObject191.bin"/><Relationship Id="rId27" Type="http://schemas.openxmlformats.org/officeDocument/2006/relationships/image" Target="../media/image191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8.bin"/><Relationship Id="rId13" Type="http://schemas.openxmlformats.org/officeDocument/2006/relationships/image" Target="../media/image198.wmf"/><Relationship Id="rId3" Type="http://schemas.openxmlformats.org/officeDocument/2006/relationships/image" Target="../media/image193.wmf"/><Relationship Id="rId7" Type="http://schemas.openxmlformats.org/officeDocument/2006/relationships/image" Target="../media/image195.wmf"/><Relationship Id="rId12" Type="http://schemas.openxmlformats.org/officeDocument/2006/relationships/oleObject" Target="../embeddings/oleObject200.bin"/><Relationship Id="rId17" Type="http://schemas.openxmlformats.org/officeDocument/2006/relationships/image" Target="../media/image200.wmf"/><Relationship Id="rId2" Type="http://schemas.openxmlformats.org/officeDocument/2006/relationships/oleObject" Target="../embeddings/oleObject195.bin"/><Relationship Id="rId16" Type="http://schemas.openxmlformats.org/officeDocument/2006/relationships/oleObject" Target="../embeddings/oleObject20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7.bin"/><Relationship Id="rId11" Type="http://schemas.openxmlformats.org/officeDocument/2006/relationships/image" Target="../media/image197.wmf"/><Relationship Id="rId5" Type="http://schemas.openxmlformats.org/officeDocument/2006/relationships/image" Target="../media/image194.wmf"/><Relationship Id="rId15" Type="http://schemas.openxmlformats.org/officeDocument/2006/relationships/image" Target="../media/image199.wmf"/><Relationship Id="rId10" Type="http://schemas.openxmlformats.org/officeDocument/2006/relationships/oleObject" Target="../embeddings/oleObject199.bin"/><Relationship Id="rId4" Type="http://schemas.openxmlformats.org/officeDocument/2006/relationships/oleObject" Target="../embeddings/oleObject196.bin"/><Relationship Id="rId9" Type="http://schemas.openxmlformats.org/officeDocument/2006/relationships/image" Target="../media/image196.wmf"/><Relationship Id="rId14" Type="http://schemas.openxmlformats.org/officeDocument/2006/relationships/oleObject" Target="../embeddings/oleObject20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"/>
          <p:cNvGrpSpPr>
            <a:grpSpLocks/>
          </p:cNvGrpSpPr>
          <p:nvPr/>
        </p:nvGrpSpPr>
        <p:grpSpPr bwMode="auto">
          <a:xfrm>
            <a:off x="1847528" y="1687875"/>
            <a:ext cx="8000678" cy="690994"/>
            <a:chOff x="541" y="437"/>
            <a:chExt cx="5341" cy="4118"/>
          </a:xfrm>
        </p:grpSpPr>
        <p:sp>
          <p:nvSpPr>
            <p:cNvPr id="30" name="Rectangle 3"/>
            <p:cNvSpPr>
              <a:spLocks noChangeArrowheads="1"/>
            </p:cNvSpPr>
            <p:nvPr/>
          </p:nvSpPr>
          <p:spPr bwMode="auto">
            <a:xfrm>
              <a:off x="541" y="437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" name="Rectangle 4"/>
            <p:cNvSpPr>
              <a:spLocks noChangeArrowheads="1"/>
            </p:cNvSpPr>
            <p:nvPr/>
          </p:nvSpPr>
          <p:spPr bwMode="auto">
            <a:xfrm>
              <a:off x="659" y="691"/>
              <a:ext cx="5095" cy="3599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205826" name="Text Box 2"/>
          <p:cNvSpPr txBox="1">
            <a:spLocks noChangeArrowheads="1"/>
          </p:cNvSpPr>
          <p:nvPr/>
        </p:nvSpPr>
        <p:spPr bwMode="auto">
          <a:xfrm>
            <a:off x="1986935" y="1036639"/>
            <a:ext cx="29718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A</a:t>
            </a:r>
            <a:r>
              <a:rPr kumimoji="1"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、唯一性</a:t>
            </a:r>
            <a:endParaRPr kumimoji="1"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205827" name="Text Box 3"/>
          <p:cNvSpPr txBox="1">
            <a:spLocks noChangeArrowheads="1"/>
          </p:cNvSpPr>
          <p:nvPr/>
        </p:nvSpPr>
        <p:spPr bwMode="auto">
          <a:xfrm>
            <a:off x="2417763" y="1755776"/>
            <a:ext cx="70469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定理</a:t>
            </a: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800" b="1" dirty="0">
                <a:latin typeface="黑体" pitchFamily="2" charset="-122"/>
                <a:ea typeface="黑体" pitchFamily="2" charset="-122"/>
              </a:rPr>
              <a:t>  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每个收敛的数列只有一个极限</a:t>
            </a:r>
            <a:r>
              <a:rPr kumimoji="1" lang="en-US" altLang="zh-CN" sz="2800" b="1" dirty="0">
                <a:latin typeface="宋体" panose="02010600030101010101" pitchFamily="2" charset="-122"/>
              </a:rPr>
              <a:t>.</a:t>
            </a:r>
          </a:p>
        </p:txBody>
      </p:sp>
      <p:sp>
        <p:nvSpPr>
          <p:cNvPr id="205828" name="Text Box 4"/>
          <p:cNvSpPr txBox="1">
            <a:spLocks noChangeArrowheads="1"/>
          </p:cNvSpPr>
          <p:nvPr/>
        </p:nvSpPr>
        <p:spPr bwMode="auto">
          <a:xfrm>
            <a:off x="2007986" y="2497138"/>
            <a:ext cx="609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证</a:t>
            </a:r>
          </a:p>
        </p:txBody>
      </p:sp>
      <p:graphicFrame>
        <p:nvGraphicFramePr>
          <p:cNvPr id="2058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0537932"/>
              </p:ext>
            </p:extLst>
          </p:nvPr>
        </p:nvGraphicFramePr>
        <p:xfrm>
          <a:off x="2743200" y="2572451"/>
          <a:ext cx="396875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356000" imgH="583920" progId="Equation.3">
                  <p:embed/>
                </p:oleObj>
              </mc:Choice>
              <mc:Fallback>
                <p:oleObj name="公式" r:id="rId2" imgW="4356000" imgH="5839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572451"/>
                        <a:ext cx="3968750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830" name="Text Box 6"/>
          <p:cNvSpPr txBox="1">
            <a:spLocks noChangeArrowheads="1"/>
          </p:cNvSpPr>
          <p:nvPr/>
        </p:nvSpPr>
        <p:spPr bwMode="auto">
          <a:xfrm>
            <a:off x="6923882" y="2497138"/>
            <a:ext cx="1676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itchFamily="18" charset="0"/>
              </a:rPr>
              <a:t>由定义</a:t>
            </a:r>
            <a:r>
              <a:rPr kumimoji="1" lang="en-US" altLang="zh-CN" sz="2800" b="1" dirty="0">
                <a:latin typeface="Times New Roman" pitchFamily="18" charset="0"/>
              </a:rPr>
              <a:t>,</a:t>
            </a:r>
          </a:p>
        </p:txBody>
      </p:sp>
      <p:graphicFrame>
        <p:nvGraphicFramePr>
          <p:cNvPr id="20583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3697388"/>
              </p:ext>
            </p:extLst>
          </p:nvPr>
        </p:nvGraphicFramePr>
        <p:xfrm>
          <a:off x="2003695" y="3292891"/>
          <a:ext cx="3441454" cy="5326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73120" imgH="228600" progId="Equation.DSMT4">
                  <p:embed/>
                </p:oleObj>
              </mc:Choice>
              <mc:Fallback>
                <p:oleObj name="Equation" r:id="rId4" imgW="14731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3695" y="3292891"/>
                        <a:ext cx="3441454" cy="5326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3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671855"/>
              </p:ext>
            </p:extLst>
          </p:nvPr>
        </p:nvGraphicFramePr>
        <p:xfrm>
          <a:off x="5407819" y="3301208"/>
          <a:ext cx="3967163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381200" imgH="482400" progId="Equation.3">
                  <p:embed/>
                </p:oleObj>
              </mc:Choice>
              <mc:Fallback>
                <p:oleObj name="公式" r:id="rId6" imgW="438120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7819" y="3301208"/>
                        <a:ext cx="3967163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33" name="Object 9"/>
          <p:cNvGraphicFramePr>
            <a:graphicFrameLocks noChangeAspect="1"/>
          </p:cNvGraphicFramePr>
          <p:nvPr/>
        </p:nvGraphicFramePr>
        <p:xfrm>
          <a:off x="2173288" y="3938588"/>
          <a:ext cx="3922712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330440" imgH="482400" progId="Equation.3">
                  <p:embed/>
                </p:oleObj>
              </mc:Choice>
              <mc:Fallback>
                <p:oleObj name="公式" r:id="rId8" imgW="433044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3288" y="3938588"/>
                        <a:ext cx="3922712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34" name="Object 10"/>
          <p:cNvGraphicFramePr>
            <a:graphicFrameLocks noChangeAspect="1"/>
          </p:cNvGraphicFramePr>
          <p:nvPr/>
        </p:nvGraphicFramePr>
        <p:xfrm>
          <a:off x="6172201" y="3938589"/>
          <a:ext cx="3014663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327120" imgH="457200" progId="Equation.3">
                  <p:embed/>
                </p:oleObj>
              </mc:Choice>
              <mc:Fallback>
                <p:oleObj name="公式" r:id="rId10" imgW="332712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1" y="3938589"/>
                        <a:ext cx="3014663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35" name="Object 11"/>
          <p:cNvGraphicFramePr>
            <a:graphicFrameLocks noChangeAspect="1"/>
          </p:cNvGraphicFramePr>
          <p:nvPr/>
        </p:nvGraphicFramePr>
        <p:xfrm>
          <a:off x="2189164" y="4624388"/>
          <a:ext cx="2230437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463480" imgH="419040" progId="Equation.3">
                  <p:embed/>
                </p:oleObj>
              </mc:Choice>
              <mc:Fallback>
                <p:oleObj name="公式" r:id="rId12" imgW="246348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9164" y="4624388"/>
                        <a:ext cx="2230437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36" name="Object 12"/>
          <p:cNvGraphicFramePr>
            <a:graphicFrameLocks noChangeAspect="1"/>
          </p:cNvGraphicFramePr>
          <p:nvPr/>
        </p:nvGraphicFramePr>
        <p:xfrm>
          <a:off x="4495801" y="4624388"/>
          <a:ext cx="3840163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4241520" imgH="482400" progId="Equation.3">
                  <p:embed/>
                </p:oleObj>
              </mc:Choice>
              <mc:Fallback>
                <p:oleObj name="公式" r:id="rId14" imgW="424152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1" y="4624388"/>
                        <a:ext cx="3840163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37" name="Object 13"/>
          <p:cNvGraphicFramePr>
            <a:graphicFrameLocks noChangeAspect="1"/>
          </p:cNvGraphicFramePr>
          <p:nvPr/>
        </p:nvGraphicFramePr>
        <p:xfrm>
          <a:off x="4648200" y="5310188"/>
          <a:ext cx="2586038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857320" imgH="482400" progId="Equation.3">
                  <p:embed/>
                </p:oleObj>
              </mc:Choice>
              <mc:Fallback>
                <p:oleObj name="公式" r:id="rId16" imgW="285732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5310188"/>
                        <a:ext cx="2586038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38" name="Object 14"/>
          <p:cNvGraphicFramePr>
            <a:graphicFrameLocks noChangeAspect="1"/>
          </p:cNvGraphicFramePr>
          <p:nvPr/>
        </p:nvGraphicFramePr>
        <p:xfrm>
          <a:off x="7391401" y="5310188"/>
          <a:ext cx="1736725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917360" imgH="330120" progId="Equation.3">
                  <p:embed/>
                </p:oleObj>
              </mc:Choice>
              <mc:Fallback>
                <p:oleObj name="公式" r:id="rId18" imgW="1917360" imgH="330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1" y="5310188"/>
                        <a:ext cx="1736725" cy="29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3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8297419"/>
              </p:ext>
            </p:extLst>
          </p:nvPr>
        </p:nvGraphicFramePr>
        <p:xfrm>
          <a:off x="2128838" y="5995988"/>
          <a:ext cx="396716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4381200" imgH="419040" progId="Equation.3">
                  <p:embed/>
                </p:oleObj>
              </mc:Choice>
              <mc:Fallback>
                <p:oleObj name="公式" r:id="rId20" imgW="438120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8838" y="5995988"/>
                        <a:ext cx="3967162" cy="381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840" name="Text Box 16"/>
          <p:cNvSpPr txBox="1">
            <a:spLocks noChangeArrowheads="1"/>
          </p:cNvSpPr>
          <p:nvPr/>
        </p:nvSpPr>
        <p:spPr bwMode="auto">
          <a:xfrm>
            <a:off x="6096000" y="5881688"/>
            <a:ext cx="3886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itchFamily="18" charset="0"/>
              </a:rPr>
              <a:t>故收敛数列极限唯一</a:t>
            </a:r>
            <a:r>
              <a:rPr kumimoji="1" lang="en-US" altLang="zh-CN" sz="2800" b="1" dirty="0">
                <a:latin typeface="Times New Roman" pitchFamily="18" charset="0"/>
              </a:rPr>
              <a:t>.</a:t>
            </a:r>
          </a:p>
        </p:txBody>
      </p:sp>
      <p:sp>
        <p:nvSpPr>
          <p:cNvPr id="205842" name="Rectangle 18"/>
          <p:cNvSpPr>
            <a:spLocks noChangeArrowheads="1"/>
          </p:cNvSpPr>
          <p:nvPr/>
        </p:nvSpPr>
        <p:spPr bwMode="white">
          <a:xfrm>
            <a:off x="2743200" y="381000"/>
            <a:ext cx="6477000" cy="7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200">
                <a:solidFill>
                  <a:schemeClr val="bg1"/>
                </a:solidFill>
                <a:latin typeface="Verdana" pitchFamily="34" charset="0"/>
              </a:defRPr>
            </a:lvl1pPr>
            <a:lvl2pPr>
              <a:defRPr sz="3200">
                <a:solidFill>
                  <a:schemeClr val="bg1"/>
                </a:solidFill>
                <a:latin typeface="Verdana" pitchFamily="34" charset="0"/>
              </a:defRPr>
            </a:lvl2pPr>
            <a:lvl3pPr>
              <a:defRPr sz="3200">
                <a:solidFill>
                  <a:schemeClr val="bg1"/>
                </a:solidFill>
                <a:latin typeface="Verdana" pitchFamily="34" charset="0"/>
              </a:defRPr>
            </a:lvl3pPr>
            <a:lvl4pPr>
              <a:defRPr sz="3200">
                <a:solidFill>
                  <a:schemeClr val="bg1"/>
                </a:solidFill>
                <a:latin typeface="Verdana" pitchFamily="34" charset="0"/>
              </a:defRPr>
            </a:lvl4pPr>
            <a:lvl5pPr>
              <a:defRPr sz="3200">
                <a:solidFill>
                  <a:schemeClr val="bg1"/>
                </a:solidFill>
                <a:latin typeface="Verdana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r>
              <a:rPr lang="zh-CN" altLang="en-US" sz="2800" dirty="0"/>
              <a:t>四、数列</a:t>
            </a:r>
            <a:r>
              <a:rPr lang="zh-CN" altLang="en-US" sz="2800" dirty="0">
                <a:latin typeface="New Century Schoolbook" panose="02040603050705020304" pitchFamily="18" charset="0"/>
              </a:rPr>
              <a:t>极</a:t>
            </a:r>
            <a:r>
              <a:rPr lang="zh-CN" altLang="en-US" sz="2800" dirty="0"/>
              <a:t>限的性质</a:t>
            </a:r>
            <a:endParaRPr lang="zh-CN" altLang="en-US" sz="2800" b="1" dirty="0"/>
          </a:p>
        </p:txBody>
      </p:sp>
      <p:sp>
        <p:nvSpPr>
          <p:cNvPr id="20" name="Rectangle 2"/>
          <p:cNvSpPr txBox="1">
            <a:spLocks noChangeArrowheads="1"/>
          </p:cNvSpPr>
          <p:nvPr/>
        </p:nvSpPr>
        <p:spPr>
          <a:xfrm>
            <a:off x="2705100" y="548680"/>
            <a:ext cx="6477000" cy="5334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 Century Schoolbook" panose="02040603050705020304" pitchFamily="18" charset="0"/>
                <a:ea typeface="宋体" pitchFamily="2" charset="-122"/>
              </a:rPr>
              <a:t>2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、数列极限的性质</a:t>
            </a:r>
          </a:p>
        </p:txBody>
      </p:sp>
    </p:spTree>
    <p:extLst>
      <p:ext uri="{BB962C8B-B14F-4D97-AF65-F5344CB8AC3E}">
        <p14:creationId xmlns:p14="http://schemas.microsoft.com/office/powerpoint/2010/main" val="30548435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05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205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5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5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"/>
                                        <p:tgtEl>
                                          <p:spTgt spid="205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5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5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5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5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5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5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05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05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05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75"/>
                                        <p:tgtEl>
                                          <p:spTgt spid="205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26" grpId="0"/>
      <p:bldP spid="205827" grpId="0" autoUpdateAnimBg="0"/>
      <p:bldP spid="205828" grpId="0" autoUpdateAnimBg="0"/>
      <p:bldP spid="205830" grpId="0" autoUpdateAnimBg="0"/>
      <p:bldP spid="205840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Text Box 2"/>
          <p:cNvSpPr txBox="1">
            <a:spLocks noChangeArrowheads="1"/>
          </p:cNvSpPr>
          <p:nvPr/>
        </p:nvSpPr>
        <p:spPr bwMode="auto">
          <a:xfrm>
            <a:off x="2325329" y="1250155"/>
            <a:ext cx="121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9</a:t>
            </a:r>
          </a:p>
        </p:txBody>
      </p:sp>
      <p:graphicFrame>
        <p:nvGraphicFramePr>
          <p:cNvPr id="206851" name="Object 3"/>
          <p:cNvGraphicFramePr>
            <a:graphicFrameLocks noChangeAspect="1"/>
          </p:cNvGraphicFramePr>
          <p:nvPr/>
        </p:nvGraphicFramePr>
        <p:xfrm>
          <a:off x="3162300" y="1244600"/>
          <a:ext cx="5067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067000" imgH="507960" progId="Equation.3">
                  <p:embed/>
                </p:oleObj>
              </mc:Choice>
              <mc:Fallback>
                <p:oleObj name="公式" r:id="rId2" imgW="5067000" imgH="507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2300" y="1244600"/>
                        <a:ext cx="50673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852" name="Text Box 4"/>
          <p:cNvSpPr txBox="1">
            <a:spLocks noChangeArrowheads="1"/>
          </p:cNvSpPr>
          <p:nvPr/>
        </p:nvSpPr>
        <p:spPr bwMode="auto">
          <a:xfrm>
            <a:off x="2362200" y="1995488"/>
            <a:ext cx="609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证</a:t>
            </a:r>
          </a:p>
        </p:txBody>
      </p:sp>
      <p:graphicFrame>
        <p:nvGraphicFramePr>
          <p:cNvPr id="206853" name="Object 5"/>
          <p:cNvGraphicFramePr>
            <a:graphicFrameLocks noChangeAspect="1"/>
          </p:cNvGraphicFramePr>
          <p:nvPr/>
        </p:nvGraphicFramePr>
        <p:xfrm>
          <a:off x="3208339" y="2057401"/>
          <a:ext cx="2001837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197080" imgH="583920" progId="Equation.3">
                  <p:embed/>
                </p:oleObj>
              </mc:Choice>
              <mc:Fallback>
                <p:oleObj name="公式" r:id="rId4" imgW="2197080" imgH="5839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8339" y="2057401"/>
                        <a:ext cx="2001837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854" name="Text Box 6"/>
          <p:cNvSpPr txBox="1">
            <a:spLocks noChangeArrowheads="1"/>
          </p:cNvSpPr>
          <p:nvPr/>
        </p:nvSpPr>
        <p:spPr bwMode="auto">
          <a:xfrm>
            <a:off x="5486400" y="1981201"/>
            <a:ext cx="1676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</a:rPr>
              <a:t>由定义</a:t>
            </a:r>
            <a:r>
              <a:rPr kumimoji="1" lang="en-US" altLang="zh-CN" sz="2800" b="1">
                <a:latin typeface="Times New Roman" pitchFamily="18" charset="0"/>
              </a:rPr>
              <a:t>,</a:t>
            </a:r>
          </a:p>
        </p:txBody>
      </p:sp>
      <p:graphicFrame>
        <p:nvGraphicFramePr>
          <p:cNvPr id="206855" name="Object 7"/>
          <p:cNvGraphicFramePr>
            <a:graphicFrameLocks noChangeAspect="1"/>
          </p:cNvGraphicFramePr>
          <p:nvPr/>
        </p:nvGraphicFramePr>
        <p:xfrm>
          <a:off x="6861176" y="1852613"/>
          <a:ext cx="1573213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726920" imgH="888840" progId="Equation.3">
                  <p:embed/>
                </p:oleObj>
              </mc:Choice>
              <mc:Fallback>
                <p:oleObj name="公式" r:id="rId6" imgW="172692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1176" y="1852613"/>
                        <a:ext cx="1573213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56" name="Object 8"/>
          <p:cNvGraphicFramePr>
            <a:graphicFrameLocks noChangeAspect="1"/>
          </p:cNvGraphicFramePr>
          <p:nvPr/>
        </p:nvGraphicFramePr>
        <p:xfrm>
          <a:off x="2528888" y="2698750"/>
          <a:ext cx="6005512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6629400" imgH="888840" progId="Equation.3">
                  <p:embed/>
                </p:oleObj>
              </mc:Choice>
              <mc:Fallback>
                <p:oleObj name="公式" r:id="rId8" imgW="662940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8888" y="2698750"/>
                        <a:ext cx="6005512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57" name="Object 9"/>
          <p:cNvGraphicFramePr>
            <a:graphicFrameLocks noChangeAspect="1"/>
          </p:cNvGraphicFramePr>
          <p:nvPr/>
        </p:nvGraphicFramePr>
        <p:xfrm>
          <a:off x="2514601" y="3384550"/>
          <a:ext cx="4646613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5130720" imgH="888840" progId="Equation.3">
                  <p:embed/>
                </p:oleObj>
              </mc:Choice>
              <mc:Fallback>
                <p:oleObj name="公式" r:id="rId10" imgW="513072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1" y="3384550"/>
                        <a:ext cx="4646613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858" name="Text Box 10"/>
          <p:cNvSpPr txBox="1">
            <a:spLocks noChangeArrowheads="1"/>
          </p:cNvSpPr>
          <p:nvPr/>
        </p:nvSpPr>
        <p:spPr bwMode="auto">
          <a:xfrm>
            <a:off x="7315200" y="3536951"/>
            <a:ext cx="2362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600" b="1" dirty="0">
                <a:latin typeface="Times New Roman" pitchFamily="18" charset="0"/>
              </a:rPr>
              <a:t>区间长度为</a:t>
            </a:r>
            <a:r>
              <a:rPr kumimoji="1" lang="en-US" altLang="zh-CN" sz="2800" b="1" dirty="0">
                <a:latin typeface="Times New Roman" pitchFamily="18" charset="0"/>
              </a:rPr>
              <a:t>1.</a:t>
            </a:r>
          </a:p>
        </p:txBody>
      </p:sp>
      <p:graphicFrame>
        <p:nvGraphicFramePr>
          <p:cNvPr id="206859" name="Object 11"/>
          <p:cNvGraphicFramePr>
            <a:graphicFrameLocks noChangeAspect="1"/>
          </p:cNvGraphicFramePr>
          <p:nvPr/>
        </p:nvGraphicFramePr>
        <p:xfrm>
          <a:off x="2457450" y="4373564"/>
          <a:ext cx="5582766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5867280" imgH="469800" progId="Equation.3">
                  <p:embed/>
                </p:oleObj>
              </mc:Choice>
              <mc:Fallback>
                <p:oleObj name="公式" r:id="rId12" imgW="586728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7450" y="4373564"/>
                        <a:ext cx="5582766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860" name="Text Box 12"/>
          <p:cNvSpPr txBox="1">
            <a:spLocks noChangeArrowheads="1"/>
          </p:cNvSpPr>
          <p:nvPr/>
        </p:nvSpPr>
        <p:spPr bwMode="auto">
          <a:xfrm>
            <a:off x="2362200" y="5043488"/>
            <a:ext cx="6019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itchFamily="18" charset="0"/>
              </a:rPr>
              <a:t>不可能同时位于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itchFamily="18" charset="0"/>
              </a:rPr>
              <a:t>长度为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itchFamily="18" charset="0"/>
              </a:rPr>
              <a:t>1</a:t>
            </a:r>
            <a:r>
              <a:rPr kumimoji="1" lang="zh-CN" altLang="en-US" sz="2800" b="1" dirty="0">
                <a:latin typeface="Times New Roman" pitchFamily="18" charset="0"/>
              </a:rPr>
              <a:t>的区间内</a:t>
            </a:r>
            <a:r>
              <a:rPr kumimoji="1" lang="en-US" altLang="zh-CN" sz="2800" b="1" dirty="0">
                <a:latin typeface="Times New Roman" pitchFamily="18" charset="0"/>
              </a:rPr>
              <a:t>.</a:t>
            </a:r>
          </a:p>
        </p:txBody>
      </p:sp>
      <p:sp>
        <p:nvSpPr>
          <p:cNvPr id="206862" name="Rectangle 14"/>
          <p:cNvSpPr>
            <a:spLocks noChangeArrowheads="1"/>
          </p:cNvSpPr>
          <p:nvPr/>
        </p:nvSpPr>
        <p:spPr bwMode="white">
          <a:xfrm>
            <a:off x="2743200" y="381000"/>
            <a:ext cx="6477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200">
                <a:solidFill>
                  <a:schemeClr val="bg1"/>
                </a:solidFill>
                <a:latin typeface="Verdana" pitchFamily="34" charset="0"/>
              </a:defRPr>
            </a:lvl1pPr>
            <a:lvl2pPr>
              <a:defRPr sz="3200">
                <a:solidFill>
                  <a:schemeClr val="bg1"/>
                </a:solidFill>
                <a:latin typeface="Verdana" pitchFamily="34" charset="0"/>
              </a:defRPr>
            </a:lvl2pPr>
            <a:lvl3pPr>
              <a:defRPr sz="3200">
                <a:solidFill>
                  <a:schemeClr val="bg1"/>
                </a:solidFill>
                <a:latin typeface="Verdana" pitchFamily="34" charset="0"/>
              </a:defRPr>
            </a:lvl3pPr>
            <a:lvl4pPr>
              <a:defRPr sz="3200">
                <a:solidFill>
                  <a:schemeClr val="bg1"/>
                </a:solidFill>
                <a:latin typeface="Verdana" pitchFamily="34" charset="0"/>
              </a:defRPr>
            </a:lvl4pPr>
            <a:lvl5pPr>
              <a:defRPr sz="3200">
                <a:solidFill>
                  <a:schemeClr val="bg1"/>
                </a:solidFill>
                <a:latin typeface="Verdana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r>
              <a:rPr lang="zh-CN" altLang="en-US" sz="2800"/>
              <a:t>四、数列极限的性质</a:t>
            </a:r>
            <a:endParaRPr lang="zh-CN" altLang="en-US" sz="2800" b="1"/>
          </a:p>
        </p:txBody>
      </p:sp>
    </p:spTree>
    <p:extLst>
      <p:ext uri="{BB962C8B-B14F-4D97-AF65-F5344CB8AC3E}">
        <p14:creationId xmlns:p14="http://schemas.microsoft.com/office/powerpoint/2010/main" val="305161001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6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6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206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6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6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6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"/>
                                        <p:tgtEl>
                                          <p:spTgt spid="206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6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"/>
                                        <p:tgtEl>
                                          <p:spTgt spid="206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52" grpId="0" autoUpdateAnimBg="0"/>
      <p:bldP spid="206854" grpId="0" autoUpdateAnimBg="0"/>
      <p:bldP spid="206858" grpId="0" autoUpdateAnimBg="0"/>
      <p:bldP spid="206860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9" name="Text Box 3"/>
          <p:cNvSpPr txBox="1">
            <a:spLocks noChangeArrowheads="1"/>
          </p:cNvSpPr>
          <p:nvPr/>
        </p:nvSpPr>
        <p:spPr bwMode="auto">
          <a:xfrm>
            <a:off x="2313620" y="949116"/>
            <a:ext cx="2286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B</a:t>
            </a:r>
            <a:r>
              <a:rPr kumimoji="1"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、</a:t>
            </a:r>
            <a:r>
              <a:rPr kumimoji="1" lang="zh-CN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有界性</a:t>
            </a:r>
            <a:endParaRPr kumimoji="1"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graphicFrame>
        <p:nvGraphicFramePr>
          <p:cNvPr id="2037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7069742"/>
              </p:ext>
            </p:extLst>
          </p:nvPr>
        </p:nvGraphicFramePr>
        <p:xfrm>
          <a:off x="2400300" y="1660396"/>
          <a:ext cx="7200900" cy="180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208179" imgH="1806433" progId="Word.Document.8">
                  <p:embed/>
                </p:oleObj>
              </mc:Choice>
              <mc:Fallback>
                <p:oleObj name="Document" r:id="rId2" imgW="7208179" imgH="180643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0300" y="1660396"/>
                        <a:ext cx="7200900" cy="180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3781" name="Text Box 5"/>
          <p:cNvSpPr txBox="1">
            <a:spLocks noChangeArrowheads="1"/>
          </p:cNvSpPr>
          <p:nvPr/>
        </p:nvSpPr>
        <p:spPr bwMode="auto">
          <a:xfrm>
            <a:off x="2313620" y="3661405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itchFamily="18" charset="0"/>
              </a:rPr>
              <a:t>例如</a:t>
            </a:r>
            <a:r>
              <a:rPr kumimoji="1" lang="en-US" altLang="zh-CN" sz="2800" b="1" dirty="0">
                <a:latin typeface="Times New Roman" pitchFamily="18" charset="0"/>
              </a:rPr>
              <a:t>,</a:t>
            </a:r>
          </a:p>
        </p:txBody>
      </p:sp>
      <p:graphicFrame>
        <p:nvGraphicFramePr>
          <p:cNvPr id="2037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0319781"/>
              </p:ext>
            </p:extLst>
          </p:nvPr>
        </p:nvGraphicFramePr>
        <p:xfrm>
          <a:off x="3429395" y="3544448"/>
          <a:ext cx="2383160" cy="8294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590560" imgH="901440" progId="Equation.3">
                  <p:embed/>
                </p:oleObj>
              </mc:Choice>
              <mc:Fallback>
                <p:oleObj name="公式" r:id="rId4" imgW="259056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395" y="3544448"/>
                        <a:ext cx="2383160" cy="8294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7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2773920"/>
              </p:ext>
            </p:extLst>
          </p:nvPr>
        </p:nvGraphicFramePr>
        <p:xfrm>
          <a:off x="6928330" y="3765428"/>
          <a:ext cx="2047990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120760" imgH="507960" progId="Equation.3">
                  <p:embed/>
                </p:oleObj>
              </mc:Choice>
              <mc:Fallback>
                <p:oleObj name="公式" r:id="rId6" imgW="2120760" imgH="507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8330" y="3765428"/>
                        <a:ext cx="2047990" cy="49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7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9744211"/>
              </p:ext>
            </p:extLst>
          </p:nvPr>
        </p:nvGraphicFramePr>
        <p:xfrm>
          <a:off x="2405236" y="4492650"/>
          <a:ext cx="7342188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8" imgW="7341120" imgH="1371600" progId="Word.Document.8">
                  <p:embed/>
                </p:oleObj>
              </mc:Choice>
              <mc:Fallback>
                <p:oleObj name="文档" r:id="rId8" imgW="7341120" imgH="13716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5236" y="4492650"/>
                        <a:ext cx="7342188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3785" name="Text Box 9"/>
          <p:cNvSpPr txBox="1">
            <a:spLocks noChangeArrowheads="1"/>
          </p:cNvSpPr>
          <p:nvPr/>
        </p:nvSpPr>
        <p:spPr bwMode="auto">
          <a:xfrm>
            <a:off x="5873665" y="3720033"/>
            <a:ext cx="91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033CC"/>
                </a:solidFill>
                <a:latin typeface="Times New Roman" pitchFamily="18" charset="0"/>
              </a:rPr>
              <a:t>有界</a:t>
            </a:r>
            <a:endParaRPr kumimoji="1" lang="zh-CN" altLang="en-US" sz="2800" b="1" dirty="0">
              <a:latin typeface="Times New Roman" pitchFamily="18" charset="0"/>
            </a:endParaRPr>
          </a:p>
        </p:txBody>
      </p:sp>
      <p:sp>
        <p:nvSpPr>
          <p:cNvPr id="203786" name="Text Box 10"/>
          <p:cNvSpPr txBox="1">
            <a:spLocks noChangeArrowheads="1"/>
          </p:cNvSpPr>
          <p:nvPr/>
        </p:nvSpPr>
        <p:spPr bwMode="auto">
          <a:xfrm>
            <a:off x="9116585" y="3755216"/>
            <a:ext cx="914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033CC"/>
                </a:solidFill>
                <a:latin typeface="Times New Roman" pitchFamily="18" charset="0"/>
              </a:rPr>
              <a:t>无界</a:t>
            </a:r>
            <a:endParaRPr kumimoji="1" lang="zh-CN" altLang="en-US" sz="2800" b="1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66067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203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3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3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3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3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3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3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3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779" grpId="0" autoUpdateAnimBg="0"/>
      <p:bldP spid="203781" grpId="0" autoUpdateAnimBg="0"/>
      <p:bldP spid="203785" grpId="0" autoUpdateAnimBg="0"/>
      <p:bldP spid="203786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2"/>
          <p:cNvGrpSpPr>
            <a:grpSpLocks/>
          </p:cNvGrpSpPr>
          <p:nvPr/>
        </p:nvGrpSpPr>
        <p:grpSpPr bwMode="auto">
          <a:xfrm>
            <a:off x="2629681" y="946112"/>
            <a:ext cx="6127746" cy="690994"/>
            <a:chOff x="541" y="437"/>
            <a:chExt cx="5341" cy="4118"/>
          </a:xfrm>
        </p:grpSpPr>
        <p:sp>
          <p:nvSpPr>
            <p:cNvPr id="19" name="Rectangle 3"/>
            <p:cNvSpPr>
              <a:spLocks noChangeArrowheads="1"/>
            </p:cNvSpPr>
            <p:nvPr/>
          </p:nvSpPr>
          <p:spPr bwMode="auto">
            <a:xfrm>
              <a:off x="541" y="437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" name="Rectangle 4"/>
            <p:cNvSpPr>
              <a:spLocks noChangeArrowheads="1"/>
            </p:cNvSpPr>
            <p:nvPr/>
          </p:nvSpPr>
          <p:spPr bwMode="auto">
            <a:xfrm>
              <a:off x="659" y="603"/>
              <a:ext cx="5037" cy="3652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204802" name="Text Box 2"/>
          <p:cNvSpPr txBox="1">
            <a:spLocks noChangeArrowheads="1"/>
          </p:cNvSpPr>
          <p:nvPr/>
        </p:nvSpPr>
        <p:spPr bwMode="auto">
          <a:xfrm>
            <a:off x="3134311" y="1010617"/>
            <a:ext cx="541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定理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800" b="1" dirty="0">
                <a:latin typeface="黑体" pitchFamily="2" charset="-122"/>
                <a:ea typeface="黑体" pitchFamily="2" charset="-122"/>
              </a:rPr>
              <a:t>  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收敛的数列必定有界</a:t>
            </a:r>
            <a:r>
              <a:rPr kumimoji="1" lang="en-US" altLang="zh-CN" sz="2800" b="1" dirty="0">
                <a:latin typeface="宋体" panose="02010600030101010101" pitchFamily="2" charset="-122"/>
              </a:rPr>
              <a:t>.</a:t>
            </a:r>
          </a:p>
        </p:txBody>
      </p:sp>
      <p:sp>
        <p:nvSpPr>
          <p:cNvPr id="204803" name="Text Box 3"/>
          <p:cNvSpPr txBox="1">
            <a:spLocks noChangeArrowheads="1"/>
          </p:cNvSpPr>
          <p:nvPr/>
        </p:nvSpPr>
        <p:spPr bwMode="auto">
          <a:xfrm>
            <a:off x="2526880" y="1557959"/>
            <a:ext cx="609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证</a:t>
            </a:r>
          </a:p>
        </p:txBody>
      </p:sp>
      <p:graphicFrame>
        <p:nvGraphicFramePr>
          <p:cNvPr id="204804" name="Object 4"/>
          <p:cNvGraphicFramePr>
            <a:graphicFrameLocks noChangeAspect="1"/>
          </p:cNvGraphicFramePr>
          <p:nvPr/>
        </p:nvGraphicFramePr>
        <p:xfrm>
          <a:off x="3215681" y="1654176"/>
          <a:ext cx="2001837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197080" imgH="583920" progId="Equation.3">
                  <p:embed/>
                </p:oleObj>
              </mc:Choice>
              <mc:Fallback>
                <p:oleObj name="公式" r:id="rId2" imgW="2197080" imgH="5839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5681" y="1654176"/>
                        <a:ext cx="2001837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05" name="Text Box 5"/>
          <p:cNvSpPr txBox="1">
            <a:spLocks noChangeArrowheads="1"/>
          </p:cNvSpPr>
          <p:nvPr/>
        </p:nvSpPr>
        <p:spPr bwMode="auto">
          <a:xfrm>
            <a:off x="5375920" y="1631707"/>
            <a:ext cx="1676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itchFamily="18" charset="0"/>
              </a:rPr>
              <a:t>由定义</a:t>
            </a:r>
            <a:r>
              <a:rPr kumimoji="1" lang="en-US" altLang="zh-CN" sz="2800" b="1" dirty="0">
                <a:latin typeface="Times New Roman" pitchFamily="18" charset="0"/>
              </a:rPr>
              <a:t>,</a:t>
            </a:r>
          </a:p>
        </p:txBody>
      </p:sp>
      <p:graphicFrame>
        <p:nvGraphicFramePr>
          <p:cNvPr id="204806" name="Object 6"/>
          <p:cNvGraphicFramePr>
            <a:graphicFrameLocks noChangeAspect="1"/>
          </p:cNvGraphicFramePr>
          <p:nvPr/>
        </p:nvGraphicFramePr>
        <p:xfrm>
          <a:off x="7068935" y="1711503"/>
          <a:ext cx="112236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231560" imgH="431640" progId="Equation.3">
                  <p:embed/>
                </p:oleObj>
              </mc:Choice>
              <mc:Fallback>
                <p:oleObj name="公式" r:id="rId4" imgW="12315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8935" y="1711503"/>
                        <a:ext cx="112236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07" name="Object 7"/>
          <p:cNvGraphicFramePr>
            <a:graphicFrameLocks noChangeAspect="1"/>
          </p:cNvGraphicFramePr>
          <p:nvPr/>
        </p:nvGraphicFramePr>
        <p:xfrm>
          <a:off x="2649389" y="2348880"/>
          <a:ext cx="5453063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6019560" imgH="482400" progId="Equation.3">
                  <p:embed/>
                </p:oleObj>
              </mc:Choice>
              <mc:Fallback>
                <p:oleObj name="公式" r:id="rId6" imgW="601956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9389" y="2348880"/>
                        <a:ext cx="5453063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08" name="Object 8"/>
          <p:cNvGraphicFramePr>
            <a:graphicFrameLocks noChangeAspect="1"/>
          </p:cNvGraphicFramePr>
          <p:nvPr/>
        </p:nvGraphicFramePr>
        <p:xfrm>
          <a:off x="2675128" y="2924945"/>
          <a:ext cx="330835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632040" imgH="457200" progId="Equation.3">
                  <p:embed/>
                </p:oleObj>
              </mc:Choice>
              <mc:Fallback>
                <p:oleObj name="公式" r:id="rId8" imgW="363204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5128" y="2924945"/>
                        <a:ext cx="330835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10" name="Object 10"/>
          <p:cNvGraphicFramePr>
            <a:graphicFrameLocks noChangeAspect="1"/>
          </p:cNvGraphicFramePr>
          <p:nvPr/>
        </p:nvGraphicFramePr>
        <p:xfrm>
          <a:off x="2567608" y="4149080"/>
          <a:ext cx="4800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5194080" imgH="482400" progId="Equation.3">
                  <p:embed/>
                </p:oleObj>
              </mc:Choice>
              <mc:Fallback>
                <p:oleObj name="公式" r:id="rId10" imgW="519408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608" y="4149080"/>
                        <a:ext cx="48006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11" name="Object 11"/>
          <p:cNvGraphicFramePr>
            <a:graphicFrameLocks noChangeAspect="1"/>
          </p:cNvGraphicFramePr>
          <p:nvPr/>
        </p:nvGraphicFramePr>
        <p:xfrm>
          <a:off x="7545761" y="4149081"/>
          <a:ext cx="1681163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942920" imgH="457200" progId="Equation.3">
                  <p:embed/>
                </p:oleObj>
              </mc:Choice>
              <mc:Fallback>
                <p:oleObj name="公式" r:id="rId12" imgW="194292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5761" y="4149081"/>
                        <a:ext cx="1681163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12" name="Text Box 12"/>
          <p:cNvSpPr txBox="1">
            <a:spLocks noChangeArrowheads="1"/>
          </p:cNvSpPr>
          <p:nvPr/>
        </p:nvSpPr>
        <p:spPr bwMode="auto">
          <a:xfrm>
            <a:off x="2400300" y="4799136"/>
            <a:ext cx="7162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itchFamily="18" charset="0"/>
              </a:rPr>
              <a:t>注意：</a:t>
            </a:r>
            <a:r>
              <a:rPr kumimoji="1" lang="zh-CN" altLang="en-US" sz="2800" b="1" dirty="0">
                <a:latin typeface="Times New Roman" pitchFamily="18" charset="0"/>
              </a:rPr>
              <a:t>有界性是数列收敛的必要条件</a:t>
            </a:r>
            <a:r>
              <a:rPr kumimoji="1" lang="en-US" altLang="zh-CN" sz="2800" b="1" dirty="0">
                <a:latin typeface="Times New Roman" pitchFamily="18" charset="0"/>
              </a:rPr>
              <a:t>.</a:t>
            </a:r>
          </a:p>
        </p:txBody>
      </p:sp>
      <p:sp>
        <p:nvSpPr>
          <p:cNvPr id="204813" name="Text Box 13"/>
          <p:cNvSpPr txBox="1">
            <a:spLocks noChangeArrowheads="1"/>
          </p:cNvSpPr>
          <p:nvPr/>
        </p:nvSpPr>
        <p:spPr bwMode="auto">
          <a:xfrm>
            <a:off x="2400300" y="5362576"/>
            <a:ext cx="5410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推论</a:t>
            </a:r>
            <a:r>
              <a:rPr kumimoji="1" lang="zh-CN" altLang="en-US" sz="2800" b="1" dirty="0">
                <a:latin typeface="黑体" pitchFamily="2" charset="-122"/>
                <a:ea typeface="黑体" pitchFamily="2" charset="-122"/>
              </a:rPr>
              <a:t>  </a:t>
            </a:r>
            <a:r>
              <a:rPr kumimoji="1" lang="zh-CN" altLang="en-US" sz="2800" b="1" dirty="0">
                <a:latin typeface="宋体" pitchFamily="2" charset="-122"/>
              </a:rPr>
              <a:t>无界数列必定发散</a:t>
            </a:r>
            <a:r>
              <a:rPr kumimoji="1" lang="en-US" altLang="zh-CN" sz="2800" b="1" dirty="0">
                <a:latin typeface="黑体" pitchFamily="2" charset="-122"/>
                <a:ea typeface="黑体" pitchFamily="2" charset="-122"/>
              </a:rPr>
              <a:t>.</a:t>
            </a:r>
            <a:endParaRPr kumimoji="1" lang="en-US" altLang="zh-CN" sz="2800" b="1" dirty="0">
              <a:latin typeface="Times New Roman" pitchFamily="18" charset="0"/>
            </a:endParaRPr>
          </a:p>
        </p:txBody>
      </p:sp>
      <p:sp>
        <p:nvSpPr>
          <p:cNvPr id="204814" name="Rectangle 14"/>
          <p:cNvSpPr>
            <a:spLocks noChangeArrowheads="1"/>
          </p:cNvSpPr>
          <p:nvPr/>
        </p:nvSpPr>
        <p:spPr bwMode="white">
          <a:xfrm>
            <a:off x="2743200" y="381000"/>
            <a:ext cx="6477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200">
                <a:solidFill>
                  <a:schemeClr val="bg1"/>
                </a:solidFill>
                <a:latin typeface="Verdana" pitchFamily="34" charset="0"/>
              </a:defRPr>
            </a:lvl1pPr>
            <a:lvl2pPr>
              <a:defRPr sz="3200">
                <a:solidFill>
                  <a:schemeClr val="bg1"/>
                </a:solidFill>
                <a:latin typeface="Verdana" pitchFamily="34" charset="0"/>
              </a:defRPr>
            </a:lvl2pPr>
            <a:lvl3pPr>
              <a:defRPr sz="3200">
                <a:solidFill>
                  <a:schemeClr val="bg1"/>
                </a:solidFill>
                <a:latin typeface="Verdana" pitchFamily="34" charset="0"/>
              </a:defRPr>
            </a:lvl3pPr>
            <a:lvl4pPr>
              <a:defRPr sz="3200">
                <a:solidFill>
                  <a:schemeClr val="bg1"/>
                </a:solidFill>
                <a:latin typeface="Verdana" pitchFamily="34" charset="0"/>
              </a:defRPr>
            </a:lvl4pPr>
            <a:lvl5pPr>
              <a:defRPr sz="3200">
                <a:solidFill>
                  <a:schemeClr val="bg1"/>
                </a:solidFill>
                <a:latin typeface="Verdana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r>
              <a:rPr lang="zh-CN" altLang="en-US" sz="2800"/>
              <a:t>四、数列极限的性质</a:t>
            </a:r>
            <a:endParaRPr lang="zh-CN" altLang="en-US" sz="2800" b="1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3377106"/>
              </p:ext>
            </p:extLst>
          </p:nvPr>
        </p:nvGraphicFramePr>
        <p:xfrm>
          <a:off x="2614791" y="3429001"/>
          <a:ext cx="4922286" cy="5242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145960" imgH="228600" progId="Equation.DSMT4">
                  <p:embed/>
                </p:oleObj>
              </mc:Choice>
              <mc:Fallback>
                <p:oleObj name="Equation" r:id="rId14" imgW="21459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614791" y="3429001"/>
                        <a:ext cx="4922286" cy="5242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3584417"/>
              </p:ext>
            </p:extLst>
          </p:nvPr>
        </p:nvGraphicFramePr>
        <p:xfrm>
          <a:off x="9126675" y="1105601"/>
          <a:ext cx="1988973" cy="4612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876240" imgH="203040" progId="Equation.DSMT4">
                  <p:embed/>
                </p:oleObj>
              </mc:Choice>
              <mc:Fallback>
                <p:oleObj name="Equation" r:id="rId16" imgW="8762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9126675" y="1105601"/>
                        <a:ext cx="1988973" cy="4612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6672064" y="5396716"/>
          <a:ext cx="1944216" cy="4508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876240" imgH="203040" progId="Equation.DSMT4">
                  <p:embed/>
                </p:oleObj>
              </mc:Choice>
              <mc:Fallback>
                <p:oleObj name="Equation" r:id="rId18" imgW="8762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672064" y="5396716"/>
                        <a:ext cx="1944216" cy="4508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7342166" y="5914970"/>
          <a:ext cx="2066202" cy="440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952200" imgH="203040" progId="Equation.DSMT4">
                  <p:embed/>
                </p:oleObj>
              </mc:Choice>
              <mc:Fallback>
                <p:oleObj name="Equation" r:id="rId20" imgW="9522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7342166" y="5914970"/>
                        <a:ext cx="2066202" cy="4407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1787726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4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04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"/>
                                        <p:tgtEl>
                                          <p:spTgt spid="20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4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04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04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04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04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75"/>
                                        <p:tgtEl>
                                          <p:spTgt spid="204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75"/>
                                        <p:tgtEl>
                                          <p:spTgt spid="204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3" grpId="0" autoUpdateAnimBg="0"/>
      <p:bldP spid="204805" grpId="0" autoUpdateAnimBg="0"/>
      <p:bldP spid="204812" grpId="0" autoUpdateAnimBg="0"/>
      <p:bldP spid="204813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6174030"/>
              </p:ext>
            </p:extLst>
          </p:nvPr>
        </p:nvGraphicFramePr>
        <p:xfrm>
          <a:off x="3143673" y="599075"/>
          <a:ext cx="206692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52200" imgH="203040" progId="Equation.DSMT4">
                  <p:embed/>
                </p:oleObj>
              </mc:Choice>
              <mc:Fallback>
                <p:oleObj name="Equation" r:id="rId2" imgW="9522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673" y="599075"/>
                        <a:ext cx="2066925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7303791"/>
              </p:ext>
            </p:extLst>
          </p:nvPr>
        </p:nvGraphicFramePr>
        <p:xfrm>
          <a:off x="5303912" y="589832"/>
          <a:ext cx="2052228" cy="432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65160" imgH="203040" progId="Equation.DSMT4">
                  <p:embed/>
                </p:oleObj>
              </mc:Choice>
              <mc:Fallback>
                <p:oleObj name="Equation" r:id="rId4" imgW="9651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303912" y="589832"/>
                        <a:ext cx="2052228" cy="4320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280237" y="1070384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143673" y="1105487"/>
          <a:ext cx="4392489" cy="5183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44440" imgH="241200" progId="Equation.DSMT4">
                  <p:embed/>
                </p:oleObj>
              </mc:Choice>
              <mc:Fallback>
                <p:oleObj name="Equation" r:id="rId6" imgW="204444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143673" y="1105487"/>
                        <a:ext cx="4392489" cy="5183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423592" y="1651012"/>
            <a:ext cx="62889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对于无界数列，有如下几种特殊情况：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040291"/>
              </p:ext>
            </p:extLst>
          </p:nvPr>
        </p:nvGraphicFramePr>
        <p:xfrm>
          <a:off x="2303463" y="2187575"/>
          <a:ext cx="6821487" cy="1195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47760" imgH="533160" progId="Equation.DSMT4">
                  <p:embed/>
                </p:oleObj>
              </mc:Choice>
              <mc:Fallback>
                <p:oleObj name="Equation" r:id="rId8" imgW="3047760" imgH="533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303463" y="2187575"/>
                        <a:ext cx="6821487" cy="1195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3263437"/>
              </p:ext>
            </p:extLst>
          </p:nvPr>
        </p:nvGraphicFramePr>
        <p:xfrm>
          <a:off x="2289175" y="3363913"/>
          <a:ext cx="7134225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187440" imgH="533160" progId="Equation.DSMT4">
                  <p:embed/>
                </p:oleObj>
              </mc:Choice>
              <mc:Fallback>
                <p:oleObj name="Equation" r:id="rId10" imgW="318744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9175" y="3363913"/>
                        <a:ext cx="7134225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059082"/>
              </p:ext>
            </p:extLst>
          </p:nvPr>
        </p:nvGraphicFramePr>
        <p:xfrm>
          <a:off x="2309813" y="4554538"/>
          <a:ext cx="7243762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238200" imgH="533160" progId="Equation.DSMT4">
                  <p:embed/>
                </p:oleObj>
              </mc:Choice>
              <mc:Fallback>
                <p:oleObj name="Equation" r:id="rId12" imgW="323820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9813" y="4554538"/>
                        <a:ext cx="7243762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94493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48628" y="772787"/>
            <a:ext cx="9108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4242105"/>
              </p:ext>
            </p:extLst>
          </p:nvPr>
        </p:nvGraphicFramePr>
        <p:xfrm>
          <a:off x="3505780" y="771425"/>
          <a:ext cx="6040678" cy="68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77960" imgH="291960" progId="Equation.DSMT4">
                  <p:embed/>
                </p:oleObj>
              </mc:Choice>
              <mc:Fallback>
                <p:oleObj name="Equation" r:id="rId2" imgW="257796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505780" y="771425"/>
                        <a:ext cx="6040678" cy="684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207569" y="1553027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证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762767" y="1564256"/>
          <a:ext cx="3816424" cy="50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63560" imgH="228600" progId="Equation.DSMT4">
                  <p:embed/>
                </p:oleObj>
              </mc:Choice>
              <mc:Fallback>
                <p:oleObj name="Equation" r:id="rId4" imgW="16635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762767" y="1564256"/>
                        <a:ext cx="3816424" cy="500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7186328"/>
              </p:ext>
            </p:extLst>
          </p:nvPr>
        </p:nvGraphicFramePr>
        <p:xfrm>
          <a:off x="6660170" y="1633767"/>
          <a:ext cx="259238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57120" imgH="215640" progId="Equation.DSMT4">
                  <p:embed/>
                </p:oleObj>
              </mc:Choice>
              <mc:Fallback>
                <p:oleObj name="Equation" r:id="rId6" imgW="12571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660170" y="1633767"/>
                        <a:ext cx="2592388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360930" y="2276872"/>
          <a:ext cx="2643116" cy="864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20480" imgH="431640" progId="Equation.DSMT4">
                  <p:embed/>
                </p:oleObj>
              </mc:Choice>
              <mc:Fallback>
                <p:oleObj name="Equation" r:id="rId8" imgW="13204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360930" y="2276872"/>
                        <a:ext cx="2643116" cy="8640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5015880" y="2204864"/>
          <a:ext cx="2642890" cy="100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31560" imgH="469800" progId="Equation.DSMT4">
                  <p:embed/>
                </p:oleObj>
              </mc:Choice>
              <mc:Fallback>
                <p:oleObj name="Equation" r:id="rId10" imgW="123156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015880" y="2204864"/>
                        <a:ext cx="2642890" cy="1008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7752184" y="2492896"/>
          <a:ext cx="19700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27000" imgH="203040" progId="Equation.DSMT4">
                  <p:embed/>
                </p:oleObj>
              </mc:Choice>
              <mc:Fallback>
                <p:oleObj name="Equation" r:id="rId12" imgW="9270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752184" y="2492896"/>
                        <a:ext cx="1970088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499807" y="3429000"/>
          <a:ext cx="2548283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55600" imgH="228600" progId="Equation.DSMT4">
                  <p:embed/>
                </p:oleObj>
              </mc:Choice>
              <mc:Fallback>
                <p:oleObj name="Equation" r:id="rId14" imgW="11556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499807" y="3429000"/>
                        <a:ext cx="2548283" cy="5040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5447928" y="3429001"/>
          <a:ext cx="2395050" cy="6480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079280" imgH="291960" progId="Equation.DSMT4">
                  <p:embed/>
                </p:oleObj>
              </mc:Choice>
              <mc:Fallback>
                <p:oleObj name="Equation" r:id="rId16" imgW="107928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447928" y="3429001"/>
                        <a:ext cx="2395050" cy="6480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2479438" y="4149081"/>
          <a:ext cx="417512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968480" imgH="291960" progId="Equation.DSMT4">
                  <p:embed/>
                </p:oleObj>
              </mc:Choice>
              <mc:Fallback>
                <p:oleObj name="Equation" r:id="rId18" imgW="196848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479438" y="4149081"/>
                        <a:ext cx="4175125" cy="619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0169264"/>
              </p:ext>
            </p:extLst>
          </p:nvPr>
        </p:nvGraphicFramePr>
        <p:xfrm>
          <a:off x="2499807" y="4792388"/>
          <a:ext cx="72548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42720" imgH="203040" progId="Equation.DSMT4">
                  <p:embed/>
                </p:oleObj>
              </mc:Choice>
              <mc:Fallback>
                <p:oleObj name="Equation" r:id="rId20" imgW="3427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499807" y="4792388"/>
                        <a:ext cx="725487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7736309"/>
              </p:ext>
            </p:extLst>
          </p:nvPr>
        </p:nvGraphicFramePr>
        <p:xfrm>
          <a:off x="3505780" y="4936203"/>
          <a:ext cx="5381678" cy="9011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425680" imgH="406080" progId="Equation.DSMT4">
                  <p:embed/>
                </p:oleObj>
              </mc:Choice>
              <mc:Fallback>
                <p:oleObj name="Equation" r:id="rId22" imgW="24256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505780" y="4936203"/>
                        <a:ext cx="5381678" cy="9011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83260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Text Box 2"/>
          <p:cNvSpPr txBox="1">
            <a:spLocks noChangeArrowheads="1"/>
          </p:cNvSpPr>
          <p:nvPr/>
        </p:nvSpPr>
        <p:spPr bwMode="auto">
          <a:xfrm>
            <a:off x="2546233" y="932001"/>
            <a:ext cx="390980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C</a:t>
            </a:r>
            <a:r>
              <a:rPr kumimoji="1"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、子数列的收敛性</a:t>
            </a:r>
            <a:endParaRPr kumimoji="1"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graphicFrame>
        <p:nvGraphicFramePr>
          <p:cNvPr id="20787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6561814"/>
              </p:ext>
            </p:extLst>
          </p:nvPr>
        </p:nvGraphicFramePr>
        <p:xfrm>
          <a:off x="2423592" y="1642362"/>
          <a:ext cx="7747000" cy="157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746840" imgH="1574640" progId="Equation.3">
                  <p:embed/>
                </p:oleObj>
              </mc:Choice>
              <mc:Fallback>
                <p:oleObj name="Equation" r:id="rId2" imgW="7746840" imgH="1574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3592" y="1642362"/>
                        <a:ext cx="7747000" cy="157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8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2707429"/>
              </p:ext>
            </p:extLst>
          </p:nvPr>
        </p:nvGraphicFramePr>
        <p:xfrm>
          <a:off x="4583832" y="3422279"/>
          <a:ext cx="3073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73320" imgH="431640" progId="Equation.3">
                  <p:embed/>
                </p:oleObj>
              </mc:Choice>
              <mc:Fallback>
                <p:oleObj name="Equation" r:id="rId4" imgW="307332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3832" y="3422279"/>
                        <a:ext cx="3073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8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3626626"/>
              </p:ext>
            </p:extLst>
          </p:nvPr>
        </p:nvGraphicFramePr>
        <p:xfrm>
          <a:off x="4818782" y="4295053"/>
          <a:ext cx="2603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03160" imgH="482400" progId="Equation.3">
                  <p:embed/>
                </p:oleObj>
              </mc:Choice>
              <mc:Fallback>
                <p:oleObj name="Equation" r:id="rId6" imgW="260316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8782" y="4295053"/>
                        <a:ext cx="26035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879" name="Text Box 7"/>
          <p:cNvSpPr txBox="1">
            <a:spLocks noChangeArrowheads="1"/>
          </p:cNvSpPr>
          <p:nvPr/>
        </p:nvSpPr>
        <p:spPr bwMode="auto">
          <a:xfrm>
            <a:off x="2639616" y="4855191"/>
            <a:ext cx="1676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注意：</a:t>
            </a:r>
          </a:p>
        </p:txBody>
      </p:sp>
      <p:sp>
        <p:nvSpPr>
          <p:cNvPr id="207880" name="Text Box 8"/>
          <p:cNvSpPr txBox="1">
            <a:spLocks noChangeArrowheads="1"/>
          </p:cNvSpPr>
          <p:nvPr/>
        </p:nvSpPr>
        <p:spPr bwMode="auto">
          <a:xfrm>
            <a:off x="2423592" y="3433755"/>
            <a:ext cx="152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itchFamily="18" charset="0"/>
              </a:rPr>
              <a:t>例如，</a:t>
            </a:r>
          </a:p>
        </p:txBody>
      </p:sp>
      <p:sp>
        <p:nvSpPr>
          <p:cNvPr id="207881" name="AutoShape 9"/>
          <p:cNvSpPr>
            <a:spLocks noChangeArrowheads="1"/>
          </p:cNvSpPr>
          <p:nvPr/>
        </p:nvSpPr>
        <p:spPr bwMode="auto">
          <a:xfrm>
            <a:off x="5867400" y="3952868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chemeClr val="accent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207882" name="Rectangle 10"/>
          <p:cNvSpPr>
            <a:spLocks noChangeArrowheads="1"/>
          </p:cNvSpPr>
          <p:nvPr/>
        </p:nvSpPr>
        <p:spPr bwMode="white">
          <a:xfrm>
            <a:off x="2743200" y="381000"/>
            <a:ext cx="6477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200">
                <a:solidFill>
                  <a:schemeClr val="bg1"/>
                </a:solidFill>
                <a:latin typeface="Verdana" pitchFamily="34" charset="0"/>
              </a:defRPr>
            </a:lvl1pPr>
            <a:lvl2pPr>
              <a:defRPr sz="3200">
                <a:solidFill>
                  <a:schemeClr val="bg1"/>
                </a:solidFill>
                <a:latin typeface="Verdana" pitchFamily="34" charset="0"/>
              </a:defRPr>
            </a:lvl2pPr>
            <a:lvl3pPr>
              <a:defRPr sz="3200">
                <a:solidFill>
                  <a:schemeClr val="bg1"/>
                </a:solidFill>
                <a:latin typeface="Verdana" pitchFamily="34" charset="0"/>
              </a:defRPr>
            </a:lvl3pPr>
            <a:lvl4pPr>
              <a:defRPr sz="3200">
                <a:solidFill>
                  <a:schemeClr val="bg1"/>
                </a:solidFill>
                <a:latin typeface="Verdana" pitchFamily="34" charset="0"/>
              </a:defRPr>
            </a:lvl4pPr>
            <a:lvl5pPr>
              <a:defRPr sz="3200">
                <a:solidFill>
                  <a:schemeClr val="bg1"/>
                </a:solidFill>
                <a:latin typeface="Verdana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r>
              <a:rPr lang="zh-CN" altLang="en-US" sz="2800"/>
              <a:t>四、数列极限的性质</a:t>
            </a:r>
            <a:endParaRPr lang="zh-CN" altLang="en-US" sz="2800" b="1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1365257"/>
              </p:ext>
            </p:extLst>
          </p:nvPr>
        </p:nvGraphicFramePr>
        <p:xfrm>
          <a:off x="2315642" y="4861935"/>
          <a:ext cx="7962900" cy="1217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288960" imgH="520560" progId="Equation.DSMT4">
                  <p:embed/>
                </p:oleObj>
              </mc:Choice>
              <mc:Fallback>
                <p:oleObj name="Equation" r:id="rId8" imgW="3288960" imgH="520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315642" y="4861935"/>
                        <a:ext cx="7962900" cy="1217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6758273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250"/>
                                        <p:tgtEl>
                                          <p:spTgt spid="207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7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0"/>
                                        <p:tgtEl>
                                          <p:spTgt spid="207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07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50"/>
                                        <p:tgtEl>
                                          <p:spTgt spid="207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07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879" grpId="0" autoUpdateAnimBg="0"/>
      <p:bldP spid="207880" grpId="0" autoUpdateAnimBg="0"/>
      <p:bldP spid="20788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"/>
          <p:cNvGrpSpPr>
            <a:grpSpLocks/>
          </p:cNvGrpSpPr>
          <p:nvPr/>
        </p:nvGrpSpPr>
        <p:grpSpPr bwMode="auto">
          <a:xfrm>
            <a:off x="1589963" y="4785944"/>
            <a:ext cx="8451921" cy="1409672"/>
            <a:chOff x="541" y="437"/>
            <a:chExt cx="5341" cy="4118"/>
          </a:xfrm>
        </p:grpSpPr>
        <p:sp>
          <p:nvSpPr>
            <p:cNvPr id="30" name="Rectangle 3"/>
            <p:cNvSpPr>
              <a:spLocks noChangeArrowheads="1"/>
            </p:cNvSpPr>
            <p:nvPr/>
          </p:nvSpPr>
          <p:spPr bwMode="auto">
            <a:xfrm>
              <a:off x="541" y="437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" name="Rectangle 4"/>
            <p:cNvSpPr>
              <a:spLocks noChangeArrowheads="1"/>
            </p:cNvSpPr>
            <p:nvPr/>
          </p:nvSpPr>
          <p:spPr bwMode="auto">
            <a:xfrm>
              <a:off x="659" y="603"/>
              <a:ext cx="5076" cy="3792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25" name="Group 2"/>
          <p:cNvGrpSpPr>
            <a:grpSpLocks/>
          </p:cNvGrpSpPr>
          <p:nvPr/>
        </p:nvGrpSpPr>
        <p:grpSpPr bwMode="auto">
          <a:xfrm>
            <a:off x="1611276" y="295978"/>
            <a:ext cx="8451921" cy="1409672"/>
            <a:chOff x="541" y="437"/>
            <a:chExt cx="5341" cy="4118"/>
          </a:xfrm>
        </p:grpSpPr>
        <p:sp>
          <p:nvSpPr>
            <p:cNvPr id="26" name="Rectangle 3"/>
            <p:cNvSpPr>
              <a:spLocks noChangeArrowheads="1"/>
            </p:cNvSpPr>
            <p:nvPr/>
          </p:nvSpPr>
          <p:spPr bwMode="auto">
            <a:xfrm>
              <a:off x="541" y="437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" name="Rectangle 4"/>
            <p:cNvSpPr>
              <a:spLocks noChangeArrowheads="1"/>
            </p:cNvSpPr>
            <p:nvPr/>
          </p:nvSpPr>
          <p:spPr bwMode="auto">
            <a:xfrm>
              <a:off x="659" y="603"/>
              <a:ext cx="5076" cy="3792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431109" name="Text Box 5"/>
          <p:cNvSpPr txBox="1">
            <a:spLocks noChangeArrowheads="1"/>
          </p:cNvSpPr>
          <p:nvPr/>
        </p:nvSpPr>
        <p:spPr bwMode="auto">
          <a:xfrm>
            <a:off x="2081186" y="483844"/>
            <a:ext cx="1236689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定理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3</a:t>
            </a:r>
            <a:endParaRPr lang="en-US" altLang="zh-CN" sz="2800" dirty="0">
              <a:solidFill>
                <a:srgbClr val="FF0000"/>
              </a:solidFill>
              <a:ea typeface="黑体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311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7086469"/>
              </p:ext>
            </p:extLst>
          </p:nvPr>
        </p:nvGraphicFramePr>
        <p:xfrm>
          <a:off x="3200159" y="540336"/>
          <a:ext cx="3707578" cy="5398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460500" imgH="228600" progId="Equation.3">
                  <p:embed/>
                </p:oleObj>
              </mc:Choice>
              <mc:Fallback>
                <p:oleObj name="公式" r:id="rId3" imgW="14605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159" y="540336"/>
                        <a:ext cx="3707578" cy="5398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2695821"/>
              </p:ext>
            </p:extLst>
          </p:nvPr>
        </p:nvGraphicFramePr>
        <p:xfrm>
          <a:off x="6766485" y="530006"/>
          <a:ext cx="2952327" cy="5432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155700" imgH="228600" progId="Equation.3">
                  <p:embed/>
                </p:oleObj>
              </mc:Choice>
              <mc:Fallback>
                <p:oleObj name="公式" r:id="rId5" imgW="11557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6485" y="530006"/>
                        <a:ext cx="2952327" cy="5432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1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8161739"/>
              </p:ext>
            </p:extLst>
          </p:nvPr>
        </p:nvGraphicFramePr>
        <p:xfrm>
          <a:off x="2481739" y="1067229"/>
          <a:ext cx="2766264" cy="5716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193800" imgH="241300" progId="Equation.3">
                  <p:embed/>
                </p:oleObj>
              </mc:Choice>
              <mc:Fallback>
                <p:oleObj name="公式" r:id="rId7" imgW="11938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1739" y="1067229"/>
                        <a:ext cx="2766264" cy="5716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1113" name="Text Box 9"/>
          <p:cNvSpPr txBox="1">
            <a:spLocks noChangeArrowheads="1"/>
          </p:cNvSpPr>
          <p:nvPr/>
        </p:nvSpPr>
        <p:spPr bwMode="auto">
          <a:xfrm>
            <a:off x="1978620" y="1776959"/>
            <a:ext cx="3733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证</a:t>
            </a:r>
            <a:endParaRPr lang="zh-CN" altLang="en-US" sz="28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3111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456362"/>
              </p:ext>
            </p:extLst>
          </p:nvPr>
        </p:nvGraphicFramePr>
        <p:xfrm>
          <a:off x="2829127" y="1776558"/>
          <a:ext cx="6842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53780" imgH="203024" progId="Equation.3">
                  <p:embed/>
                </p:oleObj>
              </mc:Choice>
              <mc:Fallback>
                <p:oleObj name="公式" r:id="rId9" imgW="253780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9127" y="1776558"/>
                        <a:ext cx="68421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1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3914581"/>
              </p:ext>
            </p:extLst>
          </p:nvPr>
        </p:nvGraphicFramePr>
        <p:xfrm>
          <a:off x="3605214" y="1770041"/>
          <a:ext cx="2266143" cy="628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838055" imgH="247792" progId="Equation.3">
                  <p:embed/>
                </p:oleObj>
              </mc:Choice>
              <mc:Fallback>
                <p:oleObj name="公式" r:id="rId11" imgW="838055" imgH="2477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5214" y="1770041"/>
                        <a:ext cx="2266143" cy="6280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1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9973585"/>
              </p:ext>
            </p:extLst>
          </p:nvPr>
        </p:nvGraphicFramePr>
        <p:xfrm>
          <a:off x="2288302" y="2377072"/>
          <a:ext cx="3527622" cy="554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524116" imgH="228677" progId="Equation.3">
                  <p:embed/>
                </p:oleObj>
              </mc:Choice>
              <mc:Fallback>
                <p:oleObj name="公式" r:id="rId13" imgW="1524116" imgH="22867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8302" y="2377072"/>
                        <a:ext cx="3527622" cy="5542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2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609179"/>
              </p:ext>
            </p:extLst>
          </p:nvPr>
        </p:nvGraphicFramePr>
        <p:xfrm>
          <a:off x="6487911" y="2416523"/>
          <a:ext cx="1995689" cy="4838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847772" imgH="200179" progId="Equation.3">
                  <p:embed/>
                </p:oleObj>
              </mc:Choice>
              <mc:Fallback>
                <p:oleObj name="公式" r:id="rId15" imgW="847772" imgH="2001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7911" y="2416523"/>
                        <a:ext cx="1995689" cy="4838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2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4069158"/>
              </p:ext>
            </p:extLst>
          </p:nvPr>
        </p:nvGraphicFramePr>
        <p:xfrm>
          <a:off x="2031799" y="2994510"/>
          <a:ext cx="1573415" cy="453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666627" imgH="171334" progId="Equation.3">
                  <p:embed/>
                </p:oleObj>
              </mc:Choice>
              <mc:Fallback>
                <p:oleObj name="公式" r:id="rId17" imgW="666627" imgH="1713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1799" y="2994510"/>
                        <a:ext cx="1573415" cy="4535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2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0111089"/>
              </p:ext>
            </p:extLst>
          </p:nvPr>
        </p:nvGraphicFramePr>
        <p:xfrm>
          <a:off x="3864871" y="2996462"/>
          <a:ext cx="2231130" cy="46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990745" imgH="190449" progId="Equation.3">
                  <p:embed/>
                </p:oleObj>
              </mc:Choice>
              <mc:Fallback>
                <p:oleObj name="公式" r:id="rId19" imgW="990745" imgH="1904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4871" y="2996462"/>
                        <a:ext cx="2231130" cy="46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2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8947160"/>
              </p:ext>
            </p:extLst>
          </p:nvPr>
        </p:nvGraphicFramePr>
        <p:xfrm>
          <a:off x="6491828" y="3056710"/>
          <a:ext cx="2687779" cy="5184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1162173" imgH="200179" progId="Equation.3">
                  <p:embed/>
                </p:oleObj>
              </mc:Choice>
              <mc:Fallback>
                <p:oleObj name="公式" r:id="rId21" imgW="1162173" imgH="2001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1828" y="3056710"/>
                        <a:ext cx="2687779" cy="5184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2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9506117"/>
              </p:ext>
            </p:extLst>
          </p:nvPr>
        </p:nvGraphicFramePr>
        <p:xfrm>
          <a:off x="2447051" y="3575184"/>
          <a:ext cx="2634157" cy="6040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1009484" imgH="247792" progId="Equation.3">
                  <p:embed/>
                </p:oleObj>
              </mc:Choice>
              <mc:Fallback>
                <p:oleObj name="公式" r:id="rId23" imgW="1009484" imgH="2477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7051" y="3575184"/>
                        <a:ext cx="2634157" cy="6040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2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9478006"/>
              </p:ext>
            </p:extLst>
          </p:nvPr>
        </p:nvGraphicFramePr>
        <p:xfrm>
          <a:off x="5376521" y="3661210"/>
          <a:ext cx="2229105" cy="6099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971658" imgH="247792" progId="Equation.3">
                  <p:embed/>
                </p:oleObj>
              </mc:Choice>
              <mc:Fallback>
                <p:oleObj name="公式" r:id="rId25" imgW="971658" imgH="2477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6521" y="3661210"/>
                        <a:ext cx="2229105" cy="6099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2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3018040"/>
              </p:ext>
            </p:extLst>
          </p:nvPr>
        </p:nvGraphicFramePr>
        <p:xfrm>
          <a:off x="2711450" y="4283276"/>
          <a:ext cx="6842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7" imgW="253780" imgH="203024" progId="Equation.3">
                  <p:embed/>
                </p:oleObj>
              </mc:Choice>
              <mc:Fallback>
                <p:oleObj name="公式" r:id="rId27" imgW="253780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4283276"/>
                        <a:ext cx="68421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2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2459202"/>
              </p:ext>
            </p:extLst>
          </p:nvPr>
        </p:nvGraphicFramePr>
        <p:xfrm>
          <a:off x="3580324" y="4301909"/>
          <a:ext cx="1079202" cy="51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9" imgW="418918" imgH="215806" progId="Equation.3">
                  <p:embed/>
                </p:oleObj>
              </mc:Choice>
              <mc:Fallback>
                <p:oleObj name="公式" r:id="rId29" imgW="418918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0324" y="4301909"/>
                        <a:ext cx="1079202" cy="51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1128" name="Text Box 24"/>
          <p:cNvSpPr txBox="1">
            <a:spLocks noChangeArrowheads="1"/>
          </p:cNvSpPr>
          <p:nvPr/>
        </p:nvSpPr>
        <p:spPr bwMode="auto">
          <a:xfrm>
            <a:off x="8483601" y="4149725"/>
            <a:ext cx="19335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证毕</a:t>
            </a:r>
            <a:endParaRPr lang="zh-CN" altLang="en-US" sz="2800" dirty="0">
              <a:solidFill>
                <a:srgbClr val="0066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31129" name="Text Box 25"/>
          <p:cNvSpPr txBox="1">
            <a:spLocks noChangeArrowheads="1"/>
          </p:cNvSpPr>
          <p:nvPr/>
        </p:nvSpPr>
        <p:spPr bwMode="auto">
          <a:xfrm>
            <a:off x="1978620" y="4879418"/>
            <a:ext cx="133925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推论 </a:t>
            </a:r>
            <a:r>
              <a:rPr lang="en-US" altLang="zh-CN" sz="2800" b="1" dirty="0">
                <a:solidFill>
                  <a:srgbClr val="FF0000"/>
                </a:solidFill>
              </a:rPr>
              <a:t>1</a:t>
            </a:r>
            <a:endParaRPr lang="en-US" altLang="zh-CN" sz="2800" dirty="0">
              <a:solidFill>
                <a:srgbClr val="FF0000"/>
              </a:solidFill>
            </a:endParaRPr>
          </a:p>
        </p:txBody>
      </p:sp>
      <p:graphicFrame>
        <p:nvGraphicFramePr>
          <p:cNvPr id="431130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9947165"/>
              </p:ext>
            </p:extLst>
          </p:nvPr>
        </p:nvGraphicFramePr>
        <p:xfrm>
          <a:off x="3246440" y="4945063"/>
          <a:ext cx="426016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1" imgW="1765300" imgH="228600" progId="Equation.3">
                  <p:embed/>
                </p:oleObj>
              </mc:Choice>
              <mc:Fallback>
                <p:oleObj name="公式" r:id="rId31" imgW="17653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6440" y="4945063"/>
                        <a:ext cx="4260162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31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8114559"/>
              </p:ext>
            </p:extLst>
          </p:nvPr>
        </p:nvGraphicFramePr>
        <p:xfrm>
          <a:off x="7250491" y="4935163"/>
          <a:ext cx="2466219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3" imgW="964781" imgH="215806" progId="Equation.3">
                  <p:embed/>
                </p:oleObj>
              </mc:Choice>
              <mc:Fallback>
                <p:oleObj name="公式" r:id="rId33" imgW="964781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0491" y="4935163"/>
                        <a:ext cx="2466219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32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2450513"/>
              </p:ext>
            </p:extLst>
          </p:nvPr>
        </p:nvGraphicFramePr>
        <p:xfrm>
          <a:off x="2293528" y="5490780"/>
          <a:ext cx="3658457" cy="489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5" imgW="1497950" imgH="215806" progId="Equation.3">
                  <p:embed/>
                </p:oleObj>
              </mc:Choice>
              <mc:Fallback>
                <p:oleObj name="公式" r:id="rId35" imgW="1497950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3528" y="5490780"/>
                        <a:ext cx="3658457" cy="4897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33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2593918"/>
              </p:ext>
            </p:extLst>
          </p:nvPr>
        </p:nvGraphicFramePr>
        <p:xfrm>
          <a:off x="5837237" y="5449889"/>
          <a:ext cx="2252127" cy="5306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7" imgW="901309" imgH="228501" progId="Equation.3">
                  <p:embed/>
                </p:oleObj>
              </mc:Choice>
              <mc:Fallback>
                <p:oleObj name="公式" r:id="rId37" imgW="901309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7237" y="5449889"/>
                        <a:ext cx="2252127" cy="5306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9118669"/>
              </p:ext>
            </p:extLst>
          </p:nvPr>
        </p:nvGraphicFramePr>
        <p:xfrm>
          <a:off x="6089650" y="1762125"/>
          <a:ext cx="2835275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1130040" imgH="228600" progId="Equation.DSMT4">
                  <p:embed/>
                </p:oleObj>
              </mc:Choice>
              <mc:Fallback>
                <p:oleObj name="Equation" r:id="rId39" imgW="11300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6089650" y="1762125"/>
                        <a:ext cx="2835275" cy="573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7115580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1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1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1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1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31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31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31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31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31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31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31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31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31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31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31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31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31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31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31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31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31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31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1109" grpId="0"/>
      <p:bldP spid="431113" grpId="0"/>
      <p:bldP spid="431128" grpId="0"/>
      <p:bldP spid="43112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2"/>
          <p:cNvGrpSpPr>
            <a:grpSpLocks/>
          </p:cNvGrpSpPr>
          <p:nvPr/>
        </p:nvGrpSpPr>
        <p:grpSpPr bwMode="auto">
          <a:xfrm>
            <a:off x="2032758" y="174181"/>
            <a:ext cx="8527289" cy="724890"/>
            <a:chOff x="541" y="437"/>
            <a:chExt cx="5296" cy="4320"/>
          </a:xfrm>
        </p:grpSpPr>
        <p:sp>
          <p:nvSpPr>
            <p:cNvPr id="38" name="Rectangle 3"/>
            <p:cNvSpPr>
              <a:spLocks noChangeArrowheads="1"/>
            </p:cNvSpPr>
            <p:nvPr/>
          </p:nvSpPr>
          <p:spPr bwMode="auto">
            <a:xfrm>
              <a:off x="541" y="437"/>
              <a:ext cx="5296" cy="4320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9" name="Rectangle 4"/>
            <p:cNvSpPr>
              <a:spLocks noChangeArrowheads="1"/>
            </p:cNvSpPr>
            <p:nvPr/>
          </p:nvSpPr>
          <p:spPr bwMode="auto">
            <a:xfrm>
              <a:off x="659" y="603"/>
              <a:ext cx="5079" cy="3879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433159" name="Text Box 7"/>
          <p:cNvSpPr txBox="1">
            <a:spLocks noChangeArrowheads="1"/>
          </p:cNvSpPr>
          <p:nvPr/>
        </p:nvSpPr>
        <p:spPr bwMode="auto">
          <a:xfrm>
            <a:off x="2520738" y="232904"/>
            <a:ext cx="3733800" cy="57943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推论 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endParaRPr lang="en-US" altLang="zh-CN" dirty="0">
              <a:solidFill>
                <a:srgbClr val="FF0000"/>
              </a:solidFill>
            </a:endParaRPr>
          </a:p>
        </p:txBody>
      </p:sp>
      <p:graphicFrame>
        <p:nvGraphicFramePr>
          <p:cNvPr id="43316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8651858"/>
              </p:ext>
            </p:extLst>
          </p:nvPr>
        </p:nvGraphicFramePr>
        <p:xfrm>
          <a:off x="4107687" y="272741"/>
          <a:ext cx="2204974" cy="6533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876300" imgH="279400" progId="Equation.3">
                  <p:embed/>
                </p:oleObj>
              </mc:Choice>
              <mc:Fallback>
                <p:oleObj name="公式" r:id="rId2" imgW="876300" imgH="27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7687" y="272741"/>
                        <a:ext cx="2204974" cy="6533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316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675325"/>
              </p:ext>
            </p:extLst>
          </p:nvPr>
        </p:nvGraphicFramePr>
        <p:xfrm>
          <a:off x="6314680" y="264473"/>
          <a:ext cx="3770792" cy="652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98600" imgH="279400" progId="Equation.DSMT4">
                  <p:embed/>
                </p:oleObj>
              </mc:Choice>
              <mc:Fallback>
                <p:oleObj name="Equation" r:id="rId4" imgW="1498600" imgH="27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4680" y="264473"/>
                        <a:ext cx="3770792" cy="6529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3162" name="Text Box 10"/>
          <p:cNvSpPr txBox="1">
            <a:spLocks noChangeArrowheads="1"/>
          </p:cNvSpPr>
          <p:nvPr/>
        </p:nvSpPr>
        <p:spPr bwMode="auto">
          <a:xfrm>
            <a:off x="2015628" y="814286"/>
            <a:ext cx="164623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证</a:t>
            </a:r>
            <a:endParaRPr lang="zh-CN" altLang="en-US" sz="28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33163" name="Object 11"/>
          <p:cNvGraphicFramePr>
            <a:graphicFrameLocks noChangeAspect="1"/>
          </p:cNvGraphicFramePr>
          <p:nvPr/>
        </p:nvGraphicFramePr>
        <p:xfrm>
          <a:off x="2782888" y="815975"/>
          <a:ext cx="68421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53780" imgH="203024" progId="Equation.3">
                  <p:embed/>
                </p:oleObj>
              </mc:Choice>
              <mc:Fallback>
                <p:oleObj name="公式" r:id="rId6" imgW="253780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8" y="815975"/>
                        <a:ext cx="684212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316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951499"/>
              </p:ext>
            </p:extLst>
          </p:nvPr>
        </p:nvGraphicFramePr>
        <p:xfrm>
          <a:off x="3393518" y="855775"/>
          <a:ext cx="3310689" cy="48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422400" imgH="203200" progId="Equation.3">
                  <p:embed/>
                </p:oleObj>
              </mc:Choice>
              <mc:Fallback>
                <p:oleObj name="公式" r:id="rId8" imgW="14224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3518" y="855775"/>
                        <a:ext cx="3310689" cy="48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3165" name="Object 13"/>
          <p:cNvGraphicFramePr>
            <a:graphicFrameLocks noChangeAspect="1"/>
          </p:cNvGraphicFramePr>
          <p:nvPr/>
        </p:nvGraphicFramePr>
        <p:xfrm>
          <a:off x="2711451" y="1322388"/>
          <a:ext cx="6842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53780" imgH="203024" progId="Equation.3">
                  <p:embed/>
                </p:oleObj>
              </mc:Choice>
              <mc:Fallback>
                <p:oleObj name="公式" r:id="rId10" imgW="253780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1" y="1322388"/>
                        <a:ext cx="68421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3166" name="Object 14"/>
          <p:cNvGraphicFramePr>
            <a:graphicFrameLocks noChangeAspect="1"/>
          </p:cNvGraphicFramePr>
          <p:nvPr/>
        </p:nvGraphicFramePr>
        <p:xfrm>
          <a:off x="3540126" y="1249363"/>
          <a:ext cx="3996035" cy="6377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625600" imgH="279400" progId="Equation.3">
                  <p:embed/>
                </p:oleObj>
              </mc:Choice>
              <mc:Fallback>
                <p:oleObj name="公式" r:id="rId12" imgW="1625600" imgH="27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0126" y="1249363"/>
                        <a:ext cx="3996035" cy="6377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3167" name="Object 15"/>
          <p:cNvGraphicFramePr>
            <a:graphicFrameLocks noChangeAspect="1"/>
          </p:cNvGraphicFramePr>
          <p:nvPr/>
        </p:nvGraphicFramePr>
        <p:xfrm>
          <a:off x="7680177" y="1292226"/>
          <a:ext cx="1327298" cy="4316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504915" imgH="171334" progId="Equation.3">
                  <p:embed/>
                </p:oleObj>
              </mc:Choice>
              <mc:Fallback>
                <p:oleObj name="公式" r:id="rId14" imgW="504915" imgH="1713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0177" y="1292226"/>
                        <a:ext cx="1327298" cy="4316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316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7094287"/>
              </p:ext>
            </p:extLst>
          </p:nvPr>
        </p:nvGraphicFramePr>
        <p:xfrm>
          <a:off x="5581650" y="1866081"/>
          <a:ext cx="2655890" cy="59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124001" imgH="228677" progId="Equation.3">
                  <p:embed/>
                </p:oleObj>
              </mc:Choice>
              <mc:Fallback>
                <p:oleObj name="公式" r:id="rId16" imgW="1124001" imgH="22867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1650" y="1866081"/>
                        <a:ext cx="2655890" cy="59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317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5921842"/>
              </p:ext>
            </p:extLst>
          </p:nvPr>
        </p:nvGraphicFramePr>
        <p:xfrm>
          <a:off x="5581651" y="2403514"/>
          <a:ext cx="2655890" cy="550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124001" imgH="228677" progId="Equation.3">
                  <p:embed/>
                </p:oleObj>
              </mc:Choice>
              <mc:Fallback>
                <p:oleObj name="公式" r:id="rId18" imgW="1124001" imgH="22867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1651" y="2403514"/>
                        <a:ext cx="2655890" cy="5509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317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2804785"/>
              </p:ext>
            </p:extLst>
          </p:nvPr>
        </p:nvGraphicFramePr>
        <p:xfrm>
          <a:off x="2227264" y="2937041"/>
          <a:ext cx="4300784" cy="470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828800" imgH="190449" progId="Equation.3">
                  <p:embed/>
                </p:oleObj>
              </mc:Choice>
              <mc:Fallback>
                <p:oleObj name="公式" r:id="rId20" imgW="1828800" imgH="1904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7264" y="2937041"/>
                        <a:ext cx="4300784" cy="4704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3173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9618111"/>
              </p:ext>
            </p:extLst>
          </p:nvPr>
        </p:nvGraphicFramePr>
        <p:xfrm>
          <a:off x="7580118" y="2947183"/>
          <a:ext cx="1141574" cy="400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543088" imgH="171334" progId="Equation.3">
                  <p:embed/>
                </p:oleObj>
              </mc:Choice>
              <mc:Fallback>
                <p:oleObj name="公式" r:id="rId22" imgW="543088" imgH="1713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0118" y="2947183"/>
                        <a:ext cx="1141574" cy="4004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3174" name="Object 22"/>
          <p:cNvGraphicFramePr>
            <a:graphicFrameLocks noChangeAspect="1"/>
          </p:cNvGraphicFramePr>
          <p:nvPr/>
        </p:nvGraphicFramePr>
        <p:xfrm>
          <a:off x="2376798" y="3429000"/>
          <a:ext cx="2675905" cy="45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000114" imgH="171334" progId="Equation.3">
                  <p:embed/>
                </p:oleObj>
              </mc:Choice>
              <mc:Fallback>
                <p:oleObj name="公式" r:id="rId24" imgW="1000114" imgH="1713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6798" y="3429000"/>
                        <a:ext cx="2675905" cy="451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3175" name="Object 23"/>
          <p:cNvGraphicFramePr>
            <a:graphicFrameLocks noChangeAspect="1"/>
          </p:cNvGraphicFramePr>
          <p:nvPr/>
        </p:nvGraphicFramePr>
        <p:xfrm>
          <a:off x="5951539" y="3409951"/>
          <a:ext cx="2770152" cy="4510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104914" imgH="190449" progId="Equation.3">
                  <p:embed/>
                </p:oleObj>
              </mc:Choice>
              <mc:Fallback>
                <p:oleObj name="公式" r:id="rId26" imgW="1104914" imgH="1904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1539" y="3409951"/>
                        <a:ext cx="2770152" cy="4510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3176" name="Object 24"/>
          <p:cNvGraphicFramePr>
            <a:graphicFrameLocks noChangeAspect="1"/>
          </p:cNvGraphicFramePr>
          <p:nvPr/>
        </p:nvGraphicFramePr>
        <p:xfrm>
          <a:off x="2424114" y="3938589"/>
          <a:ext cx="1655663" cy="44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657258" imgH="190449" progId="Equation.3">
                  <p:embed/>
                </p:oleObj>
              </mc:Choice>
              <mc:Fallback>
                <p:oleObj name="公式" r:id="rId28" imgW="657258" imgH="1904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4" y="3938589"/>
                        <a:ext cx="1655663" cy="44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3177" name="Object 25"/>
          <p:cNvGraphicFramePr>
            <a:graphicFrameLocks noChangeAspect="1"/>
          </p:cNvGraphicFramePr>
          <p:nvPr/>
        </p:nvGraphicFramePr>
        <p:xfrm>
          <a:off x="4727576" y="3924302"/>
          <a:ext cx="1560830" cy="5128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628802" imgH="228677" progId="Equation.3">
                  <p:embed/>
                </p:oleObj>
              </mc:Choice>
              <mc:Fallback>
                <p:oleObj name="公式" r:id="rId30" imgW="628802" imgH="22867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576" y="3924302"/>
                        <a:ext cx="1560830" cy="5128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3178" name="Object 26"/>
          <p:cNvGraphicFramePr>
            <a:graphicFrameLocks noChangeAspect="1"/>
          </p:cNvGraphicFramePr>
          <p:nvPr/>
        </p:nvGraphicFramePr>
        <p:xfrm>
          <a:off x="2306640" y="4518027"/>
          <a:ext cx="2133177" cy="4403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809600" imgH="171334" progId="Equation.3">
                  <p:embed/>
                </p:oleObj>
              </mc:Choice>
              <mc:Fallback>
                <p:oleObj name="公式" r:id="rId32" imgW="809600" imgH="1713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6640" y="4518027"/>
                        <a:ext cx="2133177" cy="4403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3179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3642374"/>
              </p:ext>
            </p:extLst>
          </p:nvPr>
        </p:nvGraphicFramePr>
        <p:xfrm>
          <a:off x="5303839" y="4491040"/>
          <a:ext cx="1512241" cy="4501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4" imgW="666627" imgH="190449" progId="Equation.3">
                  <p:embed/>
                </p:oleObj>
              </mc:Choice>
              <mc:Fallback>
                <p:oleObj name="公式" r:id="rId34" imgW="666627" imgH="1904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3839" y="4491040"/>
                        <a:ext cx="1512241" cy="4501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3180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1729342"/>
              </p:ext>
            </p:extLst>
          </p:nvPr>
        </p:nvGraphicFramePr>
        <p:xfrm>
          <a:off x="7380458" y="4437112"/>
          <a:ext cx="1451846" cy="4627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6" imgW="666627" imgH="190449" progId="Equation.3">
                  <p:embed/>
                </p:oleObj>
              </mc:Choice>
              <mc:Fallback>
                <p:oleObj name="公式" r:id="rId36" imgW="666627" imgH="1904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0458" y="4437112"/>
                        <a:ext cx="1451846" cy="4627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3181" name="Object 29"/>
          <p:cNvGraphicFramePr>
            <a:graphicFrameLocks noChangeAspect="1"/>
          </p:cNvGraphicFramePr>
          <p:nvPr/>
        </p:nvGraphicFramePr>
        <p:xfrm>
          <a:off x="2481642" y="5013176"/>
          <a:ext cx="1670143" cy="5487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8" imgW="628802" imgH="228677" progId="Equation.3">
                  <p:embed/>
                </p:oleObj>
              </mc:Choice>
              <mc:Fallback>
                <p:oleObj name="公式" r:id="rId38" imgW="628802" imgH="22867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1642" y="5013176"/>
                        <a:ext cx="1670143" cy="5487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3183" name="Text Box 31"/>
          <p:cNvSpPr txBox="1">
            <a:spLocks noChangeArrowheads="1"/>
          </p:cNvSpPr>
          <p:nvPr/>
        </p:nvSpPr>
        <p:spPr bwMode="auto">
          <a:xfrm>
            <a:off x="8256589" y="5657850"/>
            <a:ext cx="15017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006600"/>
                </a:solidFill>
                <a:ea typeface="黑体" pitchFamily="2" charset="-122"/>
              </a:rPr>
              <a:t>证毕</a:t>
            </a:r>
            <a:endParaRPr lang="zh-CN" altLang="en-US" sz="2800" dirty="0">
              <a:solidFill>
                <a:srgbClr val="006600"/>
              </a:solidFill>
              <a:ea typeface="黑体" pitchFamily="2" charset="-122"/>
            </a:endParaRPr>
          </a:p>
        </p:txBody>
      </p:sp>
      <p:graphicFrame>
        <p:nvGraphicFramePr>
          <p:cNvPr id="433185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2950766"/>
              </p:ext>
            </p:extLst>
          </p:nvPr>
        </p:nvGraphicFramePr>
        <p:xfrm>
          <a:off x="5303839" y="5657850"/>
          <a:ext cx="2088233" cy="6187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0" imgW="847772" imgH="247792" progId="Equation.3">
                  <p:embed/>
                </p:oleObj>
              </mc:Choice>
              <mc:Fallback>
                <p:oleObj name="公式" r:id="rId40" imgW="847772" imgH="2477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3839" y="5657850"/>
                        <a:ext cx="2088233" cy="6187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3186" name="Object 34"/>
          <p:cNvGraphicFramePr>
            <a:graphicFrameLocks noChangeAspect="1"/>
          </p:cNvGraphicFramePr>
          <p:nvPr/>
        </p:nvGraphicFramePr>
        <p:xfrm>
          <a:off x="7930081" y="4077072"/>
          <a:ext cx="653014" cy="360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2" imgW="285598" imgH="133453" progId="Equation.3">
                  <p:embed/>
                </p:oleObj>
              </mc:Choice>
              <mc:Fallback>
                <p:oleObj name="公式" r:id="rId42" imgW="285598" imgH="13345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0081" y="4077072"/>
                        <a:ext cx="653014" cy="3600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3187" name="Object 35"/>
          <p:cNvGraphicFramePr>
            <a:graphicFrameLocks noChangeAspect="1"/>
          </p:cNvGraphicFramePr>
          <p:nvPr/>
        </p:nvGraphicFramePr>
        <p:xfrm>
          <a:off x="6240016" y="3933056"/>
          <a:ext cx="1712632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4" imgW="704799" imgH="228677" progId="Equation.3">
                  <p:embed/>
                </p:oleObj>
              </mc:Choice>
              <mc:Fallback>
                <p:oleObj name="公式" r:id="rId44" imgW="704799" imgH="22867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016" y="3933056"/>
                        <a:ext cx="1712632" cy="5040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3188" name="Object 36"/>
          <p:cNvGraphicFramePr>
            <a:graphicFrameLocks noChangeAspect="1"/>
          </p:cNvGraphicFramePr>
          <p:nvPr/>
        </p:nvGraphicFramePr>
        <p:xfrm>
          <a:off x="5719724" y="5157193"/>
          <a:ext cx="715255" cy="3943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6" imgW="285598" imgH="133453" progId="Equation.3">
                  <p:embed/>
                </p:oleObj>
              </mc:Choice>
              <mc:Fallback>
                <p:oleObj name="公式" r:id="rId46" imgW="285598" imgH="13345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9724" y="5157193"/>
                        <a:ext cx="715255" cy="3943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3189" name="Object 37"/>
          <p:cNvGraphicFramePr>
            <a:graphicFrameLocks noChangeAspect="1"/>
          </p:cNvGraphicFramePr>
          <p:nvPr/>
        </p:nvGraphicFramePr>
        <p:xfrm>
          <a:off x="4138995" y="5013177"/>
          <a:ext cx="1584176" cy="5300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8" imgW="619085" imgH="228677" progId="Equation.3">
                  <p:embed/>
                </p:oleObj>
              </mc:Choice>
              <mc:Fallback>
                <p:oleObj name="公式" r:id="rId48" imgW="619085" imgH="22867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8995" y="5013177"/>
                        <a:ext cx="1584176" cy="5300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3190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3036500"/>
              </p:ext>
            </p:extLst>
          </p:nvPr>
        </p:nvGraphicFramePr>
        <p:xfrm>
          <a:off x="2460502" y="5650935"/>
          <a:ext cx="2375147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0" imgW="952572" imgH="228677" progId="Equation.3">
                  <p:embed/>
                </p:oleObj>
              </mc:Choice>
              <mc:Fallback>
                <p:oleObj name="公式" r:id="rId50" imgW="952572" imgH="22867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0502" y="5650935"/>
                        <a:ext cx="2375147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3191" name="Line 39"/>
          <p:cNvSpPr>
            <a:spLocks noChangeShapeType="1"/>
          </p:cNvSpPr>
          <p:nvPr/>
        </p:nvSpPr>
        <p:spPr bwMode="auto">
          <a:xfrm>
            <a:off x="7736682" y="1816588"/>
            <a:ext cx="1182687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3192" name="Line 40"/>
          <p:cNvSpPr>
            <a:spLocks noChangeShapeType="1"/>
          </p:cNvSpPr>
          <p:nvPr/>
        </p:nvSpPr>
        <p:spPr bwMode="auto">
          <a:xfrm>
            <a:off x="2281239" y="3429000"/>
            <a:ext cx="935037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3193" name="Line 41"/>
          <p:cNvSpPr>
            <a:spLocks noChangeShapeType="1"/>
          </p:cNvSpPr>
          <p:nvPr/>
        </p:nvSpPr>
        <p:spPr bwMode="auto">
          <a:xfrm>
            <a:off x="7641349" y="3347602"/>
            <a:ext cx="1080342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3194" name="Line 42"/>
          <p:cNvSpPr>
            <a:spLocks noChangeShapeType="1"/>
          </p:cNvSpPr>
          <p:nvPr/>
        </p:nvSpPr>
        <p:spPr bwMode="auto">
          <a:xfrm>
            <a:off x="2999656" y="6237288"/>
            <a:ext cx="172849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3195" name="Line 43"/>
          <p:cNvSpPr>
            <a:spLocks noChangeShapeType="1"/>
          </p:cNvSpPr>
          <p:nvPr/>
        </p:nvSpPr>
        <p:spPr bwMode="auto">
          <a:xfrm>
            <a:off x="5581650" y="6237288"/>
            <a:ext cx="1738486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8266427"/>
              </p:ext>
            </p:extLst>
          </p:nvPr>
        </p:nvGraphicFramePr>
        <p:xfrm>
          <a:off x="2395538" y="1854200"/>
          <a:ext cx="301625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2" imgW="1257120" imgH="241200" progId="Equation.DSMT4">
                  <p:embed/>
                </p:oleObj>
              </mc:Choice>
              <mc:Fallback>
                <p:oleObj name="Equation" r:id="rId52" imgW="125712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3"/>
                      <a:stretch>
                        <a:fillRect/>
                      </a:stretch>
                    </p:blipFill>
                    <p:spPr>
                      <a:xfrm>
                        <a:off x="2395538" y="1854200"/>
                        <a:ext cx="3016250" cy="577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5143579"/>
              </p:ext>
            </p:extLst>
          </p:nvPr>
        </p:nvGraphicFramePr>
        <p:xfrm>
          <a:off x="2401888" y="2349500"/>
          <a:ext cx="30099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4" imgW="1269720" imgH="241200" progId="Equation.DSMT4">
                  <p:embed/>
                </p:oleObj>
              </mc:Choice>
              <mc:Fallback>
                <p:oleObj name="Equation" r:id="rId54" imgW="12697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1888" y="2349500"/>
                        <a:ext cx="30099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59052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3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3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3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3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33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33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33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33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33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33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33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33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33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33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33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33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33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33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33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433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33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433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433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433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433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433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433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433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433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433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433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433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433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3159" grpId="0"/>
      <p:bldP spid="433162" grpId="0"/>
      <p:bldP spid="433183" grpId="0"/>
      <p:bldP spid="433191" grpId="0" animBg="1"/>
      <p:bldP spid="433192" grpId="0" animBg="1"/>
      <p:bldP spid="433193" grpId="0" animBg="1"/>
      <p:bldP spid="433194" grpId="0" animBg="1"/>
      <p:bldP spid="43319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Text Box 2"/>
          <p:cNvSpPr txBox="1">
            <a:spLocks noChangeArrowheads="1"/>
          </p:cNvSpPr>
          <p:nvPr/>
        </p:nvSpPr>
        <p:spPr bwMode="auto">
          <a:xfrm>
            <a:off x="1977307" y="1121189"/>
            <a:ext cx="121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11</a:t>
            </a:r>
          </a:p>
        </p:txBody>
      </p:sp>
      <p:sp>
        <p:nvSpPr>
          <p:cNvPr id="206852" name="Text Box 4"/>
          <p:cNvSpPr txBox="1">
            <a:spLocks noChangeArrowheads="1"/>
          </p:cNvSpPr>
          <p:nvPr/>
        </p:nvSpPr>
        <p:spPr bwMode="auto">
          <a:xfrm>
            <a:off x="1991544" y="2996952"/>
            <a:ext cx="609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证</a:t>
            </a:r>
          </a:p>
        </p:txBody>
      </p:sp>
      <p:sp>
        <p:nvSpPr>
          <p:cNvPr id="206862" name="Rectangle 14"/>
          <p:cNvSpPr>
            <a:spLocks noChangeArrowheads="1"/>
          </p:cNvSpPr>
          <p:nvPr/>
        </p:nvSpPr>
        <p:spPr bwMode="white">
          <a:xfrm>
            <a:off x="2743200" y="381000"/>
            <a:ext cx="6477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200">
                <a:solidFill>
                  <a:schemeClr val="bg1"/>
                </a:solidFill>
                <a:latin typeface="Verdana" pitchFamily="34" charset="0"/>
              </a:defRPr>
            </a:lvl1pPr>
            <a:lvl2pPr>
              <a:defRPr sz="3200">
                <a:solidFill>
                  <a:schemeClr val="bg1"/>
                </a:solidFill>
                <a:latin typeface="Verdana" pitchFamily="34" charset="0"/>
              </a:defRPr>
            </a:lvl2pPr>
            <a:lvl3pPr>
              <a:defRPr sz="3200">
                <a:solidFill>
                  <a:schemeClr val="bg1"/>
                </a:solidFill>
                <a:latin typeface="Verdana" pitchFamily="34" charset="0"/>
              </a:defRPr>
            </a:lvl3pPr>
            <a:lvl4pPr>
              <a:defRPr sz="3200">
                <a:solidFill>
                  <a:schemeClr val="bg1"/>
                </a:solidFill>
                <a:latin typeface="Verdana" pitchFamily="34" charset="0"/>
              </a:defRPr>
            </a:lvl4pPr>
            <a:lvl5pPr>
              <a:defRPr sz="3200">
                <a:solidFill>
                  <a:schemeClr val="bg1"/>
                </a:solidFill>
                <a:latin typeface="Verdana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r>
              <a:rPr lang="zh-CN" altLang="en-US" sz="2800"/>
              <a:t>四、数列极限的性质</a:t>
            </a:r>
            <a:endParaRPr lang="zh-CN" altLang="en-US" sz="2800" b="1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7077578"/>
              </p:ext>
            </p:extLst>
          </p:nvPr>
        </p:nvGraphicFramePr>
        <p:xfrm>
          <a:off x="2601144" y="3790511"/>
          <a:ext cx="5065842" cy="5492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08160" imgH="228600" progId="Equation.DSMT4">
                  <p:embed/>
                </p:oleObj>
              </mc:Choice>
              <mc:Fallback>
                <p:oleObj name="Equation" r:id="rId2" imgW="21081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601144" y="3790511"/>
                        <a:ext cx="5065842" cy="5492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2263347"/>
              </p:ext>
            </p:extLst>
          </p:nvPr>
        </p:nvGraphicFramePr>
        <p:xfrm>
          <a:off x="2586907" y="4485349"/>
          <a:ext cx="5854352" cy="6706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38280" imgH="279360" progId="Equation.DSMT4">
                  <p:embed/>
                </p:oleObj>
              </mc:Choice>
              <mc:Fallback>
                <p:oleObj name="Equation" r:id="rId4" imgW="243828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86907" y="4485349"/>
                        <a:ext cx="5854352" cy="6706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6739494"/>
              </p:ext>
            </p:extLst>
          </p:nvPr>
        </p:nvGraphicFramePr>
        <p:xfrm>
          <a:off x="2908850" y="699423"/>
          <a:ext cx="6145699" cy="14578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30240" imgH="647640" progId="Equation.DSMT4">
                  <p:embed/>
                </p:oleObj>
              </mc:Choice>
              <mc:Fallback>
                <p:oleObj name="Equation" r:id="rId6" imgW="2730240" imgH="647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908850" y="699423"/>
                        <a:ext cx="6145699" cy="14578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0544462"/>
              </p:ext>
            </p:extLst>
          </p:nvPr>
        </p:nvGraphicFramePr>
        <p:xfrm>
          <a:off x="2989188" y="2252735"/>
          <a:ext cx="4341812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17360" imgH="241200" progId="Equation.DSMT4">
                  <p:embed/>
                </p:oleObj>
              </mc:Choice>
              <mc:Fallback>
                <p:oleObj name="Equation" r:id="rId8" imgW="191736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989188" y="2252735"/>
                        <a:ext cx="4341812" cy="54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4559736"/>
              </p:ext>
            </p:extLst>
          </p:nvPr>
        </p:nvGraphicFramePr>
        <p:xfrm>
          <a:off x="2629172" y="3022899"/>
          <a:ext cx="7463491" cy="672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022560" imgH="279360" progId="Equation.DSMT4">
                  <p:embed/>
                </p:oleObj>
              </mc:Choice>
              <mc:Fallback>
                <p:oleObj name="Equation" r:id="rId10" imgW="302256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629172" y="3022899"/>
                        <a:ext cx="7463491" cy="6722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307570"/>
              </p:ext>
            </p:extLst>
          </p:nvPr>
        </p:nvGraphicFramePr>
        <p:xfrm>
          <a:off x="2495600" y="5346805"/>
          <a:ext cx="4980645" cy="5273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044440" imgH="228600" progId="Equation.DSMT4">
                  <p:embed/>
                </p:oleObj>
              </mc:Choice>
              <mc:Fallback>
                <p:oleObj name="Equation" r:id="rId12" imgW="2044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495600" y="5346805"/>
                        <a:ext cx="4980645" cy="5273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3877539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6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52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2686050" y="6243638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fld id="{29FED23C-131B-4F71-A259-B9A46BD8BB4D}" type="slidenum">
              <a:rPr lang="en-US" altLang="zh-CN" sz="2000">
                <a:solidFill>
                  <a:schemeClr val="tx1"/>
                </a:solidFill>
                <a:ea typeface="宋体" panose="02010600030101010101" pitchFamily="2" charset="-122"/>
              </a:rPr>
              <a:pPr algn="l">
                <a:spcBef>
                  <a:spcPct val="0"/>
                </a:spcBef>
                <a:buFontTx/>
                <a:buNone/>
              </a:pPr>
              <a:t>11</a:t>
            </a:fld>
            <a:endParaRPr lang="en-US" altLang="zh-CN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21890" name="AutoShape 2"/>
          <p:cNvSpPr>
            <a:spLocks noChangeArrowheads="1"/>
          </p:cNvSpPr>
          <p:nvPr/>
        </p:nvSpPr>
        <p:spPr bwMode="auto">
          <a:xfrm>
            <a:off x="2341087" y="3424594"/>
            <a:ext cx="6582370" cy="2042343"/>
          </a:xfrm>
          <a:prstGeom prst="horizontalScroll">
            <a:avLst>
              <a:gd name="adj" fmla="val 5606"/>
            </a:avLst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</a:gra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1508" name="Text Box 3"/>
          <p:cNvSpPr txBox="1">
            <a:spLocks noChangeArrowheads="1"/>
          </p:cNvSpPr>
          <p:nvPr/>
        </p:nvSpPr>
        <p:spPr bwMode="auto">
          <a:xfrm>
            <a:off x="2423592" y="2648102"/>
            <a:ext cx="65127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  <a:defRPr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证明数列发散时，可采取下列两种方法</a:t>
            </a:r>
            <a:endParaRPr lang="zh-CN" altLang="en-US" dirty="0">
              <a:solidFill>
                <a:srgbClr val="FF33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2698779" y="3729734"/>
            <a:ext cx="592717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(1)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找到两个极限不同的子列；</a:t>
            </a:r>
            <a:endParaRPr lang="en-US" altLang="zh-CN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5" name="Rectangle 6"/>
          <p:cNvSpPr>
            <a:spLocks noChangeArrowheads="1"/>
          </p:cNvSpPr>
          <p:nvPr/>
        </p:nvSpPr>
        <p:spPr bwMode="auto">
          <a:xfrm>
            <a:off x="2686050" y="4424394"/>
            <a:ext cx="473505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找一个发散的子列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2800" b="1" dirty="0"/>
          </a:p>
        </p:txBody>
      </p:sp>
      <p:graphicFrame>
        <p:nvGraphicFramePr>
          <p:cNvPr id="1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0228013"/>
              </p:ext>
            </p:extLst>
          </p:nvPr>
        </p:nvGraphicFramePr>
        <p:xfrm>
          <a:off x="1631504" y="1367883"/>
          <a:ext cx="328771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95280" imgH="228600" progId="Equation.DSMT4">
                  <p:embed/>
                </p:oleObj>
              </mc:Choice>
              <mc:Fallback>
                <p:oleObj name="Equation" r:id="rId3" imgW="1295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504" y="1367883"/>
                        <a:ext cx="3287713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4319868"/>
              </p:ext>
            </p:extLst>
          </p:nvPr>
        </p:nvGraphicFramePr>
        <p:xfrm>
          <a:off x="5361386" y="1285714"/>
          <a:ext cx="574040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47840" imgH="253800" progId="Equation.DSMT4">
                  <p:embed/>
                </p:oleObj>
              </mc:Choice>
              <mc:Fallback>
                <p:oleObj name="Equation" r:id="rId5" imgW="224784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1386" y="1285714"/>
                        <a:ext cx="5740400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4681406"/>
              </p:ext>
            </p:extLst>
          </p:nvPr>
        </p:nvGraphicFramePr>
        <p:xfrm>
          <a:off x="4759445" y="1447436"/>
          <a:ext cx="588268" cy="3806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15640" imgH="139680" progId="Equation.DSMT4">
                  <p:embed/>
                </p:oleObj>
              </mc:Choice>
              <mc:Fallback>
                <p:oleObj name="Equation" r:id="rId7" imgW="21564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59445" y="1447436"/>
                        <a:ext cx="588268" cy="3806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直接连接符 3"/>
          <p:cNvCxnSpPr/>
          <p:nvPr/>
        </p:nvCxnSpPr>
        <p:spPr>
          <a:xfrm>
            <a:off x="6600056" y="1828080"/>
            <a:ext cx="1462985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4418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75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2" dur="500"/>
                                        <p:tgtEl>
                                          <p:spTgt spid="421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890" grpId="0" animBg="1"/>
      <p:bldP spid="21508" grpId="0"/>
      <p:bldP spid="13" grpId="0" autoUpdateAnimBg="0"/>
      <p:bldP spid="15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Text Box 2"/>
          <p:cNvSpPr txBox="1">
            <a:spLocks noChangeArrowheads="1"/>
          </p:cNvSpPr>
          <p:nvPr/>
        </p:nvSpPr>
        <p:spPr bwMode="auto">
          <a:xfrm>
            <a:off x="1977307" y="1121189"/>
            <a:ext cx="121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练习</a:t>
            </a:r>
            <a:endParaRPr kumimoji="1" lang="en-US" altLang="zh-CN" sz="2800" b="1" dirty="0">
              <a:solidFill>
                <a:srgbClr val="FF0000"/>
              </a:solidFill>
              <a:latin typeface="Times New Roman" pitchFamily="18" charset="0"/>
              <a:ea typeface="黑体" pitchFamily="2" charset="-122"/>
            </a:endParaRPr>
          </a:p>
        </p:txBody>
      </p:sp>
      <p:sp>
        <p:nvSpPr>
          <p:cNvPr id="206852" name="Text Box 4"/>
          <p:cNvSpPr txBox="1">
            <a:spLocks noChangeArrowheads="1"/>
          </p:cNvSpPr>
          <p:nvPr/>
        </p:nvSpPr>
        <p:spPr bwMode="auto">
          <a:xfrm>
            <a:off x="1631504" y="2996952"/>
            <a:ext cx="96964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Hint</a:t>
            </a:r>
            <a:endParaRPr kumimoji="1" lang="zh-CN" altLang="en-US" sz="2800" b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206862" name="Rectangle 14"/>
          <p:cNvSpPr>
            <a:spLocks noChangeArrowheads="1"/>
          </p:cNvSpPr>
          <p:nvPr/>
        </p:nvSpPr>
        <p:spPr bwMode="white">
          <a:xfrm>
            <a:off x="2743200" y="381000"/>
            <a:ext cx="6477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200">
                <a:solidFill>
                  <a:schemeClr val="bg1"/>
                </a:solidFill>
                <a:latin typeface="Verdana" pitchFamily="34" charset="0"/>
              </a:defRPr>
            </a:lvl1pPr>
            <a:lvl2pPr>
              <a:defRPr sz="3200">
                <a:solidFill>
                  <a:schemeClr val="bg1"/>
                </a:solidFill>
                <a:latin typeface="Verdana" pitchFamily="34" charset="0"/>
              </a:defRPr>
            </a:lvl2pPr>
            <a:lvl3pPr>
              <a:defRPr sz="3200">
                <a:solidFill>
                  <a:schemeClr val="bg1"/>
                </a:solidFill>
                <a:latin typeface="Verdana" pitchFamily="34" charset="0"/>
              </a:defRPr>
            </a:lvl3pPr>
            <a:lvl4pPr>
              <a:defRPr sz="3200">
                <a:solidFill>
                  <a:schemeClr val="bg1"/>
                </a:solidFill>
                <a:latin typeface="Verdana" pitchFamily="34" charset="0"/>
              </a:defRPr>
            </a:lvl4pPr>
            <a:lvl5pPr>
              <a:defRPr sz="3200">
                <a:solidFill>
                  <a:schemeClr val="bg1"/>
                </a:solidFill>
                <a:latin typeface="Verdana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r>
              <a:rPr lang="zh-CN" altLang="en-US" sz="2800"/>
              <a:t>四、数列极限的性质</a:t>
            </a:r>
            <a:endParaRPr lang="zh-CN" altLang="en-US" sz="2800" b="1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8642537"/>
              </p:ext>
            </p:extLst>
          </p:nvPr>
        </p:nvGraphicFramePr>
        <p:xfrm>
          <a:off x="2673729" y="3933056"/>
          <a:ext cx="5243513" cy="67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84120" imgH="279360" progId="Equation.DSMT4">
                  <p:embed/>
                </p:oleObj>
              </mc:Choice>
              <mc:Fallback>
                <p:oleObj name="Equation" r:id="rId2" imgW="218412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673729" y="3933056"/>
                        <a:ext cx="5243513" cy="671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3919202"/>
              </p:ext>
            </p:extLst>
          </p:nvPr>
        </p:nvGraphicFramePr>
        <p:xfrm>
          <a:off x="3048971" y="914400"/>
          <a:ext cx="548957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38280" imgH="406080" progId="Equation.DSMT4">
                  <p:embed/>
                </p:oleObj>
              </mc:Choice>
              <mc:Fallback>
                <p:oleObj name="Equation" r:id="rId4" imgW="24382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48971" y="914400"/>
                        <a:ext cx="5489575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817105"/>
              </p:ext>
            </p:extLst>
          </p:nvPr>
        </p:nvGraphicFramePr>
        <p:xfrm>
          <a:off x="2676525" y="1943100"/>
          <a:ext cx="5059363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34880" imgH="406080" progId="Equation.DSMT4">
                  <p:embed/>
                </p:oleObj>
              </mc:Choice>
              <mc:Fallback>
                <p:oleObj name="Equation" r:id="rId6" imgW="22348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676525" y="1943100"/>
                        <a:ext cx="5059363" cy="920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093640"/>
              </p:ext>
            </p:extLst>
          </p:nvPr>
        </p:nvGraphicFramePr>
        <p:xfrm>
          <a:off x="2676525" y="3008975"/>
          <a:ext cx="489267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81080" imgH="279360" progId="Equation.DSMT4">
                  <p:embed/>
                </p:oleObj>
              </mc:Choice>
              <mc:Fallback>
                <p:oleObj name="Equation" r:id="rId8" imgW="198108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676525" y="3008975"/>
                        <a:ext cx="4892675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08195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6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52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2"/>
          <p:cNvGrpSpPr>
            <a:grpSpLocks/>
          </p:cNvGrpSpPr>
          <p:nvPr/>
        </p:nvGrpSpPr>
        <p:grpSpPr bwMode="auto">
          <a:xfrm>
            <a:off x="1559496" y="1269795"/>
            <a:ext cx="9449072" cy="2655217"/>
            <a:chOff x="541" y="437"/>
            <a:chExt cx="5341" cy="4118"/>
          </a:xfrm>
        </p:grpSpPr>
        <p:sp>
          <p:nvSpPr>
            <p:cNvPr id="14" name="Rectangle 3"/>
            <p:cNvSpPr>
              <a:spLocks noChangeArrowheads="1"/>
            </p:cNvSpPr>
            <p:nvPr/>
          </p:nvSpPr>
          <p:spPr bwMode="auto">
            <a:xfrm>
              <a:off x="541" y="437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" name="Rectangle 4"/>
            <p:cNvSpPr>
              <a:spLocks noChangeArrowheads="1"/>
            </p:cNvSpPr>
            <p:nvPr/>
          </p:nvSpPr>
          <p:spPr bwMode="auto">
            <a:xfrm>
              <a:off x="659" y="603"/>
              <a:ext cx="5082" cy="3865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1559496" y="696118"/>
            <a:ext cx="21739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、保序性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0753" y="1412777"/>
            <a:ext cx="12442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定理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 Century Schoolbook" panose="02040603050705020304" pitchFamily="18" charset="0"/>
              </a:rPr>
              <a:t>4</a:t>
            </a:r>
            <a:endParaRPr lang="zh-CN" alt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 Century Schoolbook" panose="020406030507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427333" y="1472717"/>
          <a:ext cx="6923037" cy="639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22560" imgH="279360" progId="Equation.DSMT4">
                  <p:embed/>
                </p:oleObj>
              </mc:Choice>
              <mc:Fallback>
                <p:oleObj name="Equation" r:id="rId2" imgW="302256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427333" y="1472717"/>
                        <a:ext cx="6923037" cy="6399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5602306"/>
              </p:ext>
            </p:extLst>
          </p:nvPr>
        </p:nvGraphicFramePr>
        <p:xfrm>
          <a:off x="2278817" y="2033500"/>
          <a:ext cx="7741294" cy="1058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77880" imgH="469800" progId="Equation.DSMT4">
                  <p:embed/>
                </p:oleObj>
              </mc:Choice>
              <mc:Fallback>
                <p:oleObj name="Equation" r:id="rId4" imgW="337788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78817" y="2033500"/>
                        <a:ext cx="7741294" cy="1058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300500" y="3212976"/>
          <a:ext cx="6768752" cy="511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22560" imgH="228600" progId="Equation.DSMT4">
                  <p:embed/>
                </p:oleObj>
              </mc:Choice>
              <mc:Fallback>
                <p:oleObj name="Equation" r:id="rId6" imgW="30225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300500" y="3212976"/>
                        <a:ext cx="6768752" cy="5119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278817" y="3959478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证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2691239"/>
              </p:ext>
            </p:extLst>
          </p:nvPr>
        </p:nvGraphicFramePr>
        <p:xfrm>
          <a:off x="2927647" y="4008358"/>
          <a:ext cx="3432429" cy="5064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49080" imgH="228600" progId="Equation.DSMT4">
                  <p:embed/>
                </p:oleObj>
              </mc:Choice>
              <mc:Fallback>
                <p:oleObj name="Equation" r:id="rId8" imgW="15490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927647" y="4008358"/>
                        <a:ext cx="3432429" cy="5064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0900375"/>
              </p:ext>
            </p:extLst>
          </p:nvPr>
        </p:nvGraphicFramePr>
        <p:xfrm>
          <a:off x="6456040" y="4019922"/>
          <a:ext cx="1728191" cy="438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99920" imgH="203040" progId="Equation.DSMT4">
                  <p:embed/>
                </p:oleObj>
              </mc:Choice>
              <mc:Fallback>
                <p:oleObj name="Equation" r:id="rId10" imgW="7999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456040" y="4019922"/>
                        <a:ext cx="1728191" cy="4389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2617401"/>
              </p:ext>
            </p:extLst>
          </p:nvPr>
        </p:nvGraphicFramePr>
        <p:xfrm>
          <a:off x="2689225" y="4613275"/>
          <a:ext cx="581342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6880" imgH="241200" progId="Equation.DSMT4">
                  <p:embed/>
                </p:oleObj>
              </mc:Choice>
              <mc:Fallback>
                <p:oleObj name="Equation" r:id="rId12" imgW="26668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689225" y="4613275"/>
                        <a:ext cx="5813425" cy="523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9083673"/>
              </p:ext>
            </p:extLst>
          </p:nvPr>
        </p:nvGraphicFramePr>
        <p:xfrm>
          <a:off x="2674938" y="5222875"/>
          <a:ext cx="588327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92080" imgH="241200" progId="Equation.DSMT4">
                  <p:embed/>
                </p:oleObj>
              </mc:Choice>
              <mc:Fallback>
                <p:oleObj name="Equation" r:id="rId14" imgW="26920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4938" y="5222875"/>
                        <a:ext cx="5883275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02877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4530301"/>
              </p:ext>
            </p:extLst>
          </p:nvPr>
        </p:nvGraphicFramePr>
        <p:xfrm>
          <a:off x="2199672" y="821224"/>
          <a:ext cx="299561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58640" imgH="228600" progId="Equation.DSMT4">
                  <p:embed/>
                </p:oleObj>
              </mc:Choice>
              <mc:Fallback>
                <p:oleObj name="Equation" r:id="rId2" imgW="13586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99672" y="821224"/>
                        <a:ext cx="2995612" cy="504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711567"/>
              </p:ext>
            </p:extLst>
          </p:nvPr>
        </p:nvGraphicFramePr>
        <p:xfrm>
          <a:off x="5380347" y="843031"/>
          <a:ext cx="25114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80800" imgH="203040" progId="Equation.DSMT4">
                  <p:embed/>
                </p:oleObj>
              </mc:Choice>
              <mc:Fallback>
                <p:oleObj name="Equation" r:id="rId4" imgW="11808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380347" y="843031"/>
                        <a:ext cx="2511425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776316"/>
              </p:ext>
            </p:extLst>
          </p:nvPr>
        </p:nvGraphicFramePr>
        <p:xfrm>
          <a:off x="2865646" y="1417062"/>
          <a:ext cx="3319462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62040" imgH="228600" progId="Equation.DSMT4">
                  <p:embed/>
                </p:oleObj>
              </mc:Choice>
              <mc:Fallback>
                <p:oleObj name="Equation" r:id="rId6" imgW="15620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865646" y="1417062"/>
                        <a:ext cx="3319462" cy="485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3434850"/>
              </p:ext>
            </p:extLst>
          </p:nvPr>
        </p:nvGraphicFramePr>
        <p:xfrm>
          <a:off x="2357004" y="2035715"/>
          <a:ext cx="7113588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225600" imgH="228600" progId="Equation.DSMT4">
                  <p:embed/>
                </p:oleObj>
              </mc:Choice>
              <mc:Fallback>
                <p:oleObj name="Equation" r:id="rId8" imgW="32256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357004" y="2035715"/>
                        <a:ext cx="7113588" cy="504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" name="组合 57"/>
          <p:cNvGrpSpPr/>
          <p:nvPr/>
        </p:nvGrpSpPr>
        <p:grpSpPr>
          <a:xfrm>
            <a:off x="4075348" y="2378497"/>
            <a:ext cx="3816424" cy="1143620"/>
            <a:chOff x="2913328" y="3068960"/>
            <a:chExt cx="3816424" cy="1143620"/>
          </a:xfrm>
        </p:grpSpPr>
        <p:graphicFrame>
          <p:nvGraphicFramePr>
            <p:cNvPr id="10" name="对象 9"/>
            <p:cNvGraphicFramePr>
              <a:graphicFrameLocks noChangeAspect="1"/>
            </p:cNvGraphicFramePr>
            <p:nvPr/>
          </p:nvGraphicFramePr>
          <p:xfrm>
            <a:off x="3799527" y="3788143"/>
            <a:ext cx="114300" cy="127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14120" imgH="126720" progId="Equation.DSMT4">
                    <p:embed/>
                  </p:oleObj>
                </mc:Choice>
                <mc:Fallback>
                  <p:oleObj name="Equation" r:id="rId10" imgW="114120" imgH="126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3799527" y="3788143"/>
                          <a:ext cx="114300" cy="127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/>
            <p:cNvGraphicFramePr>
              <a:graphicFrameLocks noChangeAspect="1"/>
            </p:cNvGraphicFramePr>
            <p:nvPr/>
          </p:nvGraphicFramePr>
          <p:xfrm>
            <a:off x="4872402" y="3797548"/>
            <a:ext cx="114300" cy="127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14120" imgH="126720" progId="Equation.DSMT4">
                    <p:embed/>
                  </p:oleObj>
                </mc:Choice>
                <mc:Fallback>
                  <p:oleObj name="Equation" r:id="rId12" imgW="114120" imgH="126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2402" y="3797548"/>
                          <a:ext cx="114300" cy="127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/>
            <p:cNvGraphicFramePr>
              <a:graphicFrameLocks noChangeAspect="1"/>
            </p:cNvGraphicFramePr>
            <p:nvPr/>
          </p:nvGraphicFramePr>
          <p:xfrm>
            <a:off x="5607340" y="3797548"/>
            <a:ext cx="114300" cy="127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14120" imgH="126720" progId="Equation.DSMT4">
                    <p:embed/>
                  </p:oleObj>
                </mc:Choice>
                <mc:Fallback>
                  <p:oleObj name="Equation" r:id="rId14" imgW="114120" imgH="126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07340" y="3797548"/>
                          <a:ext cx="114300" cy="127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6" name="组合 55"/>
            <p:cNvGrpSpPr/>
            <p:nvPr/>
          </p:nvGrpSpPr>
          <p:grpSpPr>
            <a:xfrm>
              <a:off x="2913328" y="3068960"/>
              <a:ext cx="3816424" cy="1143620"/>
              <a:chOff x="2627784" y="2276872"/>
              <a:chExt cx="3816424" cy="1143620"/>
            </a:xfrm>
          </p:grpSpPr>
          <p:cxnSp>
            <p:nvCxnSpPr>
              <p:cNvPr id="8" name="直接箭头连接符 7"/>
              <p:cNvCxnSpPr/>
              <p:nvPr/>
            </p:nvCxnSpPr>
            <p:spPr>
              <a:xfrm>
                <a:off x="2627784" y="3068960"/>
                <a:ext cx="3816424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13" name="对象 12"/>
              <p:cNvGraphicFramePr>
                <a:graphicFrameLocks noChangeAspect="1"/>
              </p:cNvGraphicFramePr>
              <p:nvPr/>
            </p:nvGraphicFramePr>
            <p:xfrm>
              <a:off x="3419872" y="3068960"/>
              <a:ext cx="288032" cy="31683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5" imgW="126720" imgH="139680" progId="Equation.DSMT4">
                      <p:embed/>
                    </p:oleObj>
                  </mc:Choice>
                  <mc:Fallback>
                    <p:oleObj name="Equation" r:id="rId15" imgW="126720" imgH="1396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3419872" y="3068960"/>
                            <a:ext cx="288032" cy="31683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" name="对象 13"/>
              <p:cNvGraphicFramePr>
                <a:graphicFrameLocks noChangeAspect="1"/>
              </p:cNvGraphicFramePr>
              <p:nvPr/>
            </p:nvGraphicFramePr>
            <p:xfrm>
              <a:off x="5220072" y="3068960"/>
              <a:ext cx="360040" cy="3515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7" imgW="126720" imgH="177480" progId="Equation.DSMT4">
                      <p:embed/>
                    </p:oleObj>
                  </mc:Choice>
                  <mc:Fallback>
                    <p:oleObj name="Equation" r:id="rId17" imgW="126720" imgH="1774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5220072" y="3068960"/>
                            <a:ext cx="360040" cy="35153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" name="对象 14"/>
              <p:cNvGraphicFramePr>
                <a:graphicFrameLocks noChangeAspect="1"/>
              </p:cNvGraphicFramePr>
              <p:nvPr/>
            </p:nvGraphicFramePr>
            <p:xfrm>
              <a:off x="4535996" y="3112752"/>
              <a:ext cx="235663" cy="2880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9" imgW="114120" imgH="139680" progId="Equation.DSMT4">
                      <p:embed/>
                    </p:oleObj>
                  </mc:Choice>
                  <mc:Fallback>
                    <p:oleObj name="Equation" r:id="rId19" imgW="114120" imgH="1396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535996" y="3112752"/>
                            <a:ext cx="235663" cy="28803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49" name="组合 48"/>
              <p:cNvGrpSpPr/>
              <p:nvPr/>
            </p:nvGrpSpPr>
            <p:grpSpPr>
              <a:xfrm>
                <a:off x="2841539" y="2834126"/>
                <a:ext cx="1440160" cy="441453"/>
                <a:chOff x="2843808" y="2843531"/>
                <a:chExt cx="1440160" cy="441453"/>
              </a:xfrm>
            </p:grpSpPr>
            <p:sp>
              <p:nvSpPr>
                <p:cNvPr id="38" name="弧形 37"/>
                <p:cNvSpPr/>
                <p:nvPr/>
              </p:nvSpPr>
              <p:spPr>
                <a:xfrm>
                  <a:off x="3635896" y="2852936"/>
                  <a:ext cx="648072" cy="432048"/>
                </a:xfrm>
                <a:prstGeom prst="arc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0" name="弧形 39"/>
                <p:cNvSpPr/>
                <p:nvPr/>
              </p:nvSpPr>
              <p:spPr>
                <a:xfrm flipH="1">
                  <a:off x="2843808" y="2843531"/>
                  <a:ext cx="612068" cy="432048"/>
                </a:xfrm>
                <a:prstGeom prst="arc">
                  <a:avLst>
                    <a:gd name="adj1" fmla="val 16200000"/>
                    <a:gd name="adj2" fmla="val 135722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42" name="直接连接符 41"/>
                <p:cNvCxnSpPr>
                  <a:stCxn id="40" idx="0"/>
                </p:cNvCxnSpPr>
                <p:nvPr/>
              </p:nvCxnSpPr>
              <p:spPr>
                <a:xfrm>
                  <a:off x="3149842" y="2843531"/>
                  <a:ext cx="823555" cy="940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0" name="组合 49"/>
              <p:cNvGrpSpPr/>
              <p:nvPr/>
            </p:nvGrpSpPr>
            <p:grpSpPr>
              <a:xfrm>
                <a:off x="4644008" y="2824721"/>
                <a:ext cx="1440160" cy="441453"/>
                <a:chOff x="2843808" y="2843531"/>
                <a:chExt cx="1440160" cy="441453"/>
              </a:xfrm>
            </p:grpSpPr>
            <p:sp>
              <p:nvSpPr>
                <p:cNvPr id="51" name="弧形 50"/>
                <p:cNvSpPr/>
                <p:nvPr/>
              </p:nvSpPr>
              <p:spPr>
                <a:xfrm>
                  <a:off x="3635896" y="2852936"/>
                  <a:ext cx="648072" cy="432048"/>
                </a:xfrm>
                <a:prstGeom prst="arc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2" name="弧形 51"/>
                <p:cNvSpPr/>
                <p:nvPr/>
              </p:nvSpPr>
              <p:spPr>
                <a:xfrm flipH="1">
                  <a:off x="2843808" y="2843531"/>
                  <a:ext cx="612068" cy="432048"/>
                </a:xfrm>
                <a:prstGeom prst="arc">
                  <a:avLst>
                    <a:gd name="adj1" fmla="val 16200000"/>
                    <a:gd name="adj2" fmla="val 135722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53" name="直接连接符 52"/>
                <p:cNvCxnSpPr>
                  <a:stCxn id="52" idx="0"/>
                </p:cNvCxnSpPr>
                <p:nvPr/>
              </p:nvCxnSpPr>
              <p:spPr>
                <a:xfrm>
                  <a:off x="3149842" y="2843531"/>
                  <a:ext cx="823555" cy="940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aphicFrame>
            <p:nvGraphicFramePr>
              <p:cNvPr id="54" name="对象 53"/>
              <p:cNvGraphicFramePr>
                <a:graphicFrameLocks noChangeAspect="1"/>
              </p:cNvGraphicFramePr>
              <p:nvPr/>
            </p:nvGraphicFramePr>
            <p:xfrm>
              <a:off x="3293191" y="2276872"/>
              <a:ext cx="356251" cy="42750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1" imgW="190440" imgH="228600" progId="Equation.DSMT4">
                      <p:embed/>
                    </p:oleObj>
                  </mc:Choice>
                  <mc:Fallback>
                    <p:oleObj name="Equation" r:id="rId21" imgW="190440" imgH="2286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3293191" y="2276872"/>
                            <a:ext cx="356251" cy="42750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5" name="对象 54"/>
              <p:cNvGraphicFramePr>
                <a:graphicFrameLocks noChangeAspect="1"/>
              </p:cNvGraphicFramePr>
              <p:nvPr/>
            </p:nvGraphicFramePr>
            <p:xfrm>
              <a:off x="5256076" y="2276872"/>
              <a:ext cx="360040" cy="4320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3" imgW="190440" imgH="228600" progId="Equation.DSMT4">
                      <p:embed/>
                    </p:oleObj>
                  </mc:Choice>
                  <mc:Fallback>
                    <p:oleObj name="Equation" r:id="rId23" imgW="190440" imgH="2286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5256076" y="2276872"/>
                            <a:ext cx="360040" cy="432048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60" name="对象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334425"/>
              </p:ext>
            </p:extLst>
          </p:nvPr>
        </p:nvGraphicFramePr>
        <p:xfrm>
          <a:off x="2197101" y="3455048"/>
          <a:ext cx="4519613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070000" imgH="215640" progId="Equation.DSMT4">
                  <p:embed/>
                </p:oleObj>
              </mc:Choice>
              <mc:Fallback>
                <p:oleObj name="Equation" r:id="rId25" imgW="20700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197101" y="3455048"/>
                        <a:ext cx="4519613" cy="471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对象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2298405"/>
              </p:ext>
            </p:extLst>
          </p:nvPr>
        </p:nvGraphicFramePr>
        <p:xfrm>
          <a:off x="7165127" y="3455048"/>
          <a:ext cx="2736304" cy="4837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143000" imgH="215640" progId="Equation.DSMT4">
                  <p:embed/>
                </p:oleObj>
              </mc:Choice>
              <mc:Fallback>
                <p:oleObj name="Equation" r:id="rId27" imgW="11430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7165127" y="3455048"/>
                        <a:ext cx="2736304" cy="4837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对象 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2121774"/>
              </p:ext>
            </p:extLst>
          </p:nvPr>
        </p:nvGraphicFramePr>
        <p:xfrm>
          <a:off x="2475241" y="4060924"/>
          <a:ext cx="3963332" cy="5169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752480" imgH="228600" progId="Equation.DSMT4">
                  <p:embed/>
                </p:oleObj>
              </mc:Choice>
              <mc:Fallback>
                <p:oleObj name="Equation" r:id="rId29" imgW="17524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475241" y="4060924"/>
                        <a:ext cx="3963332" cy="5169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对象 6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0084167"/>
              </p:ext>
            </p:extLst>
          </p:nvPr>
        </p:nvGraphicFramePr>
        <p:xfrm>
          <a:off x="3661296" y="4527599"/>
          <a:ext cx="2252502" cy="936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977760" imgH="406080" progId="Equation.DSMT4">
                  <p:embed/>
                </p:oleObj>
              </mc:Choice>
              <mc:Fallback>
                <p:oleObj name="Equation" r:id="rId31" imgW="9777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3661296" y="4527599"/>
                        <a:ext cx="2252502" cy="9361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对象 63"/>
          <p:cNvGraphicFramePr>
            <a:graphicFrameLocks noChangeAspect="1"/>
          </p:cNvGraphicFramePr>
          <p:nvPr/>
        </p:nvGraphicFramePr>
        <p:xfrm>
          <a:off x="2351584" y="5445225"/>
          <a:ext cx="5832648" cy="50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2628720" imgH="228600" progId="Equation.DSMT4">
                  <p:embed/>
                </p:oleObj>
              </mc:Choice>
              <mc:Fallback>
                <p:oleObj name="Equation" r:id="rId33" imgW="26287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2351584" y="5445225"/>
                        <a:ext cx="5832648" cy="507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8363801"/>
              </p:ext>
            </p:extLst>
          </p:nvPr>
        </p:nvGraphicFramePr>
        <p:xfrm>
          <a:off x="6667636" y="1437282"/>
          <a:ext cx="1157651" cy="463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507960" imgH="203040" progId="Equation.DSMT4">
                  <p:embed/>
                </p:oleObj>
              </mc:Choice>
              <mc:Fallback>
                <p:oleObj name="Equation" r:id="rId35" imgW="5079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6667636" y="1437282"/>
                        <a:ext cx="1157651" cy="4630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067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2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2"/>
          <p:cNvGrpSpPr>
            <a:grpSpLocks/>
          </p:cNvGrpSpPr>
          <p:nvPr/>
        </p:nvGrpSpPr>
        <p:grpSpPr bwMode="auto">
          <a:xfrm>
            <a:off x="1487488" y="2055730"/>
            <a:ext cx="9289032" cy="4613630"/>
            <a:chOff x="541" y="437"/>
            <a:chExt cx="5341" cy="4118"/>
          </a:xfrm>
        </p:grpSpPr>
        <p:sp>
          <p:nvSpPr>
            <p:cNvPr id="16" name="Rectangle 3"/>
            <p:cNvSpPr>
              <a:spLocks noChangeArrowheads="1"/>
            </p:cNvSpPr>
            <p:nvPr/>
          </p:nvSpPr>
          <p:spPr bwMode="auto">
            <a:xfrm>
              <a:off x="541" y="437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" name="Rectangle 4"/>
            <p:cNvSpPr>
              <a:spLocks noChangeArrowheads="1"/>
            </p:cNvSpPr>
            <p:nvPr/>
          </p:nvSpPr>
          <p:spPr bwMode="auto">
            <a:xfrm>
              <a:off x="659" y="603"/>
              <a:ext cx="5079" cy="3879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1699076" y="626324"/>
            <a:ext cx="543739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注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0431592"/>
              </p:ext>
            </p:extLst>
          </p:nvPr>
        </p:nvGraphicFramePr>
        <p:xfrm>
          <a:off x="2327275" y="660978"/>
          <a:ext cx="7776864" cy="50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92360" imgH="228600" progId="Equation.DSMT4">
                  <p:embed/>
                </p:oleObj>
              </mc:Choice>
              <mc:Fallback>
                <p:oleObj name="Equation" r:id="rId2" imgW="34923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27275" y="660978"/>
                        <a:ext cx="7776864" cy="5007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8221301"/>
              </p:ext>
            </p:extLst>
          </p:nvPr>
        </p:nvGraphicFramePr>
        <p:xfrm>
          <a:off x="1631504" y="1163165"/>
          <a:ext cx="5472608" cy="8789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63480" imgH="406080" progId="Equation.DSMT4">
                  <p:embed/>
                </p:oleObj>
              </mc:Choice>
              <mc:Fallback>
                <p:oleObj name="Equation" r:id="rId4" imgW="24634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31504" y="1163165"/>
                        <a:ext cx="5472608" cy="8789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0146905"/>
              </p:ext>
            </p:extLst>
          </p:nvPr>
        </p:nvGraphicFramePr>
        <p:xfrm>
          <a:off x="7248128" y="1389208"/>
          <a:ext cx="3370717" cy="6040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58640" imgH="279360" progId="Equation.DSMT4">
                  <p:embed/>
                </p:oleObj>
              </mc:Choice>
              <mc:Fallback>
                <p:oleObj name="Equation" r:id="rId6" imgW="13586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248128" y="1389208"/>
                        <a:ext cx="3370717" cy="6040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012569" y="2420888"/>
            <a:ext cx="11128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推论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 Century Schoolbook" panose="02040603050705020304" pitchFamily="18" charset="0"/>
              </a:rPr>
              <a:t>1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ew Century Schoolbook" panose="02040603050705020304" pitchFamily="18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8681838"/>
              </p:ext>
            </p:extLst>
          </p:nvPr>
        </p:nvGraphicFramePr>
        <p:xfrm>
          <a:off x="3230563" y="2425700"/>
          <a:ext cx="6173787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28720" imgH="279360" progId="Equation.DSMT4">
                  <p:embed/>
                </p:oleObj>
              </mc:Choice>
              <mc:Fallback>
                <p:oleObj name="Equation" r:id="rId8" imgW="262872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230563" y="2425700"/>
                        <a:ext cx="6173787" cy="657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0490501"/>
              </p:ext>
            </p:extLst>
          </p:nvPr>
        </p:nvGraphicFramePr>
        <p:xfrm>
          <a:off x="2286670" y="3029721"/>
          <a:ext cx="5640387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361960" imgH="241200" progId="Equation.DSMT4">
                  <p:embed/>
                </p:oleObj>
              </mc:Choice>
              <mc:Fallback>
                <p:oleObj name="Equation" r:id="rId10" imgW="236196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286670" y="3029721"/>
                        <a:ext cx="5640387" cy="577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5213265"/>
              </p:ext>
            </p:extLst>
          </p:nvPr>
        </p:nvGraphicFramePr>
        <p:xfrm>
          <a:off x="2242815" y="3687298"/>
          <a:ext cx="5519737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349360" imgH="279360" progId="Equation.DSMT4">
                  <p:embed/>
                </p:oleObj>
              </mc:Choice>
              <mc:Fallback>
                <p:oleObj name="Equation" r:id="rId12" imgW="234936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2815" y="3687298"/>
                        <a:ext cx="5519737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0212983"/>
              </p:ext>
            </p:extLst>
          </p:nvPr>
        </p:nvGraphicFramePr>
        <p:xfrm>
          <a:off x="2324778" y="4242370"/>
          <a:ext cx="5640387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361960" imgH="241200" progId="Equation.DSMT4">
                  <p:embed/>
                </p:oleObj>
              </mc:Choice>
              <mc:Fallback>
                <p:oleObj name="Equation" r:id="rId14" imgW="23619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778" y="4242370"/>
                        <a:ext cx="5640387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2543938"/>
              </p:ext>
            </p:extLst>
          </p:nvPr>
        </p:nvGraphicFramePr>
        <p:xfrm>
          <a:off x="2242815" y="4905100"/>
          <a:ext cx="7694612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276360" imgH="291960" progId="Equation.DSMT4">
                  <p:embed/>
                </p:oleObj>
              </mc:Choice>
              <mc:Fallback>
                <p:oleObj name="Equation" r:id="rId16" imgW="327636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2815" y="4905100"/>
                        <a:ext cx="7694612" cy="687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3935760" y="5517232"/>
          <a:ext cx="1584176" cy="9217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698400" imgH="406080" progId="Equation.DSMT4">
                  <p:embed/>
                </p:oleObj>
              </mc:Choice>
              <mc:Fallback>
                <p:oleObj name="Equation" r:id="rId18" imgW="6984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935760" y="5517232"/>
                        <a:ext cx="1584176" cy="9217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07650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2"/>
          <p:cNvGrpSpPr>
            <a:grpSpLocks/>
          </p:cNvGrpSpPr>
          <p:nvPr/>
        </p:nvGrpSpPr>
        <p:grpSpPr bwMode="auto">
          <a:xfrm>
            <a:off x="1271465" y="672942"/>
            <a:ext cx="9649072" cy="1469298"/>
            <a:chOff x="541" y="437"/>
            <a:chExt cx="5341" cy="4118"/>
          </a:xfrm>
        </p:grpSpPr>
        <p:sp>
          <p:nvSpPr>
            <p:cNvPr id="18" name="Rectangle 3"/>
            <p:cNvSpPr>
              <a:spLocks noChangeArrowheads="1"/>
            </p:cNvSpPr>
            <p:nvPr/>
          </p:nvSpPr>
          <p:spPr bwMode="auto">
            <a:xfrm>
              <a:off x="541" y="437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" name="Rectangle 4"/>
            <p:cNvSpPr>
              <a:spLocks noChangeArrowheads="1"/>
            </p:cNvSpPr>
            <p:nvPr/>
          </p:nvSpPr>
          <p:spPr bwMode="auto">
            <a:xfrm>
              <a:off x="659" y="603"/>
              <a:ext cx="5079" cy="3879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919536" y="795612"/>
            <a:ext cx="1184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推论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4697386"/>
              </p:ext>
            </p:extLst>
          </p:nvPr>
        </p:nvGraphicFramePr>
        <p:xfrm>
          <a:off x="3128106" y="851716"/>
          <a:ext cx="6702231" cy="627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84400" imgH="279360" progId="Equation.DSMT4">
                  <p:embed/>
                </p:oleObj>
              </mc:Choice>
              <mc:Fallback>
                <p:oleObj name="Equation" r:id="rId2" imgW="298440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128106" y="851716"/>
                        <a:ext cx="6702231" cy="6272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1584475"/>
              </p:ext>
            </p:extLst>
          </p:nvPr>
        </p:nvGraphicFramePr>
        <p:xfrm>
          <a:off x="1909014" y="1414601"/>
          <a:ext cx="2999309" cy="6663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57120" imgH="279360" progId="Equation.DSMT4">
                  <p:embed/>
                </p:oleObj>
              </mc:Choice>
              <mc:Fallback>
                <p:oleObj name="Equation" r:id="rId4" imgW="125712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09014" y="1414601"/>
                        <a:ext cx="2999309" cy="6663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919536" y="2047893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证明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7216272"/>
              </p:ext>
            </p:extLst>
          </p:nvPr>
        </p:nvGraphicFramePr>
        <p:xfrm>
          <a:off x="2822347" y="2082976"/>
          <a:ext cx="2634304" cy="6602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17440" imgH="279360" progId="Equation.DSMT4">
                  <p:embed/>
                </p:oleObj>
              </mc:Choice>
              <mc:Fallback>
                <p:oleObj name="Equation" r:id="rId6" imgW="11174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822347" y="2082976"/>
                        <a:ext cx="2634304" cy="6602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609806"/>
              </p:ext>
            </p:extLst>
          </p:nvPr>
        </p:nvGraphicFramePr>
        <p:xfrm>
          <a:off x="5470525" y="2084388"/>
          <a:ext cx="2087563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27000" imgH="241200" progId="Equation.DSMT4">
                  <p:embed/>
                </p:oleObj>
              </mc:Choice>
              <mc:Fallback>
                <p:oleObj name="Equation" r:id="rId8" imgW="9270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470525" y="2084388"/>
                        <a:ext cx="2087563" cy="54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9442601"/>
              </p:ext>
            </p:extLst>
          </p:nvPr>
        </p:nvGraphicFramePr>
        <p:xfrm>
          <a:off x="7593569" y="2097278"/>
          <a:ext cx="2398927" cy="4797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79280" imgH="215640" progId="Equation.DSMT4">
                  <p:embed/>
                </p:oleObj>
              </mc:Choice>
              <mc:Fallback>
                <p:oleObj name="Equation" r:id="rId10" imgW="10792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593569" y="2097278"/>
                        <a:ext cx="2398927" cy="4797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3078240"/>
              </p:ext>
            </p:extLst>
          </p:nvPr>
        </p:nvGraphicFramePr>
        <p:xfrm>
          <a:off x="1942946" y="2711225"/>
          <a:ext cx="1713458" cy="9969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98400" imgH="406080" progId="Equation.DSMT4">
                  <p:embed/>
                </p:oleObj>
              </mc:Choice>
              <mc:Fallback>
                <p:oleObj name="Equation" r:id="rId12" imgW="6984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942946" y="2711225"/>
                        <a:ext cx="1713458" cy="9969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8723683"/>
              </p:ext>
            </p:extLst>
          </p:nvPr>
        </p:nvGraphicFramePr>
        <p:xfrm>
          <a:off x="3791744" y="3039299"/>
          <a:ext cx="2233158" cy="4995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65160" imgH="215640" progId="Equation.DSMT4">
                  <p:embed/>
                </p:oleObj>
              </mc:Choice>
              <mc:Fallback>
                <p:oleObj name="Equation" r:id="rId14" imgW="9651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791744" y="3039299"/>
                        <a:ext cx="2233158" cy="4995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8451433"/>
              </p:ext>
            </p:extLst>
          </p:nvPr>
        </p:nvGraphicFramePr>
        <p:xfrm>
          <a:off x="6096001" y="3017304"/>
          <a:ext cx="2016224" cy="6336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888840" imgH="279360" progId="Equation.DSMT4">
                  <p:embed/>
                </p:oleObj>
              </mc:Choice>
              <mc:Fallback>
                <p:oleObj name="Equation" r:id="rId16" imgW="8888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096001" y="3017304"/>
                        <a:ext cx="2016224" cy="6336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3118664"/>
              </p:ext>
            </p:extLst>
          </p:nvPr>
        </p:nvGraphicFramePr>
        <p:xfrm>
          <a:off x="8262938" y="3011488"/>
          <a:ext cx="208915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927000" imgH="241200" progId="Equation.DSMT4">
                  <p:embed/>
                </p:oleObj>
              </mc:Choice>
              <mc:Fallback>
                <p:oleObj name="Equation" r:id="rId18" imgW="9270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8262938" y="3011488"/>
                        <a:ext cx="2089150" cy="542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6667872"/>
              </p:ext>
            </p:extLst>
          </p:nvPr>
        </p:nvGraphicFramePr>
        <p:xfrm>
          <a:off x="1948097" y="3725394"/>
          <a:ext cx="2779751" cy="10054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193760" imgH="431640" progId="Equation.DSMT4">
                  <p:embed/>
                </p:oleObj>
              </mc:Choice>
              <mc:Fallback>
                <p:oleObj name="Equation" r:id="rId20" imgW="11937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948097" y="3725394"/>
                        <a:ext cx="2779751" cy="10054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8201369"/>
              </p:ext>
            </p:extLst>
          </p:nvPr>
        </p:nvGraphicFramePr>
        <p:xfrm>
          <a:off x="4957860" y="4005647"/>
          <a:ext cx="3188572" cy="5265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384200" imgH="228600" progId="Equation.DSMT4">
                  <p:embed/>
                </p:oleObj>
              </mc:Choice>
              <mc:Fallback>
                <p:oleObj name="Equation" r:id="rId22" imgW="13842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957860" y="4005647"/>
                        <a:ext cx="3188572" cy="5265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2166891"/>
              </p:ext>
            </p:extLst>
          </p:nvPr>
        </p:nvGraphicFramePr>
        <p:xfrm>
          <a:off x="8263637" y="4034536"/>
          <a:ext cx="2224851" cy="497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965160" imgH="215640" progId="Equation.DSMT4">
                  <p:embed/>
                </p:oleObj>
              </mc:Choice>
              <mc:Fallback>
                <p:oleObj name="Equation" r:id="rId24" imgW="9651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8263637" y="4034536"/>
                        <a:ext cx="2224851" cy="4976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0516073"/>
              </p:ext>
            </p:extLst>
          </p:nvPr>
        </p:nvGraphicFramePr>
        <p:xfrm>
          <a:off x="2324936" y="4748084"/>
          <a:ext cx="3629125" cy="9715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612800" imgH="431640" progId="Equation.DSMT4">
                  <p:embed/>
                </p:oleObj>
              </mc:Choice>
              <mc:Fallback>
                <p:oleObj name="Equation" r:id="rId26" imgW="16128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2324936" y="4748084"/>
                        <a:ext cx="3629125" cy="9715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60008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2"/>
          <p:cNvGrpSpPr>
            <a:grpSpLocks/>
          </p:cNvGrpSpPr>
          <p:nvPr/>
        </p:nvGrpSpPr>
        <p:grpSpPr bwMode="auto">
          <a:xfrm>
            <a:off x="1343472" y="838519"/>
            <a:ext cx="9361040" cy="3951664"/>
            <a:chOff x="541" y="437"/>
            <a:chExt cx="5341" cy="4118"/>
          </a:xfrm>
        </p:grpSpPr>
        <p:sp>
          <p:nvSpPr>
            <p:cNvPr id="10" name="Rectangle 3"/>
            <p:cNvSpPr>
              <a:spLocks noChangeArrowheads="1"/>
            </p:cNvSpPr>
            <p:nvPr/>
          </p:nvSpPr>
          <p:spPr bwMode="auto">
            <a:xfrm>
              <a:off x="541" y="437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" name="Rectangle 4"/>
            <p:cNvSpPr>
              <a:spLocks noChangeArrowheads="1"/>
            </p:cNvSpPr>
            <p:nvPr/>
          </p:nvSpPr>
          <p:spPr bwMode="auto">
            <a:xfrm>
              <a:off x="659" y="603"/>
              <a:ext cx="5079" cy="3879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260102" name="Text Box 6"/>
          <p:cNvSpPr txBox="1">
            <a:spLocks noChangeArrowheads="1"/>
          </p:cNvSpPr>
          <p:nvPr/>
        </p:nvSpPr>
        <p:spPr bwMode="auto">
          <a:xfrm>
            <a:off x="2097641" y="1127887"/>
            <a:ext cx="331236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定理</a:t>
            </a:r>
            <a:r>
              <a:rPr lang="en-US" altLang="zh-CN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5(</a:t>
            </a:r>
            <a:r>
              <a:rPr lang="zh-CN" altLang="en-US" b="1" dirty="0">
                <a:solidFill>
                  <a:srgbClr val="FF0000"/>
                </a:solidFill>
                <a:latin typeface="宋体" charset="-122"/>
              </a:rPr>
              <a:t>四则运算</a:t>
            </a:r>
            <a:r>
              <a:rPr lang="en-US" altLang="zh-CN" b="1" dirty="0">
                <a:solidFill>
                  <a:srgbClr val="FF0000"/>
                </a:solidFill>
                <a:ea typeface="黑体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graphicFrame>
        <p:nvGraphicFramePr>
          <p:cNvPr id="26010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0347285"/>
              </p:ext>
            </p:extLst>
          </p:nvPr>
        </p:nvGraphicFramePr>
        <p:xfrm>
          <a:off x="5132843" y="1207419"/>
          <a:ext cx="4602162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17700" imgH="279400" progId="Equation.3">
                  <p:embed/>
                </p:oleObj>
              </mc:Choice>
              <mc:Fallback>
                <p:oleObj name="Equation" r:id="rId2" imgW="1917700" imgH="27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2843" y="1207419"/>
                        <a:ext cx="4602162" cy="65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010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6006912"/>
              </p:ext>
            </p:extLst>
          </p:nvPr>
        </p:nvGraphicFramePr>
        <p:xfrm>
          <a:off x="2207568" y="1848460"/>
          <a:ext cx="7013575" cy="2681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616200" imgH="1117600" progId="Equation.3">
                  <p:embed/>
                </p:oleObj>
              </mc:Choice>
              <mc:Fallback>
                <p:oleObj name="公式" r:id="rId4" imgW="2616200" imgH="1117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568" y="1848460"/>
                        <a:ext cx="7013575" cy="2681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010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7252435"/>
              </p:ext>
            </p:extLst>
          </p:nvPr>
        </p:nvGraphicFramePr>
        <p:xfrm>
          <a:off x="1396355" y="4850205"/>
          <a:ext cx="162242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28802" imgH="171334" progId="Equation.3">
                  <p:embed/>
                </p:oleObj>
              </mc:Choice>
              <mc:Fallback>
                <p:oleObj name="Equation" r:id="rId6" imgW="628802" imgH="1713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6355" y="4850205"/>
                        <a:ext cx="1622425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0108" name="Text Box 12"/>
          <p:cNvSpPr txBox="1">
            <a:spLocks noChangeArrowheads="1"/>
          </p:cNvSpPr>
          <p:nvPr/>
        </p:nvSpPr>
        <p:spPr bwMode="auto">
          <a:xfrm>
            <a:off x="1384489" y="5361173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注意</a:t>
            </a:r>
            <a:r>
              <a:rPr lang="en-US" altLang="zh-CN" sz="2800" b="1" dirty="0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:</a:t>
            </a:r>
          </a:p>
        </p:txBody>
      </p:sp>
      <p:sp>
        <p:nvSpPr>
          <p:cNvPr id="260109" name="Text Box 13"/>
          <p:cNvSpPr txBox="1">
            <a:spLocks noChangeArrowheads="1"/>
          </p:cNvSpPr>
          <p:nvPr/>
        </p:nvSpPr>
        <p:spPr bwMode="auto">
          <a:xfrm>
            <a:off x="2368731" y="5357066"/>
            <a:ext cx="810054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四则运算只对</a:t>
            </a:r>
            <a:r>
              <a:rPr lang="zh-CN" altLang="en-US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有限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个</a:t>
            </a:r>
            <a:r>
              <a:rPr lang="zh-CN" altLang="en-US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收敛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数列而言，否则不能用</a:t>
            </a: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. </a:t>
            </a:r>
          </a:p>
        </p:txBody>
      </p:sp>
      <p:sp>
        <p:nvSpPr>
          <p:cNvPr id="3" name="矩形 2"/>
          <p:cNvSpPr/>
          <p:nvPr/>
        </p:nvSpPr>
        <p:spPr>
          <a:xfrm>
            <a:off x="2097641" y="212893"/>
            <a:ext cx="3035202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/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 Century Schoolbook" panose="02040603050705020304" pitchFamily="18" charset="0"/>
              </a:rPr>
              <a:t>E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、四则运算</a:t>
            </a:r>
          </a:p>
        </p:txBody>
      </p:sp>
    </p:spTree>
    <p:extLst>
      <p:ext uri="{BB962C8B-B14F-4D97-AF65-F5344CB8AC3E}">
        <p14:creationId xmlns:p14="http://schemas.microsoft.com/office/powerpoint/2010/main" val="1218918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0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260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750"/>
                                        <p:tgtEl>
                                          <p:spTgt spid="260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0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0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260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0102" grpId="0" autoUpdateAnimBg="0"/>
      <p:bldP spid="260108" grpId="0" autoUpdateAnimBg="0"/>
      <p:bldP spid="260109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21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6168387"/>
              </p:ext>
            </p:extLst>
          </p:nvPr>
        </p:nvGraphicFramePr>
        <p:xfrm>
          <a:off x="2063553" y="748220"/>
          <a:ext cx="4740275" cy="973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76342" imgH="380897" progId="Equation.3">
                  <p:embed/>
                </p:oleObj>
              </mc:Choice>
              <mc:Fallback>
                <p:oleObj name="Equation" r:id="rId2" imgW="1876342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553" y="748220"/>
                        <a:ext cx="4740275" cy="973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2149" name="Object 5"/>
          <p:cNvGraphicFramePr>
            <a:graphicFrameLocks noChangeAspect="1"/>
          </p:cNvGraphicFramePr>
          <p:nvPr/>
        </p:nvGraphicFramePr>
        <p:xfrm>
          <a:off x="2063553" y="1805781"/>
          <a:ext cx="5024437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90859" imgH="380897" progId="Equation.3">
                  <p:embed/>
                </p:oleObj>
              </mc:Choice>
              <mc:Fallback>
                <p:oleObj name="Equation" r:id="rId4" imgW="1990859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553" y="1805781"/>
                        <a:ext cx="5024437" cy="973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2150" name="Object 6"/>
          <p:cNvGraphicFramePr>
            <a:graphicFrameLocks noChangeAspect="1"/>
          </p:cNvGraphicFramePr>
          <p:nvPr/>
        </p:nvGraphicFramePr>
        <p:xfrm>
          <a:off x="2135560" y="3072607"/>
          <a:ext cx="23368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14400" imgH="171334" progId="Equation.3">
                  <p:embed/>
                </p:oleObj>
              </mc:Choice>
              <mc:Fallback>
                <p:oleObj name="Equation" r:id="rId6" imgW="914400" imgH="1713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560" y="3072607"/>
                        <a:ext cx="233680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2151" name="Object 7"/>
          <p:cNvGraphicFramePr>
            <a:graphicFrameLocks noChangeAspect="1"/>
          </p:cNvGraphicFramePr>
          <p:nvPr/>
        </p:nvGraphicFramePr>
        <p:xfrm>
          <a:off x="4511824" y="3072607"/>
          <a:ext cx="788988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85598" imgH="171334" progId="Equation.3">
                  <p:embed/>
                </p:oleObj>
              </mc:Choice>
              <mc:Fallback>
                <p:oleObj name="Equation" r:id="rId8" imgW="285598" imgH="1713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824" y="3072607"/>
                        <a:ext cx="788988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2152" name="Text Box 8"/>
          <p:cNvSpPr txBox="1">
            <a:spLocks noChangeArrowheads="1"/>
          </p:cNvSpPr>
          <p:nvPr/>
        </p:nvSpPr>
        <p:spPr bwMode="auto">
          <a:xfrm>
            <a:off x="7010400" y="2058686"/>
            <a:ext cx="3505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无穷多个收敛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数列 </a:t>
            </a:r>
          </a:p>
        </p:txBody>
      </p:sp>
      <p:sp>
        <p:nvSpPr>
          <p:cNvPr id="262153" name="Text Box 9"/>
          <p:cNvSpPr txBox="1">
            <a:spLocks noChangeArrowheads="1"/>
          </p:cNvSpPr>
          <p:nvPr/>
        </p:nvSpPr>
        <p:spPr bwMode="auto">
          <a:xfrm>
            <a:off x="5927577" y="2926748"/>
            <a:ext cx="218464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这是错误的</a:t>
            </a:r>
            <a:r>
              <a:rPr lang="en-US" altLang="zh-CN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.</a:t>
            </a: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graphicFrame>
        <p:nvGraphicFramePr>
          <p:cNvPr id="262154" name="Object 10"/>
          <p:cNvGraphicFramePr>
            <a:graphicFrameLocks noChangeAspect="1"/>
          </p:cNvGraphicFramePr>
          <p:nvPr/>
        </p:nvGraphicFramePr>
        <p:xfrm>
          <a:off x="1847528" y="3501009"/>
          <a:ext cx="5499100" cy="973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81373" imgH="380897" progId="Equation.3">
                  <p:embed/>
                </p:oleObj>
              </mc:Choice>
              <mc:Fallback>
                <p:oleObj name="Equation" r:id="rId10" imgW="2181373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528" y="3501009"/>
                        <a:ext cx="5499100" cy="973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2155" name="Object 11"/>
          <p:cNvGraphicFramePr>
            <a:graphicFrameLocks noChangeAspect="1"/>
          </p:cNvGraphicFramePr>
          <p:nvPr/>
        </p:nvGraphicFramePr>
        <p:xfrm>
          <a:off x="7262019" y="3501009"/>
          <a:ext cx="3001963" cy="973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81259" imgH="380897" progId="Equation.3">
                  <p:embed/>
                </p:oleObj>
              </mc:Choice>
              <mc:Fallback>
                <p:oleObj name="Equation" r:id="rId12" imgW="1181259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2019" y="3501009"/>
                        <a:ext cx="3001963" cy="973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2156" name="Object 12"/>
          <p:cNvGraphicFramePr>
            <a:graphicFrameLocks noChangeAspect="1"/>
          </p:cNvGraphicFramePr>
          <p:nvPr/>
        </p:nvGraphicFramePr>
        <p:xfrm>
          <a:off x="3431704" y="4869160"/>
          <a:ext cx="2274888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85944" imgH="380897" progId="Equation.3">
                  <p:embed/>
                </p:oleObj>
              </mc:Choice>
              <mc:Fallback>
                <p:oleObj name="Equation" r:id="rId14" imgW="885944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1704" y="4869160"/>
                        <a:ext cx="2274888" cy="973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2157" name="Object 13"/>
          <p:cNvGraphicFramePr>
            <a:graphicFrameLocks noChangeAspect="1"/>
          </p:cNvGraphicFramePr>
          <p:nvPr/>
        </p:nvGraphicFramePr>
        <p:xfrm>
          <a:off x="5678488" y="4437113"/>
          <a:ext cx="1865313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23886" imgH="542848" progId="Equation.3">
                  <p:embed/>
                </p:oleObj>
              </mc:Choice>
              <mc:Fallback>
                <p:oleObj name="Equation" r:id="rId16" imgW="723886" imgH="54284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8488" y="4437113"/>
                        <a:ext cx="1865313" cy="136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2158" name="Object 14"/>
          <p:cNvGraphicFramePr>
            <a:graphicFrameLocks noChangeAspect="1"/>
          </p:cNvGraphicFramePr>
          <p:nvPr/>
        </p:nvGraphicFramePr>
        <p:xfrm>
          <a:off x="7680177" y="4797152"/>
          <a:ext cx="949325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52573" imgH="380897" progId="Equation.3">
                  <p:embed/>
                </p:oleObj>
              </mc:Choice>
              <mc:Fallback>
                <p:oleObj name="Equation" r:id="rId18" imgW="352573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0177" y="4797152"/>
                        <a:ext cx="949325" cy="973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6255911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62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62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262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262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2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262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262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262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262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262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62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152" grpId="0" autoUpdateAnimBg="0"/>
      <p:bldP spid="262153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228" name="Text Box 4"/>
          <p:cNvSpPr txBox="1">
            <a:spLocks noChangeArrowheads="1"/>
          </p:cNvSpPr>
          <p:nvPr/>
        </p:nvSpPr>
        <p:spPr bwMode="auto">
          <a:xfrm>
            <a:off x="2127126" y="248652"/>
            <a:ext cx="3097039" cy="5191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</a:rPr>
              <a:t>12 </a:t>
            </a:r>
            <a:r>
              <a:rPr lang="zh-CN" altLang="en-US" sz="2800" b="1" dirty="0"/>
              <a:t>求下列极限</a:t>
            </a:r>
          </a:p>
        </p:txBody>
      </p:sp>
      <p:graphicFrame>
        <p:nvGraphicFramePr>
          <p:cNvPr id="4362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2200266"/>
              </p:ext>
            </p:extLst>
          </p:nvPr>
        </p:nvGraphicFramePr>
        <p:xfrm>
          <a:off x="1905000" y="641351"/>
          <a:ext cx="6921500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52570" imgH="428509" progId="Equation.3">
                  <p:embed/>
                </p:oleObj>
              </mc:Choice>
              <mc:Fallback>
                <p:oleObj name="Equation" r:id="rId2" imgW="2752570" imgH="42850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641351"/>
                        <a:ext cx="6921500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6231" name="Text Box 7"/>
          <p:cNvSpPr txBox="1">
            <a:spLocks noChangeArrowheads="1"/>
          </p:cNvSpPr>
          <p:nvPr/>
        </p:nvSpPr>
        <p:spPr bwMode="auto">
          <a:xfrm>
            <a:off x="1905000" y="3048001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436232" name="Object 8"/>
          <p:cNvGraphicFramePr>
            <a:graphicFrameLocks noChangeAspect="1"/>
          </p:cNvGraphicFramePr>
          <p:nvPr/>
        </p:nvGraphicFramePr>
        <p:xfrm>
          <a:off x="2454276" y="2819401"/>
          <a:ext cx="7680325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57601" imgH="428509" progId="Equation.3">
                  <p:embed/>
                </p:oleObj>
              </mc:Choice>
              <mc:Fallback>
                <p:oleObj name="Equation" r:id="rId4" imgW="3057601" imgH="42850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4276" y="2819401"/>
                        <a:ext cx="7680325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233" name="Object 9"/>
          <p:cNvGraphicFramePr>
            <a:graphicFrameLocks noChangeAspect="1"/>
          </p:cNvGraphicFramePr>
          <p:nvPr/>
        </p:nvGraphicFramePr>
        <p:xfrm>
          <a:off x="2779713" y="3860801"/>
          <a:ext cx="7332662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14628" imgH="428509" progId="Equation.3">
                  <p:embed/>
                </p:oleObj>
              </mc:Choice>
              <mc:Fallback>
                <p:oleObj name="Equation" r:id="rId6" imgW="2914628" imgH="42850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9713" y="3860801"/>
                        <a:ext cx="7332662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234" name="Object 10"/>
          <p:cNvGraphicFramePr>
            <a:graphicFrameLocks noChangeAspect="1"/>
          </p:cNvGraphicFramePr>
          <p:nvPr/>
        </p:nvGraphicFramePr>
        <p:xfrm>
          <a:off x="2711451" y="4797426"/>
          <a:ext cx="790575" cy="167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85598" imgH="666917" progId="Equation.3">
                  <p:embed/>
                </p:oleObj>
              </mc:Choice>
              <mc:Fallback>
                <p:oleObj name="公式" r:id="rId8" imgW="285598" imgH="66691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1" y="4797426"/>
                        <a:ext cx="790575" cy="167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235" name="Object 11"/>
          <p:cNvGraphicFramePr>
            <a:graphicFrameLocks noChangeAspect="1"/>
          </p:cNvGraphicFramePr>
          <p:nvPr/>
        </p:nvGraphicFramePr>
        <p:xfrm>
          <a:off x="4672013" y="4941888"/>
          <a:ext cx="1136650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428571" imgH="171334" progId="Equation.3">
                  <p:embed/>
                </p:oleObj>
              </mc:Choice>
              <mc:Fallback>
                <p:oleObj name="公式" r:id="rId10" imgW="428571" imgH="1713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2013" y="4941888"/>
                        <a:ext cx="1136650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236" name="Object 12"/>
          <p:cNvGraphicFramePr>
            <a:graphicFrameLocks noChangeAspect="1"/>
          </p:cNvGraphicFramePr>
          <p:nvPr/>
        </p:nvGraphicFramePr>
        <p:xfrm>
          <a:off x="3216275" y="4868864"/>
          <a:ext cx="1106488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419201" imgH="200179" progId="Equation.3">
                  <p:embed/>
                </p:oleObj>
              </mc:Choice>
              <mc:Fallback>
                <p:oleObj name="公式" r:id="rId12" imgW="419201" imgH="2001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5" y="4868864"/>
                        <a:ext cx="1106488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237" name="Object 13"/>
          <p:cNvGraphicFramePr>
            <a:graphicFrameLocks noChangeAspect="1"/>
          </p:cNvGraphicFramePr>
          <p:nvPr/>
        </p:nvGraphicFramePr>
        <p:xfrm>
          <a:off x="4655840" y="5445224"/>
          <a:ext cx="1136650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428571" imgH="171334" progId="Equation.3">
                  <p:embed/>
                </p:oleObj>
              </mc:Choice>
              <mc:Fallback>
                <p:oleObj name="公式" r:id="rId14" imgW="428571" imgH="1713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5840" y="5445224"/>
                        <a:ext cx="1136650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238" name="Object 14"/>
          <p:cNvGraphicFramePr>
            <a:graphicFrameLocks noChangeAspect="1"/>
          </p:cNvGraphicFramePr>
          <p:nvPr/>
        </p:nvGraphicFramePr>
        <p:xfrm>
          <a:off x="3359151" y="5462588"/>
          <a:ext cx="473075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62059" imgH="171334" progId="Equation.3">
                  <p:embed/>
                </p:oleObj>
              </mc:Choice>
              <mc:Fallback>
                <p:oleObj name="公式" r:id="rId16" imgW="162059" imgH="1713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1" y="5462588"/>
                        <a:ext cx="473075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239" name="Object 15"/>
          <p:cNvGraphicFramePr>
            <a:graphicFrameLocks noChangeAspect="1"/>
          </p:cNvGraphicFramePr>
          <p:nvPr/>
        </p:nvGraphicFramePr>
        <p:xfrm>
          <a:off x="4656138" y="5949950"/>
          <a:ext cx="1136650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428571" imgH="152567" progId="Equation.3">
                  <p:embed/>
                </p:oleObj>
              </mc:Choice>
              <mc:Fallback>
                <p:oleObj name="公式" r:id="rId18" imgW="428571" imgH="15256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6138" y="5949950"/>
                        <a:ext cx="1136650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6240" name="Object 16"/>
          <p:cNvGraphicFramePr>
            <a:graphicFrameLocks noChangeAspect="1"/>
          </p:cNvGraphicFramePr>
          <p:nvPr/>
        </p:nvGraphicFramePr>
        <p:xfrm>
          <a:off x="3287714" y="6056314"/>
          <a:ext cx="50482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71428" imgH="133453" progId="Equation.3">
                  <p:embed/>
                </p:oleObj>
              </mc:Choice>
              <mc:Fallback>
                <p:oleObj name="公式" r:id="rId20" imgW="171428" imgH="13345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4" y="6056314"/>
                        <a:ext cx="50482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239963" y="1628776"/>
          <a:ext cx="6919912" cy="120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831760" imgH="507960" progId="Equation.DSMT4">
                  <p:embed/>
                </p:oleObj>
              </mc:Choice>
              <mc:Fallback>
                <p:oleObj name="Equation" r:id="rId22" imgW="283176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239963" y="1628776"/>
                        <a:ext cx="6919912" cy="1203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69879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436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6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436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436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36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36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36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36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36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36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36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6231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4197" name="Object 5"/>
          <p:cNvGraphicFramePr>
            <a:graphicFrameLocks noChangeAspect="1"/>
          </p:cNvGraphicFramePr>
          <p:nvPr/>
        </p:nvGraphicFramePr>
        <p:xfrm>
          <a:off x="2063553" y="1412776"/>
          <a:ext cx="4295775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95544" imgH="276289" progId="Equation.3">
                  <p:embed/>
                </p:oleObj>
              </mc:Choice>
              <mc:Fallback>
                <p:oleObj name="Equation" r:id="rId2" imgW="1695544" imgH="27628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553" y="1412776"/>
                        <a:ext cx="4295775" cy="731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1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1255940"/>
              </p:ext>
            </p:extLst>
          </p:nvPr>
        </p:nvGraphicFramePr>
        <p:xfrm>
          <a:off x="2245423" y="1999284"/>
          <a:ext cx="2880320" cy="10420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90629" imgH="428509" progId="Equation.3">
                  <p:embed/>
                </p:oleObj>
              </mc:Choice>
              <mc:Fallback>
                <p:oleObj name="Equation" r:id="rId4" imgW="1190629" imgH="42850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5423" y="1999284"/>
                        <a:ext cx="2880320" cy="10420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19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4928532"/>
              </p:ext>
            </p:extLst>
          </p:nvPr>
        </p:nvGraphicFramePr>
        <p:xfrm>
          <a:off x="5027829" y="2060848"/>
          <a:ext cx="2952328" cy="1411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57257" imgH="609574" progId="Equation.3">
                  <p:embed/>
                </p:oleObj>
              </mc:Choice>
              <mc:Fallback>
                <p:oleObj name="Equation" r:id="rId6" imgW="1257257" imgH="60957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7829" y="2060848"/>
                        <a:ext cx="2952328" cy="14114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20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780911"/>
              </p:ext>
            </p:extLst>
          </p:nvPr>
        </p:nvGraphicFramePr>
        <p:xfrm>
          <a:off x="7824886" y="2051255"/>
          <a:ext cx="864096" cy="8916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52573" imgH="380897" progId="Equation.3">
                  <p:embed/>
                </p:oleObj>
              </mc:Choice>
              <mc:Fallback>
                <p:oleObj name="Equation" r:id="rId8" imgW="352573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4886" y="2051255"/>
                        <a:ext cx="864096" cy="8916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406381"/>
              </p:ext>
            </p:extLst>
          </p:nvPr>
        </p:nvGraphicFramePr>
        <p:xfrm>
          <a:off x="2093174" y="3489741"/>
          <a:ext cx="1787525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49160" imgH="330120" progId="Equation.DSMT4">
                  <p:embed/>
                </p:oleObj>
              </mc:Choice>
              <mc:Fallback>
                <p:oleObj name="Equation" r:id="rId10" imgW="74916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093174" y="3489741"/>
                        <a:ext cx="1787525" cy="788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063552" y="404665"/>
          <a:ext cx="4398962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828800" imgH="419040" progId="Equation.DSMT4">
                  <p:embed/>
                </p:oleObj>
              </mc:Choice>
              <mc:Fallback>
                <p:oleObj name="Equation" r:id="rId12" imgW="182880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063552" y="404665"/>
                        <a:ext cx="4398962" cy="1008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7428297"/>
              </p:ext>
            </p:extLst>
          </p:nvPr>
        </p:nvGraphicFramePr>
        <p:xfrm>
          <a:off x="2107903" y="4575597"/>
          <a:ext cx="3168975" cy="6584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09400" imgH="291960" progId="Equation.DSMT4">
                  <p:embed/>
                </p:oleObj>
              </mc:Choice>
              <mc:Fallback>
                <p:oleObj name="Equation" r:id="rId14" imgW="140940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107903" y="4575597"/>
                        <a:ext cx="3168975" cy="6584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8512233"/>
              </p:ext>
            </p:extLst>
          </p:nvPr>
        </p:nvGraphicFramePr>
        <p:xfrm>
          <a:off x="2567609" y="5301160"/>
          <a:ext cx="3894906" cy="926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815840" imgH="431640" progId="Equation.DSMT4">
                  <p:embed/>
                </p:oleObj>
              </mc:Choice>
              <mc:Fallback>
                <p:oleObj name="Equation" r:id="rId16" imgW="18158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567609" y="5301160"/>
                        <a:ext cx="3894906" cy="926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6384032" y="476672"/>
          <a:ext cx="3456384" cy="864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625400" imgH="406080" progId="Equation.DSMT4">
                  <p:embed/>
                </p:oleObj>
              </mc:Choice>
              <mc:Fallback>
                <p:oleObj name="Equation" r:id="rId18" imgW="16254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384032" y="476672"/>
                        <a:ext cx="3456384" cy="8640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6215321"/>
              </p:ext>
            </p:extLst>
          </p:nvPr>
        </p:nvGraphicFramePr>
        <p:xfrm>
          <a:off x="3725107" y="3595785"/>
          <a:ext cx="2448272" cy="8563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091880" imgH="380880" progId="Equation.DSMT4">
                  <p:embed/>
                </p:oleObj>
              </mc:Choice>
              <mc:Fallback>
                <p:oleObj name="Equation" r:id="rId20" imgW="10918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725107" y="3595785"/>
                        <a:ext cx="2448272" cy="8563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7754568"/>
              </p:ext>
            </p:extLst>
          </p:nvPr>
        </p:nvGraphicFramePr>
        <p:xfrm>
          <a:off x="6229962" y="3573017"/>
          <a:ext cx="3500391" cy="100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587240" imgH="457200" progId="Equation.DSMT4">
                  <p:embed/>
                </p:oleObj>
              </mc:Choice>
              <mc:Fallback>
                <p:oleObj name="Equation" r:id="rId22" imgW="158724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229962" y="3573017"/>
                        <a:ext cx="3500391" cy="1008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6192561"/>
              </p:ext>
            </p:extLst>
          </p:nvPr>
        </p:nvGraphicFramePr>
        <p:xfrm>
          <a:off x="5276877" y="4401617"/>
          <a:ext cx="4913511" cy="9715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247840" imgH="444240" progId="Equation.DSMT4">
                  <p:embed/>
                </p:oleObj>
              </mc:Choice>
              <mc:Fallback>
                <p:oleObj name="Equation" r:id="rId24" imgW="22478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5276877" y="4401617"/>
                        <a:ext cx="4913511" cy="9715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7558455"/>
              </p:ext>
            </p:extLst>
          </p:nvPr>
        </p:nvGraphicFramePr>
        <p:xfrm>
          <a:off x="6846037" y="1334042"/>
          <a:ext cx="4836629" cy="7848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895480" imgH="469800" progId="Equation.DSMT4">
                  <p:embed/>
                </p:oleObj>
              </mc:Choice>
              <mc:Fallback>
                <p:oleObj name="Equation" r:id="rId26" imgW="289548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6846037" y="1334042"/>
                        <a:ext cx="4836629" cy="784891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ln w="19050"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8854761"/>
              </p:ext>
            </p:extLst>
          </p:nvPr>
        </p:nvGraphicFramePr>
        <p:xfrm>
          <a:off x="8988586" y="2297157"/>
          <a:ext cx="2635940" cy="497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815840" imgH="342720" progId="Equation.DSMT4">
                  <p:embed/>
                </p:oleObj>
              </mc:Choice>
              <mc:Fallback>
                <p:oleObj name="Equation" r:id="rId28" imgW="18158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8988586" y="2297157"/>
                        <a:ext cx="2635940" cy="497695"/>
                      </a:xfrm>
                      <a:prstGeom prst="rect">
                        <a:avLst/>
                      </a:prstGeom>
                      <a:ln w="19050"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29063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4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4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4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4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631504" y="83671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数列敛散的性质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0596372"/>
              </p:ext>
            </p:extLst>
          </p:nvPr>
        </p:nvGraphicFramePr>
        <p:xfrm>
          <a:off x="1703512" y="1484784"/>
          <a:ext cx="65722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82880" imgH="228600" progId="Equation.DSMT4">
                  <p:embed/>
                </p:oleObj>
              </mc:Choice>
              <mc:Fallback>
                <p:oleObj name="Equation" r:id="rId2" imgW="28828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03512" y="1484784"/>
                        <a:ext cx="657225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8440751"/>
              </p:ext>
            </p:extLst>
          </p:nvPr>
        </p:nvGraphicFramePr>
        <p:xfrm>
          <a:off x="1629956" y="2773220"/>
          <a:ext cx="67754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71800" imgH="228600" progId="Equation.DSMT4">
                  <p:embed/>
                </p:oleObj>
              </mc:Choice>
              <mc:Fallback>
                <p:oleObj name="Equation" r:id="rId4" imgW="29718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29956" y="2773220"/>
                        <a:ext cx="677545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4076098"/>
              </p:ext>
            </p:extLst>
          </p:nvPr>
        </p:nvGraphicFramePr>
        <p:xfrm>
          <a:off x="1629956" y="4005064"/>
          <a:ext cx="72961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200400" imgH="228600" progId="Equation.DSMT4">
                  <p:embed/>
                </p:oleObj>
              </mc:Choice>
              <mc:Fallback>
                <p:oleObj name="Equation" r:id="rId6" imgW="32004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629956" y="4005064"/>
                        <a:ext cx="729615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0200622"/>
              </p:ext>
            </p:extLst>
          </p:nvPr>
        </p:nvGraphicFramePr>
        <p:xfrm>
          <a:off x="3503712" y="2141121"/>
          <a:ext cx="2642237" cy="4697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43000" imgH="203040" progId="Equation.DSMT4">
                  <p:embed/>
                </p:oleObj>
              </mc:Choice>
              <mc:Fallback>
                <p:oleObj name="Equation" r:id="rId8" imgW="11430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503712" y="2141121"/>
                        <a:ext cx="2642237" cy="4697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8549169"/>
              </p:ext>
            </p:extLst>
          </p:nvPr>
        </p:nvGraphicFramePr>
        <p:xfrm>
          <a:off x="3504589" y="3366012"/>
          <a:ext cx="2642237" cy="4697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43000" imgH="203040" progId="Equation.DSMT4">
                  <p:embed/>
                </p:oleObj>
              </mc:Choice>
              <mc:Fallback>
                <p:oleObj name="Equation" r:id="rId10" imgW="11430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504589" y="3366012"/>
                        <a:ext cx="2642237" cy="4697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5506272"/>
              </p:ext>
            </p:extLst>
          </p:nvPr>
        </p:nvGraphicFramePr>
        <p:xfrm>
          <a:off x="3415923" y="4695085"/>
          <a:ext cx="2817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18960" imgH="203040" progId="Equation.DSMT4">
                  <p:embed/>
                </p:oleObj>
              </mc:Choice>
              <mc:Fallback>
                <p:oleObj name="Equation" r:id="rId12" imgW="12189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415923" y="4695085"/>
                        <a:ext cx="2817813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5683376"/>
              </p:ext>
            </p:extLst>
          </p:nvPr>
        </p:nvGraphicFramePr>
        <p:xfrm>
          <a:off x="2059016" y="5236908"/>
          <a:ext cx="4079745" cy="5099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828800" imgH="228600" progId="Equation.DSMT4">
                  <p:embed/>
                </p:oleObj>
              </mc:Choice>
              <mc:Fallback>
                <p:oleObj name="Equation" r:id="rId14" imgW="18288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059016" y="5236908"/>
                        <a:ext cx="4079745" cy="5099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1947822"/>
              </p:ext>
            </p:extLst>
          </p:nvPr>
        </p:nvGraphicFramePr>
        <p:xfrm>
          <a:off x="6106015" y="5227501"/>
          <a:ext cx="4339494" cy="5072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955520" imgH="228600" progId="Equation.DSMT4">
                  <p:embed/>
                </p:oleObj>
              </mc:Choice>
              <mc:Fallback>
                <p:oleObj name="Equation" r:id="rId16" imgW="19555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106015" y="5227501"/>
                        <a:ext cx="4339494" cy="5072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1515277" y="5248031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</a:p>
        </p:txBody>
      </p:sp>
    </p:spTree>
    <p:extLst>
      <p:ext uri="{BB962C8B-B14F-4D97-AF65-F5344CB8AC3E}">
        <p14:creationId xmlns:p14="http://schemas.microsoft.com/office/powerpoint/2010/main" val="1835133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effectLst/>
      </a:spPr>
      <a:bodyPr wrap="square">
        <a:spAutoFit/>
        <a:scene3d>
          <a:camera prst="orthographicFront"/>
          <a:lightRig rig="glow" dir="tl">
            <a:rot lat="0" lon="0" rev="5400000"/>
          </a:lightRig>
        </a:scene3d>
        <a:sp3d contourW="12700">
          <a:bevelT w="25400" h="25400"/>
          <a:contourClr>
            <a:schemeClr val="accent6">
              <a:shade val="73000"/>
            </a:schemeClr>
          </a:contourClr>
        </a:sp3d>
      </a:bodyPr>
      <a:lstStyle>
        <a:defPPr algn="ctr">
          <a:defRPr sz="4400" b="1" dirty="0" smtClean="0">
            <a:ln w="11430"/>
            <a:solidFill>
              <a:srgbClr val="002060"/>
            </a:solidFill>
            <a:effectLst>
              <a:outerShdw blurRad="80000" dist="40000" dir="5040000" algn="tl">
                <a:srgbClr val="000000">
                  <a:alpha val="30000"/>
                </a:srgbClr>
              </a:outerShdw>
            </a:effectLst>
            <a:latin typeface="等线" panose="02010600030101010101" pitchFamily="2" charset="-122"/>
            <a:ea typeface="等线" panose="02010600030101010101" pitchFamily="2" charset="-122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6905</TotalTime>
  <Words>260</Words>
  <Application>Microsoft Office PowerPoint</Application>
  <PresentationFormat>宽屏</PresentationFormat>
  <Paragraphs>66</Paragraphs>
  <Slides>21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21</vt:i4>
      </vt:variant>
    </vt:vector>
  </HeadingPairs>
  <TitlesOfParts>
    <vt:vector size="35" baseType="lpstr">
      <vt:lpstr>New Century Schoolbook</vt:lpstr>
      <vt:lpstr>黑体</vt:lpstr>
      <vt:lpstr>华文楷体</vt:lpstr>
      <vt:lpstr>宋体</vt:lpstr>
      <vt:lpstr>Arial</vt:lpstr>
      <vt:lpstr>Arial Black</vt:lpstr>
      <vt:lpstr>Calibri</vt:lpstr>
      <vt:lpstr>Times New Roman</vt:lpstr>
      <vt:lpstr>Verdana</vt:lpstr>
      <vt:lpstr>Office 主题</vt:lpstr>
      <vt:lpstr>公式</vt:lpstr>
      <vt:lpstr>Equation</vt:lpstr>
      <vt:lpstr>Document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*</dc:creator>
  <cp:lastModifiedBy>尔里德 李</cp:lastModifiedBy>
  <cp:revision>214</cp:revision>
  <dcterms:created xsi:type="dcterms:W3CDTF">2009-06-13T01:14:34Z</dcterms:created>
  <dcterms:modified xsi:type="dcterms:W3CDTF">2023-10-05T07:23:32Z</dcterms:modified>
</cp:coreProperties>
</file>