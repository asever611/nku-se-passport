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97" r:id="rId14"/>
    <p:sldId id="298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BE929-B6C2-4E30-BBF7-02E6EB00DC7F}" type="datetimeFigureOut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5415A6-18A1-4007-A65C-C33099C386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66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5415A6-18A1-4007-A65C-C33099C3869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185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EE3B2-FD47-4623-AAF6-93DF8A173726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580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C8A95-DE19-4645-8FD2-7713F66560DF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974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701A6-CD89-4B37-B82B-C6BBAB79BAA6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692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64B1F-0D7C-4E81-8ADD-72F0E789E765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171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63549-5DC9-44E4-BD1D-0365BEA48EF5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805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07181-E9E0-4434-A691-30E4FC107B03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40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40D9E-986A-40C0-B0CE-A03EB8BDDA76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021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0DFFF-4822-48D7-84C3-2E5C0D74B1DB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541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E5ED-EDB0-4F0F-AD0C-54BFA5E7AD17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144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832EC-0894-4E59-B8E0-983AEC46CDF1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529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7F084-186E-4D70-B34D-58D55EDCB3D5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3790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3638"/>
            <a:ext cx="28448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E8A05460-8A66-44F9-9A9D-3B1D549915DA}" type="datetime1">
              <a:rPr lang="zh-CN" altLang="en-US" smtClean="0"/>
              <a:t>2024/4/14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E14F49-929D-4F05-89E8-66031DDD09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7148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F1BBF8-FA28-4766-BC40-8E2B21CE5362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16512-86D6-43A6-8CC6-2BB03FFAE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998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26" Type="http://schemas.openxmlformats.org/officeDocument/2006/relationships/image" Target="../media/image13.wmf"/><Relationship Id="rId3" Type="http://schemas.openxmlformats.org/officeDocument/2006/relationships/image" Target="../media/image1.wmf"/><Relationship Id="rId21" Type="http://schemas.openxmlformats.org/officeDocument/2006/relationships/oleObject" Target="../embeddings/oleObject10.bin"/><Relationship Id="rId7" Type="http://schemas.openxmlformats.org/officeDocument/2006/relationships/image" Target="../media/image3.wmf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oleObject" Target="../embeddings/oleObject1.bin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29" Type="http://schemas.openxmlformats.org/officeDocument/2006/relationships/oleObject" Target="../embeddings/oleObject14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2.wmf"/><Relationship Id="rId5" Type="http://schemas.openxmlformats.org/officeDocument/2006/relationships/image" Target="../media/image2.wmf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4.emf"/><Relationship Id="rId10" Type="http://schemas.openxmlformats.org/officeDocument/2006/relationships/image" Target="../media/image5.png"/><Relationship Id="rId19" Type="http://schemas.openxmlformats.org/officeDocument/2006/relationships/oleObject" Target="../embeddings/oleObject9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4" Type="http://schemas.openxmlformats.org/officeDocument/2006/relationships/image" Target="../media/image7.wmf"/><Relationship Id="rId22" Type="http://schemas.openxmlformats.org/officeDocument/2006/relationships/image" Target="../media/image11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5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20.bin"/><Relationship Id="rId18" Type="http://schemas.openxmlformats.org/officeDocument/2006/relationships/oleObject" Target="../embeddings/oleObject23.bin"/><Relationship Id="rId26" Type="http://schemas.openxmlformats.org/officeDocument/2006/relationships/oleObject" Target="../embeddings/oleObject27.bin"/><Relationship Id="rId3" Type="http://schemas.openxmlformats.org/officeDocument/2006/relationships/image" Target="../media/image16.wmf"/><Relationship Id="rId21" Type="http://schemas.openxmlformats.org/officeDocument/2006/relationships/image" Target="../media/image13.wmf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22.bin"/><Relationship Id="rId25" Type="http://schemas.openxmlformats.org/officeDocument/2006/relationships/image" Target="../media/image6.wmf"/><Relationship Id="rId2" Type="http://schemas.openxmlformats.org/officeDocument/2006/relationships/oleObject" Target="../embeddings/oleObject15.bin"/><Relationship Id="rId16" Type="http://schemas.openxmlformats.org/officeDocument/2006/relationships/image" Target="../media/image21.wmf"/><Relationship Id="rId20" Type="http://schemas.openxmlformats.org/officeDocument/2006/relationships/oleObject" Target="../embeddings/oleObject24.bin"/><Relationship Id="rId29" Type="http://schemas.openxmlformats.org/officeDocument/2006/relationships/image" Target="../media/image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9.bin"/><Relationship Id="rId24" Type="http://schemas.openxmlformats.org/officeDocument/2006/relationships/oleObject" Target="../embeddings/oleObject26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23" Type="http://schemas.openxmlformats.org/officeDocument/2006/relationships/image" Target="../media/image22.wmf"/><Relationship Id="rId28" Type="http://schemas.openxmlformats.org/officeDocument/2006/relationships/oleObject" Target="../embeddings/oleObject28.bin"/><Relationship Id="rId10" Type="http://schemas.openxmlformats.org/officeDocument/2006/relationships/image" Target="../media/image19.wmf"/><Relationship Id="rId19" Type="http://schemas.openxmlformats.org/officeDocument/2006/relationships/image" Target="../media/image12.wmf"/><Relationship Id="rId31" Type="http://schemas.openxmlformats.org/officeDocument/2006/relationships/image" Target="../media/image9.wmf"/><Relationship Id="rId4" Type="http://schemas.openxmlformats.org/officeDocument/2006/relationships/image" Target="../media/image5.png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0.wmf"/><Relationship Id="rId22" Type="http://schemas.openxmlformats.org/officeDocument/2006/relationships/oleObject" Target="../embeddings/oleObject25.bin"/><Relationship Id="rId27" Type="http://schemas.openxmlformats.org/officeDocument/2006/relationships/image" Target="../media/image7.wmf"/><Relationship Id="rId30" Type="http://schemas.openxmlformats.org/officeDocument/2006/relationships/oleObject" Target="../embeddings/oleObject29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7.wmf"/><Relationship Id="rId18" Type="http://schemas.openxmlformats.org/officeDocument/2006/relationships/image" Target="../media/image5.png"/><Relationship Id="rId26" Type="http://schemas.openxmlformats.org/officeDocument/2006/relationships/image" Target="../media/image29.wmf"/><Relationship Id="rId3" Type="http://schemas.openxmlformats.org/officeDocument/2006/relationships/image" Target="../media/image23.wmf"/><Relationship Id="rId21" Type="http://schemas.openxmlformats.org/officeDocument/2006/relationships/oleObject" Target="../embeddings/oleObject39.bin"/><Relationship Id="rId7" Type="http://schemas.openxmlformats.org/officeDocument/2006/relationships/image" Target="../media/image25.wmf"/><Relationship Id="rId12" Type="http://schemas.openxmlformats.org/officeDocument/2006/relationships/oleObject" Target="../embeddings/oleObject35.bin"/><Relationship Id="rId17" Type="http://schemas.openxmlformats.org/officeDocument/2006/relationships/image" Target="../media/image9.wmf"/><Relationship Id="rId25" Type="http://schemas.openxmlformats.org/officeDocument/2006/relationships/oleObject" Target="../embeddings/oleObject41.bin"/><Relationship Id="rId2" Type="http://schemas.openxmlformats.org/officeDocument/2006/relationships/oleObject" Target="../embeddings/oleObject30.bin"/><Relationship Id="rId16" Type="http://schemas.openxmlformats.org/officeDocument/2006/relationships/oleObject" Target="../embeddings/oleObject37.bin"/><Relationship Id="rId20" Type="http://schemas.openxmlformats.org/officeDocument/2006/relationships/image" Target="../media/image26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6.wmf"/><Relationship Id="rId24" Type="http://schemas.openxmlformats.org/officeDocument/2006/relationships/image" Target="../media/image28.emf"/><Relationship Id="rId5" Type="http://schemas.openxmlformats.org/officeDocument/2006/relationships/image" Target="../media/image24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40.bin"/><Relationship Id="rId10" Type="http://schemas.openxmlformats.org/officeDocument/2006/relationships/oleObject" Target="../embeddings/oleObject34.bin"/><Relationship Id="rId19" Type="http://schemas.openxmlformats.org/officeDocument/2006/relationships/oleObject" Target="../embeddings/oleObject38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13.wmf"/><Relationship Id="rId14" Type="http://schemas.openxmlformats.org/officeDocument/2006/relationships/oleObject" Target="../embeddings/oleObject36.bin"/><Relationship Id="rId22" Type="http://schemas.openxmlformats.org/officeDocument/2006/relationships/image" Target="../media/image27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48.bin"/><Relationship Id="rId18" Type="http://schemas.openxmlformats.org/officeDocument/2006/relationships/image" Target="../media/image36.wmf"/><Relationship Id="rId26" Type="http://schemas.openxmlformats.org/officeDocument/2006/relationships/image" Target="../media/image40.wmf"/><Relationship Id="rId3" Type="http://schemas.openxmlformats.org/officeDocument/2006/relationships/image" Target="../media/image30.wmf"/><Relationship Id="rId21" Type="http://schemas.openxmlformats.org/officeDocument/2006/relationships/oleObject" Target="../embeddings/oleObject52.bin"/><Relationship Id="rId7" Type="http://schemas.openxmlformats.org/officeDocument/2006/relationships/oleObject" Target="../embeddings/oleObject44.bin"/><Relationship Id="rId12" Type="http://schemas.openxmlformats.org/officeDocument/2006/relationships/oleObject" Target="../embeddings/oleObject47.bin"/><Relationship Id="rId17" Type="http://schemas.openxmlformats.org/officeDocument/2006/relationships/oleObject" Target="../embeddings/oleObject50.bin"/><Relationship Id="rId25" Type="http://schemas.openxmlformats.org/officeDocument/2006/relationships/oleObject" Target="../embeddings/oleObject54.bin"/><Relationship Id="rId2" Type="http://schemas.openxmlformats.org/officeDocument/2006/relationships/oleObject" Target="../embeddings/oleObject42.bin"/><Relationship Id="rId16" Type="http://schemas.openxmlformats.org/officeDocument/2006/relationships/image" Target="../media/image35.wmf"/><Relationship Id="rId20" Type="http://schemas.openxmlformats.org/officeDocument/2006/relationships/image" Target="../media/image37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oleObject" Target="../embeddings/oleObject46.bin"/><Relationship Id="rId24" Type="http://schemas.openxmlformats.org/officeDocument/2006/relationships/image" Target="../media/image39.wmf"/><Relationship Id="rId5" Type="http://schemas.openxmlformats.org/officeDocument/2006/relationships/image" Target="../media/image31.wmf"/><Relationship Id="rId15" Type="http://schemas.openxmlformats.org/officeDocument/2006/relationships/oleObject" Target="../embeddings/oleObject49.bin"/><Relationship Id="rId23" Type="http://schemas.openxmlformats.org/officeDocument/2006/relationships/oleObject" Target="../embeddings/oleObject53.bin"/><Relationship Id="rId10" Type="http://schemas.openxmlformats.org/officeDocument/2006/relationships/image" Target="../media/image33.wmf"/><Relationship Id="rId19" Type="http://schemas.openxmlformats.org/officeDocument/2006/relationships/oleObject" Target="../embeddings/oleObject51.bin"/><Relationship Id="rId4" Type="http://schemas.openxmlformats.org/officeDocument/2006/relationships/oleObject" Target="../embeddings/oleObject43.bin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34.wmf"/><Relationship Id="rId22" Type="http://schemas.openxmlformats.org/officeDocument/2006/relationships/image" Target="../media/image38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13" Type="http://schemas.openxmlformats.org/officeDocument/2006/relationships/oleObject" Target="../embeddings/oleObject61.bin"/><Relationship Id="rId18" Type="http://schemas.openxmlformats.org/officeDocument/2006/relationships/oleObject" Target="../embeddings/oleObject63.bin"/><Relationship Id="rId26" Type="http://schemas.openxmlformats.org/officeDocument/2006/relationships/image" Target="../media/image46.wmf"/><Relationship Id="rId3" Type="http://schemas.openxmlformats.org/officeDocument/2006/relationships/image" Target="../media/image30.wmf"/><Relationship Id="rId21" Type="http://schemas.openxmlformats.org/officeDocument/2006/relationships/oleObject" Target="../embeddings/oleObject65.bin"/><Relationship Id="rId7" Type="http://schemas.openxmlformats.org/officeDocument/2006/relationships/image" Target="../media/image42.wmf"/><Relationship Id="rId12" Type="http://schemas.openxmlformats.org/officeDocument/2006/relationships/image" Target="../media/image43.wmf"/><Relationship Id="rId17" Type="http://schemas.openxmlformats.org/officeDocument/2006/relationships/image" Target="../media/image5.png"/><Relationship Id="rId25" Type="http://schemas.openxmlformats.org/officeDocument/2006/relationships/oleObject" Target="../embeddings/oleObject67.bin"/><Relationship Id="rId2" Type="http://schemas.openxmlformats.org/officeDocument/2006/relationships/oleObject" Target="../embeddings/oleObject55.bin"/><Relationship Id="rId16" Type="http://schemas.openxmlformats.org/officeDocument/2006/relationships/image" Target="../media/image45.wmf"/><Relationship Id="rId20" Type="http://schemas.openxmlformats.org/officeDocument/2006/relationships/image" Target="../media/image35.wmf"/><Relationship Id="rId29" Type="http://schemas.openxmlformats.org/officeDocument/2006/relationships/oleObject" Target="../embeddings/oleObject6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7.bin"/><Relationship Id="rId11" Type="http://schemas.openxmlformats.org/officeDocument/2006/relationships/oleObject" Target="../embeddings/oleObject60.bin"/><Relationship Id="rId24" Type="http://schemas.openxmlformats.org/officeDocument/2006/relationships/image" Target="../media/image37.wmf"/><Relationship Id="rId32" Type="http://schemas.openxmlformats.org/officeDocument/2006/relationships/image" Target="../media/image49.wmf"/><Relationship Id="rId5" Type="http://schemas.openxmlformats.org/officeDocument/2006/relationships/image" Target="../media/image41.wmf"/><Relationship Id="rId15" Type="http://schemas.openxmlformats.org/officeDocument/2006/relationships/oleObject" Target="../embeddings/oleObject62.bin"/><Relationship Id="rId23" Type="http://schemas.openxmlformats.org/officeDocument/2006/relationships/oleObject" Target="../embeddings/oleObject66.bin"/><Relationship Id="rId28" Type="http://schemas.openxmlformats.org/officeDocument/2006/relationships/image" Target="../media/image47.wmf"/><Relationship Id="rId10" Type="http://schemas.openxmlformats.org/officeDocument/2006/relationships/oleObject" Target="../embeddings/oleObject59.bin"/><Relationship Id="rId19" Type="http://schemas.openxmlformats.org/officeDocument/2006/relationships/oleObject" Target="../embeddings/oleObject64.bin"/><Relationship Id="rId31" Type="http://schemas.openxmlformats.org/officeDocument/2006/relationships/oleObject" Target="../embeddings/oleObject70.bin"/><Relationship Id="rId4" Type="http://schemas.openxmlformats.org/officeDocument/2006/relationships/oleObject" Target="../embeddings/oleObject56.bin"/><Relationship Id="rId9" Type="http://schemas.openxmlformats.org/officeDocument/2006/relationships/image" Target="../media/image33.wmf"/><Relationship Id="rId14" Type="http://schemas.openxmlformats.org/officeDocument/2006/relationships/image" Target="../media/image44.wmf"/><Relationship Id="rId22" Type="http://schemas.openxmlformats.org/officeDocument/2006/relationships/image" Target="../media/image36.wmf"/><Relationship Id="rId27" Type="http://schemas.openxmlformats.org/officeDocument/2006/relationships/oleObject" Target="../embeddings/oleObject68.bin"/><Relationship Id="rId30" Type="http://schemas.openxmlformats.org/officeDocument/2006/relationships/image" Target="../media/image48.wmf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5.wmf"/><Relationship Id="rId18" Type="http://schemas.openxmlformats.org/officeDocument/2006/relationships/oleObject" Target="../embeddings/oleObject79.bin"/><Relationship Id="rId26" Type="http://schemas.openxmlformats.org/officeDocument/2006/relationships/oleObject" Target="../embeddings/oleObject83.bin"/><Relationship Id="rId39" Type="http://schemas.openxmlformats.org/officeDocument/2006/relationships/image" Target="../media/image65.wmf"/><Relationship Id="rId21" Type="http://schemas.openxmlformats.org/officeDocument/2006/relationships/image" Target="../media/image59.wmf"/><Relationship Id="rId34" Type="http://schemas.openxmlformats.org/officeDocument/2006/relationships/oleObject" Target="../embeddings/oleObject88.bin"/><Relationship Id="rId42" Type="http://schemas.openxmlformats.org/officeDocument/2006/relationships/oleObject" Target="../embeddings/oleObject94.bin"/><Relationship Id="rId47" Type="http://schemas.openxmlformats.org/officeDocument/2006/relationships/image" Target="../media/image69.wmf"/><Relationship Id="rId50" Type="http://schemas.openxmlformats.org/officeDocument/2006/relationships/oleObject" Target="../embeddings/oleObject98.bin"/><Relationship Id="rId55" Type="http://schemas.openxmlformats.org/officeDocument/2006/relationships/image" Target="../media/image73.wmf"/><Relationship Id="rId7" Type="http://schemas.openxmlformats.org/officeDocument/2006/relationships/image" Target="../media/image52.wmf"/><Relationship Id="rId2" Type="http://schemas.openxmlformats.org/officeDocument/2006/relationships/oleObject" Target="../embeddings/oleObject71.bin"/><Relationship Id="rId16" Type="http://schemas.openxmlformats.org/officeDocument/2006/relationships/oleObject" Target="../embeddings/oleObject78.bin"/><Relationship Id="rId29" Type="http://schemas.openxmlformats.org/officeDocument/2006/relationships/image" Target="../media/image63.wmf"/><Relationship Id="rId11" Type="http://schemas.openxmlformats.org/officeDocument/2006/relationships/image" Target="../media/image54.wmf"/><Relationship Id="rId24" Type="http://schemas.openxmlformats.org/officeDocument/2006/relationships/oleObject" Target="../embeddings/oleObject82.bin"/><Relationship Id="rId32" Type="http://schemas.openxmlformats.org/officeDocument/2006/relationships/oleObject" Target="../embeddings/oleObject86.bin"/><Relationship Id="rId37" Type="http://schemas.openxmlformats.org/officeDocument/2006/relationships/oleObject" Target="../embeddings/oleObject91.bin"/><Relationship Id="rId40" Type="http://schemas.openxmlformats.org/officeDocument/2006/relationships/oleObject" Target="../embeddings/oleObject93.bin"/><Relationship Id="rId45" Type="http://schemas.openxmlformats.org/officeDocument/2006/relationships/image" Target="../media/image68.wmf"/><Relationship Id="rId53" Type="http://schemas.openxmlformats.org/officeDocument/2006/relationships/image" Target="../media/image72.wmf"/><Relationship Id="rId58" Type="http://schemas.openxmlformats.org/officeDocument/2006/relationships/oleObject" Target="../embeddings/oleObject102.bin"/><Relationship Id="rId5" Type="http://schemas.openxmlformats.org/officeDocument/2006/relationships/image" Target="../media/image51.wmf"/><Relationship Id="rId61" Type="http://schemas.openxmlformats.org/officeDocument/2006/relationships/image" Target="../media/image76.wmf"/><Relationship Id="rId19" Type="http://schemas.openxmlformats.org/officeDocument/2006/relationships/image" Target="../media/image58.wmf"/><Relationship Id="rId14" Type="http://schemas.openxmlformats.org/officeDocument/2006/relationships/oleObject" Target="../embeddings/oleObject77.bin"/><Relationship Id="rId22" Type="http://schemas.openxmlformats.org/officeDocument/2006/relationships/oleObject" Target="../embeddings/oleObject81.bin"/><Relationship Id="rId27" Type="http://schemas.openxmlformats.org/officeDocument/2006/relationships/image" Target="../media/image62.wmf"/><Relationship Id="rId30" Type="http://schemas.openxmlformats.org/officeDocument/2006/relationships/oleObject" Target="../embeddings/oleObject85.bin"/><Relationship Id="rId35" Type="http://schemas.openxmlformats.org/officeDocument/2006/relationships/oleObject" Target="../embeddings/oleObject89.bin"/><Relationship Id="rId43" Type="http://schemas.openxmlformats.org/officeDocument/2006/relationships/image" Target="../media/image67.wmf"/><Relationship Id="rId48" Type="http://schemas.openxmlformats.org/officeDocument/2006/relationships/oleObject" Target="../embeddings/oleObject97.bin"/><Relationship Id="rId56" Type="http://schemas.openxmlformats.org/officeDocument/2006/relationships/oleObject" Target="../embeddings/oleObject101.bin"/><Relationship Id="rId8" Type="http://schemas.openxmlformats.org/officeDocument/2006/relationships/oleObject" Target="../embeddings/oleObject74.bin"/><Relationship Id="rId51" Type="http://schemas.openxmlformats.org/officeDocument/2006/relationships/image" Target="../media/image71.wmf"/><Relationship Id="rId3" Type="http://schemas.openxmlformats.org/officeDocument/2006/relationships/image" Target="../media/image50.wmf"/><Relationship Id="rId12" Type="http://schemas.openxmlformats.org/officeDocument/2006/relationships/oleObject" Target="../embeddings/oleObject76.bin"/><Relationship Id="rId17" Type="http://schemas.openxmlformats.org/officeDocument/2006/relationships/image" Target="../media/image57.wmf"/><Relationship Id="rId25" Type="http://schemas.openxmlformats.org/officeDocument/2006/relationships/image" Target="../media/image61.wmf"/><Relationship Id="rId33" Type="http://schemas.openxmlformats.org/officeDocument/2006/relationships/oleObject" Target="../embeddings/oleObject87.bin"/><Relationship Id="rId38" Type="http://schemas.openxmlformats.org/officeDocument/2006/relationships/oleObject" Target="../embeddings/oleObject92.bin"/><Relationship Id="rId46" Type="http://schemas.openxmlformats.org/officeDocument/2006/relationships/oleObject" Target="../embeddings/oleObject96.bin"/><Relationship Id="rId59" Type="http://schemas.openxmlformats.org/officeDocument/2006/relationships/image" Target="../media/image75.wmf"/><Relationship Id="rId20" Type="http://schemas.openxmlformats.org/officeDocument/2006/relationships/oleObject" Target="../embeddings/oleObject80.bin"/><Relationship Id="rId41" Type="http://schemas.openxmlformats.org/officeDocument/2006/relationships/image" Target="../media/image66.wmf"/><Relationship Id="rId54" Type="http://schemas.openxmlformats.org/officeDocument/2006/relationships/oleObject" Target="../embeddings/oleObject10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3.bin"/><Relationship Id="rId15" Type="http://schemas.openxmlformats.org/officeDocument/2006/relationships/image" Target="../media/image56.wmf"/><Relationship Id="rId23" Type="http://schemas.openxmlformats.org/officeDocument/2006/relationships/image" Target="../media/image60.wmf"/><Relationship Id="rId28" Type="http://schemas.openxmlformats.org/officeDocument/2006/relationships/oleObject" Target="../embeddings/oleObject84.bin"/><Relationship Id="rId36" Type="http://schemas.openxmlformats.org/officeDocument/2006/relationships/oleObject" Target="../embeddings/oleObject90.bin"/><Relationship Id="rId49" Type="http://schemas.openxmlformats.org/officeDocument/2006/relationships/image" Target="../media/image70.wmf"/><Relationship Id="rId57" Type="http://schemas.openxmlformats.org/officeDocument/2006/relationships/image" Target="../media/image74.wmf"/><Relationship Id="rId10" Type="http://schemas.openxmlformats.org/officeDocument/2006/relationships/oleObject" Target="../embeddings/oleObject75.bin"/><Relationship Id="rId31" Type="http://schemas.openxmlformats.org/officeDocument/2006/relationships/image" Target="../media/image64.wmf"/><Relationship Id="rId44" Type="http://schemas.openxmlformats.org/officeDocument/2006/relationships/oleObject" Target="../embeddings/oleObject95.bin"/><Relationship Id="rId52" Type="http://schemas.openxmlformats.org/officeDocument/2006/relationships/oleObject" Target="../embeddings/oleObject99.bin"/><Relationship Id="rId60" Type="http://schemas.openxmlformats.org/officeDocument/2006/relationships/oleObject" Target="../embeddings/oleObject103.bin"/><Relationship Id="rId4" Type="http://schemas.openxmlformats.org/officeDocument/2006/relationships/oleObject" Target="../embeddings/oleObject72.bin"/><Relationship Id="rId9" Type="http://schemas.openxmlformats.org/officeDocument/2006/relationships/image" Target="../media/image53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image" Target="../media/image77.emf"/><Relationship Id="rId7" Type="http://schemas.openxmlformats.org/officeDocument/2006/relationships/oleObject" Target="../embeddings/oleObject106.bin"/><Relationship Id="rId2" Type="http://schemas.openxmlformats.org/officeDocument/2006/relationships/oleObject" Target="../embeddings/oleObject10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emf"/><Relationship Id="rId5" Type="http://schemas.openxmlformats.org/officeDocument/2006/relationships/oleObject" Target="../embeddings/oleObject105.bin"/><Relationship Id="rId10" Type="http://schemas.openxmlformats.org/officeDocument/2006/relationships/image" Target="../media/image80.wmf"/><Relationship Id="rId4" Type="http://schemas.openxmlformats.org/officeDocument/2006/relationships/image" Target="../media/image5.png"/><Relationship Id="rId9" Type="http://schemas.openxmlformats.org/officeDocument/2006/relationships/oleObject" Target="../embeddings/oleObject10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1.bin"/><Relationship Id="rId3" Type="http://schemas.openxmlformats.org/officeDocument/2006/relationships/image" Target="../media/image81.wmf"/><Relationship Id="rId7" Type="http://schemas.openxmlformats.org/officeDocument/2006/relationships/image" Target="../media/image83.wmf"/><Relationship Id="rId2" Type="http://schemas.openxmlformats.org/officeDocument/2006/relationships/oleObject" Target="../embeddings/oleObject10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0.bin"/><Relationship Id="rId5" Type="http://schemas.openxmlformats.org/officeDocument/2006/relationships/image" Target="../media/image82.wmf"/><Relationship Id="rId10" Type="http://schemas.openxmlformats.org/officeDocument/2006/relationships/image" Target="../media/image85.png"/><Relationship Id="rId4" Type="http://schemas.openxmlformats.org/officeDocument/2006/relationships/oleObject" Target="../embeddings/oleObject109.bin"/><Relationship Id="rId9" Type="http://schemas.openxmlformats.org/officeDocument/2006/relationships/image" Target="../media/image84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5.bin"/><Relationship Id="rId13" Type="http://schemas.openxmlformats.org/officeDocument/2006/relationships/image" Target="../media/image91.wmf"/><Relationship Id="rId18" Type="http://schemas.openxmlformats.org/officeDocument/2006/relationships/oleObject" Target="../embeddings/oleObject120.bin"/><Relationship Id="rId3" Type="http://schemas.openxmlformats.org/officeDocument/2006/relationships/image" Target="../media/image86.wmf"/><Relationship Id="rId21" Type="http://schemas.openxmlformats.org/officeDocument/2006/relationships/image" Target="../media/image95.wmf"/><Relationship Id="rId7" Type="http://schemas.openxmlformats.org/officeDocument/2006/relationships/image" Target="../media/image88.wmf"/><Relationship Id="rId12" Type="http://schemas.openxmlformats.org/officeDocument/2006/relationships/oleObject" Target="../embeddings/oleObject117.bin"/><Relationship Id="rId17" Type="http://schemas.openxmlformats.org/officeDocument/2006/relationships/image" Target="../media/image93.wmf"/><Relationship Id="rId25" Type="http://schemas.openxmlformats.org/officeDocument/2006/relationships/image" Target="../media/image97.wmf"/><Relationship Id="rId2" Type="http://schemas.openxmlformats.org/officeDocument/2006/relationships/oleObject" Target="../embeddings/oleObject112.bin"/><Relationship Id="rId16" Type="http://schemas.openxmlformats.org/officeDocument/2006/relationships/oleObject" Target="../embeddings/oleObject119.bin"/><Relationship Id="rId20" Type="http://schemas.openxmlformats.org/officeDocument/2006/relationships/oleObject" Target="../embeddings/oleObject12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4.bin"/><Relationship Id="rId11" Type="http://schemas.openxmlformats.org/officeDocument/2006/relationships/image" Target="../media/image90.wmf"/><Relationship Id="rId24" Type="http://schemas.openxmlformats.org/officeDocument/2006/relationships/oleObject" Target="../embeddings/oleObject123.bin"/><Relationship Id="rId5" Type="http://schemas.openxmlformats.org/officeDocument/2006/relationships/image" Target="../media/image87.wmf"/><Relationship Id="rId15" Type="http://schemas.openxmlformats.org/officeDocument/2006/relationships/image" Target="../media/image92.wmf"/><Relationship Id="rId23" Type="http://schemas.openxmlformats.org/officeDocument/2006/relationships/image" Target="../media/image96.wmf"/><Relationship Id="rId10" Type="http://schemas.openxmlformats.org/officeDocument/2006/relationships/oleObject" Target="../embeddings/oleObject116.bin"/><Relationship Id="rId19" Type="http://schemas.openxmlformats.org/officeDocument/2006/relationships/image" Target="../media/image94.wmf"/><Relationship Id="rId4" Type="http://schemas.openxmlformats.org/officeDocument/2006/relationships/oleObject" Target="../embeddings/oleObject113.bin"/><Relationship Id="rId9" Type="http://schemas.openxmlformats.org/officeDocument/2006/relationships/image" Target="../media/image89.wmf"/><Relationship Id="rId14" Type="http://schemas.openxmlformats.org/officeDocument/2006/relationships/oleObject" Target="../embeddings/oleObject118.bin"/><Relationship Id="rId22" Type="http://schemas.openxmlformats.org/officeDocument/2006/relationships/oleObject" Target="../embeddings/oleObject122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6.bin"/><Relationship Id="rId13" Type="http://schemas.openxmlformats.org/officeDocument/2006/relationships/oleObject" Target="../embeddings/oleObject128.bin"/><Relationship Id="rId3" Type="http://schemas.openxmlformats.org/officeDocument/2006/relationships/oleObject" Target="../embeddings/oleObject124.bin"/><Relationship Id="rId7" Type="http://schemas.openxmlformats.org/officeDocument/2006/relationships/image" Target="../media/image99.wmf"/><Relationship Id="rId12" Type="http://schemas.openxmlformats.org/officeDocument/2006/relationships/image" Target="../media/image102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5.bin"/><Relationship Id="rId11" Type="http://schemas.openxmlformats.org/officeDocument/2006/relationships/oleObject" Target="../embeddings/oleObject127.bin"/><Relationship Id="rId5" Type="http://schemas.openxmlformats.org/officeDocument/2006/relationships/image" Target="../media/image5.png"/><Relationship Id="rId10" Type="http://schemas.openxmlformats.org/officeDocument/2006/relationships/image" Target="../media/image101.png"/><Relationship Id="rId4" Type="http://schemas.openxmlformats.org/officeDocument/2006/relationships/image" Target="../media/image98.emf"/><Relationship Id="rId9" Type="http://schemas.openxmlformats.org/officeDocument/2006/relationships/image" Target="../media/image100.wmf"/><Relationship Id="rId14" Type="http://schemas.openxmlformats.org/officeDocument/2006/relationships/image" Target="../media/image103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2.bin"/><Relationship Id="rId13" Type="http://schemas.openxmlformats.org/officeDocument/2006/relationships/image" Target="../media/image109.wmf"/><Relationship Id="rId18" Type="http://schemas.openxmlformats.org/officeDocument/2006/relationships/oleObject" Target="../embeddings/oleObject136.bin"/><Relationship Id="rId3" Type="http://schemas.openxmlformats.org/officeDocument/2006/relationships/image" Target="../media/image104.wmf"/><Relationship Id="rId21" Type="http://schemas.openxmlformats.org/officeDocument/2006/relationships/image" Target="../media/image113.wmf"/><Relationship Id="rId7" Type="http://schemas.openxmlformats.org/officeDocument/2006/relationships/image" Target="../media/image106.wmf"/><Relationship Id="rId12" Type="http://schemas.openxmlformats.org/officeDocument/2006/relationships/oleObject" Target="../embeddings/oleObject134.bin"/><Relationship Id="rId17" Type="http://schemas.openxmlformats.org/officeDocument/2006/relationships/image" Target="../media/image111.emf"/><Relationship Id="rId2" Type="http://schemas.openxmlformats.org/officeDocument/2006/relationships/oleObject" Target="../embeddings/oleObject129.bin"/><Relationship Id="rId16" Type="http://schemas.openxmlformats.org/officeDocument/2006/relationships/oleObject" Target="../embeddings/oleObject135.bin"/><Relationship Id="rId20" Type="http://schemas.openxmlformats.org/officeDocument/2006/relationships/oleObject" Target="../embeddings/oleObject13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1.bin"/><Relationship Id="rId11" Type="http://schemas.openxmlformats.org/officeDocument/2006/relationships/image" Target="../media/image108.wmf"/><Relationship Id="rId5" Type="http://schemas.openxmlformats.org/officeDocument/2006/relationships/image" Target="../media/image105.wmf"/><Relationship Id="rId15" Type="http://schemas.openxmlformats.org/officeDocument/2006/relationships/image" Target="../media/image5.png"/><Relationship Id="rId10" Type="http://schemas.openxmlformats.org/officeDocument/2006/relationships/oleObject" Target="../embeddings/oleObject133.bin"/><Relationship Id="rId19" Type="http://schemas.openxmlformats.org/officeDocument/2006/relationships/image" Target="../media/image112.emf"/><Relationship Id="rId4" Type="http://schemas.openxmlformats.org/officeDocument/2006/relationships/oleObject" Target="../embeddings/oleObject130.bin"/><Relationship Id="rId9" Type="http://schemas.openxmlformats.org/officeDocument/2006/relationships/image" Target="../media/image107.wmf"/><Relationship Id="rId14" Type="http://schemas.openxmlformats.org/officeDocument/2006/relationships/image" Target="../media/image1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1.bin"/><Relationship Id="rId13" Type="http://schemas.openxmlformats.org/officeDocument/2006/relationships/image" Target="../media/image119.wmf"/><Relationship Id="rId3" Type="http://schemas.openxmlformats.org/officeDocument/2006/relationships/image" Target="../media/image114.wmf"/><Relationship Id="rId7" Type="http://schemas.openxmlformats.org/officeDocument/2006/relationships/image" Target="../media/image116.wmf"/><Relationship Id="rId12" Type="http://schemas.openxmlformats.org/officeDocument/2006/relationships/oleObject" Target="../embeddings/oleObject143.bin"/><Relationship Id="rId17" Type="http://schemas.openxmlformats.org/officeDocument/2006/relationships/image" Target="../media/image121.wmf"/><Relationship Id="rId2" Type="http://schemas.openxmlformats.org/officeDocument/2006/relationships/oleObject" Target="../embeddings/oleObject138.bin"/><Relationship Id="rId16" Type="http://schemas.openxmlformats.org/officeDocument/2006/relationships/oleObject" Target="../embeddings/oleObject14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0.bin"/><Relationship Id="rId11" Type="http://schemas.openxmlformats.org/officeDocument/2006/relationships/image" Target="../media/image118.wmf"/><Relationship Id="rId5" Type="http://schemas.openxmlformats.org/officeDocument/2006/relationships/image" Target="../media/image115.wmf"/><Relationship Id="rId15" Type="http://schemas.openxmlformats.org/officeDocument/2006/relationships/image" Target="../media/image120.wmf"/><Relationship Id="rId10" Type="http://schemas.openxmlformats.org/officeDocument/2006/relationships/oleObject" Target="../embeddings/oleObject142.bin"/><Relationship Id="rId4" Type="http://schemas.openxmlformats.org/officeDocument/2006/relationships/oleObject" Target="../embeddings/oleObject139.bin"/><Relationship Id="rId9" Type="http://schemas.openxmlformats.org/officeDocument/2006/relationships/image" Target="../media/image117.wmf"/><Relationship Id="rId14" Type="http://schemas.openxmlformats.org/officeDocument/2006/relationships/oleObject" Target="../embeddings/oleObject144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9.bin"/><Relationship Id="rId13" Type="http://schemas.openxmlformats.org/officeDocument/2006/relationships/image" Target="../media/image124.wmf"/><Relationship Id="rId18" Type="http://schemas.openxmlformats.org/officeDocument/2006/relationships/oleObject" Target="../embeddings/oleObject153.bin"/><Relationship Id="rId3" Type="http://schemas.openxmlformats.org/officeDocument/2006/relationships/image" Target="../media/image104.wmf"/><Relationship Id="rId21" Type="http://schemas.openxmlformats.org/officeDocument/2006/relationships/image" Target="../media/image125.wmf"/><Relationship Id="rId7" Type="http://schemas.openxmlformats.org/officeDocument/2006/relationships/image" Target="../media/image122.wmf"/><Relationship Id="rId12" Type="http://schemas.openxmlformats.org/officeDocument/2006/relationships/oleObject" Target="../embeddings/oleObject151.bin"/><Relationship Id="rId17" Type="http://schemas.openxmlformats.org/officeDocument/2006/relationships/image" Target="../media/image111.emf"/><Relationship Id="rId2" Type="http://schemas.openxmlformats.org/officeDocument/2006/relationships/oleObject" Target="../embeddings/oleObject146.bin"/><Relationship Id="rId16" Type="http://schemas.openxmlformats.org/officeDocument/2006/relationships/oleObject" Target="../embeddings/oleObject152.bin"/><Relationship Id="rId20" Type="http://schemas.openxmlformats.org/officeDocument/2006/relationships/oleObject" Target="../embeddings/oleObject15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8.bin"/><Relationship Id="rId11" Type="http://schemas.openxmlformats.org/officeDocument/2006/relationships/image" Target="../media/image123.wmf"/><Relationship Id="rId5" Type="http://schemas.openxmlformats.org/officeDocument/2006/relationships/image" Target="../media/image105.wmf"/><Relationship Id="rId15" Type="http://schemas.openxmlformats.org/officeDocument/2006/relationships/image" Target="../media/image5.png"/><Relationship Id="rId10" Type="http://schemas.openxmlformats.org/officeDocument/2006/relationships/oleObject" Target="../embeddings/oleObject150.bin"/><Relationship Id="rId19" Type="http://schemas.openxmlformats.org/officeDocument/2006/relationships/image" Target="../media/image112.emf"/><Relationship Id="rId4" Type="http://schemas.openxmlformats.org/officeDocument/2006/relationships/oleObject" Target="../embeddings/oleObject147.bin"/><Relationship Id="rId9" Type="http://schemas.openxmlformats.org/officeDocument/2006/relationships/image" Target="../media/image107.wmf"/><Relationship Id="rId14" Type="http://schemas.openxmlformats.org/officeDocument/2006/relationships/image" Target="../media/image1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8.bin"/><Relationship Id="rId13" Type="http://schemas.openxmlformats.org/officeDocument/2006/relationships/image" Target="../media/image131.wmf"/><Relationship Id="rId3" Type="http://schemas.openxmlformats.org/officeDocument/2006/relationships/image" Target="../media/image126.wmf"/><Relationship Id="rId7" Type="http://schemas.openxmlformats.org/officeDocument/2006/relationships/image" Target="../media/image128.wmf"/><Relationship Id="rId12" Type="http://schemas.openxmlformats.org/officeDocument/2006/relationships/oleObject" Target="../embeddings/oleObject160.bin"/><Relationship Id="rId17" Type="http://schemas.openxmlformats.org/officeDocument/2006/relationships/image" Target="../media/image133.wmf"/><Relationship Id="rId2" Type="http://schemas.openxmlformats.org/officeDocument/2006/relationships/oleObject" Target="../embeddings/oleObject155.bin"/><Relationship Id="rId16" Type="http://schemas.openxmlformats.org/officeDocument/2006/relationships/oleObject" Target="../embeddings/oleObject16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7.bin"/><Relationship Id="rId11" Type="http://schemas.openxmlformats.org/officeDocument/2006/relationships/image" Target="../media/image130.wmf"/><Relationship Id="rId5" Type="http://schemas.openxmlformats.org/officeDocument/2006/relationships/image" Target="../media/image127.wmf"/><Relationship Id="rId15" Type="http://schemas.openxmlformats.org/officeDocument/2006/relationships/image" Target="../media/image132.wmf"/><Relationship Id="rId10" Type="http://schemas.openxmlformats.org/officeDocument/2006/relationships/oleObject" Target="../embeddings/oleObject159.bin"/><Relationship Id="rId4" Type="http://schemas.openxmlformats.org/officeDocument/2006/relationships/oleObject" Target="../embeddings/oleObject156.bin"/><Relationship Id="rId9" Type="http://schemas.openxmlformats.org/officeDocument/2006/relationships/image" Target="../media/image129.wmf"/><Relationship Id="rId14" Type="http://schemas.openxmlformats.org/officeDocument/2006/relationships/oleObject" Target="../embeddings/oleObject161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6.bin"/><Relationship Id="rId13" Type="http://schemas.openxmlformats.org/officeDocument/2006/relationships/image" Target="../media/image139.wmf"/><Relationship Id="rId3" Type="http://schemas.openxmlformats.org/officeDocument/2006/relationships/image" Target="../media/image134.wmf"/><Relationship Id="rId7" Type="http://schemas.openxmlformats.org/officeDocument/2006/relationships/image" Target="../media/image136.wmf"/><Relationship Id="rId12" Type="http://schemas.openxmlformats.org/officeDocument/2006/relationships/oleObject" Target="../embeddings/oleObject168.bin"/><Relationship Id="rId2" Type="http://schemas.openxmlformats.org/officeDocument/2006/relationships/oleObject" Target="../embeddings/oleObject16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5.bin"/><Relationship Id="rId11" Type="http://schemas.openxmlformats.org/officeDocument/2006/relationships/image" Target="../media/image138.wmf"/><Relationship Id="rId5" Type="http://schemas.openxmlformats.org/officeDocument/2006/relationships/image" Target="../media/image135.wmf"/><Relationship Id="rId10" Type="http://schemas.openxmlformats.org/officeDocument/2006/relationships/oleObject" Target="../embeddings/oleObject167.bin"/><Relationship Id="rId4" Type="http://schemas.openxmlformats.org/officeDocument/2006/relationships/oleObject" Target="../embeddings/oleObject164.bin"/><Relationship Id="rId9" Type="http://schemas.openxmlformats.org/officeDocument/2006/relationships/image" Target="../media/image137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9.bin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0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wmf"/><Relationship Id="rId7" Type="http://schemas.openxmlformats.org/officeDocument/2006/relationships/image" Target="../media/image143.wmf"/><Relationship Id="rId2" Type="http://schemas.openxmlformats.org/officeDocument/2006/relationships/oleObject" Target="../embeddings/oleObject170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172.bin"/><Relationship Id="rId5" Type="http://schemas.openxmlformats.org/officeDocument/2006/relationships/image" Target="../media/image142.wmf"/><Relationship Id="rId4" Type="http://schemas.openxmlformats.org/officeDocument/2006/relationships/oleObject" Target="../embeddings/oleObject171.bin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9.wmf"/><Relationship Id="rId18" Type="http://schemas.openxmlformats.org/officeDocument/2006/relationships/oleObject" Target="../embeddings/oleObject181.bin"/><Relationship Id="rId26" Type="http://schemas.openxmlformats.org/officeDocument/2006/relationships/oleObject" Target="../embeddings/oleObject185.bin"/><Relationship Id="rId39" Type="http://schemas.openxmlformats.org/officeDocument/2006/relationships/image" Target="../media/image162.wmf"/><Relationship Id="rId21" Type="http://schemas.openxmlformats.org/officeDocument/2006/relationships/image" Target="../media/image153.wmf"/><Relationship Id="rId34" Type="http://schemas.openxmlformats.org/officeDocument/2006/relationships/oleObject" Target="../embeddings/oleObject189.bin"/><Relationship Id="rId7" Type="http://schemas.openxmlformats.org/officeDocument/2006/relationships/image" Target="../media/image146.wmf"/><Relationship Id="rId12" Type="http://schemas.openxmlformats.org/officeDocument/2006/relationships/oleObject" Target="../embeddings/oleObject178.bin"/><Relationship Id="rId17" Type="http://schemas.openxmlformats.org/officeDocument/2006/relationships/image" Target="../media/image151.wmf"/><Relationship Id="rId25" Type="http://schemas.openxmlformats.org/officeDocument/2006/relationships/image" Target="../media/image155.wmf"/><Relationship Id="rId33" Type="http://schemas.openxmlformats.org/officeDocument/2006/relationships/image" Target="../media/image159.wmf"/><Relationship Id="rId38" Type="http://schemas.openxmlformats.org/officeDocument/2006/relationships/oleObject" Target="../embeddings/oleObject191.bin"/><Relationship Id="rId2" Type="http://schemas.openxmlformats.org/officeDocument/2006/relationships/oleObject" Target="../embeddings/oleObject173.bin"/><Relationship Id="rId16" Type="http://schemas.openxmlformats.org/officeDocument/2006/relationships/oleObject" Target="../embeddings/oleObject180.bin"/><Relationship Id="rId20" Type="http://schemas.openxmlformats.org/officeDocument/2006/relationships/oleObject" Target="../embeddings/oleObject182.bin"/><Relationship Id="rId29" Type="http://schemas.openxmlformats.org/officeDocument/2006/relationships/image" Target="../media/image157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5.bin"/><Relationship Id="rId11" Type="http://schemas.openxmlformats.org/officeDocument/2006/relationships/image" Target="../media/image148.wmf"/><Relationship Id="rId24" Type="http://schemas.openxmlformats.org/officeDocument/2006/relationships/oleObject" Target="../embeddings/oleObject184.bin"/><Relationship Id="rId32" Type="http://schemas.openxmlformats.org/officeDocument/2006/relationships/oleObject" Target="../embeddings/oleObject188.bin"/><Relationship Id="rId37" Type="http://schemas.openxmlformats.org/officeDocument/2006/relationships/image" Target="../media/image161.wmf"/><Relationship Id="rId5" Type="http://schemas.openxmlformats.org/officeDocument/2006/relationships/image" Target="../media/image145.wmf"/><Relationship Id="rId15" Type="http://schemas.openxmlformats.org/officeDocument/2006/relationships/image" Target="../media/image150.wmf"/><Relationship Id="rId23" Type="http://schemas.openxmlformats.org/officeDocument/2006/relationships/image" Target="../media/image154.wmf"/><Relationship Id="rId28" Type="http://schemas.openxmlformats.org/officeDocument/2006/relationships/oleObject" Target="../embeddings/oleObject186.bin"/><Relationship Id="rId36" Type="http://schemas.openxmlformats.org/officeDocument/2006/relationships/oleObject" Target="../embeddings/oleObject190.bin"/><Relationship Id="rId10" Type="http://schemas.openxmlformats.org/officeDocument/2006/relationships/oleObject" Target="../embeddings/oleObject177.bin"/><Relationship Id="rId19" Type="http://schemas.openxmlformats.org/officeDocument/2006/relationships/image" Target="../media/image152.wmf"/><Relationship Id="rId31" Type="http://schemas.openxmlformats.org/officeDocument/2006/relationships/image" Target="../media/image158.wmf"/><Relationship Id="rId4" Type="http://schemas.openxmlformats.org/officeDocument/2006/relationships/oleObject" Target="../embeddings/oleObject174.bin"/><Relationship Id="rId9" Type="http://schemas.openxmlformats.org/officeDocument/2006/relationships/image" Target="../media/image147.wmf"/><Relationship Id="rId14" Type="http://schemas.openxmlformats.org/officeDocument/2006/relationships/oleObject" Target="../embeddings/oleObject179.bin"/><Relationship Id="rId22" Type="http://schemas.openxmlformats.org/officeDocument/2006/relationships/oleObject" Target="../embeddings/oleObject183.bin"/><Relationship Id="rId27" Type="http://schemas.openxmlformats.org/officeDocument/2006/relationships/image" Target="../media/image156.wmf"/><Relationship Id="rId30" Type="http://schemas.openxmlformats.org/officeDocument/2006/relationships/oleObject" Target="../embeddings/oleObject187.bin"/><Relationship Id="rId35" Type="http://schemas.openxmlformats.org/officeDocument/2006/relationships/image" Target="../media/image160.wmf"/><Relationship Id="rId8" Type="http://schemas.openxmlformats.org/officeDocument/2006/relationships/oleObject" Target="../embeddings/oleObject176.bin"/><Relationship Id="rId3" Type="http://schemas.openxmlformats.org/officeDocument/2006/relationships/image" Target="../media/image144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5.bin"/><Relationship Id="rId3" Type="http://schemas.openxmlformats.org/officeDocument/2006/relationships/image" Target="../media/image163.wmf"/><Relationship Id="rId7" Type="http://schemas.openxmlformats.org/officeDocument/2006/relationships/image" Target="../media/image165.wmf"/><Relationship Id="rId2" Type="http://schemas.openxmlformats.org/officeDocument/2006/relationships/oleObject" Target="../embeddings/oleObject19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4.bin"/><Relationship Id="rId11" Type="http://schemas.openxmlformats.org/officeDocument/2006/relationships/image" Target="../media/image167.wmf"/><Relationship Id="rId5" Type="http://schemas.openxmlformats.org/officeDocument/2006/relationships/image" Target="../media/image164.wmf"/><Relationship Id="rId10" Type="http://schemas.openxmlformats.org/officeDocument/2006/relationships/oleObject" Target="../embeddings/oleObject196.bin"/><Relationship Id="rId4" Type="http://schemas.openxmlformats.org/officeDocument/2006/relationships/oleObject" Target="../embeddings/oleObject193.bin"/><Relationship Id="rId9" Type="http://schemas.openxmlformats.org/officeDocument/2006/relationships/image" Target="../media/image166.wmf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3.wmf"/><Relationship Id="rId18" Type="http://schemas.openxmlformats.org/officeDocument/2006/relationships/oleObject" Target="../embeddings/oleObject205.bin"/><Relationship Id="rId26" Type="http://schemas.openxmlformats.org/officeDocument/2006/relationships/oleObject" Target="../embeddings/oleObject209.bin"/><Relationship Id="rId3" Type="http://schemas.openxmlformats.org/officeDocument/2006/relationships/image" Target="../media/image168.wmf"/><Relationship Id="rId21" Type="http://schemas.openxmlformats.org/officeDocument/2006/relationships/image" Target="../media/image177.wmf"/><Relationship Id="rId34" Type="http://schemas.openxmlformats.org/officeDocument/2006/relationships/oleObject" Target="../embeddings/oleObject213.bin"/><Relationship Id="rId7" Type="http://schemas.openxmlformats.org/officeDocument/2006/relationships/image" Target="../media/image170.wmf"/><Relationship Id="rId12" Type="http://schemas.openxmlformats.org/officeDocument/2006/relationships/oleObject" Target="../embeddings/oleObject202.bin"/><Relationship Id="rId17" Type="http://schemas.openxmlformats.org/officeDocument/2006/relationships/image" Target="../media/image175.wmf"/><Relationship Id="rId25" Type="http://schemas.openxmlformats.org/officeDocument/2006/relationships/image" Target="../media/image36.wmf"/><Relationship Id="rId33" Type="http://schemas.openxmlformats.org/officeDocument/2006/relationships/image" Target="../media/image179.wmf"/><Relationship Id="rId2" Type="http://schemas.openxmlformats.org/officeDocument/2006/relationships/oleObject" Target="../embeddings/oleObject197.bin"/><Relationship Id="rId16" Type="http://schemas.openxmlformats.org/officeDocument/2006/relationships/oleObject" Target="../embeddings/oleObject204.bin"/><Relationship Id="rId20" Type="http://schemas.openxmlformats.org/officeDocument/2006/relationships/oleObject" Target="../embeddings/oleObject206.bin"/><Relationship Id="rId29" Type="http://schemas.openxmlformats.org/officeDocument/2006/relationships/image" Target="../media/image4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9.bin"/><Relationship Id="rId11" Type="http://schemas.openxmlformats.org/officeDocument/2006/relationships/image" Target="../media/image172.wmf"/><Relationship Id="rId24" Type="http://schemas.openxmlformats.org/officeDocument/2006/relationships/oleObject" Target="../embeddings/oleObject208.bin"/><Relationship Id="rId32" Type="http://schemas.openxmlformats.org/officeDocument/2006/relationships/oleObject" Target="../embeddings/oleObject212.bin"/><Relationship Id="rId5" Type="http://schemas.openxmlformats.org/officeDocument/2006/relationships/image" Target="../media/image169.wmf"/><Relationship Id="rId15" Type="http://schemas.openxmlformats.org/officeDocument/2006/relationships/image" Target="../media/image174.wmf"/><Relationship Id="rId23" Type="http://schemas.openxmlformats.org/officeDocument/2006/relationships/image" Target="../media/image35.wmf"/><Relationship Id="rId28" Type="http://schemas.openxmlformats.org/officeDocument/2006/relationships/oleObject" Target="../embeddings/oleObject210.bin"/><Relationship Id="rId10" Type="http://schemas.openxmlformats.org/officeDocument/2006/relationships/oleObject" Target="../embeddings/oleObject201.bin"/><Relationship Id="rId19" Type="http://schemas.openxmlformats.org/officeDocument/2006/relationships/image" Target="../media/image176.wmf"/><Relationship Id="rId31" Type="http://schemas.openxmlformats.org/officeDocument/2006/relationships/image" Target="../media/image178.wmf"/><Relationship Id="rId4" Type="http://schemas.openxmlformats.org/officeDocument/2006/relationships/oleObject" Target="../embeddings/oleObject198.bin"/><Relationship Id="rId9" Type="http://schemas.openxmlformats.org/officeDocument/2006/relationships/image" Target="../media/image171.wmf"/><Relationship Id="rId14" Type="http://schemas.openxmlformats.org/officeDocument/2006/relationships/oleObject" Target="../embeddings/oleObject203.bin"/><Relationship Id="rId22" Type="http://schemas.openxmlformats.org/officeDocument/2006/relationships/oleObject" Target="../embeddings/oleObject207.bin"/><Relationship Id="rId27" Type="http://schemas.openxmlformats.org/officeDocument/2006/relationships/image" Target="../media/image37.wmf"/><Relationship Id="rId30" Type="http://schemas.openxmlformats.org/officeDocument/2006/relationships/oleObject" Target="../embeddings/oleObject211.bin"/><Relationship Id="rId35" Type="http://schemas.openxmlformats.org/officeDocument/2006/relationships/image" Target="../media/image48.wmf"/><Relationship Id="rId8" Type="http://schemas.openxmlformats.org/officeDocument/2006/relationships/oleObject" Target="../embeddings/oleObject200.bin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5.wmf"/><Relationship Id="rId18" Type="http://schemas.openxmlformats.org/officeDocument/2006/relationships/oleObject" Target="../embeddings/oleObject222.bin"/><Relationship Id="rId26" Type="http://schemas.openxmlformats.org/officeDocument/2006/relationships/oleObject" Target="../embeddings/oleObject226.bin"/><Relationship Id="rId3" Type="http://schemas.openxmlformats.org/officeDocument/2006/relationships/image" Target="../media/image180.wmf"/><Relationship Id="rId21" Type="http://schemas.openxmlformats.org/officeDocument/2006/relationships/image" Target="../media/image189.wmf"/><Relationship Id="rId34" Type="http://schemas.openxmlformats.org/officeDocument/2006/relationships/oleObject" Target="../embeddings/oleObject230.bin"/><Relationship Id="rId7" Type="http://schemas.openxmlformats.org/officeDocument/2006/relationships/image" Target="../media/image182.wmf"/><Relationship Id="rId12" Type="http://schemas.openxmlformats.org/officeDocument/2006/relationships/oleObject" Target="../embeddings/oleObject219.bin"/><Relationship Id="rId17" Type="http://schemas.openxmlformats.org/officeDocument/2006/relationships/image" Target="../media/image187.wmf"/><Relationship Id="rId25" Type="http://schemas.openxmlformats.org/officeDocument/2006/relationships/image" Target="../media/image191.wmf"/><Relationship Id="rId33" Type="http://schemas.openxmlformats.org/officeDocument/2006/relationships/image" Target="../media/image195.wmf"/><Relationship Id="rId2" Type="http://schemas.openxmlformats.org/officeDocument/2006/relationships/oleObject" Target="../embeddings/oleObject214.bin"/><Relationship Id="rId16" Type="http://schemas.openxmlformats.org/officeDocument/2006/relationships/oleObject" Target="../embeddings/oleObject221.bin"/><Relationship Id="rId20" Type="http://schemas.openxmlformats.org/officeDocument/2006/relationships/oleObject" Target="../embeddings/oleObject223.bin"/><Relationship Id="rId29" Type="http://schemas.openxmlformats.org/officeDocument/2006/relationships/image" Target="../media/image193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6.bin"/><Relationship Id="rId11" Type="http://schemas.openxmlformats.org/officeDocument/2006/relationships/image" Target="../media/image184.wmf"/><Relationship Id="rId24" Type="http://schemas.openxmlformats.org/officeDocument/2006/relationships/oleObject" Target="../embeddings/oleObject225.bin"/><Relationship Id="rId32" Type="http://schemas.openxmlformats.org/officeDocument/2006/relationships/oleObject" Target="../embeddings/oleObject229.bin"/><Relationship Id="rId5" Type="http://schemas.openxmlformats.org/officeDocument/2006/relationships/image" Target="../media/image181.wmf"/><Relationship Id="rId15" Type="http://schemas.openxmlformats.org/officeDocument/2006/relationships/image" Target="../media/image186.wmf"/><Relationship Id="rId23" Type="http://schemas.openxmlformats.org/officeDocument/2006/relationships/image" Target="../media/image190.wmf"/><Relationship Id="rId28" Type="http://schemas.openxmlformats.org/officeDocument/2006/relationships/oleObject" Target="../embeddings/oleObject227.bin"/><Relationship Id="rId10" Type="http://schemas.openxmlformats.org/officeDocument/2006/relationships/oleObject" Target="../embeddings/oleObject218.bin"/><Relationship Id="rId19" Type="http://schemas.openxmlformats.org/officeDocument/2006/relationships/image" Target="../media/image188.wmf"/><Relationship Id="rId31" Type="http://schemas.openxmlformats.org/officeDocument/2006/relationships/image" Target="../media/image194.wmf"/><Relationship Id="rId4" Type="http://schemas.openxmlformats.org/officeDocument/2006/relationships/oleObject" Target="../embeddings/oleObject215.bin"/><Relationship Id="rId9" Type="http://schemas.openxmlformats.org/officeDocument/2006/relationships/image" Target="../media/image183.wmf"/><Relationship Id="rId14" Type="http://schemas.openxmlformats.org/officeDocument/2006/relationships/oleObject" Target="../embeddings/oleObject220.bin"/><Relationship Id="rId22" Type="http://schemas.openxmlformats.org/officeDocument/2006/relationships/oleObject" Target="../embeddings/oleObject224.bin"/><Relationship Id="rId27" Type="http://schemas.openxmlformats.org/officeDocument/2006/relationships/image" Target="../media/image192.wmf"/><Relationship Id="rId30" Type="http://schemas.openxmlformats.org/officeDocument/2006/relationships/oleObject" Target="../embeddings/oleObject228.bin"/><Relationship Id="rId35" Type="http://schemas.openxmlformats.org/officeDocument/2006/relationships/image" Target="../media/image196.wmf"/><Relationship Id="rId8" Type="http://schemas.openxmlformats.org/officeDocument/2006/relationships/oleObject" Target="../embeddings/oleObject217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4.bin"/><Relationship Id="rId13" Type="http://schemas.openxmlformats.org/officeDocument/2006/relationships/image" Target="../media/image202.wmf"/><Relationship Id="rId18" Type="http://schemas.openxmlformats.org/officeDocument/2006/relationships/oleObject" Target="../embeddings/oleObject239.bin"/><Relationship Id="rId26" Type="http://schemas.openxmlformats.org/officeDocument/2006/relationships/oleObject" Target="../embeddings/oleObject243.bin"/><Relationship Id="rId3" Type="http://schemas.openxmlformats.org/officeDocument/2006/relationships/image" Target="../media/image197.wmf"/><Relationship Id="rId21" Type="http://schemas.openxmlformats.org/officeDocument/2006/relationships/image" Target="../media/image205.wmf"/><Relationship Id="rId7" Type="http://schemas.openxmlformats.org/officeDocument/2006/relationships/image" Target="../media/image199.wmf"/><Relationship Id="rId12" Type="http://schemas.openxmlformats.org/officeDocument/2006/relationships/oleObject" Target="../embeddings/oleObject236.bin"/><Relationship Id="rId17" Type="http://schemas.openxmlformats.org/officeDocument/2006/relationships/image" Target="../media/image175.wmf"/><Relationship Id="rId25" Type="http://schemas.openxmlformats.org/officeDocument/2006/relationships/image" Target="../media/image186.wmf"/><Relationship Id="rId2" Type="http://schemas.openxmlformats.org/officeDocument/2006/relationships/oleObject" Target="../embeddings/oleObject231.bin"/><Relationship Id="rId16" Type="http://schemas.openxmlformats.org/officeDocument/2006/relationships/oleObject" Target="../embeddings/oleObject238.bin"/><Relationship Id="rId20" Type="http://schemas.openxmlformats.org/officeDocument/2006/relationships/oleObject" Target="../embeddings/oleObject240.bin"/><Relationship Id="rId29" Type="http://schemas.openxmlformats.org/officeDocument/2006/relationships/image" Target="../media/image188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3.bin"/><Relationship Id="rId11" Type="http://schemas.openxmlformats.org/officeDocument/2006/relationships/image" Target="../media/image201.wmf"/><Relationship Id="rId24" Type="http://schemas.openxmlformats.org/officeDocument/2006/relationships/oleObject" Target="../embeddings/oleObject242.bin"/><Relationship Id="rId5" Type="http://schemas.openxmlformats.org/officeDocument/2006/relationships/image" Target="../media/image198.wmf"/><Relationship Id="rId15" Type="http://schemas.openxmlformats.org/officeDocument/2006/relationships/image" Target="../media/image203.wmf"/><Relationship Id="rId23" Type="http://schemas.openxmlformats.org/officeDocument/2006/relationships/image" Target="../media/image185.wmf"/><Relationship Id="rId28" Type="http://schemas.openxmlformats.org/officeDocument/2006/relationships/oleObject" Target="../embeddings/oleObject244.bin"/><Relationship Id="rId10" Type="http://schemas.openxmlformats.org/officeDocument/2006/relationships/oleObject" Target="../embeddings/oleObject235.bin"/><Relationship Id="rId19" Type="http://schemas.openxmlformats.org/officeDocument/2006/relationships/image" Target="../media/image204.wmf"/><Relationship Id="rId31" Type="http://schemas.openxmlformats.org/officeDocument/2006/relationships/image" Target="../media/image189.wmf"/><Relationship Id="rId4" Type="http://schemas.openxmlformats.org/officeDocument/2006/relationships/oleObject" Target="../embeddings/oleObject232.bin"/><Relationship Id="rId9" Type="http://schemas.openxmlformats.org/officeDocument/2006/relationships/image" Target="../media/image200.wmf"/><Relationship Id="rId14" Type="http://schemas.openxmlformats.org/officeDocument/2006/relationships/oleObject" Target="../embeddings/oleObject237.bin"/><Relationship Id="rId22" Type="http://schemas.openxmlformats.org/officeDocument/2006/relationships/oleObject" Target="../embeddings/oleObject241.bin"/><Relationship Id="rId27" Type="http://schemas.openxmlformats.org/officeDocument/2006/relationships/image" Target="../media/image187.wmf"/><Relationship Id="rId30" Type="http://schemas.openxmlformats.org/officeDocument/2006/relationships/oleObject" Target="../embeddings/oleObject245.bin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1.emf"/><Relationship Id="rId18" Type="http://schemas.openxmlformats.org/officeDocument/2006/relationships/oleObject" Target="../embeddings/oleObject254.bin"/><Relationship Id="rId26" Type="http://schemas.openxmlformats.org/officeDocument/2006/relationships/oleObject" Target="../embeddings/oleObject258.bin"/><Relationship Id="rId39" Type="http://schemas.openxmlformats.org/officeDocument/2006/relationships/image" Target="../media/image224.wmf"/><Relationship Id="rId21" Type="http://schemas.openxmlformats.org/officeDocument/2006/relationships/image" Target="../media/image215.emf"/><Relationship Id="rId34" Type="http://schemas.openxmlformats.org/officeDocument/2006/relationships/oleObject" Target="../embeddings/oleObject262.bin"/><Relationship Id="rId7" Type="http://schemas.openxmlformats.org/officeDocument/2006/relationships/image" Target="../media/image208.emf"/><Relationship Id="rId2" Type="http://schemas.openxmlformats.org/officeDocument/2006/relationships/oleObject" Target="../embeddings/oleObject246.bin"/><Relationship Id="rId16" Type="http://schemas.openxmlformats.org/officeDocument/2006/relationships/oleObject" Target="../embeddings/oleObject253.bin"/><Relationship Id="rId20" Type="http://schemas.openxmlformats.org/officeDocument/2006/relationships/oleObject" Target="../embeddings/oleObject255.bin"/><Relationship Id="rId29" Type="http://schemas.openxmlformats.org/officeDocument/2006/relationships/image" Target="../media/image219.emf"/><Relationship Id="rId41" Type="http://schemas.openxmlformats.org/officeDocument/2006/relationships/image" Target="../media/image225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8.bin"/><Relationship Id="rId11" Type="http://schemas.openxmlformats.org/officeDocument/2006/relationships/image" Target="../media/image210.emf"/><Relationship Id="rId24" Type="http://schemas.openxmlformats.org/officeDocument/2006/relationships/oleObject" Target="../embeddings/oleObject257.bin"/><Relationship Id="rId32" Type="http://schemas.openxmlformats.org/officeDocument/2006/relationships/oleObject" Target="../embeddings/oleObject261.bin"/><Relationship Id="rId37" Type="http://schemas.openxmlformats.org/officeDocument/2006/relationships/image" Target="../media/image223.wmf"/><Relationship Id="rId40" Type="http://schemas.openxmlformats.org/officeDocument/2006/relationships/oleObject" Target="../embeddings/oleObject265.bin"/><Relationship Id="rId5" Type="http://schemas.openxmlformats.org/officeDocument/2006/relationships/image" Target="../media/image207.emf"/><Relationship Id="rId15" Type="http://schemas.openxmlformats.org/officeDocument/2006/relationships/image" Target="../media/image212.emf"/><Relationship Id="rId23" Type="http://schemas.openxmlformats.org/officeDocument/2006/relationships/image" Target="../media/image216.png"/><Relationship Id="rId28" Type="http://schemas.openxmlformats.org/officeDocument/2006/relationships/oleObject" Target="../embeddings/oleObject259.bin"/><Relationship Id="rId36" Type="http://schemas.openxmlformats.org/officeDocument/2006/relationships/oleObject" Target="../embeddings/oleObject263.bin"/><Relationship Id="rId10" Type="http://schemas.openxmlformats.org/officeDocument/2006/relationships/oleObject" Target="../embeddings/oleObject250.bin"/><Relationship Id="rId19" Type="http://schemas.openxmlformats.org/officeDocument/2006/relationships/image" Target="../media/image214.emf"/><Relationship Id="rId31" Type="http://schemas.openxmlformats.org/officeDocument/2006/relationships/image" Target="../media/image220.emf"/><Relationship Id="rId4" Type="http://schemas.openxmlformats.org/officeDocument/2006/relationships/oleObject" Target="../embeddings/oleObject247.bin"/><Relationship Id="rId9" Type="http://schemas.openxmlformats.org/officeDocument/2006/relationships/image" Target="../media/image209.emf"/><Relationship Id="rId14" Type="http://schemas.openxmlformats.org/officeDocument/2006/relationships/oleObject" Target="../embeddings/oleObject252.bin"/><Relationship Id="rId22" Type="http://schemas.openxmlformats.org/officeDocument/2006/relationships/oleObject" Target="../embeddings/oleObject256.bin"/><Relationship Id="rId27" Type="http://schemas.openxmlformats.org/officeDocument/2006/relationships/image" Target="../media/image218.emf"/><Relationship Id="rId30" Type="http://schemas.openxmlformats.org/officeDocument/2006/relationships/oleObject" Target="../embeddings/oleObject260.bin"/><Relationship Id="rId35" Type="http://schemas.openxmlformats.org/officeDocument/2006/relationships/image" Target="../media/image222.emf"/><Relationship Id="rId8" Type="http://schemas.openxmlformats.org/officeDocument/2006/relationships/oleObject" Target="../embeddings/oleObject249.bin"/><Relationship Id="rId3" Type="http://schemas.openxmlformats.org/officeDocument/2006/relationships/image" Target="../media/image206.emf"/><Relationship Id="rId12" Type="http://schemas.openxmlformats.org/officeDocument/2006/relationships/oleObject" Target="../embeddings/oleObject251.bin"/><Relationship Id="rId17" Type="http://schemas.openxmlformats.org/officeDocument/2006/relationships/image" Target="../media/image213.emf"/><Relationship Id="rId25" Type="http://schemas.openxmlformats.org/officeDocument/2006/relationships/image" Target="../media/image217.emf"/><Relationship Id="rId33" Type="http://schemas.openxmlformats.org/officeDocument/2006/relationships/image" Target="../media/image221.emf"/><Relationship Id="rId38" Type="http://schemas.openxmlformats.org/officeDocument/2006/relationships/oleObject" Target="../embeddings/oleObject26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5394" name="Object 2"/>
          <p:cNvGraphicFramePr>
            <a:graphicFrameLocks noChangeAspect="1"/>
          </p:cNvGraphicFramePr>
          <p:nvPr/>
        </p:nvGraphicFramePr>
        <p:xfrm>
          <a:off x="3810001" y="3962400"/>
          <a:ext cx="1736725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76400" imgH="368300" progId="Equation.3">
                  <p:embed/>
                </p:oleObj>
              </mc:Choice>
              <mc:Fallback>
                <p:oleObj name="公式" r:id="rId2" imgW="16764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1" y="3962400"/>
                        <a:ext cx="1736725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5" name="Object 3"/>
          <p:cNvGraphicFramePr>
            <a:graphicFrameLocks noChangeAspect="1"/>
          </p:cNvGraphicFramePr>
          <p:nvPr/>
        </p:nvGraphicFramePr>
        <p:xfrm>
          <a:off x="3883026" y="4600576"/>
          <a:ext cx="15716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00200" imgH="368300" progId="Equation.3">
                  <p:embed/>
                </p:oleObj>
              </mc:Choice>
              <mc:Fallback>
                <p:oleObj name="公式" r:id="rId4" imgW="16002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3026" y="4600576"/>
                        <a:ext cx="1571625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6" name="Object 4"/>
          <p:cNvGraphicFramePr>
            <a:graphicFrameLocks noChangeAspect="1"/>
          </p:cNvGraphicFramePr>
          <p:nvPr/>
        </p:nvGraphicFramePr>
        <p:xfrm>
          <a:off x="3352801" y="5311776"/>
          <a:ext cx="240982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032000" imgH="279400" progId="Equation.3">
                  <p:embed/>
                </p:oleObj>
              </mc:Choice>
              <mc:Fallback>
                <p:oleObj name="公式" r:id="rId6" imgW="20320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1" y="5311776"/>
                        <a:ext cx="2409825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1" name="Rectangle 5"/>
          <p:cNvSpPr>
            <a:spLocks noGrp="1" noChangeArrowheads="1"/>
          </p:cNvSpPr>
          <p:nvPr>
            <p:ph type="title"/>
          </p:nvPr>
        </p:nvSpPr>
        <p:spPr>
          <a:xfrm>
            <a:off x="1817688" y="412750"/>
            <a:ext cx="8286894" cy="762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2.3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</a:rPr>
              <a:t>、在柱坐标系下计算三重积分</a:t>
            </a:r>
          </a:p>
        </p:txBody>
      </p:sp>
      <p:graphicFrame>
        <p:nvGraphicFramePr>
          <p:cNvPr id="315398" name="Object 6"/>
          <p:cNvGraphicFramePr>
            <a:graphicFrameLocks noChangeAspect="1"/>
          </p:cNvGraphicFramePr>
          <p:nvPr/>
        </p:nvGraphicFramePr>
        <p:xfrm>
          <a:off x="2226562" y="1557233"/>
          <a:ext cx="7878020" cy="1734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74840" imgH="698400" progId="Equation.DSMT4">
                  <p:embed/>
                </p:oleObj>
              </mc:Choice>
              <mc:Fallback>
                <p:oleObj name="Equation" r:id="rId8" imgW="317484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6562" y="1557233"/>
                        <a:ext cx="7878020" cy="17344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399" name="Text Box 7"/>
          <p:cNvSpPr txBox="1">
            <a:spLocks noChangeArrowheads="1"/>
          </p:cNvSpPr>
          <p:nvPr/>
        </p:nvSpPr>
        <p:spPr bwMode="auto">
          <a:xfrm>
            <a:off x="2438400" y="3857626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规定：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6929437" y="3276600"/>
            <a:ext cx="3079749" cy="2763838"/>
            <a:chOff x="3429" y="2160"/>
            <a:chExt cx="1940" cy="1741"/>
          </a:xfrm>
        </p:grpSpPr>
        <p:sp>
          <p:nvSpPr>
            <p:cNvPr id="35849" name="Line 9"/>
            <p:cNvSpPr>
              <a:spLocks noChangeShapeType="1"/>
            </p:cNvSpPr>
            <p:nvPr/>
          </p:nvSpPr>
          <p:spPr bwMode="auto">
            <a:xfrm flipV="1">
              <a:off x="4005" y="3264"/>
              <a:ext cx="1200" cy="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0" name="Line 10"/>
            <p:cNvSpPr>
              <a:spLocks noChangeShapeType="1"/>
            </p:cNvSpPr>
            <p:nvPr/>
          </p:nvSpPr>
          <p:spPr bwMode="auto">
            <a:xfrm flipV="1">
              <a:off x="4005" y="2160"/>
              <a:ext cx="0" cy="11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1" name="Line 11"/>
            <p:cNvSpPr>
              <a:spLocks noChangeShapeType="1"/>
            </p:cNvSpPr>
            <p:nvPr/>
          </p:nvSpPr>
          <p:spPr bwMode="auto">
            <a:xfrm flipH="1">
              <a:off x="3429" y="3269"/>
              <a:ext cx="576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852" name="Object 12"/>
            <p:cNvGraphicFramePr>
              <a:graphicFrameLocks noChangeAspect="1"/>
            </p:cNvGraphicFramePr>
            <p:nvPr/>
          </p:nvGraphicFramePr>
          <p:xfrm>
            <a:off x="3537" y="3768"/>
            <a:ext cx="140" cy="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253890" imgH="241195" progId="Equation.3">
                    <p:embed/>
                  </p:oleObj>
                </mc:Choice>
                <mc:Fallback>
                  <p:oleObj name="公式" r:id="rId11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7" y="3768"/>
                          <a:ext cx="140" cy="1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53" name="Object 13"/>
            <p:cNvGraphicFramePr>
              <a:graphicFrameLocks noChangeAspect="1"/>
            </p:cNvGraphicFramePr>
            <p:nvPr/>
          </p:nvGraphicFramePr>
          <p:xfrm>
            <a:off x="5013" y="3312"/>
            <a:ext cx="140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253780" imgH="317225" progId="Equation.3">
                    <p:embed/>
                  </p:oleObj>
                </mc:Choice>
                <mc:Fallback>
                  <p:oleObj name="公式" r:id="rId13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3" y="3312"/>
                          <a:ext cx="140" cy="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54" name="Object 14"/>
            <p:cNvGraphicFramePr>
              <a:graphicFrameLocks noChangeAspect="1"/>
            </p:cNvGraphicFramePr>
            <p:nvPr/>
          </p:nvGraphicFramePr>
          <p:xfrm>
            <a:off x="4080" y="2160"/>
            <a:ext cx="156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203024" imgH="253780" progId="Equation.3">
                    <p:embed/>
                  </p:oleObj>
                </mc:Choice>
                <mc:Fallback>
                  <p:oleObj name="公式" r:id="rId15" imgW="203024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2160"/>
                          <a:ext cx="156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55" name="Object 15"/>
            <p:cNvGraphicFramePr>
              <a:graphicFrameLocks noChangeAspect="1"/>
            </p:cNvGraphicFramePr>
            <p:nvPr/>
          </p:nvGraphicFramePr>
          <p:xfrm>
            <a:off x="3858" y="3168"/>
            <a:ext cx="13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215713" imgH="241091" progId="Equation.3">
                    <p:embed/>
                  </p:oleObj>
                </mc:Choice>
                <mc:Fallback>
                  <p:oleObj name="公式" r:id="rId17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8" y="3168"/>
                          <a:ext cx="135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56" name="Line 16"/>
            <p:cNvSpPr>
              <a:spLocks noChangeShapeType="1"/>
            </p:cNvSpPr>
            <p:nvPr/>
          </p:nvSpPr>
          <p:spPr bwMode="auto">
            <a:xfrm>
              <a:off x="4533" y="2736"/>
              <a:ext cx="0" cy="753"/>
            </a:xfrm>
            <a:prstGeom prst="line">
              <a:avLst/>
            </a:prstGeom>
            <a:noFill/>
            <a:ln w="38100">
              <a:solidFill>
                <a:srgbClr val="CC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857" name="Object 17"/>
            <p:cNvGraphicFramePr>
              <a:graphicFrameLocks noChangeAspect="1"/>
            </p:cNvGraphicFramePr>
            <p:nvPr/>
          </p:nvGraphicFramePr>
          <p:xfrm>
            <a:off x="4586" y="2624"/>
            <a:ext cx="783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1524000" imgH="393700" progId="Equation.3">
                    <p:embed/>
                  </p:oleObj>
                </mc:Choice>
                <mc:Fallback>
                  <p:oleObj name="公式" r:id="rId19" imgW="1524000" imgH="393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6" y="2624"/>
                          <a:ext cx="783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58" name="Line 18"/>
            <p:cNvSpPr>
              <a:spLocks noChangeShapeType="1"/>
            </p:cNvSpPr>
            <p:nvPr/>
          </p:nvSpPr>
          <p:spPr bwMode="auto">
            <a:xfrm>
              <a:off x="4005" y="3264"/>
              <a:ext cx="528" cy="23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859" name="Object 19"/>
            <p:cNvGraphicFramePr>
              <a:graphicFrameLocks noChangeAspect="1"/>
            </p:cNvGraphicFramePr>
            <p:nvPr/>
          </p:nvGraphicFramePr>
          <p:xfrm>
            <a:off x="4563" y="3593"/>
            <a:ext cx="520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482400" imgH="203040" progId="Equation.DSMT4">
                    <p:embed/>
                  </p:oleObj>
                </mc:Choice>
                <mc:Fallback>
                  <p:oleObj name="Equation" r:id="rId21" imgW="4824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3" y="3593"/>
                          <a:ext cx="520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0" name="Object 20"/>
            <p:cNvGraphicFramePr>
              <a:graphicFrameLocks noChangeAspect="1"/>
            </p:cNvGraphicFramePr>
            <p:nvPr/>
          </p:nvGraphicFramePr>
          <p:xfrm>
            <a:off x="3981" y="3408"/>
            <a:ext cx="103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266469" imgH="355292" progId="Equation.3">
                    <p:embed/>
                  </p:oleObj>
                </mc:Choice>
                <mc:Fallback>
                  <p:oleObj name="公式" r:id="rId23" imgW="266469" imgH="35529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1" y="3408"/>
                          <a:ext cx="103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1" name="Freeform 21"/>
            <p:cNvSpPr>
              <a:spLocks/>
            </p:cNvSpPr>
            <p:nvPr/>
          </p:nvSpPr>
          <p:spPr bwMode="auto">
            <a:xfrm rot="20933199">
              <a:off x="3933" y="3324"/>
              <a:ext cx="192" cy="55"/>
            </a:xfrm>
            <a:custGeom>
              <a:avLst/>
              <a:gdLst>
                <a:gd name="T0" fmla="*/ 0 w 432"/>
                <a:gd name="T1" fmla="*/ 0 h 168"/>
                <a:gd name="T2" fmla="*/ 0 w 432"/>
                <a:gd name="T3" fmla="*/ 0 h 168"/>
                <a:gd name="T4" fmla="*/ 0 w 432"/>
                <a:gd name="T5" fmla="*/ 0 h 168"/>
                <a:gd name="T6" fmla="*/ 0 w 432"/>
                <a:gd name="T7" fmla="*/ 0 h 16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68"/>
                <a:gd name="T14" fmla="*/ 432 w 432"/>
                <a:gd name="T15" fmla="*/ 168 h 16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68">
                  <a:moveTo>
                    <a:pt x="0" y="48"/>
                  </a:moveTo>
                  <a:cubicBezTo>
                    <a:pt x="20" y="88"/>
                    <a:pt x="40" y="128"/>
                    <a:pt x="96" y="144"/>
                  </a:cubicBezTo>
                  <a:cubicBezTo>
                    <a:pt x="152" y="160"/>
                    <a:pt x="280" y="168"/>
                    <a:pt x="336" y="144"/>
                  </a:cubicBezTo>
                  <a:cubicBezTo>
                    <a:pt x="392" y="120"/>
                    <a:pt x="416" y="24"/>
                    <a:pt x="432" y="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 type="none" w="med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862" name="Object 22"/>
            <p:cNvGraphicFramePr>
              <a:graphicFrameLocks noChangeAspect="1"/>
            </p:cNvGraphicFramePr>
            <p:nvPr/>
          </p:nvGraphicFramePr>
          <p:xfrm>
            <a:off x="4293" y="3264"/>
            <a:ext cx="133" cy="1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215713" imgH="241091" progId="Equation.3">
                    <p:embed/>
                  </p:oleObj>
                </mc:Choice>
                <mc:Fallback>
                  <p:oleObj name="公式" r:id="rId25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3" y="3264"/>
                          <a:ext cx="133" cy="1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3" name="Line 23"/>
            <p:cNvSpPr>
              <a:spLocks noChangeShapeType="1"/>
            </p:cNvSpPr>
            <p:nvPr/>
          </p:nvSpPr>
          <p:spPr bwMode="auto">
            <a:xfrm>
              <a:off x="4005" y="2478"/>
              <a:ext cx="528" cy="239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864" name="Object 24"/>
            <p:cNvGraphicFramePr>
              <a:graphicFrameLocks noChangeAspect="1"/>
            </p:cNvGraphicFramePr>
            <p:nvPr/>
          </p:nvGraphicFramePr>
          <p:xfrm>
            <a:off x="4509" y="2695"/>
            <a:ext cx="56" cy="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7" imgW="133395" imgH="152334" progId="Equation.3">
                    <p:embed/>
                  </p:oleObj>
                </mc:Choice>
                <mc:Fallback>
                  <p:oleObj name="公式" r:id="rId27" imgW="133395" imgH="15233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9" y="2695"/>
                          <a:ext cx="56" cy="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5" name="Object 25"/>
            <p:cNvGraphicFramePr>
              <a:graphicFrameLocks noChangeAspect="1"/>
            </p:cNvGraphicFramePr>
            <p:nvPr/>
          </p:nvGraphicFramePr>
          <p:xfrm>
            <a:off x="4509" y="3478"/>
            <a:ext cx="56" cy="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9" imgW="203024" imgH="215713" progId="Equation.3">
                    <p:embed/>
                  </p:oleObj>
                </mc:Choice>
                <mc:Fallback>
                  <p:oleObj name="公式" r:id="rId29" imgW="203024" imgH="2157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9" y="3478"/>
                          <a:ext cx="56" cy="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10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31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9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6418" name="Object 2"/>
          <p:cNvGraphicFramePr>
            <a:graphicFrameLocks noChangeAspect="1"/>
          </p:cNvGraphicFramePr>
          <p:nvPr/>
        </p:nvGraphicFramePr>
        <p:xfrm>
          <a:off x="3482110" y="4656335"/>
          <a:ext cx="1739900" cy="143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28800" imgH="1511300" progId="Equation.3">
                  <p:embed/>
                </p:oleObj>
              </mc:Choice>
              <mc:Fallback>
                <p:oleObj name="公式" r:id="rId2" imgW="1828800" imgH="151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2110" y="4656335"/>
                        <a:ext cx="1739900" cy="1438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19" name="Text Box 3"/>
          <p:cNvSpPr txBox="1">
            <a:spLocks noChangeArrowheads="1"/>
          </p:cNvSpPr>
          <p:nvPr/>
        </p:nvSpPr>
        <p:spPr bwMode="auto">
          <a:xfrm>
            <a:off x="2087418" y="3625850"/>
            <a:ext cx="438958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  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柱坐标与直角坐标的关系为</a:t>
            </a:r>
            <a:endParaRPr lang="zh-CN" altLang="en-US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16420" name="Object 4"/>
          <p:cNvGraphicFramePr>
            <a:graphicFrameLocks noChangeAspect="1"/>
          </p:cNvGraphicFramePr>
          <p:nvPr/>
        </p:nvGraphicFramePr>
        <p:xfrm>
          <a:off x="2247902" y="1725683"/>
          <a:ext cx="1447799" cy="4630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346200" imgH="431800" progId="Equation.3">
                  <p:embed/>
                </p:oleObj>
              </mc:Choice>
              <mc:Fallback>
                <p:oleObj name="公式" r:id="rId5" imgW="1346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902" y="1725683"/>
                        <a:ext cx="1447799" cy="4630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21" name="Object 5"/>
          <p:cNvGraphicFramePr>
            <a:graphicFrameLocks noChangeAspect="1"/>
          </p:cNvGraphicFramePr>
          <p:nvPr/>
        </p:nvGraphicFramePr>
        <p:xfrm>
          <a:off x="2227727" y="2987457"/>
          <a:ext cx="1367269" cy="437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346200" imgH="431800" progId="Equation.3">
                  <p:embed/>
                </p:oleObj>
              </mc:Choice>
              <mc:Fallback>
                <p:oleObj name="公式" r:id="rId7" imgW="1346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7727" y="2987457"/>
                        <a:ext cx="1367269" cy="4373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22" name="Object 6"/>
          <p:cNvGraphicFramePr>
            <a:graphicFrameLocks noChangeAspect="1"/>
          </p:cNvGraphicFramePr>
          <p:nvPr/>
        </p:nvGraphicFramePr>
        <p:xfrm>
          <a:off x="2201573" y="2372320"/>
          <a:ext cx="1446734" cy="450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384300" imgH="431800" progId="Equation.3">
                  <p:embed/>
                </p:oleObj>
              </mc:Choice>
              <mc:Fallback>
                <p:oleObj name="公式" r:id="rId9" imgW="1384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1573" y="2372320"/>
                        <a:ext cx="1446734" cy="4500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1" name="Text Box 7"/>
          <p:cNvSpPr txBox="1">
            <a:spLocks noChangeArrowheads="1"/>
          </p:cNvSpPr>
          <p:nvPr/>
        </p:nvSpPr>
        <p:spPr bwMode="auto">
          <a:xfrm>
            <a:off x="2281382" y="861219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如图，三坐标面分别为</a:t>
            </a:r>
          </a:p>
        </p:txBody>
      </p:sp>
      <p:sp>
        <p:nvSpPr>
          <p:cNvPr id="316424" name="AutoShape 8"/>
          <p:cNvSpPr>
            <a:spLocks noChangeArrowheads="1"/>
          </p:cNvSpPr>
          <p:nvPr/>
        </p:nvSpPr>
        <p:spPr bwMode="auto">
          <a:xfrm>
            <a:off x="3812309" y="1881024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16425" name="Text Box 9"/>
          <p:cNvSpPr txBox="1">
            <a:spLocks noChangeArrowheads="1"/>
          </p:cNvSpPr>
          <p:nvPr/>
        </p:nvSpPr>
        <p:spPr bwMode="auto">
          <a:xfrm>
            <a:off x="4424219" y="1671535"/>
            <a:ext cx="15955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圆柱面；</a:t>
            </a:r>
          </a:p>
        </p:txBody>
      </p:sp>
      <p:sp>
        <p:nvSpPr>
          <p:cNvPr id="316426" name="AutoShape 10"/>
          <p:cNvSpPr>
            <a:spLocks noChangeArrowheads="1"/>
          </p:cNvSpPr>
          <p:nvPr/>
        </p:nvSpPr>
        <p:spPr bwMode="auto">
          <a:xfrm>
            <a:off x="3785496" y="2467303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16427" name="Text Box 11"/>
          <p:cNvSpPr txBox="1">
            <a:spLocks noChangeArrowheads="1"/>
          </p:cNvSpPr>
          <p:nvPr/>
        </p:nvSpPr>
        <p:spPr bwMode="auto">
          <a:xfrm>
            <a:off x="4384675" y="2321667"/>
            <a:ext cx="1447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半平面；</a:t>
            </a:r>
          </a:p>
        </p:txBody>
      </p:sp>
      <p:sp>
        <p:nvSpPr>
          <p:cNvPr id="316428" name="AutoShape 12"/>
          <p:cNvSpPr>
            <a:spLocks noChangeArrowheads="1"/>
          </p:cNvSpPr>
          <p:nvPr/>
        </p:nvSpPr>
        <p:spPr bwMode="auto">
          <a:xfrm>
            <a:off x="3785496" y="3118899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16429" name="Text Box 13"/>
          <p:cNvSpPr txBox="1">
            <a:spLocks noChangeArrowheads="1"/>
          </p:cNvSpPr>
          <p:nvPr/>
        </p:nvSpPr>
        <p:spPr bwMode="auto">
          <a:xfrm>
            <a:off x="4380438" y="2962504"/>
            <a:ext cx="19254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平    面．</a:t>
            </a:r>
          </a:p>
        </p:txBody>
      </p:sp>
      <p:grpSp>
        <p:nvGrpSpPr>
          <p:cNvPr id="36878" name="Group 14"/>
          <p:cNvGrpSpPr>
            <a:grpSpLocks/>
          </p:cNvGrpSpPr>
          <p:nvPr/>
        </p:nvGrpSpPr>
        <p:grpSpPr bwMode="auto">
          <a:xfrm>
            <a:off x="6949440" y="1095604"/>
            <a:ext cx="3733800" cy="3733800"/>
            <a:chOff x="2976" y="1008"/>
            <a:chExt cx="2352" cy="2352"/>
          </a:xfrm>
        </p:grpSpPr>
        <p:grpSp>
          <p:nvGrpSpPr>
            <p:cNvPr id="36879" name="Group 15"/>
            <p:cNvGrpSpPr>
              <a:grpSpLocks/>
            </p:cNvGrpSpPr>
            <p:nvPr/>
          </p:nvGrpSpPr>
          <p:grpSpPr bwMode="auto">
            <a:xfrm>
              <a:off x="2976" y="1008"/>
              <a:ext cx="2352" cy="2352"/>
              <a:chOff x="912" y="336"/>
              <a:chExt cx="2352" cy="2352"/>
            </a:xfrm>
          </p:grpSpPr>
          <p:sp>
            <p:nvSpPr>
              <p:cNvPr id="36881" name="Line 16"/>
              <p:cNvSpPr>
                <a:spLocks noChangeShapeType="1"/>
              </p:cNvSpPr>
              <p:nvPr/>
            </p:nvSpPr>
            <p:spPr bwMode="auto">
              <a:xfrm>
                <a:off x="2088" y="1096"/>
                <a:ext cx="0" cy="920"/>
              </a:xfrm>
              <a:prstGeom prst="line">
                <a:avLst/>
              </a:prstGeom>
              <a:noFill/>
              <a:ln w="38100">
                <a:solidFill>
                  <a:srgbClr val="CC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82" name="Line 17"/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14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83" name="Line 18"/>
              <p:cNvSpPr>
                <a:spLocks noChangeShapeType="1"/>
              </p:cNvSpPr>
              <p:nvPr/>
            </p:nvSpPr>
            <p:spPr bwMode="auto">
              <a:xfrm flipV="1">
                <a:off x="1824" y="336"/>
                <a:ext cx="0" cy="15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84" name="Line 19"/>
              <p:cNvSpPr>
                <a:spLocks noChangeShapeType="1"/>
              </p:cNvSpPr>
              <p:nvPr/>
            </p:nvSpPr>
            <p:spPr bwMode="auto">
              <a:xfrm flipH="1">
                <a:off x="1104" y="1872"/>
                <a:ext cx="720" cy="72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85" name="AutoShape 20"/>
              <p:cNvSpPr>
                <a:spLocks noChangeArrowheads="1"/>
              </p:cNvSpPr>
              <p:nvPr/>
            </p:nvSpPr>
            <p:spPr bwMode="auto">
              <a:xfrm>
                <a:off x="1301" y="829"/>
                <a:ext cx="1065" cy="1200"/>
              </a:xfrm>
              <a:prstGeom prst="can">
                <a:avLst>
                  <a:gd name="adj" fmla="val 28169"/>
                </a:avLst>
              </a:prstGeom>
              <a:solidFill>
                <a:schemeClr val="accent1">
                  <a:alpha val="50195"/>
                </a:schemeClr>
              </a:solidFill>
              <a:ln w="1905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4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4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6886" name="AutoShape 21"/>
              <p:cNvSpPr>
                <a:spLocks noChangeArrowheads="1"/>
              </p:cNvSpPr>
              <p:nvPr/>
            </p:nvSpPr>
            <p:spPr bwMode="auto">
              <a:xfrm rot="5400000">
                <a:off x="1534" y="1246"/>
                <a:ext cx="1296" cy="724"/>
              </a:xfrm>
              <a:prstGeom prst="parallelogram">
                <a:avLst>
                  <a:gd name="adj" fmla="val 52069"/>
                </a:avLst>
              </a:prstGeom>
              <a:solidFill>
                <a:srgbClr val="FF9900">
                  <a:alpha val="50195"/>
                </a:srgbClr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4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4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6887" name="AutoShape 22"/>
              <p:cNvSpPr>
                <a:spLocks noChangeArrowheads="1"/>
              </p:cNvSpPr>
              <p:nvPr/>
            </p:nvSpPr>
            <p:spPr bwMode="auto">
              <a:xfrm>
                <a:off x="912" y="672"/>
                <a:ext cx="1872" cy="576"/>
              </a:xfrm>
              <a:prstGeom prst="parallelogram">
                <a:avLst>
                  <a:gd name="adj" fmla="val 112321"/>
                </a:avLst>
              </a:prstGeom>
              <a:solidFill>
                <a:srgbClr val="00CCFF">
                  <a:alpha val="50195"/>
                </a:srgbClr>
              </a:solidFill>
              <a:ln w="1270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4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4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36888" name="Group 23"/>
              <p:cNvGrpSpPr>
                <a:grpSpLocks/>
              </p:cNvGrpSpPr>
              <p:nvPr/>
            </p:nvGrpSpPr>
            <p:grpSpPr bwMode="auto">
              <a:xfrm>
                <a:off x="2064" y="1000"/>
                <a:ext cx="831" cy="200"/>
                <a:chOff x="3360" y="1392"/>
                <a:chExt cx="1344" cy="325"/>
              </a:xfrm>
            </p:grpSpPr>
            <p:graphicFrame>
              <p:nvGraphicFramePr>
                <p:cNvPr id="36899" name="Object 24"/>
                <p:cNvGraphicFramePr>
                  <a:graphicFrameLocks noChangeAspect="1"/>
                </p:cNvGraphicFramePr>
                <p:nvPr/>
              </p:nvGraphicFramePr>
              <p:xfrm>
                <a:off x="3360" y="1536"/>
                <a:ext cx="90" cy="9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11" imgW="203024" imgH="215713" progId="Equation.3">
                        <p:embed/>
                      </p:oleObj>
                    </mc:Choice>
                    <mc:Fallback>
                      <p:oleObj name="公式" r:id="rId11" imgW="203024" imgH="215713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360" y="1536"/>
                              <a:ext cx="90" cy="9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6900" name="Object 25"/>
                <p:cNvGraphicFramePr>
                  <a:graphicFrameLocks noChangeAspect="1"/>
                </p:cNvGraphicFramePr>
                <p:nvPr/>
              </p:nvGraphicFramePr>
              <p:xfrm>
                <a:off x="3504" y="1392"/>
                <a:ext cx="1200" cy="3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13" imgW="1689100" imgH="457200" progId="Equation.3">
                        <p:embed/>
                      </p:oleObj>
                    </mc:Choice>
                    <mc:Fallback>
                      <p:oleObj name="公式" r:id="rId13" imgW="1689100" imgH="4572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504" y="1392"/>
                              <a:ext cx="1200" cy="3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36889" name="Group 26"/>
              <p:cNvGrpSpPr>
                <a:grpSpLocks/>
              </p:cNvGrpSpPr>
              <p:nvPr/>
            </p:nvGrpSpPr>
            <p:grpSpPr bwMode="auto">
              <a:xfrm>
                <a:off x="2064" y="1983"/>
                <a:ext cx="524" cy="177"/>
                <a:chOff x="3360" y="3072"/>
                <a:chExt cx="848" cy="288"/>
              </a:xfrm>
            </p:grpSpPr>
            <p:graphicFrame>
              <p:nvGraphicFramePr>
                <p:cNvPr id="36897" name="Object 27"/>
                <p:cNvGraphicFramePr>
                  <a:graphicFrameLocks noChangeAspect="1"/>
                </p:cNvGraphicFramePr>
                <p:nvPr/>
              </p:nvGraphicFramePr>
              <p:xfrm>
                <a:off x="3472" y="3072"/>
                <a:ext cx="736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15" imgW="1168400" imgH="457200" progId="Equation.3">
                        <p:embed/>
                      </p:oleObj>
                    </mc:Choice>
                    <mc:Fallback>
                      <p:oleObj name="公式" r:id="rId15" imgW="1168400" imgH="4572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72" y="3072"/>
                              <a:ext cx="736" cy="28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6898" name="Object 28"/>
                <p:cNvGraphicFramePr>
                  <a:graphicFrameLocks noChangeAspect="1"/>
                </p:cNvGraphicFramePr>
                <p:nvPr/>
              </p:nvGraphicFramePr>
              <p:xfrm>
                <a:off x="3360" y="3088"/>
                <a:ext cx="90" cy="9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17" imgW="203024" imgH="215713" progId="Equation.3">
                        <p:embed/>
                      </p:oleObj>
                    </mc:Choice>
                    <mc:Fallback>
                      <p:oleObj name="公式" r:id="rId17" imgW="203024" imgH="215713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360" y="3088"/>
                              <a:ext cx="90" cy="9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36890" name="Object 29"/>
              <p:cNvGraphicFramePr>
                <a:graphicFrameLocks noChangeAspect="1"/>
              </p:cNvGraphicFramePr>
              <p:nvPr/>
            </p:nvGraphicFramePr>
            <p:xfrm>
              <a:off x="1776" y="2016"/>
              <a:ext cx="103" cy="1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8" imgW="266469" imgH="355292" progId="Equation.3">
                      <p:embed/>
                    </p:oleObj>
                  </mc:Choice>
                  <mc:Fallback>
                    <p:oleObj name="公式" r:id="rId18" imgW="266469" imgH="35529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76" y="2016"/>
                            <a:ext cx="103" cy="1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891" name="Freeform 30"/>
              <p:cNvSpPr>
                <a:spLocks/>
              </p:cNvSpPr>
              <p:nvPr/>
            </p:nvSpPr>
            <p:spPr bwMode="auto">
              <a:xfrm>
                <a:off x="1744" y="1920"/>
                <a:ext cx="192" cy="77"/>
              </a:xfrm>
              <a:custGeom>
                <a:avLst/>
                <a:gdLst>
                  <a:gd name="T0" fmla="*/ 0 w 432"/>
                  <a:gd name="T1" fmla="*/ 0 h 168"/>
                  <a:gd name="T2" fmla="*/ 0 w 432"/>
                  <a:gd name="T3" fmla="*/ 0 h 168"/>
                  <a:gd name="T4" fmla="*/ 0 w 432"/>
                  <a:gd name="T5" fmla="*/ 0 h 168"/>
                  <a:gd name="T6" fmla="*/ 0 w 432"/>
                  <a:gd name="T7" fmla="*/ 0 h 16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32"/>
                  <a:gd name="T13" fmla="*/ 0 h 168"/>
                  <a:gd name="T14" fmla="*/ 432 w 432"/>
                  <a:gd name="T15" fmla="*/ 168 h 16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32" h="168">
                    <a:moveTo>
                      <a:pt x="0" y="48"/>
                    </a:moveTo>
                    <a:cubicBezTo>
                      <a:pt x="20" y="88"/>
                      <a:pt x="40" y="128"/>
                      <a:pt x="96" y="144"/>
                    </a:cubicBezTo>
                    <a:cubicBezTo>
                      <a:pt x="152" y="160"/>
                      <a:pt x="280" y="168"/>
                      <a:pt x="336" y="144"/>
                    </a:cubicBezTo>
                    <a:cubicBezTo>
                      <a:pt x="392" y="120"/>
                      <a:pt x="416" y="24"/>
                      <a:pt x="432" y="0"/>
                    </a:cubicBez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6892" name="Object 31"/>
              <p:cNvGraphicFramePr>
                <a:graphicFrameLocks noChangeAspect="1"/>
              </p:cNvGraphicFramePr>
              <p:nvPr/>
            </p:nvGraphicFramePr>
            <p:xfrm>
              <a:off x="2008" y="1896"/>
              <a:ext cx="90" cy="1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0" imgW="215713" imgH="241091" progId="Equation.3">
                      <p:embed/>
                    </p:oleObj>
                  </mc:Choice>
                  <mc:Fallback>
                    <p:oleObj name="公式" r:id="rId20" imgW="215713" imgH="24109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08" y="1896"/>
                            <a:ext cx="90" cy="1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6893" name="Object 32"/>
              <p:cNvGraphicFramePr>
                <a:graphicFrameLocks noChangeAspect="1"/>
              </p:cNvGraphicFramePr>
              <p:nvPr/>
            </p:nvGraphicFramePr>
            <p:xfrm>
              <a:off x="1680" y="1344"/>
              <a:ext cx="117" cy="1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2" imgW="228600" imgH="241300" progId="Equation.3">
                      <p:embed/>
                    </p:oleObj>
                  </mc:Choice>
                  <mc:Fallback>
                    <p:oleObj name="公式" r:id="rId22" imgW="228600" imgH="2413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80" y="1344"/>
                            <a:ext cx="117" cy="12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6894" name="Object 33"/>
              <p:cNvGraphicFramePr>
                <a:graphicFrameLocks noChangeAspect="1"/>
              </p:cNvGraphicFramePr>
              <p:nvPr/>
            </p:nvGraphicFramePr>
            <p:xfrm>
              <a:off x="1152" y="2555"/>
              <a:ext cx="140" cy="1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4" imgW="253890" imgH="241195" progId="Equation.3">
                      <p:embed/>
                    </p:oleObj>
                  </mc:Choice>
                  <mc:Fallback>
                    <p:oleObj name="公式" r:id="rId24" imgW="253890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52" y="2555"/>
                            <a:ext cx="140" cy="1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6895" name="Object 34"/>
              <p:cNvGraphicFramePr>
                <a:graphicFrameLocks noChangeAspect="1"/>
              </p:cNvGraphicFramePr>
              <p:nvPr/>
            </p:nvGraphicFramePr>
            <p:xfrm>
              <a:off x="3088" y="1920"/>
              <a:ext cx="140" cy="1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6" imgW="253780" imgH="317225" progId="Equation.3">
                      <p:embed/>
                    </p:oleObj>
                  </mc:Choice>
                  <mc:Fallback>
                    <p:oleObj name="公式" r:id="rId26" imgW="253780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88" y="1920"/>
                            <a:ext cx="140" cy="1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6896" name="Object 35"/>
              <p:cNvGraphicFramePr>
                <a:graphicFrameLocks noChangeAspect="1"/>
              </p:cNvGraphicFramePr>
              <p:nvPr/>
            </p:nvGraphicFramePr>
            <p:xfrm>
              <a:off x="1872" y="368"/>
              <a:ext cx="105" cy="1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8" imgW="203024" imgH="253780" progId="Equation.3">
                      <p:embed/>
                    </p:oleObj>
                  </mc:Choice>
                  <mc:Fallback>
                    <p:oleObj name="公式" r:id="rId28" imgW="203024" imgH="2537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72" y="368"/>
                            <a:ext cx="105" cy="1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6880" name="Object 36"/>
            <p:cNvGraphicFramePr>
              <a:graphicFrameLocks noChangeAspect="1"/>
            </p:cNvGraphicFramePr>
            <p:nvPr/>
          </p:nvGraphicFramePr>
          <p:xfrm>
            <a:off x="3748" y="2436"/>
            <a:ext cx="13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215713" imgH="241091" progId="Equation.3">
                    <p:embed/>
                  </p:oleObj>
                </mc:Choice>
                <mc:Fallback>
                  <p:oleObj name="公式" r:id="rId30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8" y="2436"/>
                          <a:ext cx="135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032318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6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6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16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16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1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6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6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75"/>
                                        <p:tgtEl>
                                          <p:spTgt spid="31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1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19" grpId="0" autoUpdateAnimBg="0"/>
      <p:bldP spid="316424" grpId="0" animBg="1"/>
      <p:bldP spid="316425" grpId="0" autoUpdateAnimBg="0"/>
      <p:bldP spid="316426" grpId="0" animBg="1"/>
      <p:bldP spid="316427" grpId="0" autoUpdateAnimBg="0"/>
      <p:bldP spid="316428" grpId="0" animBg="1"/>
      <p:bldP spid="316429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42" name="Object 2"/>
          <p:cNvGraphicFramePr>
            <a:graphicFrameLocks noChangeAspect="1"/>
          </p:cNvGraphicFramePr>
          <p:nvPr/>
        </p:nvGraphicFramePr>
        <p:xfrm>
          <a:off x="2667000" y="3505200"/>
          <a:ext cx="3238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238500" imgH="800100" progId="Equation.3">
                  <p:embed/>
                </p:oleObj>
              </mc:Choice>
              <mc:Fallback>
                <p:oleObj name="公式" r:id="rId2" imgW="3238500" imgH="800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505200"/>
                        <a:ext cx="32385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43" name="Object 3"/>
          <p:cNvGraphicFramePr>
            <a:graphicFrameLocks noChangeAspect="1"/>
          </p:cNvGraphicFramePr>
          <p:nvPr/>
        </p:nvGraphicFramePr>
        <p:xfrm>
          <a:off x="2667000" y="4610100"/>
          <a:ext cx="48006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800600" imgH="800100" progId="Equation.3">
                  <p:embed/>
                </p:oleObj>
              </mc:Choice>
              <mc:Fallback>
                <p:oleObj name="公式" r:id="rId4" imgW="4800600" imgH="800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610100"/>
                        <a:ext cx="48006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892" name="Group 4"/>
          <p:cNvGrpSpPr>
            <a:grpSpLocks/>
          </p:cNvGrpSpPr>
          <p:nvPr/>
        </p:nvGrpSpPr>
        <p:grpSpPr bwMode="auto">
          <a:xfrm>
            <a:off x="6534150" y="1017588"/>
            <a:ext cx="3143250" cy="3402012"/>
            <a:chOff x="3120" y="726"/>
            <a:chExt cx="1980" cy="2143"/>
          </a:xfrm>
        </p:grpSpPr>
        <p:sp>
          <p:nvSpPr>
            <p:cNvPr id="37895" name="Line 5"/>
            <p:cNvSpPr>
              <a:spLocks noChangeShapeType="1"/>
            </p:cNvSpPr>
            <p:nvPr/>
          </p:nvSpPr>
          <p:spPr bwMode="auto">
            <a:xfrm>
              <a:off x="3660" y="2262"/>
              <a:ext cx="14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96" name="Line 6"/>
            <p:cNvSpPr>
              <a:spLocks noChangeShapeType="1"/>
            </p:cNvSpPr>
            <p:nvPr/>
          </p:nvSpPr>
          <p:spPr bwMode="auto">
            <a:xfrm flipV="1">
              <a:off x="3660" y="726"/>
              <a:ext cx="0" cy="15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97" name="Line 7"/>
            <p:cNvSpPr>
              <a:spLocks noChangeShapeType="1"/>
            </p:cNvSpPr>
            <p:nvPr/>
          </p:nvSpPr>
          <p:spPr bwMode="auto">
            <a:xfrm flipH="1">
              <a:off x="3120" y="2262"/>
              <a:ext cx="540" cy="52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7898" name="Object 8"/>
            <p:cNvGraphicFramePr>
              <a:graphicFrameLocks noChangeAspect="1"/>
            </p:cNvGraphicFramePr>
            <p:nvPr/>
          </p:nvGraphicFramePr>
          <p:xfrm>
            <a:off x="3840" y="2589"/>
            <a:ext cx="144" cy="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457002" imgH="317362" progId="Equation.3">
                    <p:embed/>
                  </p:oleObj>
                </mc:Choice>
                <mc:Fallback>
                  <p:oleObj name="公式" r:id="rId6" imgW="457002" imgH="31736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2589"/>
                          <a:ext cx="144" cy="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899" name="Object 9"/>
            <p:cNvGraphicFramePr>
              <a:graphicFrameLocks noChangeAspect="1"/>
            </p:cNvGraphicFramePr>
            <p:nvPr/>
          </p:nvGraphicFramePr>
          <p:xfrm>
            <a:off x="3840" y="1488"/>
            <a:ext cx="90" cy="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15713" imgH="241091" progId="Equation.3">
                    <p:embed/>
                  </p:oleObj>
                </mc:Choice>
                <mc:Fallback>
                  <p:oleObj name="公式" r:id="rId8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1488"/>
                          <a:ext cx="90" cy="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0" name="Object 10"/>
            <p:cNvGraphicFramePr>
              <a:graphicFrameLocks noChangeAspect="1"/>
            </p:cNvGraphicFramePr>
            <p:nvPr/>
          </p:nvGraphicFramePr>
          <p:xfrm>
            <a:off x="3216" y="2736"/>
            <a:ext cx="140" cy="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53890" imgH="241195" progId="Equation.3">
                    <p:embed/>
                  </p:oleObj>
                </mc:Choice>
                <mc:Fallback>
                  <p:oleObj name="公式" r:id="rId10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2736"/>
                          <a:ext cx="140" cy="1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1" name="Object 11"/>
            <p:cNvGraphicFramePr>
              <a:graphicFrameLocks noChangeAspect="1"/>
            </p:cNvGraphicFramePr>
            <p:nvPr/>
          </p:nvGraphicFramePr>
          <p:xfrm>
            <a:off x="4924" y="2310"/>
            <a:ext cx="140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53780" imgH="317225" progId="Equation.3">
                    <p:embed/>
                  </p:oleObj>
                </mc:Choice>
                <mc:Fallback>
                  <p:oleObj name="公式" r:id="rId12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4" y="2310"/>
                          <a:ext cx="140" cy="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2" name="Object 12"/>
            <p:cNvGraphicFramePr>
              <a:graphicFrameLocks noChangeAspect="1"/>
            </p:cNvGraphicFramePr>
            <p:nvPr/>
          </p:nvGraphicFramePr>
          <p:xfrm>
            <a:off x="3708" y="758"/>
            <a:ext cx="105" cy="1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03024" imgH="253780" progId="Equation.3">
                    <p:embed/>
                  </p:oleObj>
                </mc:Choice>
                <mc:Fallback>
                  <p:oleObj name="公式" r:id="rId14" imgW="203024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8" y="758"/>
                          <a:ext cx="105" cy="1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3" name="Object 13"/>
            <p:cNvGraphicFramePr>
              <a:graphicFrameLocks noChangeAspect="1"/>
            </p:cNvGraphicFramePr>
            <p:nvPr/>
          </p:nvGraphicFramePr>
          <p:xfrm>
            <a:off x="3504" y="2161"/>
            <a:ext cx="13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215713" imgH="241091" progId="Equation.3">
                    <p:embed/>
                  </p:oleObj>
                </mc:Choice>
                <mc:Fallback>
                  <p:oleObj name="公式" r:id="rId16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2161"/>
                          <a:ext cx="135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04" name="Line 14"/>
            <p:cNvSpPr>
              <a:spLocks noChangeShapeType="1"/>
            </p:cNvSpPr>
            <p:nvPr/>
          </p:nvSpPr>
          <p:spPr bwMode="auto">
            <a:xfrm>
              <a:off x="3648" y="1278"/>
              <a:ext cx="624" cy="4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5" name="Line 15"/>
            <p:cNvSpPr>
              <a:spLocks noChangeShapeType="1"/>
            </p:cNvSpPr>
            <p:nvPr/>
          </p:nvSpPr>
          <p:spPr bwMode="auto">
            <a:xfrm>
              <a:off x="3648" y="2256"/>
              <a:ext cx="624" cy="4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6" name="Line 16"/>
            <p:cNvSpPr>
              <a:spLocks noChangeShapeType="1"/>
            </p:cNvSpPr>
            <p:nvPr/>
          </p:nvSpPr>
          <p:spPr bwMode="auto">
            <a:xfrm>
              <a:off x="3654" y="1098"/>
              <a:ext cx="624" cy="4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7" name="Line 17"/>
            <p:cNvSpPr>
              <a:spLocks noChangeShapeType="1"/>
            </p:cNvSpPr>
            <p:nvPr/>
          </p:nvSpPr>
          <p:spPr bwMode="auto">
            <a:xfrm>
              <a:off x="3654" y="1104"/>
              <a:ext cx="768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8" name="Line 18"/>
            <p:cNvSpPr>
              <a:spLocks noChangeShapeType="1"/>
            </p:cNvSpPr>
            <p:nvPr/>
          </p:nvSpPr>
          <p:spPr bwMode="auto">
            <a:xfrm>
              <a:off x="3666" y="1302"/>
              <a:ext cx="768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9" name="Line 19"/>
            <p:cNvSpPr>
              <a:spLocks noChangeShapeType="1"/>
            </p:cNvSpPr>
            <p:nvPr/>
          </p:nvSpPr>
          <p:spPr bwMode="auto">
            <a:xfrm>
              <a:off x="3648" y="2256"/>
              <a:ext cx="768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0" name="Line 20"/>
            <p:cNvSpPr>
              <a:spLocks noChangeShapeType="1"/>
            </p:cNvSpPr>
            <p:nvPr/>
          </p:nvSpPr>
          <p:spPr bwMode="auto">
            <a:xfrm>
              <a:off x="4272" y="1584"/>
              <a:ext cx="0" cy="11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1" name="Line 21"/>
            <p:cNvSpPr>
              <a:spLocks noChangeShapeType="1"/>
            </p:cNvSpPr>
            <p:nvPr/>
          </p:nvSpPr>
          <p:spPr bwMode="auto">
            <a:xfrm>
              <a:off x="4434" y="1488"/>
              <a:ext cx="0" cy="11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2" name="Line 22"/>
            <p:cNvSpPr>
              <a:spLocks noChangeShapeType="1"/>
            </p:cNvSpPr>
            <p:nvPr/>
          </p:nvSpPr>
          <p:spPr bwMode="auto">
            <a:xfrm>
              <a:off x="4080" y="1440"/>
              <a:ext cx="0" cy="11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3" name="Line 23"/>
            <p:cNvSpPr>
              <a:spLocks noChangeShapeType="1"/>
            </p:cNvSpPr>
            <p:nvPr/>
          </p:nvSpPr>
          <p:spPr bwMode="auto">
            <a:xfrm>
              <a:off x="4146" y="1344"/>
              <a:ext cx="0" cy="1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4" name="Arc 24"/>
            <p:cNvSpPr>
              <a:spLocks/>
            </p:cNvSpPr>
            <p:nvPr/>
          </p:nvSpPr>
          <p:spPr bwMode="auto">
            <a:xfrm rot="20813578" flipV="1">
              <a:off x="4254" y="2620"/>
              <a:ext cx="192" cy="92"/>
            </a:xfrm>
            <a:custGeom>
              <a:avLst/>
              <a:gdLst>
                <a:gd name="T0" fmla="*/ 0 w 25889"/>
                <a:gd name="T1" fmla="*/ 0 h 21600"/>
                <a:gd name="T2" fmla="*/ 0 w 25889"/>
                <a:gd name="T3" fmla="*/ 0 h 21600"/>
                <a:gd name="T4" fmla="*/ 0 w 25889"/>
                <a:gd name="T5" fmla="*/ 0 h 21600"/>
                <a:gd name="T6" fmla="*/ 0 60000 65536"/>
                <a:gd name="T7" fmla="*/ 0 60000 65536"/>
                <a:gd name="T8" fmla="*/ 0 60000 65536"/>
                <a:gd name="T9" fmla="*/ 0 w 25889"/>
                <a:gd name="T10" fmla="*/ 0 h 21600"/>
                <a:gd name="T11" fmla="*/ 25889 w 2588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889" h="21600" fill="none" extrusionOk="0">
                  <a:moveTo>
                    <a:pt x="-1" y="448"/>
                  </a:moveTo>
                  <a:cubicBezTo>
                    <a:pt x="1441" y="150"/>
                    <a:pt x="2909" y="-1"/>
                    <a:pt x="4381" y="0"/>
                  </a:cubicBezTo>
                  <a:cubicBezTo>
                    <a:pt x="15537" y="0"/>
                    <a:pt x="24858" y="8496"/>
                    <a:pt x="25888" y="19605"/>
                  </a:cubicBezTo>
                </a:path>
                <a:path w="25889" h="21600" stroke="0" extrusionOk="0">
                  <a:moveTo>
                    <a:pt x="-1" y="448"/>
                  </a:moveTo>
                  <a:cubicBezTo>
                    <a:pt x="1441" y="150"/>
                    <a:pt x="2909" y="-1"/>
                    <a:pt x="4381" y="0"/>
                  </a:cubicBezTo>
                  <a:cubicBezTo>
                    <a:pt x="15537" y="0"/>
                    <a:pt x="24858" y="8496"/>
                    <a:pt x="25888" y="19605"/>
                  </a:cubicBezTo>
                  <a:lnTo>
                    <a:pt x="4381" y="21600"/>
                  </a:lnTo>
                  <a:lnTo>
                    <a:pt x="-1" y="448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5" name="Arc 25"/>
            <p:cNvSpPr>
              <a:spLocks/>
            </p:cNvSpPr>
            <p:nvPr/>
          </p:nvSpPr>
          <p:spPr bwMode="auto">
            <a:xfrm rot="19749825" flipV="1">
              <a:off x="4044" y="2476"/>
              <a:ext cx="126" cy="92"/>
            </a:xfrm>
            <a:custGeom>
              <a:avLst/>
              <a:gdLst>
                <a:gd name="T0" fmla="*/ 0 w 16991"/>
                <a:gd name="T1" fmla="*/ 0 h 21587"/>
                <a:gd name="T2" fmla="*/ 0 w 16991"/>
                <a:gd name="T3" fmla="*/ 0 h 21587"/>
                <a:gd name="T4" fmla="*/ 0 w 16991"/>
                <a:gd name="T5" fmla="*/ 0 h 21587"/>
                <a:gd name="T6" fmla="*/ 0 60000 65536"/>
                <a:gd name="T7" fmla="*/ 0 60000 65536"/>
                <a:gd name="T8" fmla="*/ 0 60000 65536"/>
                <a:gd name="T9" fmla="*/ 0 w 16991"/>
                <a:gd name="T10" fmla="*/ 0 h 21587"/>
                <a:gd name="T11" fmla="*/ 16991 w 16991"/>
                <a:gd name="T12" fmla="*/ 21587 h 215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991" h="21587" fill="none" extrusionOk="0">
                  <a:moveTo>
                    <a:pt x="736" y="-1"/>
                  </a:moveTo>
                  <a:cubicBezTo>
                    <a:pt x="7106" y="216"/>
                    <a:pt x="13055" y="3236"/>
                    <a:pt x="16990" y="8250"/>
                  </a:cubicBezTo>
                </a:path>
                <a:path w="16991" h="21587" stroke="0" extrusionOk="0">
                  <a:moveTo>
                    <a:pt x="736" y="-1"/>
                  </a:moveTo>
                  <a:cubicBezTo>
                    <a:pt x="7106" y="216"/>
                    <a:pt x="13055" y="3236"/>
                    <a:pt x="16990" y="8250"/>
                  </a:cubicBezTo>
                  <a:lnTo>
                    <a:pt x="0" y="21587"/>
                  </a:lnTo>
                  <a:lnTo>
                    <a:pt x="736" y="-1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7916" name="Group 26"/>
            <p:cNvGrpSpPr>
              <a:grpSpLocks/>
            </p:cNvGrpSpPr>
            <p:nvPr/>
          </p:nvGrpSpPr>
          <p:grpSpPr bwMode="auto">
            <a:xfrm>
              <a:off x="4040" y="1332"/>
              <a:ext cx="412" cy="426"/>
              <a:chOff x="4014" y="1326"/>
              <a:chExt cx="412" cy="426"/>
            </a:xfrm>
          </p:grpSpPr>
          <p:sp>
            <p:nvSpPr>
              <p:cNvPr id="37922" name="Arc 27"/>
              <p:cNvSpPr>
                <a:spLocks/>
              </p:cNvSpPr>
              <p:nvPr/>
            </p:nvSpPr>
            <p:spPr bwMode="auto">
              <a:xfrm rot="20813578" flipV="1">
                <a:off x="4223" y="1648"/>
                <a:ext cx="203" cy="92"/>
              </a:xfrm>
              <a:custGeom>
                <a:avLst/>
                <a:gdLst>
                  <a:gd name="T0" fmla="*/ 0 w 27420"/>
                  <a:gd name="T1" fmla="*/ 0 h 21600"/>
                  <a:gd name="T2" fmla="*/ 0 w 27420"/>
                  <a:gd name="T3" fmla="*/ 0 h 21600"/>
                  <a:gd name="T4" fmla="*/ 0 w 2742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7420"/>
                  <a:gd name="T10" fmla="*/ 0 h 21600"/>
                  <a:gd name="T11" fmla="*/ 27420 w 2742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420" h="21600" fill="none" extrusionOk="0">
                    <a:moveTo>
                      <a:pt x="-1" y="798"/>
                    </a:moveTo>
                    <a:cubicBezTo>
                      <a:pt x="1894" y="268"/>
                      <a:pt x="3852" y="-1"/>
                      <a:pt x="5820" y="0"/>
                    </a:cubicBezTo>
                    <a:cubicBezTo>
                      <a:pt x="17749" y="0"/>
                      <a:pt x="27420" y="9670"/>
                      <a:pt x="27420" y="21600"/>
                    </a:cubicBezTo>
                  </a:path>
                  <a:path w="27420" h="21600" stroke="0" extrusionOk="0">
                    <a:moveTo>
                      <a:pt x="-1" y="798"/>
                    </a:moveTo>
                    <a:cubicBezTo>
                      <a:pt x="1894" y="268"/>
                      <a:pt x="3852" y="-1"/>
                      <a:pt x="5820" y="0"/>
                    </a:cubicBezTo>
                    <a:cubicBezTo>
                      <a:pt x="17749" y="0"/>
                      <a:pt x="27420" y="9670"/>
                      <a:pt x="27420" y="21600"/>
                    </a:cubicBezTo>
                    <a:lnTo>
                      <a:pt x="5820" y="21600"/>
                    </a:lnTo>
                    <a:lnTo>
                      <a:pt x="-1" y="798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23" name="Line 28"/>
              <p:cNvSpPr>
                <a:spLocks noChangeShapeType="1"/>
              </p:cNvSpPr>
              <p:nvPr/>
            </p:nvSpPr>
            <p:spPr bwMode="auto">
              <a:xfrm>
                <a:off x="4410" y="1476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24" name="AutoShape 29"/>
              <p:cNvSpPr>
                <a:spLocks noChangeArrowheads="1"/>
              </p:cNvSpPr>
              <p:nvPr/>
            </p:nvSpPr>
            <p:spPr bwMode="auto">
              <a:xfrm rot="5351335">
                <a:off x="3984" y="1488"/>
                <a:ext cx="336" cy="192"/>
              </a:xfrm>
              <a:prstGeom prst="parallelogram">
                <a:avLst>
                  <a:gd name="adj" fmla="val 75631"/>
                </a:avLst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18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18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1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1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1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1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1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1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1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7925" name="Arc 30"/>
              <p:cNvSpPr>
                <a:spLocks/>
              </p:cNvSpPr>
              <p:nvPr/>
            </p:nvSpPr>
            <p:spPr bwMode="auto">
              <a:xfrm rot="9220013" flipV="1">
                <a:off x="4036" y="1326"/>
                <a:ext cx="266" cy="77"/>
              </a:xfrm>
              <a:custGeom>
                <a:avLst/>
                <a:gdLst>
                  <a:gd name="T0" fmla="*/ 0 w 19066"/>
                  <a:gd name="T1" fmla="*/ 0 h 17648"/>
                  <a:gd name="T2" fmla="*/ 0 w 19066"/>
                  <a:gd name="T3" fmla="*/ 0 h 17648"/>
                  <a:gd name="T4" fmla="*/ 0 w 19066"/>
                  <a:gd name="T5" fmla="*/ 0 h 17648"/>
                  <a:gd name="T6" fmla="*/ 0 60000 65536"/>
                  <a:gd name="T7" fmla="*/ 0 60000 65536"/>
                  <a:gd name="T8" fmla="*/ 0 60000 65536"/>
                  <a:gd name="T9" fmla="*/ 0 w 19066"/>
                  <a:gd name="T10" fmla="*/ 0 h 17648"/>
                  <a:gd name="T11" fmla="*/ 19066 w 19066"/>
                  <a:gd name="T12" fmla="*/ 17648 h 176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66" h="17648" fill="none" extrusionOk="0">
                    <a:moveTo>
                      <a:pt x="12454" y="-1"/>
                    </a:moveTo>
                    <a:cubicBezTo>
                      <a:pt x="15213" y="1947"/>
                      <a:pt x="17478" y="4514"/>
                      <a:pt x="19065" y="7496"/>
                    </a:cubicBezTo>
                  </a:path>
                  <a:path w="19066" h="17648" stroke="0" extrusionOk="0">
                    <a:moveTo>
                      <a:pt x="12454" y="-1"/>
                    </a:moveTo>
                    <a:cubicBezTo>
                      <a:pt x="15213" y="1947"/>
                      <a:pt x="17478" y="4514"/>
                      <a:pt x="19065" y="7496"/>
                    </a:cubicBezTo>
                    <a:lnTo>
                      <a:pt x="0" y="17648"/>
                    </a:lnTo>
                    <a:lnTo>
                      <a:pt x="12454" y="-1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26" name="Arc 31"/>
              <p:cNvSpPr>
                <a:spLocks/>
              </p:cNvSpPr>
              <p:nvPr/>
            </p:nvSpPr>
            <p:spPr bwMode="auto">
              <a:xfrm rot="20432313" flipV="1">
                <a:off x="4224" y="1488"/>
                <a:ext cx="197" cy="55"/>
              </a:xfrm>
              <a:custGeom>
                <a:avLst/>
                <a:gdLst>
                  <a:gd name="T0" fmla="*/ 0 w 22172"/>
                  <a:gd name="T1" fmla="*/ 0 h 21600"/>
                  <a:gd name="T2" fmla="*/ 0 w 22172"/>
                  <a:gd name="T3" fmla="*/ 0 h 21600"/>
                  <a:gd name="T4" fmla="*/ 0 w 2217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2172"/>
                  <a:gd name="T10" fmla="*/ 0 h 21600"/>
                  <a:gd name="T11" fmla="*/ 22172 w 2217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172" h="21600" fill="none" extrusionOk="0">
                    <a:moveTo>
                      <a:pt x="-1" y="7"/>
                    </a:moveTo>
                    <a:cubicBezTo>
                      <a:pt x="190" y="2"/>
                      <a:pt x="381" y="-1"/>
                      <a:pt x="572" y="0"/>
                    </a:cubicBezTo>
                    <a:cubicBezTo>
                      <a:pt x="12501" y="0"/>
                      <a:pt x="22172" y="9670"/>
                      <a:pt x="22172" y="21600"/>
                    </a:cubicBezTo>
                  </a:path>
                  <a:path w="22172" h="21600" stroke="0" extrusionOk="0">
                    <a:moveTo>
                      <a:pt x="-1" y="7"/>
                    </a:moveTo>
                    <a:cubicBezTo>
                      <a:pt x="190" y="2"/>
                      <a:pt x="381" y="-1"/>
                      <a:pt x="572" y="0"/>
                    </a:cubicBezTo>
                    <a:cubicBezTo>
                      <a:pt x="12501" y="0"/>
                      <a:pt x="22172" y="9670"/>
                      <a:pt x="22172" y="21600"/>
                    </a:cubicBezTo>
                    <a:lnTo>
                      <a:pt x="572" y="21600"/>
                    </a:lnTo>
                    <a:lnTo>
                      <a:pt x="-1" y="7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27" name="Line 32"/>
              <p:cNvSpPr>
                <a:spLocks noChangeShapeType="1"/>
              </p:cNvSpPr>
              <p:nvPr/>
            </p:nvSpPr>
            <p:spPr bwMode="auto">
              <a:xfrm>
                <a:off x="4104" y="1338"/>
                <a:ext cx="312" cy="14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28" name="Arc 33"/>
              <p:cNvSpPr>
                <a:spLocks/>
              </p:cNvSpPr>
              <p:nvPr/>
            </p:nvSpPr>
            <p:spPr bwMode="auto">
              <a:xfrm rot="19749825" flipV="1">
                <a:off x="4014" y="1494"/>
                <a:ext cx="126" cy="92"/>
              </a:xfrm>
              <a:custGeom>
                <a:avLst/>
                <a:gdLst>
                  <a:gd name="T0" fmla="*/ 0 w 16991"/>
                  <a:gd name="T1" fmla="*/ 0 h 21587"/>
                  <a:gd name="T2" fmla="*/ 0 w 16991"/>
                  <a:gd name="T3" fmla="*/ 0 h 21587"/>
                  <a:gd name="T4" fmla="*/ 0 w 16991"/>
                  <a:gd name="T5" fmla="*/ 0 h 21587"/>
                  <a:gd name="T6" fmla="*/ 0 60000 65536"/>
                  <a:gd name="T7" fmla="*/ 0 60000 65536"/>
                  <a:gd name="T8" fmla="*/ 0 60000 65536"/>
                  <a:gd name="T9" fmla="*/ 0 w 16991"/>
                  <a:gd name="T10" fmla="*/ 0 h 21587"/>
                  <a:gd name="T11" fmla="*/ 16991 w 16991"/>
                  <a:gd name="T12" fmla="*/ 21587 h 2158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991" h="21587" fill="none" extrusionOk="0">
                    <a:moveTo>
                      <a:pt x="736" y="-1"/>
                    </a:moveTo>
                    <a:cubicBezTo>
                      <a:pt x="7106" y="216"/>
                      <a:pt x="13055" y="3236"/>
                      <a:pt x="16990" y="8250"/>
                    </a:cubicBezTo>
                  </a:path>
                  <a:path w="16991" h="21587" stroke="0" extrusionOk="0">
                    <a:moveTo>
                      <a:pt x="736" y="-1"/>
                    </a:moveTo>
                    <a:cubicBezTo>
                      <a:pt x="7106" y="216"/>
                      <a:pt x="13055" y="3236"/>
                      <a:pt x="16990" y="8250"/>
                    </a:cubicBezTo>
                    <a:lnTo>
                      <a:pt x="0" y="21587"/>
                    </a:lnTo>
                    <a:lnTo>
                      <a:pt x="736" y="-1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37917" name="Object 34"/>
            <p:cNvGraphicFramePr>
              <a:graphicFrameLocks noChangeAspect="1"/>
            </p:cNvGraphicFramePr>
            <p:nvPr/>
          </p:nvGraphicFramePr>
          <p:xfrm>
            <a:off x="4459" y="1509"/>
            <a:ext cx="155" cy="1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304800" imgH="276351" progId="Equation.3">
                    <p:embed/>
                  </p:oleObj>
                </mc:Choice>
                <mc:Fallback>
                  <p:oleObj name="公式" r:id="rId19" imgW="304800" imgH="27635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9" y="1509"/>
                          <a:ext cx="155" cy="1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18" name="Object 35"/>
            <p:cNvGraphicFramePr>
              <a:graphicFrameLocks noChangeAspect="1"/>
            </p:cNvGraphicFramePr>
            <p:nvPr/>
          </p:nvGraphicFramePr>
          <p:xfrm>
            <a:off x="4272" y="1253"/>
            <a:ext cx="155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304800" imgH="247677" progId="Equation.3">
                    <p:embed/>
                  </p:oleObj>
                </mc:Choice>
                <mc:Fallback>
                  <p:oleObj name="公式" r:id="rId21" imgW="304800" imgH="247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1253"/>
                          <a:ext cx="155" cy="1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19" name="Line 36"/>
            <p:cNvSpPr>
              <a:spLocks noChangeShapeType="1"/>
            </p:cNvSpPr>
            <p:nvPr/>
          </p:nvSpPr>
          <p:spPr bwMode="auto">
            <a:xfrm flipV="1">
              <a:off x="3888" y="2400"/>
              <a:ext cx="0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7920" name="Object 37"/>
            <p:cNvGraphicFramePr>
              <a:graphicFrameLocks noChangeAspect="1"/>
            </p:cNvGraphicFramePr>
            <p:nvPr/>
          </p:nvGraphicFramePr>
          <p:xfrm>
            <a:off x="4140" y="1110"/>
            <a:ext cx="192" cy="1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533579" imgH="247677" progId="Equation.3">
                    <p:embed/>
                  </p:oleObj>
                </mc:Choice>
                <mc:Fallback>
                  <p:oleObj name="公式" r:id="rId23" imgW="533579" imgH="247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0" y="1110"/>
                          <a:ext cx="192" cy="1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21" name="Arc 38"/>
            <p:cNvSpPr>
              <a:spLocks/>
            </p:cNvSpPr>
            <p:nvPr/>
          </p:nvSpPr>
          <p:spPr bwMode="auto">
            <a:xfrm rot="20831360" flipH="1">
              <a:off x="4078" y="1179"/>
              <a:ext cx="144" cy="202"/>
            </a:xfrm>
            <a:custGeom>
              <a:avLst/>
              <a:gdLst>
                <a:gd name="T0" fmla="*/ 0 w 21600"/>
                <a:gd name="T1" fmla="*/ 0 h 18151"/>
                <a:gd name="T2" fmla="*/ 0 w 21600"/>
                <a:gd name="T3" fmla="*/ 0 h 18151"/>
                <a:gd name="T4" fmla="*/ 0 w 21600"/>
                <a:gd name="T5" fmla="*/ 0 h 18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8151"/>
                <a:gd name="T11" fmla="*/ 21600 w 21600"/>
                <a:gd name="T12" fmla="*/ 18151 h 18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8151" fill="none" extrusionOk="0">
                  <a:moveTo>
                    <a:pt x="11709" y="-1"/>
                  </a:moveTo>
                  <a:cubicBezTo>
                    <a:pt x="17874" y="3977"/>
                    <a:pt x="21600" y="10813"/>
                    <a:pt x="21600" y="18151"/>
                  </a:cubicBezTo>
                </a:path>
                <a:path w="21600" h="18151" stroke="0" extrusionOk="0">
                  <a:moveTo>
                    <a:pt x="11709" y="-1"/>
                  </a:moveTo>
                  <a:cubicBezTo>
                    <a:pt x="17874" y="3977"/>
                    <a:pt x="21600" y="10813"/>
                    <a:pt x="21600" y="18151"/>
                  </a:cubicBezTo>
                  <a:lnTo>
                    <a:pt x="0" y="18151"/>
                  </a:lnTo>
                  <a:lnTo>
                    <a:pt x="11709" y="-1"/>
                  </a:lnTo>
                  <a:close/>
                </a:path>
              </a:pathLst>
            </a:custGeom>
            <a:noFill/>
            <a:ln w="12700">
              <a:solidFill>
                <a:schemeClr val="accent2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7893" name="Text Box 39"/>
          <p:cNvSpPr txBox="1">
            <a:spLocks noChangeArrowheads="1"/>
          </p:cNvSpPr>
          <p:nvPr/>
        </p:nvSpPr>
        <p:spPr bwMode="auto">
          <a:xfrm>
            <a:off x="2438400" y="1143000"/>
            <a:ext cx="3810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　　如图，柱坐标系中的体积元素为</a:t>
            </a:r>
          </a:p>
        </p:txBody>
      </p:sp>
      <p:graphicFrame>
        <p:nvGraphicFramePr>
          <p:cNvPr id="317480" name="Object 40"/>
          <p:cNvGraphicFramePr>
            <a:graphicFrameLocks noChangeAspect="1"/>
          </p:cNvGraphicFramePr>
          <p:nvPr/>
        </p:nvGraphicFramePr>
        <p:xfrm>
          <a:off x="3200400" y="2451100"/>
          <a:ext cx="2006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2006600" imgH="368300" progId="Equation.3">
                  <p:embed/>
                </p:oleObj>
              </mc:Choice>
              <mc:Fallback>
                <p:oleObj name="公式" r:id="rId25" imgW="20066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451100"/>
                        <a:ext cx="20066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58543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8466" name="Object 2"/>
          <p:cNvGraphicFramePr>
            <a:graphicFrameLocks noChangeAspect="1"/>
          </p:cNvGraphicFramePr>
          <p:nvPr/>
        </p:nvGraphicFramePr>
        <p:xfrm>
          <a:off x="1626566" y="3835164"/>
          <a:ext cx="4032250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25600" imgH="381000" progId="Equation.3">
                  <p:embed/>
                </p:oleObj>
              </mc:Choice>
              <mc:Fallback>
                <p:oleObj name="公式" r:id="rId2" imgW="16256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6566" y="3835164"/>
                        <a:ext cx="4032250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467" name="Object 3"/>
          <p:cNvGraphicFramePr>
            <a:graphicFrameLocks noChangeAspect="1"/>
          </p:cNvGraphicFramePr>
          <p:nvPr/>
        </p:nvGraphicFramePr>
        <p:xfrm>
          <a:off x="1703113" y="4893015"/>
          <a:ext cx="5761037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425700" imgH="406400" progId="Equation.3">
                  <p:embed/>
                </p:oleObj>
              </mc:Choice>
              <mc:Fallback>
                <p:oleObj name="公式" r:id="rId4" imgW="24257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113" y="4893015"/>
                        <a:ext cx="5761037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68" name="Text Box 4"/>
          <p:cNvSpPr txBox="1">
            <a:spLocks noChangeArrowheads="1"/>
          </p:cNvSpPr>
          <p:nvPr/>
        </p:nvSpPr>
        <p:spPr bwMode="auto">
          <a:xfrm>
            <a:off x="1413917" y="674667"/>
            <a:ext cx="8792527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　　柱坐标系中的三重积分计算也是化为三次积分进行计算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化为三次积分时，积分限的确定是根据在积分区域       中的             变化范围来确定的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 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18469" name="Object 5"/>
          <p:cNvGraphicFramePr>
            <a:graphicFrameLocks noChangeAspect="1"/>
          </p:cNvGraphicFramePr>
          <p:nvPr/>
        </p:nvGraphicFramePr>
        <p:xfrm>
          <a:off x="3355680" y="1526562"/>
          <a:ext cx="10080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393529" imgH="203112" progId="Equation.3">
                  <p:embed/>
                </p:oleObj>
              </mc:Choice>
              <mc:Fallback>
                <p:oleObj name="公式" r:id="rId7" imgW="393529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5680" y="1526562"/>
                        <a:ext cx="100806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471" name="Object 7"/>
          <p:cNvGraphicFramePr>
            <a:graphicFrameLocks noChangeAspect="1"/>
          </p:cNvGraphicFramePr>
          <p:nvPr/>
        </p:nvGraphicFramePr>
        <p:xfrm>
          <a:off x="1962523" y="1540758"/>
          <a:ext cx="42227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64885" imgH="164885" progId="Equation.3">
                  <p:embed/>
                </p:oleObj>
              </mc:Choice>
              <mc:Fallback>
                <p:oleObj name="公式" r:id="rId9" imgW="164885" imgH="16488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2523" y="1540758"/>
                        <a:ext cx="422275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1433626" y="2079377"/>
            <a:ext cx="8856618" cy="954107"/>
            <a:chOff x="1480457" y="2088518"/>
            <a:chExt cx="8856618" cy="954107"/>
          </a:xfrm>
        </p:grpSpPr>
        <p:sp>
          <p:nvSpPr>
            <p:cNvPr id="318470" name="Text Box 6"/>
            <p:cNvSpPr txBox="1">
              <a:spLocks noChangeArrowheads="1"/>
            </p:cNvSpPr>
            <p:nvPr/>
          </p:nvSpPr>
          <p:spPr bwMode="auto">
            <a:xfrm>
              <a:off x="1480457" y="2088518"/>
              <a:ext cx="8856618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Blip>
                  <a:blip r:embed="rId6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6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　  </a:t>
              </a:r>
              <a:r>
                <a:rPr lang="en-US" altLang="zh-CN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(1)(</a:t>
              </a:r>
              <a:r>
                <a:rPr lang="zh-CN" altLang="en-US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投影法或先一后二法</a:t>
              </a:r>
              <a:r>
                <a:rPr lang="en-US" altLang="zh-CN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)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积分区域      在</a:t>
              </a:r>
              <a:r>
                <a:rPr lang="en-US" altLang="zh-CN" b="1" i="1" dirty="0" err="1">
                  <a:solidFill>
                    <a:schemeClr val="tx1"/>
                  </a:solidFill>
                  <a:ea typeface="宋体" panose="02010600030101010101" pitchFamily="2" charset="-122"/>
                </a:rPr>
                <a:t>xOy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平面上的投影区域为</a:t>
              </a:r>
              <a:r>
                <a:rPr lang="en-US" altLang="zh-CN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D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(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用极坐标表示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),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 且      可表示为</a:t>
              </a:r>
            </a:p>
          </p:txBody>
        </p:sp>
        <p:graphicFrame>
          <p:nvGraphicFramePr>
            <p:cNvPr id="318472" name="Object 8"/>
            <p:cNvGraphicFramePr>
              <a:graphicFrameLocks noChangeAspect="1"/>
            </p:cNvGraphicFramePr>
            <p:nvPr/>
          </p:nvGraphicFramePr>
          <p:xfrm>
            <a:off x="7509501" y="2137723"/>
            <a:ext cx="422275" cy="420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64885" imgH="164885" progId="Equation.3">
                    <p:embed/>
                  </p:oleObj>
                </mc:Choice>
                <mc:Fallback>
                  <p:oleObj name="公式" r:id="rId11" imgW="164885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09501" y="2137723"/>
                          <a:ext cx="422275" cy="4206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8473" name="Object 9"/>
            <p:cNvGraphicFramePr>
              <a:graphicFrameLocks noChangeAspect="1"/>
            </p:cNvGraphicFramePr>
            <p:nvPr/>
          </p:nvGraphicFramePr>
          <p:xfrm>
            <a:off x="6944783" y="2565571"/>
            <a:ext cx="422275" cy="420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64885" imgH="164885" progId="Equation.DSMT4">
                    <p:embed/>
                  </p:oleObj>
                </mc:Choice>
                <mc:Fallback>
                  <p:oleObj name="Equation" r:id="rId12" imgW="164885" imgH="16488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44783" y="2565571"/>
                          <a:ext cx="422275" cy="4206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8474" name="Object 10"/>
          <p:cNvGraphicFramePr>
            <a:graphicFrameLocks noChangeAspect="1"/>
          </p:cNvGraphicFramePr>
          <p:nvPr/>
        </p:nvGraphicFramePr>
        <p:xfrm>
          <a:off x="1413917" y="3131697"/>
          <a:ext cx="7470775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920680" imgH="228600" progId="Equation.DSMT4">
                  <p:embed/>
                </p:oleObj>
              </mc:Choice>
              <mc:Fallback>
                <p:oleObj name="Equation" r:id="rId13" imgW="2920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3917" y="3131697"/>
                        <a:ext cx="7470775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9"/>
          <p:cNvGrpSpPr>
            <a:grpSpLocks/>
          </p:cNvGrpSpPr>
          <p:nvPr/>
        </p:nvGrpSpPr>
        <p:grpSpPr bwMode="auto">
          <a:xfrm>
            <a:off x="9043262" y="3407908"/>
            <a:ext cx="2587625" cy="2736850"/>
            <a:chOff x="3904" y="2171"/>
            <a:chExt cx="1630" cy="1724"/>
          </a:xfrm>
        </p:grpSpPr>
        <p:sp>
          <p:nvSpPr>
            <p:cNvPr id="13" name="Oval 20"/>
            <p:cNvSpPr>
              <a:spLocks noChangeArrowheads="1"/>
            </p:cNvSpPr>
            <p:nvPr/>
          </p:nvSpPr>
          <p:spPr bwMode="auto">
            <a:xfrm>
              <a:off x="3922" y="2469"/>
              <a:ext cx="1271" cy="224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Line 21"/>
            <p:cNvSpPr>
              <a:spLocks noChangeShapeType="1"/>
            </p:cNvSpPr>
            <p:nvPr/>
          </p:nvSpPr>
          <p:spPr bwMode="auto">
            <a:xfrm>
              <a:off x="3904" y="2581"/>
              <a:ext cx="5" cy="8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5" name="Object 22"/>
            <p:cNvGraphicFramePr>
              <a:graphicFrameLocks noChangeAspect="1"/>
            </p:cNvGraphicFramePr>
            <p:nvPr/>
          </p:nvGraphicFramePr>
          <p:xfrm>
            <a:off x="4121" y="3660"/>
            <a:ext cx="214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26720" imgH="139680" progId="Equation.DSMT4">
                    <p:embed/>
                  </p:oleObj>
                </mc:Choice>
                <mc:Fallback>
                  <p:oleObj name="Equation" r:id="rId15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1" y="3660"/>
                          <a:ext cx="214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23"/>
            <p:cNvGraphicFramePr>
              <a:graphicFrameLocks noChangeAspect="1"/>
            </p:cNvGraphicFramePr>
            <p:nvPr/>
          </p:nvGraphicFramePr>
          <p:xfrm>
            <a:off x="4581" y="2171"/>
            <a:ext cx="217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26720" imgH="126720" progId="Equation.DSMT4">
                    <p:embed/>
                  </p:oleObj>
                </mc:Choice>
                <mc:Fallback>
                  <p:oleObj name="Equation" r:id="rId17" imgW="126720" imgH="126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1" y="2171"/>
                          <a:ext cx="217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24"/>
            <p:cNvGraphicFramePr>
              <a:graphicFrameLocks noChangeAspect="1"/>
            </p:cNvGraphicFramePr>
            <p:nvPr/>
          </p:nvGraphicFramePr>
          <p:xfrm>
            <a:off x="5298" y="3424"/>
            <a:ext cx="236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39680" imgH="164880" progId="Equation.DSMT4">
                    <p:embed/>
                  </p:oleObj>
                </mc:Choice>
                <mc:Fallback>
                  <p:oleObj name="Equation" r:id="rId19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8" y="3424"/>
                          <a:ext cx="236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Oval 25"/>
            <p:cNvSpPr>
              <a:spLocks noChangeArrowheads="1"/>
            </p:cNvSpPr>
            <p:nvPr/>
          </p:nvSpPr>
          <p:spPr bwMode="auto">
            <a:xfrm>
              <a:off x="3922" y="3298"/>
              <a:ext cx="1271" cy="2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Line 26"/>
            <p:cNvSpPr>
              <a:spLocks noChangeShapeType="1"/>
            </p:cNvSpPr>
            <p:nvPr/>
          </p:nvSpPr>
          <p:spPr bwMode="auto">
            <a:xfrm>
              <a:off x="4552" y="3405"/>
              <a:ext cx="84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" name="Line 27"/>
            <p:cNvSpPr>
              <a:spLocks noChangeShapeType="1"/>
            </p:cNvSpPr>
            <p:nvPr/>
          </p:nvSpPr>
          <p:spPr bwMode="auto">
            <a:xfrm flipH="1">
              <a:off x="3904" y="3424"/>
              <a:ext cx="649" cy="37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" name="Freeform 28"/>
            <p:cNvSpPr>
              <a:spLocks/>
            </p:cNvSpPr>
            <p:nvPr/>
          </p:nvSpPr>
          <p:spPr bwMode="auto">
            <a:xfrm>
              <a:off x="4572" y="2564"/>
              <a:ext cx="626" cy="841"/>
            </a:xfrm>
            <a:custGeom>
              <a:avLst/>
              <a:gdLst>
                <a:gd name="T0" fmla="*/ 0 w 626"/>
                <a:gd name="T1" fmla="*/ 841 h 841"/>
                <a:gd name="T2" fmla="*/ 165 w 626"/>
                <a:gd name="T3" fmla="*/ 795 h 841"/>
                <a:gd name="T4" fmla="*/ 348 w 626"/>
                <a:gd name="T5" fmla="*/ 658 h 841"/>
                <a:gd name="T6" fmla="*/ 439 w 626"/>
                <a:gd name="T7" fmla="*/ 558 h 841"/>
                <a:gd name="T8" fmla="*/ 549 w 626"/>
                <a:gd name="T9" fmla="*/ 366 h 841"/>
                <a:gd name="T10" fmla="*/ 595 w 626"/>
                <a:gd name="T11" fmla="*/ 219 h 841"/>
                <a:gd name="T12" fmla="*/ 622 w 626"/>
                <a:gd name="T13" fmla="*/ 55 h 841"/>
                <a:gd name="T14" fmla="*/ 622 w 626"/>
                <a:gd name="T15" fmla="*/ 0 h 8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26"/>
                <a:gd name="T25" fmla="*/ 0 h 841"/>
                <a:gd name="T26" fmla="*/ 626 w 626"/>
                <a:gd name="T27" fmla="*/ 841 h 84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26" h="841">
                  <a:moveTo>
                    <a:pt x="0" y="841"/>
                  </a:moveTo>
                  <a:cubicBezTo>
                    <a:pt x="53" y="833"/>
                    <a:pt x="107" y="826"/>
                    <a:pt x="165" y="795"/>
                  </a:cubicBezTo>
                  <a:cubicBezTo>
                    <a:pt x="223" y="764"/>
                    <a:pt x="302" y="698"/>
                    <a:pt x="348" y="658"/>
                  </a:cubicBezTo>
                  <a:cubicBezTo>
                    <a:pt x="394" y="618"/>
                    <a:pt x="406" y="607"/>
                    <a:pt x="439" y="558"/>
                  </a:cubicBezTo>
                  <a:cubicBezTo>
                    <a:pt x="472" y="509"/>
                    <a:pt x="523" y="422"/>
                    <a:pt x="549" y="366"/>
                  </a:cubicBezTo>
                  <a:cubicBezTo>
                    <a:pt x="575" y="310"/>
                    <a:pt x="583" y="271"/>
                    <a:pt x="595" y="219"/>
                  </a:cubicBezTo>
                  <a:cubicBezTo>
                    <a:pt x="607" y="167"/>
                    <a:pt x="618" y="91"/>
                    <a:pt x="622" y="55"/>
                  </a:cubicBezTo>
                  <a:cubicBezTo>
                    <a:pt x="626" y="19"/>
                    <a:pt x="623" y="6"/>
                    <a:pt x="622" y="0"/>
                  </a:cubicBezTo>
                </a:path>
              </a:pathLst>
            </a:custGeom>
            <a:noFill/>
            <a:ln w="5715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Freeform 29"/>
            <p:cNvSpPr>
              <a:spLocks/>
            </p:cNvSpPr>
            <p:nvPr/>
          </p:nvSpPr>
          <p:spPr bwMode="auto">
            <a:xfrm flipH="1">
              <a:off x="3936" y="2576"/>
              <a:ext cx="645" cy="832"/>
            </a:xfrm>
            <a:custGeom>
              <a:avLst/>
              <a:gdLst>
                <a:gd name="T0" fmla="*/ 0 w 626"/>
                <a:gd name="T1" fmla="*/ 841 h 841"/>
                <a:gd name="T2" fmla="*/ 165 w 626"/>
                <a:gd name="T3" fmla="*/ 795 h 841"/>
                <a:gd name="T4" fmla="*/ 348 w 626"/>
                <a:gd name="T5" fmla="*/ 658 h 841"/>
                <a:gd name="T6" fmla="*/ 439 w 626"/>
                <a:gd name="T7" fmla="*/ 558 h 841"/>
                <a:gd name="T8" fmla="*/ 549 w 626"/>
                <a:gd name="T9" fmla="*/ 366 h 841"/>
                <a:gd name="T10" fmla="*/ 595 w 626"/>
                <a:gd name="T11" fmla="*/ 219 h 841"/>
                <a:gd name="T12" fmla="*/ 622 w 626"/>
                <a:gd name="T13" fmla="*/ 55 h 841"/>
                <a:gd name="T14" fmla="*/ 622 w 626"/>
                <a:gd name="T15" fmla="*/ 0 h 8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26"/>
                <a:gd name="T25" fmla="*/ 0 h 841"/>
                <a:gd name="T26" fmla="*/ 626 w 626"/>
                <a:gd name="T27" fmla="*/ 841 h 84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26" h="841">
                  <a:moveTo>
                    <a:pt x="0" y="841"/>
                  </a:moveTo>
                  <a:cubicBezTo>
                    <a:pt x="53" y="833"/>
                    <a:pt x="107" y="826"/>
                    <a:pt x="165" y="795"/>
                  </a:cubicBezTo>
                  <a:cubicBezTo>
                    <a:pt x="223" y="764"/>
                    <a:pt x="302" y="698"/>
                    <a:pt x="348" y="658"/>
                  </a:cubicBezTo>
                  <a:cubicBezTo>
                    <a:pt x="394" y="618"/>
                    <a:pt x="406" y="607"/>
                    <a:pt x="439" y="558"/>
                  </a:cubicBezTo>
                  <a:cubicBezTo>
                    <a:pt x="472" y="509"/>
                    <a:pt x="523" y="422"/>
                    <a:pt x="549" y="366"/>
                  </a:cubicBezTo>
                  <a:cubicBezTo>
                    <a:pt x="575" y="310"/>
                    <a:pt x="583" y="271"/>
                    <a:pt x="595" y="219"/>
                  </a:cubicBezTo>
                  <a:cubicBezTo>
                    <a:pt x="607" y="167"/>
                    <a:pt x="618" y="91"/>
                    <a:pt x="622" y="55"/>
                  </a:cubicBezTo>
                  <a:cubicBezTo>
                    <a:pt x="626" y="19"/>
                    <a:pt x="623" y="6"/>
                    <a:pt x="622" y="0"/>
                  </a:cubicBezTo>
                </a:path>
              </a:pathLst>
            </a:custGeom>
            <a:noFill/>
            <a:ln w="5715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Line 30"/>
            <p:cNvSpPr>
              <a:spLocks noChangeShapeType="1"/>
            </p:cNvSpPr>
            <p:nvPr/>
          </p:nvSpPr>
          <p:spPr bwMode="auto">
            <a:xfrm>
              <a:off x="5193" y="2576"/>
              <a:ext cx="5" cy="8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" name="Line 31"/>
            <p:cNvSpPr>
              <a:spLocks noChangeShapeType="1"/>
            </p:cNvSpPr>
            <p:nvPr/>
          </p:nvSpPr>
          <p:spPr bwMode="auto">
            <a:xfrm flipV="1">
              <a:off x="4562" y="2209"/>
              <a:ext cx="0" cy="11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Dot"/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5" name="Group 35"/>
          <p:cNvGrpSpPr>
            <a:grpSpLocks/>
          </p:cNvGrpSpPr>
          <p:nvPr/>
        </p:nvGrpSpPr>
        <p:grpSpPr bwMode="auto">
          <a:xfrm>
            <a:off x="10338324" y="5546815"/>
            <a:ext cx="751226" cy="642350"/>
            <a:chOff x="4692" y="3466"/>
            <a:chExt cx="559" cy="475"/>
          </a:xfrm>
        </p:grpSpPr>
        <p:graphicFrame>
          <p:nvGraphicFramePr>
            <p:cNvPr id="26" name="Object 36"/>
            <p:cNvGraphicFramePr>
              <a:graphicFrameLocks noChangeAspect="1"/>
            </p:cNvGraphicFramePr>
            <p:nvPr/>
          </p:nvGraphicFramePr>
          <p:xfrm>
            <a:off x="4836" y="3664"/>
            <a:ext cx="415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64880" imgH="164880" progId="Equation.DSMT4">
                    <p:embed/>
                  </p:oleObj>
                </mc:Choice>
                <mc:Fallback>
                  <p:oleObj name="Equation" r:id="rId21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6" y="3664"/>
                          <a:ext cx="415" cy="277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Line 37"/>
            <p:cNvSpPr>
              <a:spLocks noChangeShapeType="1"/>
            </p:cNvSpPr>
            <p:nvPr/>
          </p:nvSpPr>
          <p:spPr bwMode="auto">
            <a:xfrm>
              <a:off x="4692" y="3466"/>
              <a:ext cx="382" cy="16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cxnSp>
        <p:nvCxnSpPr>
          <p:cNvPr id="4" name="直接箭头连接符 3"/>
          <p:cNvCxnSpPr/>
          <p:nvPr/>
        </p:nvCxnSpPr>
        <p:spPr>
          <a:xfrm flipH="1" flipV="1">
            <a:off x="9380362" y="3586299"/>
            <a:ext cx="14775" cy="1810747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7810500" y="4735513"/>
          <a:ext cx="1595438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901440" imgH="228600" progId="Equation.DSMT4">
                  <p:embed/>
                </p:oleObj>
              </mc:Choice>
              <mc:Fallback>
                <p:oleObj name="Equation" r:id="rId23" imgW="901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810500" y="4735513"/>
                        <a:ext cx="1595438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7804150" y="3865563"/>
          <a:ext cx="1617663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914400" imgH="228600" progId="Equation.DSMT4">
                  <p:embed/>
                </p:oleObj>
              </mc:Choice>
              <mc:Fallback>
                <p:oleObj name="Equation" r:id="rId25" imgW="914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804150" y="3865563"/>
                        <a:ext cx="1617663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56741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8466" name="Object 2"/>
          <p:cNvGraphicFramePr>
            <a:graphicFrameLocks noChangeAspect="1"/>
          </p:cNvGraphicFramePr>
          <p:nvPr/>
        </p:nvGraphicFramePr>
        <p:xfrm>
          <a:off x="1804035" y="3226885"/>
          <a:ext cx="4032250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25600" imgH="381000" progId="Equation.3">
                  <p:embed/>
                </p:oleObj>
              </mc:Choice>
              <mc:Fallback>
                <p:oleObj name="公式" r:id="rId2" imgW="16256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4035" y="3226885"/>
                        <a:ext cx="4032250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467" name="Object 3"/>
          <p:cNvGraphicFramePr>
            <a:graphicFrameLocks noChangeAspect="1"/>
          </p:cNvGraphicFramePr>
          <p:nvPr/>
        </p:nvGraphicFramePr>
        <p:xfrm>
          <a:off x="2235608" y="4171447"/>
          <a:ext cx="5278437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22280" imgH="431640" progId="Equation.DSMT4">
                  <p:embed/>
                </p:oleObj>
              </mc:Choice>
              <mc:Fallback>
                <p:oleObj name="Equation" r:id="rId4" imgW="2222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608" y="4171447"/>
                        <a:ext cx="5278437" cy="1023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474" name="Object 10"/>
          <p:cNvGraphicFramePr>
            <a:graphicFrameLocks noChangeAspect="1"/>
          </p:cNvGraphicFramePr>
          <p:nvPr/>
        </p:nvGraphicFramePr>
        <p:xfrm>
          <a:off x="2922588" y="2406650"/>
          <a:ext cx="5815012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73040" imgH="228600" progId="Equation.DSMT4">
                  <p:embed/>
                </p:oleObj>
              </mc:Choice>
              <mc:Fallback>
                <p:oleObj name="Equation" r:id="rId6" imgW="227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2588" y="2406650"/>
                        <a:ext cx="5815012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823211" y="772744"/>
            <a:ext cx="9455892" cy="1384995"/>
            <a:chOff x="939638" y="-88104"/>
            <a:chExt cx="9455892" cy="1384995"/>
          </a:xfrm>
        </p:grpSpPr>
        <p:graphicFrame>
          <p:nvGraphicFramePr>
            <p:cNvPr id="318472" name="Object 8"/>
            <p:cNvGraphicFramePr>
              <a:graphicFrameLocks noChangeAspect="1"/>
            </p:cNvGraphicFramePr>
            <p:nvPr/>
          </p:nvGraphicFramePr>
          <p:xfrm>
            <a:off x="6068743" y="367323"/>
            <a:ext cx="422275" cy="420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64885" imgH="164885" progId="Equation.3">
                    <p:embed/>
                  </p:oleObj>
                </mc:Choice>
                <mc:Fallback>
                  <p:oleObj name="公式" r:id="rId8" imgW="164885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68743" y="367323"/>
                          <a:ext cx="422275" cy="4206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8473" name="Object 9"/>
            <p:cNvGraphicFramePr>
              <a:graphicFrameLocks noChangeAspect="1"/>
            </p:cNvGraphicFramePr>
            <p:nvPr/>
          </p:nvGraphicFramePr>
          <p:xfrm>
            <a:off x="7194332" y="-75031"/>
            <a:ext cx="422275" cy="420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64885" imgH="164885" progId="Equation.DSMT4">
                    <p:embed/>
                  </p:oleObj>
                </mc:Choice>
                <mc:Fallback>
                  <p:oleObj name="Equation" r:id="rId10" imgW="164885" imgH="16488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94332" y="-75031"/>
                          <a:ext cx="422275" cy="4206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" name="对象 1"/>
            <p:cNvGraphicFramePr>
              <a:graphicFrameLocks noChangeAspect="1"/>
            </p:cNvGraphicFramePr>
            <p:nvPr/>
          </p:nvGraphicFramePr>
          <p:xfrm>
            <a:off x="1467299" y="380581"/>
            <a:ext cx="1455289" cy="4429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583920" imgH="177480" progId="Equation.DSMT4">
                    <p:embed/>
                  </p:oleObj>
                </mc:Choice>
                <mc:Fallback>
                  <p:oleObj name="Equation" r:id="rId11" imgW="58392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467299" y="380581"/>
                          <a:ext cx="1455289" cy="44291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/>
          </p:nvGraphicFramePr>
          <p:xfrm>
            <a:off x="4085793" y="360142"/>
            <a:ext cx="1578066" cy="5488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583920" imgH="203040" progId="Equation.DSMT4">
                    <p:embed/>
                  </p:oleObj>
                </mc:Choice>
                <mc:Fallback>
                  <p:oleObj name="Equation" r:id="rId13" imgW="58392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085793" y="360142"/>
                          <a:ext cx="1578066" cy="54889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/>
          </p:nvGraphicFramePr>
          <p:xfrm>
            <a:off x="9506853" y="360142"/>
            <a:ext cx="473167" cy="532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203040" imgH="228600" progId="Equation.DSMT4">
                    <p:embed/>
                  </p:oleObj>
                </mc:Choice>
                <mc:Fallback>
                  <p:oleObj name="Equation" r:id="rId15" imgW="2030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9506853" y="360142"/>
                          <a:ext cx="473167" cy="532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3" name="组合 32"/>
            <p:cNvGrpSpPr/>
            <p:nvPr/>
          </p:nvGrpSpPr>
          <p:grpSpPr>
            <a:xfrm>
              <a:off x="939638" y="-88104"/>
              <a:ext cx="9455892" cy="1384995"/>
              <a:chOff x="1960666" y="-538708"/>
              <a:chExt cx="8856618" cy="1384995"/>
            </a:xfrm>
          </p:grpSpPr>
          <p:sp>
            <p:nvSpPr>
              <p:cNvPr id="318470" name="Text Box 6"/>
              <p:cNvSpPr txBox="1">
                <a:spLocks noChangeArrowheads="1"/>
              </p:cNvSpPr>
              <p:nvPr/>
            </p:nvSpPr>
            <p:spPr bwMode="auto">
              <a:xfrm>
                <a:off x="1960666" y="-538708"/>
                <a:ext cx="8856618" cy="13849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17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17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17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17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17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17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17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17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17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　　</a:t>
                </a:r>
                <a:r>
                  <a:rPr lang="en-US" altLang="zh-CN" b="1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(2) (</a:t>
                </a:r>
                <a:r>
                  <a:rPr lang="zh-CN" altLang="en-US" b="1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截面法或先二后一法</a:t>
                </a:r>
                <a:r>
                  <a:rPr lang="en-US" altLang="zh-CN" b="1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)</a:t>
                </a:r>
                <a:r>
                  <a:rPr lang="zh-CN" altLang="en-US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积分区域      中 </a:t>
                </a:r>
                <a:r>
                  <a:rPr lang="en-US" altLang="zh-CN" b="1" i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z  </a:t>
                </a:r>
                <a:r>
                  <a:rPr lang="zh-CN" altLang="en-US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的变化范围是                  ，每个                  与      水平截出一个区域      </a:t>
                </a:r>
                <a:r>
                  <a:rPr lang="en-US" altLang="zh-CN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(</a:t>
                </a:r>
                <a:r>
                  <a:rPr lang="zh-CN" altLang="en-US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用极坐标表示</a:t>
                </a:r>
                <a:r>
                  <a:rPr lang="en-US" altLang="zh-CN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)</a:t>
                </a:r>
                <a:r>
                  <a:rPr lang="zh-CN" altLang="en-US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，且        可表示为</a:t>
                </a:r>
              </a:p>
            </p:txBody>
          </p:sp>
          <p:graphicFrame>
            <p:nvGraphicFramePr>
              <p:cNvPr id="14" name="Object 9"/>
              <p:cNvGraphicFramePr>
                <a:graphicFrameLocks noChangeAspect="1"/>
              </p:cNvGraphicFramePr>
              <p:nvPr/>
            </p:nvGraphicFramePr>
            <p:xfrm>
              <a:off x="5141221" y="332285"/>
              <a:ext cx="422275" cy="4206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164885" imgH="164885" progId="Equation.DSMT4">
                      <p:embed/>
                    </p:oleObj>
                  </mc:Choice>
                  <mc:Fallback>
                    <p:oleObj name="Equation" r:id="rId18" imgW="164885" imgH="164885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41221" y="332285"/>
                            <a:ext cx="422275" cy="4206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5" name="Group 19"/>
          <p:cNvGrpSpPr>
            <a:grpSpLocks/>
          </p:cNvGrpSpPr>
          <p:nvPr/>
        </p:nvGrpSpPr>
        <p:grpSpPr bwMode="auto">
          <a:xfrm>
            <a:off x="9059224" y="3158526"/>
            <a:ext cx="2587625" cy="2736850"/>
            <a:chOff x="3904" y="2171"/>
            <a:chExt cx="1630" cy="1724"/>
          </a:xfrm>
        </p:grpSpPr>
        <p:sp>
          <p:nvSpPr>
            <p:cNvPr id="16" name="Oval 20"/>
            <p:cNvSpPr>
              <a:spLocks noChangeArrowheads="1"/>
            </p:cNvSpPr>
            <p:nvPr/>
          </p:nvSpPr>
          <p:spPr bwMode="auto">
            <a:xfrm>
              <a:off x="3922" y="2469"/>
              <a:ext cx="1271" cy="224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Line 21"/>
            <p:cNvSpPr>
              <a:spLocks noChangeShapeType="1"/>
            </p:cNvSpPr>
            <p:nvPr/>
          </p:nvSpPr>
          <p:spPr bwMode="auto">
            <a:xfrm>
              <a:off x="3904" y="2581"/>
              <a:ext cx="5" cy="8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8" name="Object 22"/>
            <p:cNvGraphicFramePr>
              <a:graphicFrameLocks noChangeAspect="1"/>
            </p:cNvGraphicFramePr>
            <p:nvPr/>
          </p:nvGraphicFramePr>
          <p:xfrm>
            <a:off x="4121" y="3660"/>
            <a:ext cx="214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26720" imgH="139680" progId="Equation.DSMT4">
                    <p:embed/>
                  </p:oleObj>
                </mc:Choice>
                <mc:Fallback>
                  <p:oleObj name="Equation" r:id="rId19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1" y="3660"/>
                          <a:ext cx="214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23"/>
            <p:cNvGraphicFramePr>
              <a:graphicFrameLocks noChangeAspect="1"/>
            </p:cNvGraphicFramePr>
            <p:nvPr/>
          </p:nvGraphicFramePr>
          <p:xfrm>
            <a:off x="4581" y="2171"/>
            <a:ext cx="217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26720" imgH="126720" progId="Equation.DSMT4">
                    <p:embed/>
                  </p:oleObj>
                </mc:Choice>
                <mc:Fallback>
                  <p:oleObj name="Equation" r:id="rId21" imgW="126720" imgH="126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1" y="2171"/>
                          <a:ext cx="217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24"/>
            <p:cNvGraphicFramePr>
              <a:graphicFrameLocks noChangeAspect="1"/>
            </p:cNvGraphicFramePr>
            <p:nvPr/>
          </p:nvGraphicFramePr>
          <p:xfrm>
            <a:off x="5298" y="3424"/>
            <a:ext cx="236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39680" imgH="164880" progId="Equation.DSMT4">
                    <p:embed/>
                  </p:oleObj>
                </mc:Choice>
                <mc:Fallback>
                  <p:oleObj name="Equation" r:id="rId23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8" y="3424"/>
                          <a:ext cx="236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Oval 25"/>
            <p:cNvSpPr>
              <a:spLocks noChangeArrowheads="1"/>
            </p:cNvSpPr>
            <p:nvPr/>
          </p:nvSpPr>
          <p:spPr bwMode="auto">
            <a:xfrm>
              <a:off x="3922" y="3298"/>
              <a:ext cx="1271" cy="2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Line 26"/>
            <p:cNvSpPr>
              <a:spLocks noChangeShapeType="1"/>
            </p:cNvSpPr>
            <p:nvPr/>
          </p:nvSpPr>
          <p:spPr bwMode="auto">
            <a:xfrm>
              <a:off x="4552" y="3405"/>
              <a:ext cx="84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" name="Line 27"/>
            <p:cNvSpPr>
              <a:spLocks noChangeShapeType="1"/>
            </p:cNvSpPr>
            <p:nvPr/>
          </p:nvSpPr>
          <p:spPr bwMode="auto">
            <a:xfrm flipH="1">
              <a:off x="3904" y="3424"/>
              <a:ext cx="649" cy="37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auto">
            <a:xfrm>
              <a:off x="4572" y="2564"/>
              <a:ext cx="626" cy="841"/>
            </a:xfrm>
            <a:custGeom>
              <a:avLst/>
              <a:gdLst>
                <a:gd name="T0" fmla="*/ 0 w 626"/>
                <a:gd name="T1" fmla="*/ 841 h 841"/>
                <a:gd name="T2" fmla="*/ 165 w 626"/>
                <a:gd name="T3" fmla="*/ 795 h 841"/>
                <a:gd name="T4" fmla="*/ 348 w 626"/>
                <a:gd name="T5" fmla="*/ 658 h 841"/>
                <a:gd name="T6" fmla="*/ 439 w 626"/>
                <a:gd name="T7" fmla="*/ 558 h 841"/>
                <a:gd name="T8" fmla="*/ 549 w 626"/>
                <a:gd name="T9" fmla="*/ 366 h 841"/>
                <a:gd name="T10" fmla="*/ 595 w 626"/>
                <a:gd name="T11" fmla="*/ 219 h 841"/>
                <a:gd name="T12" fmla="*/ 622 w 626"/>
                <a:gd name="T13" fmla="*/ 55 h 841"/>
                <a:gd name="T14" fmla="*/ 622 w 626"/>
                <a:gd name="T15" fmla="*/ 0 h 8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26"/>
                <a:gd name="T25" fmla="*/ 0 h 841"/>
                <a:gd name="T26" fmla="*/ 626 w 626"/>
                <a:gd name="T27" fmla="*/ 841 h 84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26" h="841">
                  <a:moveTo>
                    <a:pt x="0" y="841"/>
                  </a:moveTo>
                  <a:cubicBezTo>
                    <a:pt x="53" y="833"/>
                    <a:pt x="107" y="826"/>
                    <a:pt x="165" y="795"/>
                  </a:cubicBezTo>
                  <a:cubicBezTo>
                    <a:pt x="223" y="764"/>
                    <a:pt x="302" y="698"/>
                    <a:pt x="348" y="658"/>
                  </a:cubicBezTo>
                  <a:cubicBezTo>
                    <a:pt x="394" y="618"/>
                    <a:pt x="406" y="607"/>
                    <a:pt x="439" y="558"/>
                  </a:cubicBezTo>
                  <a:cubicBezTo>
                    <a:pt x="472" y="509"/>
                    <a:pt x="523" y="422"/>
                    <a:pt x="549" y="366"/>
                  </a:cubicBezTo>
                  <a:cubicBezTo>
                    <a:pt x="575" y="310"/>
                    <a:pt x="583" y="271"/>
                    <a:pt x="595" y="219"/>
                  </a:cubicBezTo>
                  <a:cubicBezTo>
                    <a:pt x="607" y="167"/>
                    <a:pt x="618" y="91"/>
                    <a:pt x="622" y="55"/>
                  </a:cubicBezTo>
                  <a:cubicBezTo>
                    <a:pt x="626" y="19"/>
                    <a:pt x="623" y="6"/>
                    <a:pt x="622" y="0"/>
                  </a:cubicBezTo>
                </a:path>
              </a:pathLst>
            </a:custGeom>
            <a:noFill/>
            <a:ln w="5715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auto">
            <a:xfrm flipH="1">
              <a:off x="3936" y="2576"/>
              <a:ext cx="645" cy="832"/>
            </a:xfrm>
            <a:custGeom>
              <a:avLst/>
              <a:gdLst>
                <a:gd name="T0" fmla="*/ 0 w 626"/>
                <a:gd name="T1" fmla="*/ 841 h 841"/>
                <a:gd name="T2" fmla="*/ 165 w 626"/>
                <a:gd name="T3" fmla="*/ 795 h 841"/>
                <a:gd name="T4" fmla="*/ 348 w 626"/>
                <a:gd name="T5" fmla="*/ 658 h 841"/>
                <a:gd name="T6" fmla="*/ 439 w 626"/>
                <a:gd name="T7" fmla="*/ 558 h 841"/>
                <a:gd name="T8" fmla="*/ 549 w 626"/>
                <a:gd name="T9" fmla="*/ 366 h 841"/>
                <a:gd name="T10" fmla="*/ 595 w 626"/>
                <a:gd name="T11" fmla="*/ 219 h 841"/>
                <a:gd name="T12" fmla="*/ 622 w 626"/>
                <a:gd name="T13" fmla="*/ 55 h 841"/>
                <a:gd name="T14" fmla="*/ 622 w 626"/>
                <a:gd name="T15" fmla="*/ 0 h 8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26"/>
                <a:gd name="T25" fmla="*/ 0 h 841"/>
                <a:gd name="T26" fmla="*/ 626 w 626"/>
                <a:gd name="T27" fmla="*/ 841 h 84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26" h="841">
                  <a:moveTo>
                    <a:pt x="0" y="841"/>
                  </a:moveTo>
                  <a:cubicBezTo>
                    <a:pt x="53" y="833"/>
                    <a:pt x="107" y="826"/>
                    <a:pt x="165" y="795"/>
                  </a:cubicBezTo>
                  <a:cubicBezTo>
                    <a:pt x="223" y="764"/>
                    <a:pt x="302" y="698"/>
                    <a:pt x="348" y="658"/>
                  </a:cubicBezTo>
                  <a:cubicBezTo>
                    <a:pt x="394" y="618"/>
                    <a:pt x="406" y="607"/>
                    <a:pt x="439" y="558"/>
                  </a:cubicBezTo>
                  <a:cubicBezTo>
                    <a:pt x="472" y="509"/>
                    <a:pt x="523" y="422"/>
                    <a:pt x="549" y="366"/>
                  </a:cubicBezTo>
                  <a:cubicBezTo>
                    <a:pt x="575" y="310"/>
                    <a:pt x="583" y="271"/>
                    <a:pt x="595" y="219"/>
                  </a:cubicBezTo>
                  <a:cubicBezTo>
                    <a:pt x="607" y="167"/>
                    <a:pt x="618" y="91"/>
                    <a:pt x="622" y="55"/>
                  </a:cubicBezTo>
                  <a:cubicBezTo>
                    <a:pt x="626" y="19"/>
                    <a:pt x="623" y="6"/>
                    <a:pt x="622" y="0"/>
                  </a:cubicBezTo>
                </a:path>
              </a:pathLst>
            </a:custGeom>
            <a:noFill/>
            <a:ln w="5715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Line 30"/>
            <p:cNvSpPr>
              <a:spLocks noChangeShapeType="1"/>
            </p:cNvSpPr>
            <p:nvPr/>
          </p:nvSpPr>
          <p:spPr bwMode="auto">
            <a:xfrm>
              <a:off x="5193" y="2576"/>
              <a:ext cx="5" cy="8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" name="Line 31"/>
            <p:cNvSpPr>
              <a:spLocks noChangeShapeType="1"/>
            </p:cNvSpPr>
            <p:nvPr/>
          </p:nvSpPr>
          <p:spPr bwMode="auto">
            <a:xfrm flipV="1">
              <a:off x="4562" y="2209"/>
              <a:ext cx="0" cy="11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Dot"/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cxnSp>
        <p:nvCxnSpPr>
          <p:cNvPr id="6" name="直接连接符 5"/>
          <p:cNvCxnSpPr/>
          <p:nvPr/>
        </p:nvCxnSpPr>
        <p:spPr>
          <a:xfrm flipH="1">
            <a:off x="8737600" y="3809401"/>
            <a:ext cx="1" cy="130810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8317862" y="4791128"/>
          <a:ext cx="59055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41200" imgH="164880" progId="Equation.DSMT4">
                  <p:embed/>
                </p:oleObj>
              </mc:Choice>
              <mc:Fallback>
                <p:oleObj name="Equation" r:id="rId25" imgW="24120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317862" y="4791128"/>
                        <a:ext cx="590550" cy="404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8360055" y="3404435"/>
          <a:ext cx="538358" cy="478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28600" imgH="203040" progId="Equation.DSMT4">
                  <p:embed/>
                </p:oleObj>
              </mc:Choice>
              <mc:Fallback>
                <p:oleObj name="Equation" r:id="rId27" imgW="2286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360055" y="3404435"/>
                        <a:ext cx="538358" cy="4785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直接连接符 10"/>
          <p:cNvCxnSpPr/>
          <p:nvPr/>
        </p:nvCxnSpPr>
        <p:spPr>
          <a:xfrm>
            <a:off x="8682182" y="4425643"/>
            <a:ext cx="912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8210200" y="4262240"/>
          <a:ext cx="283210" cy="346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14120" imgH="139680" progId="Equation.DSMT4">
                  <p:embed/>
                </p:oleObj>
              </mc:Choice>
              <mc:Fallback>
                <p:oleObj name="Equation" r:id="rId29" imgW="11412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210200" y="4262240"/>
                        <a:ext cx="283210" cy="3461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椭圆 30"/>
          <p:cNvSpPr/>
          <p:nvPr/>
        </p:nvSpPr>
        <p:spPr>
          <a:xfrm>
            <a:off x="9303159" y="4219027"/>
            <a:ext cx="1617156" cy="428625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10772960" y="4143458"/>
          <a:ext cx="868334" cy="504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393480" imgH="228600" progId="Equation.DSMT4">
                  <p:embed/>
                </p:oleObj>
              </mc:Choice>
              <mc:Fallback>
                <p:oleObj name="Equation" r:id="rId31" imgW="393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0772960" y="4143458"/>
                        <a:ext cx="868334" cy="5041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945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8"/>
          <p:cNvSpPr>
            <a:spLocks noChangeArrowheads="1"/>
          </p:cNvSpPr>
          <p:nvPr/>
        </p:nvSpPr>
        <p:spPr bwMode="auto">
          <a:xfrm>
            <a:off x="-250825" y="3701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31" name="Rectangle 15"/>
          <p:cNvSpPr>
            <a:spLocks noChangeArrowheads="1"/>
          </p:cNvSpPr>
          <p:nvPr/>
        </p:nvSpPr>
        <p:spPr bwMode="auto">
          <a:xfrm>
            <a:off x="1524001" y="3915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32" name="Rectangle 17"/>
          <p:cNvSpPr>
            <a:spLocks noChangeArrowheads="1"/>
          </p:cNvSpPr>
          <p:nvPr/>
        </p:nvSpPr>
        <p:spPr bwMode="auto">
          <a:xfrm>
            <a:off x="-250825" y="3792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12765" name="Group 125"/>
          <p:cNvGrpSpPr>
            <a:grpSpLocks/>
          </p:cNvGrpSpPr>
          <p:nvPr/>
        </p:nvGrpSpPr>
        <p:grpSpPr bwMode="auto">
          <a:xfrm>
            <a:off x="775576" y="413739"/>
            <a:ext cx="9872661" cy="1249364"/>
            <a:chOff x="51" y="49"/>
            <a:chExt cx="6219" cy="787"/>
          </a:xfrm>
        </p:grpSpPr>
        <p:sp>
          <p:nvSpPr>
            <p:cNvPr id="22601" name="Rectangle 6"/>
            <p:cNvSpPr>
              <a:spLocks noChangeArrowheads="1"/>
            </p:cNvSpPr>
            <p:nvPr/>
          </p:nvSpPr>
          <p:spPr bwMode="auto">
            <a:xfrm>
              <a:off x="336" y="135"/>
              <a:ext cx="478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>
                  <a:solidFill>
                    <a:srgbClr val="FF0000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1</a:t>
              </a:r>
              <a:r>
                <a:rPr lang="en-US" altLang="zh-CN" sz="2800" b="1" dirty="0">
                  <a:latin typeface="+mn-ea"/>
                  <a:ea typeface="+mn-ea"/>
                </a:rPr>
                <a:t> </a:t>
              </a:r>
              <a:r>
                <a:rPr lang="zh-CN" altLang="en-US" sz="2800" b="1" dirty="0">
                  <a:latin typeface="+mn-ea"/>
                  <a:ea typeface="+mn-ea"/>
                </a:rPr>
                <a:t>计算三重积分         </a:t>
              </a:r>
              <a:r>
                <a:rPr lang="en-US" altLang="zh-CN" sz="2800" b="1" dirty="0">
                  <a:latin typeface="+mn-ea"/>
                  <a:ea typeface="+mn-ea"/>
                </a:rPr>
                <a:t>.</a:t>
              </a:r>
              <a:r>
                <a:rPr lang="zh-CN" altLang="en-US" sz="2800" b="1" dirty="0">
                  <a:latin typeface="+mn-ea"/>
                  <a:ea typeface="+mn-ea"/>
                </a:rPr>
                <a:t>其中  是由锥面</a:t>
              </a:r>
              <a:r>
                <a:rPr lang="zh-CN" altLang="en-US" sz="2800" dirty="0">
                  <a:latin typeface="+mn-ea"/>
                  <a:ea typeface="+mn-ea"/>
                </a:rPr>
                <a:t> </a:t>
              </a:r>
            </a:p>
          </p:txBody>
        </p:sp>
        <p:graphicFrame>
          <p:nvGraphicFramePr>
            <p:cNvPr id="22602" name="Object 7"/>
            <p:cNvGraphicFramePr>
              <a:graphicFrameLocks noChangeAspect="1"/>
            </p:cNvGraphicFramePr>
            <p:nvPr/>
          </p:nvGraphicFramePr>
          <p:xfrm>
            <a:off x="2200" y="118"/>
            <a:ext cx="970" cy="4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761760" imgH="380880" progId="Equation.DSMT4">
                    <p:embed/>
                  </p:oleObj>
                </mc:Choice>
                <mc:Fallback>
                  <p:oleObj name="Equation" r:id="rId2" imgW="76176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0" y="118"/>
                          <a:ext cx="970" cy="4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603" name="Object 9"/>
            <p:cNvGraphicFramePr>
              <a:graphicFrameLocks noChangeAspect="1"/>
            </p:cNvGraphicFramePr>
            <p:nvPr/>
          </p:nvGraphicFramePr>
          <p:xfrm>
            <a:off x="3737" y="176"/>
            <a:ext cx="256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64885" imgH="164885" progId="Equation.DSMT4">
                    <p:embed/>
                  </p:oleObj>
                </mc:Choice>
                <mc:Fallback>
                  <p:oleObj name="Equation" r:id="rId4" imgW="164885" imgH="16488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7" y="176"/>
                          <a:ext cx="256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604" name="Object 11"/>
            <p:cNvGraphicFramePr>
              <a:graphicFrameLocks noChangeAspect="1"/>
            </p:cNvGraphicFramePr>
            <p:nvPr/>
          </p:nvGraphicFramePr>
          <p:xfrm>
            <a:off x="4921" y="49"/>
            <a:ext cx="1349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053643" imgH="406224" progId="Equation.DSMT4">
                    <p:embed/>
                  </p:oleObj>
                </mc:Choice>
                <mc:Fallback>
                  <p:oleObj name="Equation" r:id="rId6" imgW="1053643" imgH="40622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1" y="49"/>
                          <a:ext cx="1349" cy="5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605" name="Rectangle 13"/>
            <p:cNvSpPr>
              <a:spLocks noChangeArrowheads="1"/>
            </p:cNvSpPr>
            <p:nvPr/>
          </p:nvSpPr>
          <p:spPr bwMode="auto">
            <a:xfrm>
              <a:off x="51" y="506"/>
              <a:ext cx="466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 dirty="0">
                  <a:latin typeface="+mn-ea"/>
                  <a:ea typeface="+mn-ea"/>
                </a:rPr>
                <a:t>与平面                 所围成的闭区域</a:t>
              </a:r>
              <a:r>
                <a:rPr lang="en-US" altLang="zh-CN" sz="2800" b="1" dirty="0">
                  <a:latin typeface="+mn-ea"/>
                  <a:ea typeface="+mn-ea"/>
                </a:rPr>
                <a:t>.</a:t>
              </a:r>
              <a:r>
                <a:rPr lang="zh-CN" altLang="en-US" sz="2800" dirty="0">
                  <a:latin typeface="+mn-ea"/>
                  <a:ea typeface="+mn-ea"/>
                </a:rPr>
                <a:t> </a:t>
              </a:r>
            </a:p>
          </p:txBody>
        </p:sp>
        <p:graphicFrame>
          <p:nvGraphicFramePr>
            <p:cNvPr id="22606" name="Object 14"/>
            <p:cNvGraphicFramePr>
              <a:graphicFrameLocks noChangeAspect="1"/>
            </p:cNvGraphicFramePr>
            <p:nvPr/>
          </p:nvGraphicFramePr>
          <p:xfrm>
            <a:off x="896" y="516"/>
            <a:ext cx="609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68140" imgH="177723" progId="Equation.DSMT4">
                    <p:embed/>
                  </p:oleObj>
                </mc:Choice>
                <mc:Fallback>
                  <p:oleObj name="Equation" r:id="rId8" imgW="368140" imgH="17772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6" y="516"/>
                          <a:ext cx="609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607" name="Object 16"/>
            <p:cNvGraphicFramePr>
              <a:graphicFrameLocks noChangeAspect="1"/>
            </p:cNvGraphicFramePr>
            <p:nvPr/>
          </p:nvGraphicFramePr>
          <p:xfrm>
            <a:off x="1512" y="538"/>
            <a:ext cx="1319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926698" imgH="203112" progId="Equation.DSMT4">
                    <p:embed/>
                  </p:oleObj>
                </mc:Choice>
                <mc:Fallback>
                  <p:oleObj name="Equation" r:id="rId10" imgW="926698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2" y="538"/>
                          <a:ext cx="1319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34" name="Rectangle 20"/>
          <p:cNvSpPr>
            <a:spLocks noChangeArrowheads="1"/>
          </p:cNvSpPr>
          <p:nvPr/>
        </p:nvSpPr>
        <p:spPr bwMode="auto">
          <a:xfrm>
            <a:off x="-250825" y="3792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35" name="Rectangle 26"/>
          <p:cNvSpPr>
            <a:spLocks noChangeArrowheads="1"/>
          </p:cNvSpPr>
          <p:nvPr/>
        </p:nvSpPr>
        <p:spPr bwMode="auto">
          <a:xfrm>
            <a:off x="-250825" y="36824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758" name="Rectangle 118"/>
          <p:cNvSpPr>
            <a:spLocks noChangeArrowheads="1"/>
          </p:cNvSpPr>
          <p:nvPr/>
        </p:nvSpPr>
        <p:spPr bwMode="auto">
          <a:xfrm>
            <a:off x="747326" y="4523791"/>
            <a:ext cx="505458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解法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：</a:t>
            </a:r>
            <a:r>
              <a:rPr lang="zh-CN" altLang="en-US" sz="2800" b="1" dirty="0">
                <a:latin typeface="+mn-ea"/>
                <a:ea typeface="+mn-ea"/>
              </a:rPr>
              <a:t>利用“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截面法</a:t>
            </a:r>
            <a:r>
              <a:rPr lang="en-US" altLang="zh-CN" sz="2800" b="1" dirty="0">
                <a:latin typeface="+mn-ea"/>
                <a:ea typeface="+mn-ea"/>
              </a:rPr>
              <a:t>”</a:t>
            </a:r>
            <a:r>
              <a:rPr lang="zh-CN" altLang="en-US" sz="2800" b="1" dirty="0">
                <a:latin typeface="+mn-ea"/>
                <a:ea typeface="+mn-ea"/>
              </a:rPr>
              <a:t>计算</a:t>
            </a:r>
            <a:r>
              <a:rPr lang="en-US" altLang="zh-CN" sz="2800" b="1" dirty="0">
                <a:latin typeface="+mn-ea"/>
                <a:ea typeface="+mn-ea"/>
              </a:rPr>
              <a:t>.</a:t>
            </a:r>
            <a:endParaRPr lang="zh-CN" altLang="en-US" sz="2800" b="1" dirty="0">
              <a:latin typeface="+mn-ea"/>
              <a:ea typeface="+mn-ea"/>
            </a:endParaRPr>
          </a:p>
        </p:txBody>
      </p:sp>
      <p:grpSp>
        <p:nvGrpSpPr>
          <p:cNvPr id="112800" name="Group 160"/>
          <p:cNvGrpSpPr>
            <a:grpSpLocks/>
          </p:cNvGrpSpPr>
          <p:nvPr/>
        </p:nvGrpSpPr>
        <p:grpSpPr bwMode="auto">
          <a:xfrm>
            <a:off x="775576" y="4996367"/>
            <a:ext cx="6415088" cy="557213"/>
            <a:chOff x="340" y="3756"/>
            <a:chExt cx="4041" cy="351"/>
          </a:xfrm>
        </p:grpSpPr>
        <p:sp>
          <p:nvSpPr>
            <p:cNvPr id="22599" name="Rectangle 119"/>
            <p:cNvSpPr>
              <a:spLocks noChangeArrowheads="1"/>
            </p:cNvSpPr>
            <p:nvPr/>
          </p:nvSpPr>
          <p:spPr bwMode="auto">
            <a:xfrm>
              <a:off x="340" y="3756"/>
              <a:ext cx="6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由于</a:t>
              </a:r>
              <a:r>
                <a:rPr lang="zh-CN" altLang="en-US" dirty="0">
                  <a:latin typeface="楷体_GB2312" pitchFamily="49" charset="-122"/>
                  <a:ea typeface="楷体_GB2312" pitchFamily="49" charset="-122"/>
                </a:rPr>
                <a:t> </a:t>
              </a:r>
            </a:p>
          </p:txBody>
        </p:sp>
        <p:graphicFrame>
          <p:nvGraphicFramePr>
            <p:cNvPr id="22600" name="Object 120"/>
            <p:cNvGraphicFramePr>
              <a:graphicFrameLocks noChangeAspect="1"/>
            </p:cNvGraphicFramePr>
            <p:nvPr/>
          </p:nvGraphicFramePr>
          <p:xfrm>
            <a:off x="870" y="3769"/>
            <a:ext cx="3511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540000" imgH="228600" progId="Equation.DSMT4">
                    <p:embed/>
                  </p:oleObj>
                </mc:Choice>
                <mc:Fallback>
                  <p:oleObj name="Equation" r:id="rId12" imgW="25400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0" y="3769"/>
                          <a:ext cx="3511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2770" name="Group 130"/>
          <p:cNvGrpSpPr>
            <a:grpSpLocks/>
          </p:cNvGrpSpPr>
          <p:nvPr/>
        </p:nvGrpSpPr>
        <p:grpSpPr bwMode="auto">
          <a:xfrm>
            <a:off x="8940473" y="1796975"/>
            <a:ext cx="3032125" cy="2447925"/>
            <a:chOff x="672" y="472"/>
            <a:chExt cx="1284" cy="1292"/>
          </a:xfrm>
        </p:grpSpPr>
        <p:grpSp>
          <p:nvGrpSpPr>
            <p:cNvPr id="22571" name="Group 131"/>
            <p:cNvGrpSpPr>
              <a:grpSpLocks/>
            </p:cNvGrpSpPr>
            <p:nvPr/>
          </p:nvGrpSpPr>
          <p:grpSpPr bwMode="auto">
            <a:xfrm>
              <a:off x="816" y="1248"/>
              <a:ext cx="768" cy="336"/>
              <a:chOff x="2400" y="1968"/>
              <a:chExt cx="768" cy="336"/>
            </a:xfrm>
          </p:grpSpPr>
          <p:sp>
            <p:nvSpPr>
              <p:cNvPr id="22596" name="Oval 132"/>
              <p:cNvSpPr>
                <a:spLocks noChangeArrowheads="1"/>
              </p:cNvSpPr>
              <p:nvPr/>
            </p:nvSpPr>
            <p:spPr bwMode="auto">
              <a:xfrm>
                <a:off x="2400" y="2016"/>
                <a:ext cx="768" cy="288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2597" name="Rectangle 133"/>
              <p:cNvSpPr>
                <a:spLocks noChangeArrowheads="1"/>
              </p:cNvSpPr>
              <p:nvPr/>
            </p:nvSpPr>
            <p:spPr bwMode="auto">
              <a:xfrm>
                <a:off x="2400" y="1968"/>
                <a:ext cx="768" cy="192"/>
              </a:xfrm>
              <a:prstGeom prst="rect">
                <a:avLst/>
              </a:prstGeom>
              <a:solidFill>
                <a:srgbClr val="006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2598" name="Oval 134"/>
              <p:cNvSpPr>
                <a:spLocks noChangeArrowheads="1"/>
              </p:cNvSpPr>
              <p:nvPr/>
            </p:nvSpPr>
            <p:spPr bwMode="auto">
              <a:xfrm>
                <a:off x="2400" y="2016"/>
                <a:ext cx="768" cy="288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22572" name="Oval 135"/>
            <p:cNvSpPr>
              <a:spLocks noChangeArrowheads="1"/>
            </p:cNvSpPr>
            <p:nvPr/>
          </p:nvSpPr>
          <p:spPr bwMode="auto">
            <a:xfrm>
              <a:off x="816" y="624"/>
              <a:ext cx="768" cy="288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73" name="Line 136"/>
            <p:cNvSpPr>
              <a:spLocks noChangeShapeType="1"/>
            </p:cNvSpPr>
            <p:nvPr/>
          </p:nvSpPr>
          <p:spPr bwMode="auto">
            <a:xfrm>
              <a:off x="816" y="768"/>
              <a:ext cx="76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4" name="Oval 137" descr="浅色上对角线"/>
            <p:cNvSpPr>
              <a:spLocks noChangeArrowheads="1"/>
            </p:cNvSpPr>
            <p:nvPr/>
          </p:nvSpPr>
          <p:spPr bwMode="auto">
            <a:xfrm>
              <a:off x="1008" y="1008"/>
              <a:ext cx="384" cy="144"/>
            </a:xfrm>
            <a:prstGeom prst="ellipse">
              <a:avLst/>
            </a:prstGeom>
            <a:pattFill prst="ltUpDiag">
              <a:fgClr>
                <a:srgbClr val="B2B2B2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75" name="Line 138"/>
            <p:cNvSpPr>
              <a:spLocks noChangeShapeType="1"/>
            </p:cNvSpPr>
            <p:nvPr/>
          </p:nvSpPr>
          <p:spPr bwMode="auto">
            <a:xfrm flipV="1">
              <a:off x="1056" y="624"/>
              <a:ext cx="288" cy="2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6" name="Line 139"/>
            <p:cNvSpPr>
              <a:spLocks noChangeShapeType="1"/>
            </p:cNvSpPr>
            <p:nvPr/>
          </p:nvSpPr>
          <p:spPr bwMode="auto">
            <a:xfrm flipV="1">
              <a:off x="1200" y="480"/>
              <a:ext cx="0" cy="2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7" name="Line 140"/>
            <p:cNvSpPr>
              <a:spLocks noChangeShapeType="1"/>
            </p:cNvSpPr>
            <p:nvPr/>
          </p:nvSpPr>
          <p:spPr bwMode="auto">
            <a:xfrm>
              <a:off x="1200" y="768"/>
              <a:ext cx="0" cy="6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8" name="Line 141"/>
            <p:cNvSpPr>
              <a:spLocks noChangeShapeType="1"/>
            </p:cNvSpPr>
            <p:nvPr/>
          </p:nvSpPr>
          <p:spPr bwMode="auto">
            <a:xfrm>
              <a:off x="816" y="768"/>
              <a:ext cx="384" cy="6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9" name="Line 142"/>
            <p:cNvSpPr>
              <a:spLocks noChangeShapeType="1"/>
            </p:cNvSpPr>
            <p:nvPr/>
          </p:nvSpPr>
          <p:spPr bwMode="auto">
            <a:xfrm flipH="1">
              <a:off x="1200" y="768"/>
              <a:ext cx="384" cy="6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0" name="Line 143"/>
            <p:cNvSpPr>
              <a:spLocks noChangeShapeType="1"/>
            </p:cNvSpPr>
            <p:nvPr/>
          </p:nvSpPr>
          <p:spPr bwMode="auto">
            <a:xfrm>
              <a:off x="1056" y="912"/>
              <a:ext cx="144" cy="52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1" name="Line 144"/>
            <p:cNvSpPr>
              <a:spLocks noChangeShapeType="1"/>
            </p:cNvSpPr>
            <p:nvPr/>
          </p:nvSpPr>
          <p:spPr bwMode="auto">
            <a:xfrm flipH="1">
              <a:off x="1200" y="624"/>
              <a:ext cx="144" cy="81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2" name="Line 145"/>
            <p:cNvSpPr>
              <a:spLocks noChangeShapeType="1"/>
            </p:cNvSpPr>
            <p:nvPr/>
          </p:nvSpPr>
          <p:spPr bwMode="auto">
            <a:xfrm>
              <a:off x="1200" y="1440"/>
              <a:ext cx="72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3" name="Line 146"/>
            <p:cNvSpPr>
              <a:spLocks noChangeShapeType="1"/>
            </p:cNvSpPr>
            <p:nvPr/>
          </p:nvSpPr>
          <p:spPr bwMode="auto">
            <a:xfrm flipH="1">
              <a:off x="864" y="1440"/>
              <a:ext cx="336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4" name="Line 147"/>
            <p:cNvSpPr>
              <a:spLocks noChangeShapeType="1"/>
            </p:cNvSpPr>
            <p:nvPr/>
          </p:nvSpPr>
          <p:spPr bwMode="auto">
            <a:xfrm>
              <a:off x="1584" y="768"/>
              <a:ext cx="0" cy="6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5" name="Line 148"/>
            <p:cNvSpPr>
              <a:spLocks noChangeShapeType="1"/>
            </p:cNvSpPr>
            <p:nvPr/>
          </p:nvSpPr>
          <p:spPr bwMode="auto">
            <a:xfrm>
              <a:off x="816" y="768"/>
              <a:ext cx="0" cy="6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6" name="Line 149"/>
            <p:cNvSpPr>
              <a:spLocks noChangeShapeType="1"/>
            </p:cNvSpPr>
            <p:nvPr/>
          </p:nvSpPr>
          <p:spPr bwMode="auto">
            <a:xfrm flipH="1">
              <a:off x="672" y="1440"/>
              <a:ext cx="52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87" name="Object 150"/>
            <p:cNvGraphicFramePr>
              <a:graphicFrameLocks noChangeAspect="1"/>
            </p:cNvGraphicFramePr>
            <p:nvPr/>
          </p:nvGraphicFramePr>
          <p:xfrm>
            <a:off x="856" y="1676"/>
            <a:ext cx="88" cy="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39700" imgH="139700" progId="Equation.3">
                    <p:embed/>
                  </p:oleObj>
                </mc:Choice>
                <mc:Fallback>
                  <p:oleObj name="公式" r:id="rId14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6" y="1676"/>
                          <a:ext cx="88" cy="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88" name="Object 151"/>
            <p:cNvGraphicFramePr>
              <a:graphicFrameLocks noChangeAspect="1"/>
            </p:cNvGraphicFramePr>
            <p:nvPr/>
          </p:nvGraphicFramePr>
          <p:xfrm>
            <a:off x="1868" y="1436"/>
            <a:ext cx="88" cy="1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39579" imgH="164957" progId="Equation.3">
                    <p:embed/>
                  </p:oleObj>
                </mc:Choice>
                <mc:Fallback>
                  <p:oleObj name="公式" r:id="rId16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8" y="1436"/>
                          <a:ext cx="88" cy="1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89" name="Object 152"/>
            <p:cNvGraphicFramePr>
              <a:graphicFrameLocks noChangeAspect="1"/>
            </p:cNvGraphicFramePr>
            <p:nvPr/>
          </p:nvGraphicFramePr>
          <p:xfrm>
            <a:off x="1104" y="472"/>
            <a:ext cx="72" cy="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14201" imgH="139579" progId="Equation.3">
                    <p:embed/>
                  </p:oleObj>
                </mc:Choice>
                <mc:Fallback>
                  <p:oleObj name="公式" r:id="rId18" imgW="114201" imgH="13957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472"/>
                          <a:ext cx="72" cy="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90" name="Object 153"/>
            <p:cNvGraphicFramePr>
              <a:graphicFrameLocks noChangeAspect="1"/>
            </p:cNvGraphicFramePr>
            <p:nvPr/>
          </p:nvGraphicFramePr>
          <p:xfrm>
            <a:off x="1196" y="1436"/>
            <a:ext cx="80" cy="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126835" imgH="139518" progId="Equation.3">
                    <p:embed/>
                  </p:oleObj>
                </mc:Choice>
                <mc:Fallback>
                  <p:oleObj name="公式" r:id="rId20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6" y="1436"/>
                          <a:ext cx="80" cy="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91" name="Object 154"/>
            <p:cNvGraphicFramePr>
              <a:graphicFrameLocks noChangeAspect="1"/>
            </p:cNvGraphicFramePr>
            <p:nvPr/>
          </p:nvGraphicFramePr>
          <p:xfrm>
            <a:off x="1568" y="1436"/>
            <a:ext cx="104" cy="1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164885" imgH="164885" progId="Equation.3">
                    <p:embed/>
                  </p:oleObj>
                </mc:Choice>
                <mc:Fallback>
                  <p:oleObj name="公式" r:id="rId22" imgW="164885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8" y="1436"/>
                          <a:ext cx="104" cy="1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92" name="Object 155"/>
            <p:cNvGraphicFramePr>
              <a:graphicFrameLocks noChangeAspect="1"/>
            </p:cNvGraphicFramePr>
            <p:nvPr/>
          </p:nvGraphicFramePr>
          <p:xfrm>
            <a:off x="993" y="1580"/>
            <a:ext cx="103" cy="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164885" imgH="164885" progId="Equation.3">
                    <p:embed/>
                  </p:oleObj>
                </mc:Choice>
                <mc:Fallback>
                  <p:oleObj name="公式" r:id="rId24" imgW="164885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3" y="1580"/>
                          <a:ext cx="103" cy="1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93" name="Object 156"/>
            <p:cNvGraphicFramePr>
              <a:graphicFrameLocks noChangeAspect="1"/>
            </p:cNvGraphicFramePr>
            <p:nvPr/>
          </p:nvGraphicFramePr>
          <p:xfrm>
            <a:off x="1101" y="664"/>
            <a:ext cx="79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126725" imgH="177415" progId="Equation.3">
                    <p:embed/>
                  </p:oleObj>
                </mc:Choice>
                <mc:Fallback>
                  <p:oleObj name="公式" r:id="rId26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1" y="664"/>
                          <a:ext cx="79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94" name="Line 157"/>
            <p:cNvSpPr>
              <a:spLocks noChangeShapeType="1"/>
            </p:cNvSpPr>
            <p:nvPr/>
          </p:nvSpPr>
          <p:spPr bwMode="auto">
            <a:xfrm>
              <a:off x="1296" y="1104"/>
              <a:ext cx="33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95" name="Object 158"/>
            <p:cNvGraphicFramePr>
              <a:graphicFrameLocks noChangeAspect="1"/>
            </p:cNvGraphicFramePr>
            <p:nvPr/>
          </p:nvGraphicFramePr>
          <p:xfrm>
            <a:off x="1628" y="1049"/>
            <a:ext cx="128" cy="1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203112" imgH="228501" progId="Equation.3">
                    <p:embed/>
                  </p:oleObj>
                </mc:Choice>
                <mc:Fallback>
                  <p:oleObj name="公式" r:id="rId28" imgW="203112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8" y="1049"/>
                          <a:ext cx="128" cy="1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2801" name="Group 161"/>
          <p:cNvGrpSpPr>
            <a:grpSpLocks/>
          </p:cNvGrpSpPr>
          <p:nvPr/>
        </p:nvGrpSpPr>
        <p:grpSpPr bwMode="auto">
          <a:xfrm>
            <a:off x="8940473" y="1800764"/>
            <a:ext cx="3032125" cy="2447925"/>
            <a:chOff x="672" y="472"/>
            <a:chExt cx="1284" cy="1292"/>
          </a:xfrm>
        </p:grpSpPr>
        <p:grpSp>
          <p:nvGrpSpPr>
            <p:cNvPr id="22543" name="Group 162"/>
            <p:cNvGrpSpPr>
              <a:grpSpLocks/>
            </p:cNvGrpSpPr>
            <p:nvPr/>
          </p:nvGrpSpPr>
          <p:grpSpPr bwMode="auto">
            <a:xfrm>
              <a:off x="816" y="1248"/>
              <a:ext cx="768" cy="336"/>
              <a:chOff x="2400" y="1968"/>
              <a:chExt cx="768" cy="336"/>
            </a:xfrm>
          </p:grpSpPr>
          <p:sp>
            <p:nvSpPr>
              <p:cNvPr id="22568" name="Oval 163"/>
              <p:cNvSpPr>
                <a:spLocks noChangeArrowheads="1"/>
              </p:cNvSpPr>
              <p:nvPr/>
            </p:nvSpPr>
            <p:spPr bwMode="auto">
              <a:xfrm>
                <a:off x="2400" y="2016"/>
                <a:ext cx="768" cy="288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2569" name="Rectangle 164"/>
              <p:cNvSpPr>
                <a:spLocks noChangeArrowheads="1"/>
              </p:cNvSpPr>
              <p:nvPr/>
            </p:nvSpPr>
            <p:spPr bwMode="auto">
              <a:xfrm>
                <a:off x="2400" y="1968"/>
                <a:ext cx="768" cy="192"/>
              </a:xfrm>
              <a:prstGeom prst="rect">
                <a:avLst/>
              </a:prstGeom>
              <a:solidFill>
                <a:srgbClr val="006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2570" name="Oval 165"/>
              <p:cNvSpPr>
                <a:spLocks noChangeArrowheads="1"/>
              </p:cNvSpPr>
              <p:nvPr/>
            </p:nvSpPr>
            <p:spPr bwMode="auto">
              <a:xfrm>
                <a:off x="2400" y="2016"/>
                <a:ext cx="768" cy="288"/>
              </a:xfrm>
              <a:prstGeom prst="ellipse">
                <a:avLst/>
              </a:prstGeom>
              <a:solidFill>
                <a:srgbClr val="3366FF"/>
              </a:solidFill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22544" name="Oval 166"/>
            <p:cNvSpPr>
              <a:spLocks noChangeArrowheads="1"/>
            </p:cNvSpPr>
            <p:nvPr/>
          </p:nvSpPr>
          <p:spPr bwMode="auto">
            <a:xfrm>
              <a:off x="816" y="624"/>
              <a:ext cx="768" cy="288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45" name="Line 167"/>
            <p:cNvSpPr>
              <a:spLocks noChangeShapeType="1"/>
            </p:cNvSpPr>
            <p:nvPr/>
          </p:nvSpPr>
          <p:spPr bwMode="auto">
            <a:xfrm>
              <a:off x="816" y="768"/>
              <a:ext cx="76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6" name="Oval 168" descr="浅色上对角线"/>
            <p:cNvSpPr>
              <a:spLocks noChangeArrowheads="1"/>
            </p:cNvSpPr>
            <p:nvPr/>
          </p:nvSpPr>
          <p:spPr bwMode="auto">
            <a:xfrm>
              <a:off x="1008" y="1008"/>
              <a:ext cx="384" cy="144"/>
            </a:xfrm>
            <a:prstGeom prst="ellipse">
              <a:avLst/>
            </a:prstGeom>
            <a:pattFill prst="ltUpDiag">
              <a:fgClr>
                <a:srgbClr val="B2B2B2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47" name="Line 169"/>
            <p:cNvSpPr>
              <a:spLocks noChangeShapeType="1"/>
            </p:cNvSpPr>
            <p:nvPr/>
          </p:nvSpPr>
          <p:spPr bwMode="auto">
            <a:xfrm flipV="1">
              <a:off x="1056" y="624"/>
              <a:ext cx="288" cy="2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8" name="Line 170"/>
            <p:cNvSpPr>
              <a:spLocks noChangeShapeType="1"/>
            </p:cNvSpPr>
            <p:nvPr/>
          </p:nvSpPr>
          <p:spPr bwMode="auto">
            <a:xfrm flipV="1">
              <a:off x="1200" y="480"/>
              <a:ext cx="0" cy="2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9" name="Line 171"/>
            <p:cNvSpPr>
              <a:spLocks noChangeShapeType="1"/>
            </p:cNvSpPr>
            <p:nvPr/>
          </p:nvSpPr>
          <p:spPr bwMode="auto">
            <a:xfrm>
              <a:off x="1200" y="768"/>
              <a:ext cx="0" cy="6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0" name="Line 172"/>
            <p:cNvSpPr>
              <a:spLocks noChangeShapeType="1"/>
            </p:cNvSpPr>
            <p:nvPr/>
          </p:nvSpPr>
          <p:spPr bwMode="auto">
            <a:xfrm>
              <a:off x="816" y="768"/>
              <a:ext cx="384" cy="6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1" name="Line 173"/>
            <p:cNvSpPr>
              <a:spLocks noChangeShapeType="1"/>
            </p:cNvSpPr>
            <p:nvPr/>
          </p:nvSpPr>
          <p:spPr bwMode="auto">
            <a:xfrm flipH="1">
              <a:off x="1200" y="768"/>
              <a:ext cx="384" cy="6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2" name="Line 174"/>
            <p:cNvSpPr>
              <a:spLocks noChangeShapeType="1"/>
            </p:cNvSpPr>
            <p:nvPr/>
          </p:nvSpPr>
          <p:spPr bwMode="auto">
            <a:xfrm>
              <a:off x="1056" y="912"/>
              <a:ext cx="144" cy="52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3" name="Line 175"/>
            <p:cNvSpPr>
              <a:spLocks noChangeShapeType="1"/>
            </p:cNvSpPr>
            <p:nvPr/>
          </p:nvSpPr>
          <p:spPr bwMode="auto">
            <a:xfrm flipH="1">
              <a:off x="1200" y="624"/>
              <a:ext cx="144" cy="81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4" name="Line 176"/>
            <p:cNvSpPr>
              <a:spLocks noChangeShapeType="1"/>
            </p:cNvSpPr>
            <p:nvPr/>
          </p:nvSpPr>
          <p:spPr bwMode="auto">
            <a:xfrm>
              <a:off x="1200" y="1440"/>
              <a:ext cx="72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5" name="Line 177"/>
            <p:cNvSpPr>
              <a:spLocks noChangeShapeType="1"/>
            </p:cNvSpPr>
            <p:nvPr/>
          </p:nvSpPr>
          <p:spPr bwMode="auto">
            <a:xfrm flipH="1">
              <a:off x="864" y="1440"/>
              <a:ext cx="336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6" name="Line 178"/>
            <p:cNvSpPr>
              <a:spLocks noChangeShapeType="1"/>
            </p:cNvSpPr>
            <p:nvPr/>
          </p:nvSpPr>
          <p:spPr bwMode="auto">
            <a:xfrm>
              <a:off x="1584" y="768"/>
              <a:ext cx="0" cy="6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7" name="Line 179"/>
            <p:cNvSpPr>
              <a:spLocks noChangeShapeType="1"/>
            </p:cNvSpPr>
            <p:nvPr/>
          </p:nvSpPr>
          <p:spPr bwMode="auto">
            <a:xfrm>
              <a:off x="816" y="768"/>
              <a:ext cx="0" cy="6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8" name="Line 180"/>
            <p:cNvSpPr>
              <a:spLocks noChangeShapeType="1"/>
            </p:cNvSpPr>
            <p:nvPr/>
          </p:nvSpPr>
          <p:spPr bwMode="auto">
            <a:xfrm flipH="1">
              <a:off x="672" y="1440"/>
              <a:ext cx="52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59" name="Object 181"/>
            <p:cNvGraphicFramePr>
              <a:graphicFrameLocks noChangeAspect="1"/>
            </p:cNvGraphicFramePr>
            <p:nvPr/>
          </p:nvGraphicFramePr>
          <p:xfrm>
            <a:off x="856" y="1676"/>
            <a:ext cx="88" cy="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139700" imgH="139700" progId="Equation.3">
                    <p:embed/>
                  </p:oleObj>
                </mc:Choice>
                <mc:Fallback>
                  <p:oleObj name="公式" r:id="rId30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6" y="1676"/>
                          <a:ext cx="88" cy="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60" name="Object 182"/>
            <p:cNvGraphicFramePr>
              <a:graphicFrameLocks noChangeAspect="1"/>
            </p:cNvGraphicFramePr>
            <p:nvPr/>
          </p:nvGraphicFramePr>
          <p:xfrm>
            <a:off x="1868" y="1436"/>
            <a:ext cx="88" cy="1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2" imgW="139579" imgH="164957" progId="Equation.3">
                    <p:embed/>
                  </p:oleObj>
                </mc:Choice>
                <mc:Fallback>
                  <p:oleObj name="公式" r:id="rId32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8" y="1436"/>
                          <a:ext cx="88" cy="1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61" name="Object 183"/>
            <p:cNvGraphicFramePr>
              <a:graphicFrameLocks noChangeAspect="1"/>
            </p:cNvGraphicFramePr>
            <p:nvPr/>
          </p:nvGraphicFramePr>
          <p:xfrm>
            <a:off x="1104" y="472"/>
            <a:ext cx="72" cy="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3" imgW="114201" imgH="139579" progId="Equation.3">
                    <p:embed/>
                  </p:oleObj>
                </mc:Choice>
                <mc:Fallback>
                  <p:oleObj name="公式" r:id="rId33" imgW="114201" imgH="13957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472"/>
                          <a:ext cx="72" cy="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62" name="Object 184"/>
            <p:cNvGraphicFramePr>
              <a:graphicFrameLocks noChangeAspect="1"/>
            </p:cNvGraphicFramePr>
            <p:nvPr/>
          </p:nvGraphicFramePr>
          <p:xfrm>
            <a:off x="1196" y="1436"/>
            <a:ext cx="80" cy="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4" imgW="126835" imgH="139518" progId="Equation.3">
                    <p:embed/>
                  </p:oleObj>
                </mc:Choice>
                <mc:Fallback>
                  <p:oleObj name="公式" r:id="rId34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6" y="1436"/>
                          <a:ext cx="80" cy="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63" name="Object 185"/>
            <p:cNvGraphicFramePr>
              <a:graphicFrameLocks noChangeAspect="1"/>
            </p:cNvGraphicFramePr>
            <p:nvPr/>
          </p:nvGraphicFramePr>
          <p:xfrm>
            <a:off x="1568" y="1436"/>
            <a:ext cx="104" cy="1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5" imgW="164885" imgH="164885" progId="Equation.3">
                    <p:embed/>
                  </p:oleObj>
                </mc:Choice>
                <mc:Fallback>
                  <p:oleObj name="公式" r:id="rId35" imgW="164885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8" y="1436"/>
                          <a:ext cx="104" cy="1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64" name="Object 186"/>
            <p:cNvGraphicFramePr>
              <a:graphicFrameLocks noChangeAspect="1"/>
            </p:cNvGraphicFramePr>
            <p:nvPr/>
          </p:nvGraphicFramePr>
          <p:xfrm>
            <a:off x="993" y="1580"/>
            <a:ext cx="103" cy="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6" imgW="164885" imgH="164885" progId="Equation.3">
                    <p:embed/>
                  </p:oleObj>
                </mc:Choice>
                <mc:Fallback>
                  <p:oleObj name="公式" r:id="rId36" imgW="164885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3" y="1580"/>
                          <a:ext cx="103" cy="1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65" name="Object 187"/>
            <p:cNvGraphicFramePr>
              <a:graphicFrameLocks noChangeAspect="1"/>
            </p:cNvGraphicFramePr>
            <p:nvPr/>
          </p:nvGraphicFramePr>
          <p:xfrm>
            <a:off x="1101" y="664"/>
            <a:ext cx="79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7" imgW="126725" imgH="177415" progId="Equation.3">
                    <p:embed/>
                  </p:oleObj>
                </mc:Choice>
                <mc:Fallback>
                  <p:oleObj name="公式" r:id="rId37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1" y="664"/>
                          <a:ext cx="79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6" name="Line 188"/>
            <p:cNvSpPr>
              <a:spLocks noChangeShapeType="1"/>
            </p:cNvSpPr>
            <p:nvPr/>
          </p:nvSpPr>
          <p:spPr bwMode="auto">
            <a:xfrm>
              <a:off x="1296" y="1104"/>
              <a:ext cx="33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67" name="Object 189"/>
            <p:cNvGraphicFramePr>
              <a:graphicFrameLocks noChangeAspect="1"/>
            </p:cNvGraphicFramePr>
            <p:nvPr/>
          </p:nvGraphicFramePr>
          <p:xfrm>
            <a:off x="1628" y="1049"/>
            <a:ext cx="128" cy="1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8" imgW="203112" imgH="228501" progId="Equation.3">
                    <p:embed/>
                  </p:oleObj>
                </mc:Choice>
                <mc:Fallback>
                  <p:oleObj name="公式" r:id="rId38" imgW="203112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8" y="1049"/>
                          <a:ext cx="128" cy="1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2830" name="Group 190"/>
          <p:cNvGrpSpPr>
            <a:grpSpLocks/>
          </p:cNvGrpSpPr>
          <p:nvPr/>
        </p:nvGrpSpPr>
        <p:grpSpPr bwMode="auto">
          <a:xfrm>
            <a:off x="7380741" y="4828029"/>
            <a:ext cx="4176715" cy="865189"/>
            <a:chOff x="340" y="146"/>
            <a:chExt cx="2631" cy="545"/>
          </a:xfrm>
        </p:grpSpPr>
        <p:sp>
          <p:nvSpPr>
            <p:cNvPr id="22541" name="Rectangle 191"/>
            <p:cNvSpPr>
              <a:spLocks noChangeArrowheads="1"/>
            </p:cNvSpPr>
            <p:nvPr/>
          </p:nvSpPr>
          <p:spPr bwMode="auto">
            <a:xfrm>
              <a:off x="340" y="234"/>
              <a:ext cx="263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/>
                <a:t>其中     </a:t>
              </a:r>
              <a:r>
                <a:rPr lang="zh-CN" altLang="en-US" sz="2400" b="1" dirty="0"/>
                <a:t>                        ，</a:t>
              </a:r>
              <a:r>
                <a:rPr lang="zh-CN" altLang="en-US" sz="2800" b="1" dirty="0"/>
                <a:t>故</a:t>
              </a:r>
              <a:r>
                <a:rPr lang="zh-CN" altLang="en-US" dirty="0"/>
                <a:t> </a:t>
              </a:r>
            </a:p>
          </p:txBody>
        </p:sp>
        <p:graphicFrame>
          <p:nvGraphicFramePr>
            <p:cNvPr id="22542" name="Object 192"/>
            <p:cNvGraphicFramePr>
              <a:graphicFrameLocks noChangeAspect="1"/>
            </p:cNvGraphicFramePr>
            <p:nvPr/>
          </p:nvGraphicFramePr>
          <p:xfrm>
            <a:off x="818" y="146"/>
            <a:ext cx="1649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1422400" imgH="419100" progId="Equation.DSMT4">
                    <p:embed/>
                  </p:oleObj>
                </mc:Choice>
                <mc:Fallback>
                  <p:oleObj name="Equation" r:id="rId40" imgW="1422400" imgH="4191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8" y="146"/>
                          <a:ext cx="1649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0" name="Group 36"/>
          <p:cNvGrpSpPr>
            <a:grpSpLocks/>
          </p:cNvGrpSpPr>
          <p:nvPr/>
        </p:nvGrpSpPr>
        <p:grpSpPr bwMode="auto">
          <a:xfrm>
            <a:off x="932740" y="5594579"/>
            <a:ext cx="3884643" cy="977670"/>
            <a:chOff x="657" y="642"/>
            <a:chExt cx="2148" cy="477"/>
          </a:xfrm>
        </p:grpSpPr>
        <p:graphicFrame>
          <p:nvGraphicFramePr>
            <p:cNvPr id="81" name="Object 7"/>
            <p:cNvGraphicFramePr>
              <a:graphicFrameLocks noChangeAspect="1"/>
            </p:cNvGraphicFramePr>
            <p:nvPr/>
          </p:nvGraphicFramePr>
          <p:xfrm>
            <a:off x="657" y="669"/>
            <a:ext cx="931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2" imgW="761669" imgH="380835" progId="Equation.DSMT4">
                    <p:embed/>
                  </p:oleObj>
                </mc:Choice>
                <mc:Fallback>
                  <p:oleObj name="Equation" r:id="rId42" imgW="761669" imgH="38083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669"/>
                          <a:ext cx="931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" name="Object 9"/>
            <p:cNvGraphicFramePr>
              <a:graphicFrameLocks noChangeAspect="1"/>
            </p:cNvGraphicFramePr>
            <p:nvPr/>
          </p:nvGraphicFramePr>
          <p:xfrm>
            <a:off x="1588" y="642"/>
            <a:ext cx="1217" cy="4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4" imgW="1016000" imgH="431800" progId="Equation.DSMT4">
                    <p:embed/>
                  </p:oleObj>
                </mc:Choice>
                <mc:Fallback>
                  <p:oleObj name="Equation" r:id="rId44" imgW="1016000" imgH="431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8" y="642"/>
                          <a:ext cx="1217" cy="4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3" name="Object 11"/>
          <p:cNvGraphicFramePr>
            <a:graphicFrameLocks noChangeAspect="1"/>
          </p:cNvGraphicFramePr>
          <p:nvPr/>
        </p:nvGraphicFramePr>
        <p:xfrm>
          <a:off x="4816073" y="5551636"/>
          <a:ext cx="2564668" cy="915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1168400" imgH="419100" progId="Equation.DSMT4">
                  <p:embed/>
                </p:oleObj>
              </mc:Choice>
              <mc:Fallback>
                <p:oleObj name="Equation" r:id="rId46" imgW="11684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6073" y="5551636"/>
                        <a:ext cx="2564668" cy="9159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Object 13"/>
          <p:cNvGraphicFramePr>
            <a:graphicFrameLocks noChangeAspect="1"/>
          </p:cNvGraphicFramePr>
          <p:nvPr/>
        </p:nvGraphicFramePr>
        <p:xfrm>
          <a:off x="7380741" y="5551636"/>
          <a:ext cx="2040502" cy="906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939800" imgH="419100" progId="Equation.DSMT4">
                  <p:embed/>
                </p:oleObj>
              </mc:Choice>
              <mc:Fallback>
                <p:oleObj name="Equation" r:id="rId48" imgW="9398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741" y="5551636"/>
                        <a:ext cx="2040502" cy="9068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Object 15"/>
          <p:cNvGraphicFramePr>
            <a:graphicFrameLocks noChangeAspect="1"/>
          </p:cNvGraphicFramePr>
          <p:nvPr/>
        </p:nvGraphicFramePr>
        <p:xfrm>
          <a:off x="9372600" y="5595938"/>
          <a:ext cx="146367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0" imgW="736560" imgH="406080" progId="Equation.DSMT4">
                  <p:embed/>
                </p:oleObj>
              </mc:Choice>
              <mc:Fallback>
                <p:oleObj name="Equation" r:id="rId50" imgW="7365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72600" y="5595938"/>
                        <a:ext cx="1463675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" name="Rectangle 17"/>
          <p:cNvSpPr>
            <a:spLocks noChangeArrowheads="1"/>
          </p:cNvSpPr>
          <p:nvPr/>
        </p:nvSpPr>
        <p:spPr bwMode="auto">
          <a:xfrm>
            <a:off x="761306" y="1689496"/>
            <a:ext cx="505458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解法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：</a:t>
            </a:r>
            <a:r>
              <a:rPr lang="zh-CN" altLang="en-US" sz="2800" b="1" dirty="0">
                <a:latin typeface="+mn-ea"/>
                <a:ea typeface="+mn-ea"/>
              </a:rPr>
              <a:t>利用“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</a:rPr>
              <a:t>投影法</a:t>
            </a:r>
            <a:r>
              <a:rPr lang="zh-CN" altLang="en-US" sz="2800" b="1" dirty="0">
                <a:latin typeface="+mn-ea"/>
                <a:ea typeface="+mn-ea"/>
              </a:rPr>
              <a:t>”计算</a:t>
            </a:r>
            <a:r>
              <a:rPr lang="en-US" altLang="zh-CN" sz="2800" b="1" dirty="0">
                <a:latin typeface="+mn-ea"/>
                <a:ea typeface="+mn-ea"/>
              </a:rPr>
              <a:t>.</a:t>
            </a:r>
            <a:endParaRPr lang="zh-CN" altLang="en-US" sz="2800" b="1" dirty="0">
              <a:latin typeface="+mn-ea"/>
              <a:ea typeface="+mn-ea"/>
            </a:endParaRPr>
          </a:p>
        </p:txBody>
      </p:sp>
      <p:grpSp>
        <p:nvGrpSpPr>
          <p:cNvPr id="87" name="Group 37"/>
          <p:cNvGrpSpPr>
            <a:grpSpLocks/>
          </p:cNvGrpSpPr>
          <p:nvPr/>
        </p:nvGrpSpPr>
        <p:grpSpPr bwMode="auto">
          <a:xfrm>
            <a:off x="930185" y="2204013"/>
            <a:ext cx="7551739" cy="828677"/>
            <a:chOff x="347" y="1918"/>
            <a:chExt cx="4757" cy="522"/>
          </a:xfrm>
        </p:grpSpPr>
        <p:sp>
          <p:nvSpPr>
            <p:cNvPr id="88" name="Rectangle 18"/>
            <p:cNvSpPr>
              <a:spLocks noChangeArrowheads="1"/>
            </p:cNvSpPr>
            <p:nvPr/>
          </p:nvSpPr>
          <p:spPr bwMode="auto">
            <a:xfrm>
              <a:off x="347" y="2003"/>
              <a:ext cx="159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>
                  <a:latin typeface="+mn-ea"/>
                  <a:ea typeface="+mn-ea"/>
                </a:rPr>
                <a:t>在柱面坐标下</a:t>
              </a:r>
              <a:r>
                <a:rPr lang="zh-CN" altLang="en-US" sz="2800" dirty="0">
                  <a:latin typeface="+mn-ea"/>
                  <a:ea typeface="+mn-ea"/>
                </a:rPr>
                <a:t> </a:t>
              </a:r>
            </a:p>
          </p:txBody>
        </p:sp>
        <p:graphicFrame>
          <p:nvGraphicFramePr>
            <p:cNvPr id="89" name="Object 19"/>
            <p:cNvGraphicFramePr>
              <a:graphicFrameLocks noChangeAspect="1"/>
            </p:cNvGraphicFramePr>
            <p:nvPr/>
          </p:nvGraphicFramePr>
          <p:xfrm>
            <a:off x="1841" y="1918"/>
            <a:ext cx="3263" cy="5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2" imgW="2565400" imgH="406400" progId="Equation.DSMT4">
                    <p:embed/>
                  </p:oleObj>
                </mc:Choice>
                <mc:Fallback>
                  <p:oleObj name="Equation" r:id="rId52" imgW="2565400" imgH="406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1" y="1918"/>
                          <a:ext cx="3263" cy="5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0" name="Group 35"/>
          <p:cNvGrpSpPr>
            <a:grpSpLocks/>
          </p:cNvGrpSpPr>
          <p:nvPr/>
        </p:nvGrpSpPr>
        <p:grpSpPr bwMode="auto">
          <a:xfrm>
            <a:off x="904558" y="3063652"/>
            <a:ext cx="2206606" cy="760414"/>
            <a:chOff x="385" y="2547"/>
            <a:chExt cx="1258" cy="479"/>
          </a:xfrm>
        </p:grpSpPr>
        <p:sp>
          <p:nvSpPr>
            <p:cNvPr id="91" name="Rectangle 21"/>
            <p:cNvSpPr>
              <a:spLocks noChangeArrowheads="1"/>
            </p:cNvSpPr>
            <p:nvPr/>
          </p:nvSpPr>
          <p:spPr bwMode="auto">
            <a:xfrm>
              <a:off x="385" y="2547"/>
              <a:ext cx="6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>
                  <a:latin typeface="+mn-ea"/>
                  <a:ea typeface="+mn-ea"/>
                </a:rPr>
                <a:t>故有</a:t>
              </a:r>
              <a:r>
                <a:rPr lang="zh-CN" altLang="en-US" dirty="0">
                  <a:latin typeface="楷体_GB2312" pitchFamily="49" charset="-122"/>
                  <a:ea typeface="楷体_GB2312" pitchFamily="49" charset="-122"/>
                </a:rPr>
                <a:t> </a:t>
              </a:r>
            </a:p>
          </p:txBody>
        </p:sp>
        <p:graphicFrame>
          <p:nvGraphicFramePr>
            <p:cNvPr id="92" name="Object 22"/>
            <p:cNvGraphicFramePr>
              <a:graphicFrameLocks noChangeAspect="1"/>
            </p:cNvGraphicFramePr>
            <p:nvPr/>
          </p:nvGraphicFramePr>
          <p:xfrm>
            <a:off x="818" y="2558"/>
            <a:ext cx="825" cy="4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4" imgW="761669" imgH="380835" progId="Equation.DSMT4">
                    <p:embed/>
                  </p:oleObj>
                </mc:Choice>
                <mc:Fallback>
                  <p:oleObj name="Equation" r:id="rId54" imgW="761669" imgH="38083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8" y="2558"/>
                          <a:ext cx="825" cy="4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3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4080943"/>
              </p:ext>
            </p:extLst>
          </p:nvPr>
        </p:nvGraphicFramePr>
        <p:xfrm>
          <a:off x="3053972" y="3029639"/>
          <a:ext cx="3038100" cy="828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6" imgW="1447172" imgH="393529" progId="Equation.DSMT4">
                  <p:embed/>
                </p:oleObj>
              </mc:Choice>
              <mc:Fallback>
                <p:oleObj name="Equation" r:id="rId56" imgW="1447172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3972" y="3029639"/>
                        <a:ext cx="3038100" cy="8287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" name="Object 26"/>
          <p:cNvGraphicFramePr>
            <a:graphicFrameLocks noChangeAspect="1"/>
          </p:cNvGraphicFramePr>
          <p:nvPr/>
        </p:nvGraphicFramePr>
        <p:xfrm>
          <a:off x="3252077" y="3744162"/>
          <a:ext cx="3208777" cy="82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8" imgW="1638300" imgH="419100" progId="Equation.DSMT4">
                  <p:embed/>
                </p:oleObj>
              </mc:Choice>
              <mc:Fallback>
                <p:oleObj name="Equation" r:id="rId58" imgW="16383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2077" y="3744162"/>
                        <a:ext cx="3208777" cy="821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" name="Object 30"/>
          <p:cNvGraphicFramePr>
            <a:graphicFrameLocks noChangeAspect="1"/>
          </p:cNvGraphicFramePr>
          <p:nvPr/>
        </p:nvGraphicFramePr>
        <p:xfrm>
          <a:off x="6415309" y="3744162"/>
          <a:ext cx="1550709" cy="863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0" imgW="736560" imgH="406080" progId="Equation.DSMT4">
                  <p:embed/>
                </p:oleObj>
              </mc:Choice>
              <mc:Fallback>
                <p:oleObj name="Equation" r:id="rId60" imgW="7365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5309" y="3744162"/>
                        <a:ext cx="1550709" cy="863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056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2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2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12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1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1000"/>
                                        <p:tgtEl>
                                          <p:spTgt spid="112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58" grpId="0"/>
      <p:bldP spid="8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655016"/>
              </p:ext>
            </p:extLst>
          </p:nvPr>
        </p:nvGraphicFramePr>
        <p:xfrm>
          <a:off x="1413165" y="926879"/>
          <a:ext cx="9132915" cy="1467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9615106" imgH="1488211" progId="Word.Document.8">
                  <p:embed/>
                </p:oleObj>
              </mc:Choice>
              <mc:Fallback>
                <p:oleObj name="Document" r:id="rId2" imgW="9615106" imgH="148821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3165" y="926879"/>
                        <a:ext cx="9132915" cy="14674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491" name="Text Box 3"/>
          <p:cNvSpPr txBox="1">
            <a:spLocks noChangeArrowheads="1"/>
          </p:cNvSpPr>
          <p:nvPr/>
        </p:nvSpPr>
        <p:spPr bwMode="auto">
          <a:xfrm>
            <a:off x="1395899" y="3103417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3194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1796073"/>
              </p:ext>
            </p:extLst>
          </p:nvPr>
        </p:nvGraphicFramePr>
        <p:xfrm>
          <a:off x="2560781" y="2823912"/>
          <a:ext cx="3422007" cy="15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3127553" imgH="1475333" progId="Word.Document.8">
                  <p:embed/>
                </p:oleObj>
              </mc:Choice>
              <mc:Fallback>
                <p:oleObj name="Document" r:id="rId5" imgW="3127553" imgH="147533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0781" y="2823912"/>
                        <a:ext cx="3422007" cy="15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493" name="Object 5"/>
          <p:cNvGraphicFramePr>
            <a:graphicFrameLocks noChangeAspect="1"/>
          </p:cNvGraphicFramePr>
          <p:nvPr/>
        </p:nvGraphicFramePr>
        <p:xfrm>
          <a:off x="2560781" y="4673889"/>
          <a:ext cx="1989026" cy="118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879600" imgH="1117600" progId="Equation.3">
                  <p:embed/>
                </p:oleObj>
              </mc:Choice>
              <mc:Fallback>
                <p:oleObj name="公式" r:id="rId7" imgW="1879600" imgH="1117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0781" y="4673889"/>
                        <a:ext cx="1989026" cy="11819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494" name="Object 6"/>
          <p:cNvGraphicFramePr>
            <a:graphicFrameLocks noChangeAspect="1"/>
          </p:cNvGraphicFramePr>
          <p:nvPr/>
        </p:nvGraphicFramePr>
        <p:xfrm>
          <a:off x="4956702" y="5008635"/>
          <a:ext cx="3090480" cy="512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755900" imgH="457200" progId="Equation.3">
                  <p:embed/>
                </p:oleObj>
              </mc:Choice>
              <mc:Fallback>
                <p:oleObj name="公式" r:id="rId9" imgW="27559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702" y="5008635"/>
                        <a:ext cx="3090480" cy="5124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495" name="Text Box 7"/>
          <p:cNvSpPr txBox="1">
            <a:spLocks noChangeArrowheads="1"/>
          </p:cNvSpPr>
          <p:nvPr/>
        </p:nvSpPr>
        <p:spPr bwMode="auto">
          <a:xfrm>
            <a:off x="5785129" y="3268045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知交线为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395899" y="979054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50891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9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319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9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19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1" grpId="0" autoUpdateAnimBg="0"/>
      <p:bldP spid="31949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05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9293759"/>
              </p:ext>
            </p:extLst>
          </p:nvPr>
        </p:nvGraphicFramePr>
        <p:xfrm>
          <a:off x="2525714" y="4380559"/>
          <a:ext cx="4117975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987800" imgH="850900" progId="Equation.3">
                  <p:embed/>
                </p:oleObj>
              </mc:Choice>
              <mc:Fallback>
                <p:oleObj name="公式" r:id="rId2" imgW="3987800" imgH="850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5714" y="4380559"/>
                        <a:ext cx="4117975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5917960"/>
              </p:ext>
            </p:extLst>
          </p:nvPr>
        </p:nvGraphicFramePr>
        <p:xfrm>
          <a:off x="6643689" y="4438502"/>
          <a:ext cx="9239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16000" imgH="838200" progId="Equation.3">
                  <p:embed/>
                </p:oleObj>
              </mc:Choice>
              <mc:Fallback>
                <p:oleObj name="公式" r:id="rId4" imgW="10160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3689" y="4438502"/>
                        <a:ext cx="92392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4"/>
          <p:cNvGraphicFramePr>
            <a:graphicFrameLocks noChangeAspect="1"/>
          </p:cNvGraphicFramePr>
          <p:nvPr/>
        </p:nvGraphicFramePr>
        <p:xfrm>
          <a:off x="2525714" y="1066801"/>
          <a:ext cx="5627687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626100" imgH="431800" progId="Equation.3">
                  <p:embed/>
                </p:oleObj>
              </mc:Choice>
              <mc:Fallback>
                <p:oleObj name="公式" r:id="rId6" imgW="5626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5714" y="1066801"/>
                        <a:ext cx="5627687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8534858"/>
              </p:ext>
            </p:extLst>
          </p:nvPr>
        </p:nvGraphicFramePr>
        <p:xfrm>
          <a:off x="2525714" y="1905001"/>
          <a:ext cx="3249040" cy="2067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6800" imgH="888840" progId="Equation.DSMT4">
                  <p:embed/>
                </p:oleObj>
              </mc:Choice>
              <mc:Fallback>
                <p:oleObj name="Equation" r:id="rId8" imgW="139680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5714" y="1905001"/>
                        <a:ext cx="3249040" cy="20675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0966" name="Picture 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905001"/>
            <a:ext cx="3276600" cy="1876425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747843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0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0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68218" y="720436"/>
            <a:ext cx="25891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解法二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截面法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214387" y="1314411"/>
            <a:ext cx="6257448" cy="523875"/>
            <a:chOff x="3457388" y="719781"/>
            <a:chExt cx="6257448" cy="523875"/>
          </a:xfrm>
        </p:grpSpPr>
        <p:sp>
          <p:nvSpPr>
            <p:cNvPr id="6" name="文本框 5"/>
            <p:cNvSpPr txBox="1"/>
            <p:nvPr/>
          </p:nvSpPr>
          <p:spPr>
            <a:xfrm>
              <a:off x="3457388" y="720436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这里</a:t>
              </a: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/>
          </p:nvGraphicFramePr>
          <p:xfrm>
            <a:off x="4360199" y="719781"/>
            <a:ext cx="5354637" cy="523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336760" imgH="228600" progId="Equation.DSMT4">
                    <p:embed/>
                  </p:oleObj>
                </mc:Choice>
                <mc:Fallback>
                  <p:oleObj name="Equation" r:id="rId2" imgW="23367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360199" y="719781"/>
                          <a:ext cx="5354637" cy="5238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1214387" y="1818465"/>
            <a:ext cx="4984261" cy="563853"/>
            <a:chOff x="1182255" y="1569603"/>
            <a:chExt cx="4984261" cy="563853"/>
          </a:xfrm>
        </p:grpSpPr>
        <p:sp>
          <p:nvSpPr>
            <p:cNvPr id="9" name="文本框 8"/>
            <p:cNvSpPr txBox="1"/>
            <p:nvPr/>
          </p:nvSpPr>
          <p:spPr>
            <a:xfrm>
              <a:off x="1182255" y="1569603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其中</a:t>
              </a: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/>
          </p:nvGraphicFramePr>
          <p:xfrm>
            <a:off x="2040603" y="1569893"/>
            <a:ext cx="4125913" cy="563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765080" imgH="241200" progId="Equation.DSMT4">
                    <p:embed/>
                  </p:oleObj>
                </mc:Choice>
                <mc:Fallback>
                  <p:oleObj name="Equation" r:id="rId4" imgW="176508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040603" y="1569893"/>
                          <a:ext cx="4125913" cy="5635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/>
          <p:cNvGrpSpPr/>
          <p:nvPr/>
        </p:nvGrpSpPr>
        <p:grpSpPr>
          <a:xfrm>
            <a:off x="3512854" y="719781"/>
            <a:ext cx="2692395" cy="523875"/>
            <a:chOff x="3457388" y="719781"/>
            <a:chExt cx="2692395" cy="523875"/>
          </a:xfrm>
        </p:grpSpPr>
        <p:sp>
          <p:nvSpPr>
            <p:cNvPr id="12" name="文本框 11"/>
            <p:cNvSpPr txBox="1"/>
            <p:nvPr/>
          </p:nvSpPr>
          <p:spPr>
            <a:xfrm>
              <a:off x="3457388" y="720436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由于</a:t>
              </a:r>
            </a:p>
          </p:txBody>
        </p:sp>
        <p:graphicFrame>
          <p:nvGraphicFramePr>
            <p:cNvPr id="13" name="对象 12"/>
            <p:cNvGraphicFramePr>
              <a:graphicFrameLocks noChangeAspect="1"/>
            </p:cNvGraphicFramePr>
            <p:nvPr/>
          </p:nvGraphicFramePr>
          <p:xfrm>
            <a:off x="4287645" y="719781"/>
            <a:ext cx="1862138" cy="523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812520" imgH="228600" progId="Equation.DSMT4">
                    <p:embed/>
                  </p:oleObj>
                </mc:Choice>
                <mc:Fallback>
                  <p:oleObj name="Equation" r:id="rId6" imgW="81252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4287645" y="719781"/>
                          <a:ext cx="1862138" cy="5238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4090460"/>
              </p:ext>
            </p:extLst>
          </p:nvPr>
        </p:nvGraphicFramePr>
        <p:xfrm>
          <a:off x="2072735" y="2441519"/>
          <a:ext cx="54133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61960" imgH="228600" progId="Equation.DSMT4">
                  <p:embed/>
                </p:oleObj>
              </mc:Choice>
              <mc:Fallback>
                <p:oleObj name="Equation" r:id="rId8" imgW="2361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072735" y="2441519"/>
                        <a:ext cx="5413375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/>
        </p:nvGrpSpPr>
        <p:grpSpPr>
          <a:xfrm>
            <a:off x="1225899" y="3047497"/>
            <a:ext cx="5476720" cy="563562"/>
            <a:chOff x="956517" y="1563795"/>
            <a:chExt cx="5476720" cy="563562"/>
          </a:xfrm>
        </p:grpSpPr>
        <p:sp>
          <p:nvSpPr>
            <p:cNvPr id="18" name="文本框 17"/>
            <p:cNvSpPr txBox="1"/>
            <p:nvPr/>
          </p:nvSpPr>
          <p:spPr>
            <a:xfrm>
              <a:off x="956517" y="1576635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其中</a:t>
              </a:r>
            </a:p>
          </p:txBody>
        </p:sp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77612632"/>
                </p:ext>
              </p:extLst>
            </p:nvPr>
          </p:nvGraphicFramePr>
          <p:xfrm>
            <a:off x="1832662" y="1563795"/>
            <a:ext cx="4600575" cy="563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968480" imgH="241200" progId="Equation.DSMT4">
                    <p:embed/>
                  </p:oleObj>
                </mc:Choice>
                <mc:Fallback>
                  <p:oleObj name="Equation" r:id="rId10" imgW="196848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832662" y="1563795"/>
                          <a:ext cx="4600575" cy="5635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文本框 19"/>
          <p:cNvSpPr txBox="1"/>
          <p:nvPr/>
        </p:nvSpPr>
        <p:spPr>
          <a:xfrm>
            <a:off x="1024116" y="3794210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2058460" y="3749106"/>
          <a:ext cx="4284179" cy="932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66600" imgH="406080" progId="Equation.DSMT4">
                  <p:embed/>
                </p:oleObj>
              </mc:Choice>
              <mc:Fallback>
                <p:oleObj name="Equation" r:id="rId12" imgW="18666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058460" y="3749106"/>
                        <a:ext cx="4284179" cy="932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6297416" y="3721134"/>
          <a:ext cx="2118931" cy="960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52200" imgH="431640" progId="Equation.DSMT4">
                  <p:embed/>
                </p:oleObj>
              </mc:Choice>
              <mc:Fallback>
                <p:oleObj name="Equation" r:id="rId14" imgW="9522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297416" y="3721134"/>
                        <a:ext cx="2118931" cy="9605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8416347" y="3735192"/>
          <a:ext cx="2146300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65160" imgH="431640" progId="Equation.DSMT4">
                  <p:embed/>
                </p:oleObj>
              </mc:Choice>
              <mc:Fallback>
                <p:oleObj name="Equation" r:id="rId16" imgW="9651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416347" y="3735192"/>
                        <a:ext cx="2146300" cy="960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2371468" y="4578588"/>
          <a:ext cx="2191296" cy="78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27000" imgH="330120" progId="Equation.DSMT4">
                  <p:embed/>
                </p:oleObj>
              </mc:Choice>
              <mc:Fallback>
                <p:oleObj name="Equation" r:id="rId18" imgW="9270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371468" y="4578588"/>
                        <a:ext cx="2191296" cy="780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4545013" y="4611688"/>
          <a:ext cx="256222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30040" imgH="330120" progId="Equation.DSMT4">
                  <p:embed/>
                </p:oleObj>
              </mc:Choice>
              <mc:Fallback>
                <p:oleObj name="Equation" r:id="rId20" imgW="11300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545013" y="4611688"/>
                        <a:ext cx="2562225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2330450" y="5305425"/>
          <a:ext cx="2797175" cy="123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206360" imgH="533160" progId="Equation.DSMT4">
                  <p:embed/>
                </p:oleObj>
              </mc:Choice>
              <mc:Fallback>
                <p:oleObj name="Equation" r:id="rId22" imgW="120636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330450" y="5305425"/>
                        <a:ext cx="2797175" cy="1236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3999629"/>
              </p:ext>
            </p:extLst>
          </p:nvPr>
        </p:nvGraphicFramePr>
        <p:xfrm>
          <a:off x="5127625" y="5493880"/>
          <a:ext cx="1086303" cy="914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82400" imgH="406080" progId="Equation.DSMT4">
                  <p:embed/>
                </p:oleObj>
              </mc:Choice>
              <mc:Fallback>
                <p:oleObj name="Equation" r:id="rId24" imgW="482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127625" y="5493880"/>
                        <a:ext cx="1086303" cy="9147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475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5220402"/>
              </p:ext>
            </p:extLst>
          </p:nvPr>
        </p:nvGraphicFramePr>
        <p:xfrm>
          <a:off x="1122363" y="665163"/>
          <a:ext cx="10440987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10970958" imgH="1380056" progId="Word.Document.8">
                  <p:embed/>
                </p:oleObj>
              </mc:Choice>
              <mc:Fallback>
                <p:oleObj name="Document" r:id="rId3" imgW="10970958" imgH="138005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2363" y="665163"/>
                        <a:ext cx="10440987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39" name="Text Box 3"/>
          <p:cNvSpPr txBox="1">
            <a:spLocks noChangeArrowheads="1"/>
          </p:cNvSpPr>
          <p:nvPr/>
        </p:nvSpPr>
        <p:spPr bwMode="auto">
          <a:xfrm>
            <a:off x="1084181" y="2558484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3215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5008652"/>
              </p:ext>
            </p:extLst>
          </p:nvPr>
        </p:nvGraphicFramePr>
        <p:xfrm>
          <a:off x="1244631" y="3806076"/>
          <a:ext cx="2857500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2798340" imgH="427333" progId="Word.Document.8">
                  <p:embed/>
                </p:oleObj>
              </mc:Choice>
              <mc:Fallback>
                <p:oleObj name="文档" r:id="rId6" imgW="2798340" imgH="42733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31" y="3806076"/>
                        <a:ext cx="2857500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4543995"/>
              </p:ext>
            </p:extLst>
          </p:nvPr>
        </p:nvGraphicFramePr>
        <p:xfrm>
          <a:off x="3394193" y="3772425"/>
          <a:ext cx="199231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30400" imgH="469900" progId="Equation.3">
                  <p:embed/>
                </p:oleObj>
              </mc:Choice>
              <mc:Fallback>
                <p:oleObj name="公式" r:id="rId8" imgW="19304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4193" y="3772425"/>
                        <a:ext cx="1992313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1543" name="Picture 7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076" y="3276600"/>
            <a:ext cx="3246869" cy="266700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1544" name="Text Box 8"/>
          <p:cNvSpPr txBox="1">
            <a:spLocks noChangeArrowheads="1"/>
          </p:cNvSpPr>
          <p:nvPr/>
        </p:nvSpPr>
        <p:spPr bwMode="auto">
          <a:xfrm>
            <a:off x="1122363" y="4634198"/>
            <a:ext cx="373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所围成的立体如图， </a:t>
            </a:r>
          </a:p>
        </p:txBody>
      </p:sp>
      <p:sp>
        <p:nvSpPr>
          <p:cNvPr id="2" name="矩形 1"/>
          <p:cNvSpPr/>
          <p:nvPr/>
        </p:nvSpPr>
        <p:spPr>
          <a:xfrm>
            <a:off x="1122363" y="760253"/>
            <a:ext cx="8353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613750" y="2292721"/>
            <a:ext cx="5316675" cy="1137357"/>
            <a:chOff x="1613750" y="2292721"/>
            <a:chExt cx="5316675" cy="1137357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8349812"/>
                </p:ext>
              </p:extLst>
            </p:nvPr>
          </p:nvGraphicFramePr>
          <p:xfrm>
            <a:off x="2370835" y="2292721"/>
            <a:ext cx="1437126" cy="1137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548728" imgH="1231366" progId="Equation.DSMT4">
                    <p:embed/>
                  </p:oleObj>
                </mc:Choice>
                <mc:Fallback>
                  <p:oleObj name="Equation" r:id="rId11" imgW="1548728" imgH="1231366" progId="Equation.DSMT4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0835" y="2292721"/>
                          <a:ext cx="1437126" cy="113735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050152"/>
                </p:ext>
              </p:extLst>
            </p:nvPr>
          </p:nvGraphicFramePr>
          <p:xfrm>
            <a:off x="4720501" y="2689689"/>
            <a:ext cx="419100" cy="295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418918" imgH="291973" progId="Equation.DSMT4">
                    <p:embed/>
                  </p:oleObj>
                </mc:Choice>
                <mc:Fallback>
                  <p:oleObj name="Equation" r:id="rId13" imgW="418918" imgH="291973" progId="Equation.DSMT4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0501" y="2689689"/>
                          <a:ext cx="419100" cy="2952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Rectangle 52"/>
            <p:cNvSpPr>
              <a:spLocks noChangeArrowheads="1"/>
            </p:cNvSpPr>
            <p:nvPr/>
          </p:nvSpPr>
          <p:spPr bwMode="auto">
            <a:xfrm>
              <a:off x="1613750" y="2556430"/>
              <a:ext cx="50995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由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" name="Rectangle 53"/>
            <p:cNvSpPr>
              <a:spLocks noChangeArrowheads="1"/>
            </p:cNvSpPr>
            <p:nvPr/>
          </p:nvSpPr>
          <p:spPr bwMode="auto">
            <a:xfrm>
              <a:off x="3985904" y="2581714"/>
              <a:ext cx="808892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kumimoji="0" lang="zh-CN" altLang="en-US" sz="2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绕 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" name="Rectangle 54"/>
            <p:cNvSpPr>
              <a:spLocks noChangeArrowheads="1"/>
            </p:cNvSpPr>
            <p:nvPr/>
          </p:nvSpPr>
          <p:spPr bwMode="auto">
            <a:xfrm>
              <a:off x="4972739" y="2581714"/>
              <a:ext cx="1957686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轴旋转得的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13813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"/>
                                        <p:tgtEl>
                                          <p:spTgt spid="32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75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2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39" grpId="0" autoUpdateAnimBg="0"/>
      <p:bldP spid="321544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256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3154351"/>
              </p:ext>
            </p:extLst>
          </p:nvPr>
        </p:nvGraphicFramePr>
        <p:xfrm>
          <a:off x="1774583" y="4989512"/>
          <a:ext cx="6159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96900" imgH="419100" progId="Equation.3">
                  <p:embed/>
                </p:oleObj>
              </mc:Choice>
              <mc:Fallback>
                <p:oleObj name="公式" r:id="rId2" imgW="5969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583" y="4989512"/>
                        <a:ext cx="6159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3327933"/>
              </p:ext>
            </p:extLst>
          </p:nvPr>
        </p:nvGraphicFramePr>
        <p:xfrm>
          <a:off x="2743175" y="4905722"/>
          <a:ext cx="2031449" cy="599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74360" imgH="228600" progId="Equation.DSMT4">
                  <p:embed/>
                </p:oleObj>
              </mc:Choice>
              <mc:Fallback>
                <p:oleObj name="Equation" r:id="rId4" imgW="774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175" y="4905722"/>
                        <a:ext cx="2031449" cy="5993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5443631"/>
              </p:ext>
            </p:extLst>
          </p:nvPr>
        </p:nvGraphicFramePr>
        <p:xfrm>
          <a:off x="4972912" y="4287836"/>
          <a:ext cx="2805113" cy="183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717800" imgH="1778000" progId="Equation.3">
                  <p:embed/>
                </p:oleObj>
              </mc:Choice>
              <mc:Fallback>
                <p:oleObj name="公式" r:id="rId6" imgW="2717800" imgH="177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912" y="4287836"/>
                        <a:ext cx="2805113" cy="183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1247023"/>
              </p:ext>
            </p:extLst>
          </p:nvPr>
        </p:nvGraphicFramePr>
        <p:xfrm>
          <a:off x="1774583" y="1668208"/>
          <a:ext cx="59055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71252" imgH="418918" progId="Equation.3">
                  <p:embed/>
                </p:oleObj>
              </mc:Choice>
              <mc:Fallback>
                <p:oleObj name="公式" r:id="rId8" imgW="571252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583" y="1668208"/>
                        <a:ext cx="590550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2732825"/>
              </p:ext>
            </p:extLst>
          </p:nvPr>
        </p:nvGraphicFramePr>
        <p:xfrm>
          <a:off x="2544889" y="1551838"/>
          <a:ext cx="2428023" cy="663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38080" imgH="228600" progId="Equation.DSMT4">
                  <p:embed/>
                </p:oleObj>
              </mc:Choice>
              <mc:Fallback>
                <p:oleObj name="Equation" r:id="rId10" imgW="838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4889" y="1551838"/>
                        <a:ext cx="2428023" cy="6638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844598"/>
              </p:ext>
            </p:extLst>
          </p:nvPr>
        </p:nvGraphicFramePr>
        <p:xfrm>
          <a:off x="1774583" y="2393543"/>
          <a:ext cx="2895600" cy="183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806700" imgH="1778000" progId="Equation.3">
                  <p:embed/>
                </p:oleObj>
              </mc:Choice>
              <mc:Fallback>
                <p:oleObj name="公式" r:id="rId12" imgW="2806700" imgH="177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583" y="2393543"/>
                        <a:ext cx="2895600" cy="183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3016" name="Picture 8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8758" y="1070748"/>
            <a:ext cx="3402733" cy="285750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017" name="Text Box 9"/>
          <p:cNvSpPr txBox="1">
            <a:spLocks noChangeArrowheads="1"/>
          </p:cNvSpPr>
          <p:nvPr/>
        </p:nvSpPr>
        <p:spPr bwMode="auto">
          <a:xfrm>
            <a:off x="2164625" y="854827"/>
            <a:ext cx="5616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所围成立体的投影区域如图， 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8401050" y="3141663"/>
            <a:ext cx="609600" cy="304800"/>
            <a:chOff x="4104" y="2040"/>
            <a:chExt cx="384" cy="192"/>
          </a:xfrm>
        </p:grpSpPr>
        <p:sp>
          <p:nvSpPr>
            <p:cNvPr id="43020" name="Oval 11"/>
            <p:cNvSpPr>
              <a:spLocks noChangeArrowheads="1"/>
            </p:cNvSpPr>
            <p:nvPr/>
          </p:nvSpPr>
          <p:spPr bwMode="auto">
            <a:xfrm>
              <a:off x="4104" y="2040"/>
              <a:ext cx="384" cy="19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15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5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43021" name="Object 12"/>
            <p:cNvGraphicFramePr>
              <a:graphicFrameLocks noChangeAspect="1"/>
            </p:cNvGraphicFramePr>
            <p:nvPr/>
          </p:nvGraphicFramePr>
          <p:xfrm>
            <a:off x="4272" y="2064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390503" imgH="390691" progId="Equation.3">
                    <p:embed/>
                  </p:oleObj>
                </mc:Choice>
                <mc:Fallback>
                  <p:oleObj name="公式" r:id="rId16" imgW="390503" imgH="3906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2064"/>
                          <a:ext cx="144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2573" name="Object 13"/>
          <p:cNvGraphicFramePr>
            <a:graphicFrameLocks noChangeAspect="1"/>
          </p:cNvGraphicFramePr>
          <p:nvPr/>
        </p:nvGraphicFramePr>
        <p:xfrm>
          <a:off x="8183564" y="3213100"/>
          <a:ext cx="28733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61816" imgH="390691" progId="Equation.3">
                  <p:embed/>
                </p:oleObj>
              </mc:Choice>
              <mc:Fallback>
                <p:oleObj name="公式" r:id="rId18" imgW="361816" imgH="3906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3564" y="3213100"/>
                        <a:ext cx="287337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4261829"/>
              </p:ext>
            </p:extLst>
          </p:nvPr>
        </p:nvGraphicFramePr>
        <p:xfrm>
          <a:off x="8667750" y="5161736"/>
          <a:ext cx="1954893" cy="519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63280" imgH="228600" progId="Equation.DSMT4">
                  <p:embed/>
                </p:oleObj>
              </mc:Choice>
              <mc:Fallback>
                <p:oleObj name="Equation" r:id="rId20" imgW="863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7750" y="5161736"/>
                        <a:ext cx="1954893" cy="5191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48329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2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2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4" name="Object 2"/>
          <p:cNvGraphicFramePr>
            <a:graphicFrameLocks noChangeAspect="1"/>
          </p:cNvGraphicFramePr>
          <p:nvPr/>
        </p:nvGraphicFramePr>
        <p:xfrm>
          <a:off x="2438400" y="1138238"/>
          <a:ext cx="7786688" cy="205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6933817" imgH="1883940" progId="Word.Document.8">
                  <p:embed/>
                </p:oleObj>
              </mc:Choice>
              <mc:Fallback>
                <p:oleObj name="文档" r:id="rId2" imgW="6933817" imgH="18839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138238"/>
                        <a:ext cx="7786688" cy="205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428997"/>
              </p:ext>
            </p:extLst>
          </p:nvPr>
        </p:nvGraphicFramePr>
        <p:xfrm>
          <a:off x="2563218" y="2562859"/>
          <a:ext cx="3179762" cy="1042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20480" imgH="431640" progId="Equation.DSMT4">
                  <p:embed/>
                </p:oleObj>
              </mc:Choice>
              <mc:Fallback>
                <p:oleObj name="Equation" r:id="rId4" imgW="1320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3218" y="2562859"/>
                        <a:ext cx="3179762" cy="10421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4645257"/>
              </p:ext>
            </p:extLst>
          </p:nvPr>
        </p:nvGraphicFramePr>
        <p:xfrm>
          <a:off x="8876505" y="2533014"/>
          <a:ext cx="1006475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002865" imgH="888614" progId="Equation.3">
                  <p:embed/>
                </p:oleObj>
              </mc:Choice>
              <mc:Fallback>
                <p:oleObj name="公式" r:id="rId6" imgW="1002865" imgH="8886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6505" y="2533014"/>
                        <a:ext cx="1006475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8719529"/>
              </p:ext>
            </p:extLst>
          </p:nvPr>
        </p:nvGraphicFramePr>
        <p:xfrm>
          <a:off x="2563218" y="3751736"/>
          <a:ext cx="3266082" cy="1056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33440" imgH="431640" progId="Equation.DSMT4">
                  <p:embed/>
                </p:oleObj>
              </mc:Choice>
              <mc:Fallback>
                <p:oleObj name="Equation" r:id="rId8" imgW="13334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3218" y="3751736"/>
                        <a:ext cx="3266082" cy="10564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877574"/>
              </p:ext>
            </p:extLst>
          </p:nvPr>
        </p:nvGraphicFramePr>
        <p:xfrm>
          <a:off x="9057480" y="3721988"/>
          <a:ext cx="1006475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002865" imgH="888614" progId="Equation.3">
                  <p:embed/>
                </p:oleObj>
              </mc:Choice>
              <mc:Fallback>
                <p:oleObj name="公式" r:id="rId10" imgW="1002865" imgH="8886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57480" y="3721988"/>
                        <a:ext cx="1006475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1327751"/>
              </p:ext>
            </p:extLst>
          </p:nvPr>
        </p:nvGraphicFramePr>
        <p:xfrm>
          <a:off x="5701505" y="2640718"/>
          <a:ext cx="3175000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162300" imgH="774700" progId="Equation.3">
                  <p:embed/>
                </p:oleObj>
              </mc:Choice>
              <mc:Fallback>
                <p:oleObj name="公式" r:id="rId12" imgW="3162300" imgH="774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1505" y="2640718"/>
                        <a:ext cx="3175000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2477338"/>
              </p:ext>
            </p:extLst>
          </p:nvPr>
        </p:nvGraphicFramePr>
        <p:xfrm>
          <a:off x="5829300" y="3837876"/>
          <a:ext cx="317500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162300" imgH="774700" progId="Equation.3">
                  <p:embed/>
                </p:oleObj>
              </mc:Choice>
              <mc:Fallback>
                <p:oleObj name="公式" r:id="rId14" imgW="3162300" imgH="774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9300" y="3837876"/>
                        <a:ext cx="3175000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6694921"/>
              </p:ext>
            </p:extLst>
          </p:nvPr>
        </p:nvGraphicFramePr>
        <p:xfrm>
          <a:off x="3620475" y="4954889"/>
          <a:ext cx="3563126" cy="993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11280" imgH="419040" progId="Equation.DSMT4">
                  <p:embed/>
                </p:oleObj>
              </mc:Choice>
              <mc:Fallback>
                <p:oleObj name="Equation" r:id="rId16" imgW="1511280" imgH="419040" progId="Equation.DSMT4">
                  <p:embed/>
                  <p:pic>
                    <p:nvPicPr>
                      <p:cNvPr id="0" name="Object 1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0475" y="4954889"/>
                        <a:ext cx="3563126" cy="9930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34"/>
          <p:cNvSpPr>
            <a:spLocks noChangeArrowheads="1"/>
          </p:cNvSpPr>
          <p:nvPr/>
        </p:nvSpPr>
        <p:spPr bwMode="auto">
          <a:xfrm>
            <a:off x="2618989" y="5205199"/>
            <a:ext cx="1001486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原式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35"/>
          <p:cNvSpPr>
            <a:spLocks noChangeArrowheads="1"/>
          </p:cNvSpPr>
          <p:nvPr/>
        </p:nvSpPr>
        <p:spPr bwMode="auto">
          <a:xfrm>
            <a:off x="0" y="7524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136"/>
          <p:cNvSpPr>
            <a:spLocks noChangeArrowheads="1"/>
          </p:cNvSpPr>
          <p:nvPr/>
        </p:nvSpPr>
        <p:spPr bwMode="auto">
          <a:xfrm>
            <a:off x="0" y="20955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137"/>
          <p:cNvSpPr>
            <a:spLocks noChangeArrowheads="1"/>
          </p:cNvSpPr>
          <p:nvPr/>
        </p:nvSpPr>
        <p:spPr bwMode="auto">
          <a:xfrm>
            <a:off x="0" y="34385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74995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3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1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2562" name="Object 2"/>
          <p:cNvGraphicFramePr>
            <a:graphicFrameLocks noChangeAspect="1"/>
          </p:cNvGraphicFramePr>
          <p:nvPr/>
        </p:nvGraphicFramePr>
        <p:xfrm>
          <a:off x="1774583" y="4989512"/>
          <a:ext cx="6159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96900" imgH="419100" progId="Equation.3">
                  <p:embed/>
                </p:oleObj>
              </mc:Choice>
              <mc:Fallback>
                <p:oleObj name="公式" r:id="rId2" imgW="5969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583" y="4989512"/>
                        <a:ext cx="6159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3" name="Object 3"/>
          <p:cNvGraphicFramePr>
            <a:graphicFrameLocks noChangeAspect="1"/>
          </p:cNvGraphicFramePr>
          <p:nvPr/>
        </p:nvGraphicFramePr>
        <p:xfrm>
          <a:off x="2743175" y="4905722"/>
          <a:ext cx="2031449" cy="599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74360" imgH="228600" progId="Equation.DSMT4">
                  <p:embed/>
                </p:oleObj>
              </mc:Choice>
              <mc:Fallback>
                <p:oleObj name="Equation" r:id="rId4" imgW="774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175" y="4905722"/>
                        <a:ext cx="2031449" cy="5993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7389504"/>
              </p:ext>
            </p:extLst>
          </p:nvPr>
        </p:nvGraphicFramePr>
        <p:xfrm>
          <a:off x="5127266" y="4408667"/>
          <a:ext cx="2971705" cy="168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31560" imgH="698400" progId="Equation.DSMT4">
                  <p:embed/>
                </p:oleObj>
              </mc:Choice>
              <mc:Fallback>
                <p:oleObj name="Equation" r:id="rId6" imgW="123156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266" y="4408667"/>
                        <a:ext cx="2971705" cy="168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5" name="Object 5"/>
          <p:cNvGraphicFramePr>
            <a:graphicFrameLocks noChangeAspect="1"/>
          </p:cNvGraphicFramePr>
          <p:nvPr/>
        </p:nvGraphicFramePr>
        <p:xfrm>
          <a:off x="1774583" y="1668208"/>
          <a:ext cx="59055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71252" imgH="418918" progId="Equation.3">
                  <p:embed/>
                </p:oleObj>
              </mc:Choice>
              <mc:Fallback>
                <p:oleObj name="公式" r:id="rId8" imgW="571252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583" y="1668208"/>
                        <a:ext cx="590550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0246119"/>
              </p:ext>
            </p:extLst>
          </p:nvPr>
        </p:nvGraphicFramePr>
        <p:xfrm>
          <a:off x="2613806" y="1543426"/>
          <a:ext cx="3090862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66680" imgH="228600" progId="Equation.DSMT4">
                  <p:embed/>
                </p:oleObj>
              </mc:Choice>
              <mc:Fallback>
                <p:oleObj name="Equation" r:id="rId10" imgW="1066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3806" y="1543426"/>
                        <a:ext cx="3090862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9258897"/>
              </p:ext>
            </p:extLst>
          </p:nvPr>
        </p:nvGraphicFramePr>
        <p:xfrm>
          <a:off x="1551055" y="2318604"/>
          <a:ext cx="3223569" cy="2255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9720" imgH="888840" progId="Equation.DSMT4">
                  <p:embed/>
                </p:oleObj>
              </mc:Choice>
              <mc:Fallback>
                <p:oleObj name="Equation" r:id="rId12" imgW="126972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1055" y="2318604"/>
                        <a:ext cx="3223569" cy="22557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3016" name="Picture 8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8758" y="1070748"/>
            <a:ext cx="3402733" cy="285750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017" name="Text Box 9"/>
          <p:cNvSpPr txBox="1">
            <a:spLocks noChangeArrowheads="1"/>
          </p:cNvSpPr>
          <p:nvPr/>
        </p:nvSpPr>
        <p:spPr bwMode="auto">
          <a:xfrm>
            <a:off x="2164625" y="854827"/>
            <a:ext cx="5616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所围成立体的投影区域如图， 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8401050" y="3141663"/>
            <a:ext cx="609600" cy="304800"/>
            <a:chOff x="4104" y="2040"/>
            <a:chExt cx="384" cy="192"/>
          </a:xfrm>
        </p:grpSpPr>
        <p:sp>
          <p:nvSpPr>
            <p:cNvPr id="43020" name="Oval 11"/>
            <p:cNvSpPr>
              <a:spLocks noChangeArrowheads="1"/>
            </p:cNvSpPr>
            <p:nvPr/>
          </p:nvSpPr>
          <p:spPr bwMode="auto">
            <a:xfrm>
              <a:off x="4104" y="2040"/>
              <a:ext cx="384" cy="19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15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5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43021" name="Object 12"/>
            <p:cNvGraphicFramePr>
              <a:graphicFrameLocks noChangeAspect="1"/>
            </p:cNvGraphicFramePr>
            <p:nvPr/>
          </p:nvGraphicFramePr>
          <p:xfrm>
            <a:off x="4272" y="2064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390503" imgH="390691" progId="Equation.3">
                    <p:embed/>
                  </p:oleObj>
                </mc:Choice>
                <mc:Fallback>
                  <p:oleObj name="公式" r:id="rId16" imgW="390503" imgH="3906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2064"/>
                          <a:ext cx="144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2573" name="Object 13"/>
          <p:cNvGraphicFramePr>
            <a:graphicFrameLocks noChangeAspect="1"/>
          </p:cNvGraphicFramePr>
          <p:nvPr/>
        </p:nvGraphicFramePr>
        <p:xfrm>
          <a:off x="8183564" y="3213100"/>
          <a:ext cx="28733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61816" imgH="390691" progId="Equation.3">
                  <p:embed/>
                </p:oleObj>
              </mc:Choice>
              <mc:Fallback>
                <p:oleObj name="公式" r:id="rId18" imgW="361816" imgH="3906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3564" y="3213100"/>
                        <a:ext cx="287337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9409386"/>
              </p:ext>
            </p:extLst>
          </p:nvPr>
        </p:nvGraphicFramePr>
        <p:xfrm>
          <a:off x="8705850" y="4945835"/>
          <a:ext cx="1954893" cy="519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63280" imgH="228600" progId="Equation.DSMT4">
                  <p:embed/>
                </p:oleObj>
              </mc:Choice>
              <mc:Fallback>
                <p:oleObj name="Equation" r:id="rId20" imgW="863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5850" y="4945835"/>
                        <a:ext cx="1954893" cy="5191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65453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2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2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1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35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4699240"/>
              </p:ext>
            </p:extLst>
          </p:nvPr>
        </p:nvGraphicFramePr>
        <p:xfrm>
          <a:off x="2154238" y="2570064"/>
          <a:ext cx="3042645" cy="993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480" imgH="431640" progId="Equation.DSMT4">
                  <p:embed/>
                </p:oleObj>
              </mc:Choice>
              <mc:Fallback>
                <p:oleObj name="Equation" r:id="rId2" imgW="1320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238" y="2570064"/>
                        <a:ext cx="3042645" cy="9935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4799740"/>
              </p:ext>
            </p:extLst>
          </p:nvPr>
        </p:nvGraphicFramePr>
        <p:xfrm>
          <a:off x="8358048" y="2814102"/>
          <a:ext cx="1301108" cy="486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760" imgH="203040" progId="Equation.DSMT4">
                  <p:embed/>
                </p:oleObj>
              </mc:Choice>
              <mc:Fallback>
                <p:oleObj name="Equation" r:id="rId4" imgW="545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8048" y="2814102"/>
                        <a:ext cx="1301108" cy="4865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997880"/>
              </p:ext>
            </p:extLst>
          </p:nvPr>
        </p:nvGraphicFramePr>
        <p:xfrm>
          <a:off x="2154238" y="3767138"/>
          <a:ext cx="3217862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95280" imgH="431640" progId="Equation.DSMT4">
                  <p:embed/>
                </p:oleObj>
              </mc:Choice>
              <mc:Fallback>
                <p:oleObj name="Equation" r:id="rId6" imgW="1295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238" y="3767138"/>
                        <a:ext cx="3217862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0544921"/>
              </p:ext>
            </p:extLst>
          </p:nvPr>
        </p:nvGraphicFramePr>
        <p:xfrm>
          <a:off x="8588158" y="3963851"/>
          <a:ext cx="1019166" cy="451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57200" imgH="203040" progId="Equation.DSMT4">
                  <p:embed/>
                </p:oleObj>
              </mc:Choice>
              <mc:Fallback>
                <p:oleObj name="Equation" r:id="rId8" imgW="457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8158" y="3963851"/>
                        <a:ext cx="1019166" cy="4513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1991433"/>
              </p:ext>
            </p:extLst>
          </p:nvPr>
        </p:nvGraphicFramePr>
        <p:xfrm>
          <a:off x="5196883" y="2638862"/>
          <a:ext cx="3217467" cy="807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60160" imgH="368280" progId="Equation.DSMT4">
                  <p:embed/>
                </p:oleObj>
              </mc:Choice>
              <mc:Fallback>
                <p:oleObj name="Equation" r:id="rId10" imgW="146016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6883" y="2638862"/>
                        <a:ext cx="3217467" cy="8078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5194002"/>
              </p:ext>
            </p:extLst>
          </p:nvPr>
        </p:nvGraphicFramePr>
        <p:xfrm>
          <a:off x="5415576" y="3810552"/>
          <a:ext cx="3172582" cy="727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34960" imgH="330120" progId="Equation.DSMT4">
                  <p:embed/>
                </p:oleObj>
              </mc:Choice>
              <mc:Fallback>
                <p:oleObj name="Equation" r:id="rId12" imgW="14349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5576" y="3810552"/>
                        <a:ext cx="3172582" cy="727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4330384"/>
              </p:ext>
            </p:extLst>
          </p:nvPr>
        </p:nvGraphicFramePr>
        <p:xfrm>
          <a:off x="1978932" y="846185"/>
          <a:ext cx="7260862" cy="1532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009600" imgH="634680" progId="Equation.DSMT4">
                  <p:embed/>
                </p:oleObj>
              </mc:Choice>
              <mc:Fallback>
                <p:oleObj name="Equation" r:id="rId14" imgW="3009600" imgH="6346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8932" y="846185"/>
                        <a:ext cx="7260862" cy="15326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2083777" y="5154263"/>
            <a:ext cx="5035959" cy="492443"/>
            <a:chOff x="2083777" y="5154263"/>
            <a:chExt cx="5035959" cy="492443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76270282"/>
                </p:ext>
              </p:extLst>
            </p:nvPr>
          </p:nvGraphicFramePr>
          <p:xfrm>
            <a:off x="2926415" y="5160214"/>
            <a:ext cx="4193321" cy="486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536480" imgH="177480" progId="Equation.DSMT4">
                    <p:embed/>
                  </p:oleObj>
                </mc:Choice>
                <mc:Fallback>
                  <p:oleObj name="Equation" r:id="rId16" imgW="1536480" imgH="177480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6415" y="5160214"/>
                          <a:ext cx="4193321" cy="48649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ectangle 40"/>
            <p:cNvSpPr>
              <a:spLocks noChangeArrowheads="1"/>
            </p:cNvSpPr>
            <p:nvPr/>
          </p:nvSpPr>
          <p:spPr bwMode="auto">
            <a:xfrm>
              <a:off x="2083777" y="5154263"/>
              <a:ext cx="904875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原式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8" name="Rectangle 41"/>
          <p:cNvSpPr>
            <a:spLocks noChangeArrowheads="1"/>
          </p:cNvSpPr>
          <p:nvPr/>
        </p:nvSpPr>
        <p:spPr bwMode="auto">
          <a:xfrm>
            <a:off x="0" y="7524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42"/>
          <p:cNvSpPr>
            <a:spLocks noChangeArrowheads="1"/>
          </p:cNvSpPr>
          <p:nvPr/>
        </p:nvSpPr>
        <p:spPr bwMode="auto">
          <a:xfrm>
            <a:off x="0" y="20955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43"/>
          <p:cNvSpPr>
            <a:spLocks noChangeArrowheads="1"/>
          </p:cNvSpPr>
          <p:nvPr/>
        </p:nvSpPr>
        <p:spPr bwMode="auto">
          <a:xfrm>
            <a:off x="0" y="34385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07820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3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82255" y="720436"/>
            <a:ext cx="25891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解法二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截面法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729905" y="707405"/>
            <a:ext cx="6040333" cy="536985"/>
            <a:chOff x="3729905" y="707405"/>
            <a:chExt cx="6040333" cy="536985"/>
          </a:xfrm>
        </p:grpSpPr>
        <p:sp>
          <p:nvSpPr>
            <p:cNvPr id="3" name="文本框 2"/>
            <p:cNvSpPr txBox="1"/>
            <p:nvPr/>
          </p:nvSpPr>
          <p:spPr>
            <a:xfrm>
              <a:off x="3729905" y="707405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由于</a:t>
              </a: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2001025"/>
                </p:ext>
              </p:extLst>
            </p:nvPr>
          </p:nvGraphicFramePr>
          <p:xfrm>
            <a:off x="4618023" y="720436"/>
            <a:ext cx="5152215" cy="5239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247840" imgH="228600" progId="Equation.DSMT4">
                    <p:embed/>
                  </p:oleObj>
                </mc:Choice>
                <mc:Fallback>
                  <p:oleObj name="Equation" r:id="rId2" imgW="22478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618023" y="720436"/>
                          <a:ext cx="5152215" cy="52395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1182255" y="1569603"/>
            <a:ext cx="5017565" cy="563995"/>
            <a:chOff x="1182255" y="1569603"/>
            <a:chExt cx="5017565" cy="563995"/>
          </a:xfrm>
        </p:grpSpPr>
        <p:sp>
          <p:nvSpPr>
            <p:cNvPr id="6" name="文本框 5"/>
            <p:cNvSpPr txBox="1"/>
            <p:nvPr/>
          </p:nvSpPr>
          <p:spPr>
            <a:xfrm>
              <a:off x="1182255" y="1569603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其中</a:t>
              </a: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/>
          </p:nvGraphicFramePr>
          <p:xfrm>
            <a:off x="2162803" y="1569603"/>
            <a:ext cx="4037017" cy="5639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726920" imgH="241200" progId="Equation.DSMT4">
                    <p:embed/>
                  </p:oleObj>
                </mc:Choice>
                <mc:Fallback>
                  <p:oleObj name="Equation" r:id="rId4" imgW="172692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162803" y="1569603"/>
                          <a:ext cx="4037017" cy="5639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文本框 8"/>
          <p:cNvSpPr txBox="1"/>
          <p:nvPr/>
        </p:nvSpPr>
        <p:spPr>
          <a:xfrm>
            <a:off x="6277557" y="1569603"/>
            <a:ext cx="1133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</a:t>
            </a:r>
            <a:r>
              <a:rPr lang="zh-CN" altLang="en-US" dirty="0"/>
              <a:t>，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447800" y="2291051"/>
          <a:ext cx="4211638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63560" imgH="355320" progId="Equation.DSMT4">
                  <p:embed/>
                </p:oleObj>
              </mc:Choice>
              <mc:Fallback>
                <p:oleObj name="Equation" r:id="rId6" imgW="16635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47800" y="2291051"/>
                        <a:ext cx="4211638" cy="900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753095" y="3245648"/>
          <a:ext cx="3786269" cy="1160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74640" imgH="482400" progId="Equation.DSMT4">
                  <p:embed/>
                </p:oleObj>
              </mc:Choice>
              <mc:Fallback>
                <p:oleObj name="Equation" r:id="rId8" imgW="15746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53095" y="3245648"/>
                        <a:ext cx="3786269" cy="11603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753095" y="4312448"/>
          <a:ext cx="1794647" cy="804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36560" imgH="330120" progId="Equation.DSMT4">
                  <p:embed/>
                </p:oleObj>
              </mc:Choice>
              <mc:Fallback>
                <p:oleObj name="Equation" r:id="rId10" imgW="7365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753095" y="4312448"/>
                        <a:ext cx="1794647" cy="8044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753095" y="5257433"/>
          <a:ext cx="1230414" cy="430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07960" imgH="177480" progId="Equation.DSMT4">
                  <p:embed/>
                </p:oleObj>
              </mc:Choice>
              <mc:Fallback>
                <p:oleObj name="Equation" r:id="rId12" imgW="50796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753095" y="5257433"/>
                        <a:ext cx="1230414" cy="4306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548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Text Box 2"/>
          <p:cNvSpPr txBox="1">
            <a:spLocks noChangeArrowheads="1"/>
          </p:cNvSpPr>
          <p:nvPr/>
        </p:nvSpPr>
        <p:spPr bwMode="auto">
          <a:xfrm>
            <a:off x="1866900" y="166688"/>
            <a:ext cx="8718550" cy="194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4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4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设有一个质量均匀分别的截头直圆柱体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其下底</a:t>
            </a:r>
          </a:p>
          <a:p>
            <a:pPr eaLnBrk="1" hangingPunct="1">
              <a:lnSpc>
                <a:spcPct val="14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面在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xoy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平面上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上顶面在平面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x+y+z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=3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上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侧面为圆柱面</a:t>
            </a:r>
          </a:p>
          <a:p>
            <a:pPr eaLnBrk="1" hangingPunct="1">
              <a:lnSpc>
                <a:spcPct val="145000"/>
              </a:lnSpc>
              <a:spcBef>
                <a:spcPct val="0"/>
              </a:spcBef>
              <a:buFontTx/>
              <a:buNone/>
            </a:pP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+y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=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1.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求其质量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m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.</a:t>
            </a:r>
          </a:p>
        </p:txBody>
      </p:sp>
      <p:sp>
        <p:nvSpPr>
          <p:cNvPr id="324611" name="Text Box 3"/>
          <p:cNvSpPr txBox="1">
            <a:spLocks noChangeArrowheads="1"/>
          </p:cNvSpPr>
          <p:nvPr/>
        </p:nvSpPr>
        <p:spPr bwMode="auto">
          <a:xfrm>
            <a:off x="1852614" y="2189163"/>
            <a:ext cx="4716462" cy="308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设密度函数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ρ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x,y,z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=μ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积分区域为截头圆柱体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我们采用柱面坐标来计算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,Ω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在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xoy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平面的投影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为圆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+y</a:t>
            </a:r>
            <a:r>
              <a:rPr lang="en-US" altLang="zh-CN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≤1.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在极坐标下，</a:t>
            </a:r>
          </a:p>
        </p:txBody>
      </p:sp>
      <p:sp>
        <p:nvSpPr>
          <p:cNvPr id="324612" name="Oval 4"/>
          <p:cNvSpPr>
            <a:spLocks noChangeArrowheads="1"/>
          </p:cNvSpPr>
          <p:nvPr/>
        </p:nvSpPr>
        <p:spPr bwMode="auto">
          <a:xfrm>
            <a:off x="7394575" y="2365375"/>
            <a:ext cx="1066800" cy="1371600"/>
          </a:xfrm>
          <a:prstGeom prst="ellipse">
            <a:avLst/>
          </a:prstGeom>
          <a:solidFill>
            <a:srgbClr val="CCFFFF"/>
          </a:solidFill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4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24613" name="Line 5"/>
          <p:cNvSpPr>
            <a:spLocks noChangeShapeType="1"/>
          </p:cNvSpPr>
          <p:nvPr/>
        </p:nvSpPr>
        <p:spPr bwMode="auto">
          <a:xfrm>
            <a:off x="7394575" y="3051175"/>
            <a:ext cx="0" cy="1295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4614" name="Line 6"/>
          <p:cNvSpPr>
            <a:spLocks noChangeShapeType="1"/>
          </p:cNvSpPr>
          <p:nvPr/>
        </p:nvSpPr>
        <p:spPr bwMode="auto">
          <a:xfrm>
            <a:off x="8461375" y="3051175"/>
            <a:ext cx="0" cy="1295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4615" name="Oval 7"/>
          <p:cNvSpPr>
            <a:spLocks noChangeArrowheads="1"/>
          </p:cNvSpPr>
          <p:nvPr/>
        </p:nvSpPr>
        <p:spPr bwMode="auto">
          <a:xfrm>
            <a:off x="7394575" y="4117975"/>
            <a:ext cx="1066800" cy="457200"/>
          </a:xfrm>
          <a:prstGeom prst="ellipse">
            <a:avLst/>
          </a:prstGeom>
          <a:solidFill>
            <a:srgbClr val="FFCCFF"/>
          </a:solidFill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24616" name="Line 8"/>
          <p:cNvSpPr>
            <a:spLocks noChangeShapeType="1"/>
          </p:cNvSpPr>
          <p:nvPr/>
        </p:nvSpPr>
        <p:spPr bwMode="auto">
          <a:xfrm flipV="1">
            <a:off x="7915275" y="2139950"/>
            <a:ext cx="0" cy="2209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4617" name="Line 9"/>
          <p:cNvSpPr>
            <a:spLocks noChangeShapeType="1"/>
          </p:cNvSpPr>
          <p:nvPr/>
        </p:nvSpPr>
        <p:spPr bwMode="auto">
          <a:xfrm>
            <a:off x="7927975" y="4346575"/>
            <a:ext cx="1447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4618" name="Line 10"/>
          <p:cNvSpPr>
            <a:spLocks noChangeShapeType="1"/>
          </p:cNvSpPr>
          <p:nvPr/>
        </p:nvSpPr>
        <p:spPr bwMode="auto">
          <a:xfrm flipH="1">
            <a:off x="6861175" y="4346575"/>
            <a:ext cx="1066800" cy="685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4619" name="Line 11"/>
          <p:cNvSpPr>
            <a:spLocks noChangeShapeType="1"/>
          </p:cNvSpPr>
          <p:nvPr/>
        </p:nvSpPr>
        <p:spPr bwMode="auto">
          <a:xfrm>
            <a:off x="7927975" y="3051175"/>
            <a:ext cx="1143000" cy="1295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4620" name="Line 12"/>
          <p:cNvSpPr>
            <a:spLocks noChangeShapeType="1"/>
          </p:cNvSpPr>
          <p:nvPr/>
        </p:nvSpPr>
        <p:spPr bwMode="auto">
          <a:xfrm flipH="1">
            <a:off x="7089775" y="3051175"/>
            <a:ext cx="838200" cy="1828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4621" name="Line 13"/>
          <p:cNvSpPr>
            <a:spLocks noChangeShapeType="1"/>
          </p:cNvSpPr>
          <p:nvPr/>
        </p:nvSpPr>
        <p:spPr bwMode="auto">
          <a:xfrm flipV="1">
            <a:off x="7113873" y="4343400"/>
            <a:ext cx="1981200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4622" name="Text Box 14"/>
          <p:cNvSpPr txBox="1">
            <a:spLocks noChangeArrowheads="1"/>
          </p:cNvSpPr>
          <p:nvPr/>
        </p:nvSpPr>
        <p:spPr bwMode="auto">
          <a:xfrm>
            <a:off x="8065096" y="2591743"/>
            <a:ext cx="13211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x+y+z</a:t>
            </a:r>
            <a:r>
              <a:rPr lang="en-US" altLang="zh-CN" sz="2400" b="1" dirty="0">
                <a:solidFill>
                  <a:schemeClr val="tx1"/>
                </a:solidFill>
                <a:ea typeface="宋体" panose="02010600030101010101" pitchFamily="2" charset="-122"/>
              </a:rPr>
              <a:t>=3</a:t>
            </a:r>
          </a:p>
        </p:txBody>
      </p:sp>
      <p:sp>
        <p:nvSpPr>
          <p:cNvPr id="324623" name="Text Box 15"/>
          <p:cNvSpPr txBox="1">
            <a:spLocks noChangeArrowheads="1"/>
          </p:cNvSpPr>
          <p:nvPr/>
        </p:nvSpPr>
        <p:spPr bwMode="auto">
          <a:xfrm>
            <a:off x="7775575" y="4575175"/>
            <a:ext cx="1187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400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400" b="1" i="1" dirty="0">
                <a:solidFill>
                  <a:schemeClr val="tx1"/>
                </a:solidFill>
                <a:ea typeface="宋体" panose="02010600030101010101" pitchFamily="2" charset="-122"/>
              </a:rPr>
              <a:t>+y</a:t>
            </a:r>
            <a:r>
              <a:rPr lang="en-US" altLang="zh-CN" sz="2400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solidFill>
                  <a:schemeClr val="tx1"/>
                </a:solidFill>
                <a:ea typeface="宋体" panose="02010600030101010101" pitchFamily="2" charset="-122"/>
              </a:rPr>
              <a:t>=1</a:t>
            </a:r>
          </a:p>
        </p:txBody>
      </p:sp>
      <p:sp>
        <p:nvSpPr>
          <p:cNvPr id="324624" name="Text Box 16"/>
          <p:cNvSpPr txBox="1">
            <a:spLocks noChangeArrowheads="1"/>
          </p:cNvSpPr>
          <p:nvPr/>
        </p:nvSpPr>
        <p:spPr bwMode="auto">
          <a:xfrm>
            <a:off x="6921500" y="44989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tx1"/>
                </a:solidFill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324625" name="Text Box 17"/>
          <p:cNvSpPr txBox="1">
            <a:spLocks noChangeArrowheads="1"/>
          </p:cNvSpPr>
          <p:nvPr/>
        </p:nvSpPr>
        <p:spPr bwMode="auto">
          <a:xfrm>
            <a:off x="7699375" y="28225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tx1"/>
                </a:solidFill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324626" name="Text Box 18"/>
          <p:cNvSpPr txBox="1">
            <a:spLocks noChangeArrowheads="1"/>
          </p:cNvSpPr>
          <p:nvPr/>
        </p:nvSpPr>
        <p:spPr bwMode="auto">
          <a:xfrm>
            <a:off x="8842375" y="38893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tx1"/>
                </a:solidFill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324627" name="Text Box 19"/>
          <p:cNvSpPr txBox="1">
            <a:spLocks noChangeArrowheads="1"/>
          </p:cNvSpPr>
          <p:nvPr/>
        </p:nvSpPr>
        <p:spPr bwMode="auto">
          <a:xfrm>
            <a:off x="8011273" y="1982143"/>
            <a:ext cx="3048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solidFill>
                  <a:schemeClr val="tx1"/>
                </a:solidFill>
                <a:ea typeface="宋体" panose="02010600030101010101" pitchFamily="2" charset="-122"/>
              </a:rPr>
              <a:t>z</a:t>
            </a:r>
          </a:p>
        </p:txBody>
      </p:sp>
      <p:sp>
        <p:nvSpPr>
          <p:cNvPr id="324628" name="Text Box 20"/>
          <p:cNvSpPr txBox="1">
            <a:spLocks noChangeArrowheads="1"/>
          </p:cNvSpPr>
          <p:nvPr/>
        </p:nvSpPr>
        <p:spPr bwMode="auto">
          <a:xfrm>
            <a:off x="6629400" y="48768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324629" name="Text Box 21"/>
          <p:cNvSpPr txBox="1">
            <a:spLocks noChangeArrowheads="1"/>
          </p:cNvSpPr>
          <p:nvPr/>
        </p:nvSpPr>
        <p:spPr bwMode="auto">
          <a:xfrm>
            <a:off x="9194677" y="4007793"/>
            <a:ext cx="3209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</a:p>
        </p:txBody>
      </p:sp>
      <p:graphicFrame>
        <p:nvGraphicFramePr>
          <p:cNvPr id="324630" name="Object 22"/>
          <p:cNvGraphicFramePr>
            <a:graphicFrameLocks noGrp="1"/>
          </p:cNvGraphicFramePr>
          <p:nvPr>
            <p:ph/>
          </p:nvPr>
        </p:nvGraphicFramePr>
        <p:xfrm>
          <a:off x="1992314" y="5373688"/>
          <a:ext cx="39592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044700" imgH="203200" progId="Equation.3">
                  <p:embed/>
                </p:oleObj>
              </mc:Choice>
              <mc:Fallback>
                <p:oleObj name="公式" r:id="rId3" imgW="2044700" imgH="2032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5373688"/>
                        <a:ext cx="39592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E14F49-929D-4F05-89E8-66031DDD0962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322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4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4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4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4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4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4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4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24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4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24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24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246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246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246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24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24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24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0" grpId="0" build="p" autoUpdateAnimBg="0"/>
      <p:bldP spid="324611" grpId="0" build="p" autoUpdateAnimBg="0"/>
      <p:bldP spid="324612" grpId="0" animBg="1" autoUpdateAnimBg="0"/>
      <p:bldP spid="324613" grpId="0" animBg="1"/>
      <p:bldP spid="324614" grpId="0" animBg="1"/>
      <p:bldP spid="324615" grpId="0" animBg="1"/>
      <p:bldP spid="324616" grpId="0" animBg="1"/>
      <p:bldP spid="324617" grpId="0" animBg="1"/>
      <p:bldP spid="324618" grpId="0" animBg="1"/>
      <p:bldP spid="324619" grpId="0" animBg="1"/>
      <p:bldP spid="324620" grpId="0" animBg="1"/>
      <p:bldP spid="324621" grpId="0" animBg="1"/>
      <p:bldP spid="324622" grpId="0" build="p" autoUpdateAnimBg="0"/>
      <p:bldP spid="324623" grpId="0" build="p" autoUpdateAnimBg="0"/>
      <p:bldP spid="324624" grpId="0" build="p" autoUpdateAnimBg="0"/>
      <p:bldP spid="324625" grpId="0" build="p" autoUpdateAnimBg="0"/>
      <p:bldP spid="324626" grpId="0" build="p" autoUpdateAnimBg="0"/>
      <p:bldP spid="324627" grpId="0" build="p" autoUpdateAnimBg="0"/>
      <p:bldP spid="324628" grpId="0" build="p" autoUpdateAnimBg="0"/>
      <p:bldP spid="324629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5634" name="Object 2"/>
          <p:cNvGraphicFramePr>
            <a:graphicFrameLocks/>
          </p:cNvGraphicFramePr>
          <p:nvPr/>
        </p:nvGraphicFramePr>
        <p:xfrm>
          <a:off x="1828799" y="820593"/>
          <a:ext cx="7158183" cy="500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162300" imgH="215900" progId="Equation.3">
                  <p:embed/>
                </p:oleObj>
              </mc:Choice>
              <mc:Fallback>
                <p:oleObj name="公式" r:id="rId2" imgW="3162300" imgH="2159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799" y="820593"/>
                        <a:ext cx="7158183" cy="5002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35" name="Object 3"/>
          <p:cNvGraphicFramePr>
            <a:graphicFrameLocks noGrp="1"/>
          </p:cNvGraphicFramePr>
          <p:nvPr>
            <p:ph sz="half" idx="1"/>
          </p:nvPr>
        </p:nvGraphicFramePr>
        <p:xfrm>
          <a:off x="1828800" y="2814350"/>
          <a:ext cx="8940800" cy="318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644900" imgH="1397000" progId="Equation.3">
                  <p:embed/>
                </p:oleObj>
              </mc:Choice>
              <mc:Fallback>
                <p:oleObj name="公式" r:id="rId4" imgW="3644900" imgH="13970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814350"/>
                        <a:ext cx="8940800" cy="318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36" name="Object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78642923"/>
              </p:ext>
            </p:extLst>
          </p:nvPr>
        </p:nvGraphicFramePr>
        <p:xfrm>
          <a:off x="1828800" y="1574800"/>
          <a:ext cx="8237538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35080" imgH="457200" progId="Equation.DSMT4">
                  <p:embed/>
                </p:oleObj>
              </mc:Choice>
              <mc:Fallback>
                <p:oleObj name="Equation" r:id="rId6" imgW="3835080" imgH="4572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574800"/>
                        <a:ext cx="8237538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97721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6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2F7F273-CBA4-4BD5-AACF-67E5F3194113}" type="slidenum">
              <a:rPr lang="en-US" altLang="zh-CN" sz="1400">
                <a:solidFill>
                  <a:schemeClr val="tx1"/>
                </a:solidFill>
              </a:rPr>
              <a:pPr/>
              <a:t>18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27665" name="Text Box 2"/>
          <p:cNvSpPr txBox="1">
            <a:spLocks noChangeArrowheads="1"/>
          </p:cNvSpPr>
          <p:nvPr/>
        </p:nvSpPr>
        <p:spPr bwMode="auto">
          <a:xfrm>
            <a:off x="1590346" y="374590"/>
            <a:ext cx="8912225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buClr>
                <a:srgbClr val="CC3300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FF0000"/>
                </a:solidFill>
                <a:ea typeface="新宋体" panose="02010609030101010101" pitchFamily="49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新宋体" panose="02010609030101010101" pitchFamily="49" charset="-122"/>
              </a:rPr>
              <a:t>5</a:t>
            </a:r>
            <a:r>
              <a:rPr lang="en-US" altLang="zh-CN" sz="4000" dirty="0">
                <a:solidFill>
                  <a:srgbClr val="13110F"/>
                </a:solidFill>
                <a:ea typeface="新宋体" panose="02010609030101010101" pitchFamily="49" charset="-122"/>
              </a:rPr>
              <a:t>  </a:t>
            </a:r>
            <a:r>
              <a:rPr lang="zh-CN" altLang="en-US" b="1" dirty="0">
                <a:solidFill>
                  <a:srgbClr val="13110F"/>
                </a:solidFill>
                <a:ea typeface="新宋体" panose="02010609030101010101" pitchFamily="49" charset="-122"/>
              </a:rPr>
              <a:t>计算                            其中       是由曲面                  </a:t>
            </a:r>
          </a:p>
          <a:p>
            <a:pPr algn="l" eaLnBrk="1" hangingPunct="1">
              <a:buClr>
                <a:srgbClr val="CC3300"/>
              </a:buClr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13110F"/>
              </a:solidFill>
              <a:ea typeface="新宋体" panose="02010609030101010101" pitchFamily="49" charset="-122"/>
            </a:endParaRPr>
          </a:p>
          <a:p>
            <a:pPr algn="l" eaLnBrk="1" hangingPunct="1">
              <a:buClr>
                <a:srgbClr val="CC3300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13110F"/>
                </a:solidFill>
                <a:ea typeface="新宋体" panose="02010609030101010101" pitchFamily="49" charset="-122"/>
              </a:rPr>
              <a:t> 与平面              围成的区域</a:t>
            </a:r>
            <a:r>
              <a:rPr lang="en-US" altLang="zh-CN" b="1" dirty="0">
                <a:solidFill>
                  <a:srgbClr val="13110F"/>
                </a:solidFill>
                <a:ea typeface="新宋体" panose="02010609030101010101" pitchFamily="49" charset="-122"/>
              </a:rPr>
              <a:t>.</a:t>
            </a:r>
          </a:p>
        </p:txBody>
      </p:sp>
      <p:graphicFrame>
        <p:nvGraphicFramePr>
          <p:cNvPr id="27650" name="Object 3"/>
          <p:cNvGraphicFramePr>
            <a:graphicFrameLocks noChangeAspect="1"/>
          </p:cNvGraphicFramePr>
          <p:nvPr/>
        </p:nvGraphicFramePr>
        <p:xfrm>
          <a:off x="3459163" y="373063"/>
          <a:ext cx="2254250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9920" imgH="380880" progId="Equation.DSMT4">
                  <p:embed/>
                </p:oleObj>
              </mc:Choice>
              <mc:Fallback>
                <p:oleObj name="Equation" r:id="rId2" imgW="799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9163" y="373063"/>
                        <a:ext cx="2254250" cy="1071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" name="Object 4"/>
          <p:cNvGraphicFramePr>
            <a:graphicFrameLocks noChangeAspect="1"/>
          </p:cNvGraphicFramePr>
          <p:nvPr/>
        </p:nvGraphicFramePr>
        <p:xfrm>
          <a:off x="6435230" y="584994"/>
          <a:ext cx="373062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40" imgH="164880" progId="Equation.DSMT4">
                  <p:embed/>
                </p:oleObj>
              </mc:Choice>
              <mc:Fallback>
                <p:oleObj name="Equation" r:id="rId4" imgW="19044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5230" y="584994"/>
                        <a:ext cx="373062" cy="3238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0647440"/>
              </p:ext>
            </p:extLst>
          </p:nvPr>
        </p:nvGraphicFramePr>
        <p:xfrm>
          <a:off x="8503872" y="449498"/>
          <a:ext cx="2021996" cy="639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23600" imgH="228600" progId="Equation.DSMT4">
                  <p:embed/>
                </p:oleObj>
              </mc:Choice>
              <mc:Fallback>
                <p:oleObj name="Equation" r:id="rId6" imgW="723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3872" y="449498"/>
                        <a:ext cx="2021996" cy="6390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6"/>
          <p:cNvGraphicFramePr>
            <a:graphicFrameLocks noChangeAspect="1"/>
          </p:cNvGraphicFramePr>
          <p:nvPr/>
        </p:nvGraphicFramePr>
        <p:xfrm>
          <a:off x="3037609" y="1388892"/>
          <a:ext cx="1036788" cy="518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5320" imgH="177480" progId="Equation.DSMT4">
                  <p:embed/>
                </p:oleObj>
              </mc:Choice>
              <mc:Fallback>
                <p:oleObj name="Equation" r:id="rId8" imgW="3553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7609" y="1388892"/>
                        <a:ext cx="1036788" cy="518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487089" y="3009785"/>
            <a:ext cx="6511925" cy="738188"/>
            <a:chOff x="259" y="1012"/>
            <a:chExt cx="4102" cy="465"/>
          </a:xfrm>
        </p:grpSpPr>
        <p:sp>
          <p:nvSpPr>
            <p:cNvPr id="27689" name="Text Box 8"/>
            <p:cNvSpPr txBox="1">
              <a:spLocks noChangeArrowheads="1"/>
            </p:cNvSpPr>
            <p:nvPr/>
          </p:nvSpPr>
          <p:spPr bwMode="auto">
            <a:xfrm>
              <a:off x="259" y="1012"/>
              <a:ext cx="4102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50000"/>
                </a:lnSpc>
              </a:pPr>
              <a:r>
                <a:rPr lang="zh-CN" altLang="en-US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 于是，   在</a:t>
              </a:r>
              <a:r>
                <a:rPr lang="en-US" altLang="zh-CN" b="1" i="1" dirty="0" err="1">
                  <a:solidFill>
                    <a:srgbClr val="13110F"/>
                  </a:solidFill>
                  <a:ea typeface="新宋体" panose="02010609030101010101" pitchFamily="49" charset="-122"/>
                </a:rPr>
                <a:t>xoy</a:t>
              </a:r>
              <a:r>
                <a:rPr lang="zh-CN" altLang="en-US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面上的投影区域为圆域</a:t>
              </a:r>
              <a:r>
                <a:rPr lang="en-US" altLang="zh-CN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:</a:t>
              </a:r>
            </a:p>
          </p:txBody>
        </p:sp>
        <p:graphicFrame>
          <p:nvGraphicFramePr>
            <p:cNvPr id="27663" name="Object 9"/>
            <p:cNvGraphicFramePr>
              <a:graphicFrameLocks noChangeAspect="1"/>
            </p:cNvGraphicFramePr>
            <p:nvPr/>
          </p:nvGraphicFramePr>
          <p:xfrm>
            <a:off x="950" y="1146"/>
            <a:ext cx="303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64880" imgH="164880" progId="Equation.DSMT4">
                    <p:embed/>
                  </p:oleObj>
                </mc:Choice>
                <mc:Fallback>
                  <p:oleObj name="Equation" r:id="rId10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0" y="1146"/>
                          <a:ext cx="303" cy="2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90890" name="Object 10"/>
          <p:cNvGraphicFramePr>
            <a:graphicFrameLocks noChangeAspect="1"/>
          </p:cNvGraphicFramePr>
          <p:nvPr/>
        </p:nvGraphicFramePr>
        <p:xfrm>
          <a:off x="9011234" y="1511474"/>
          <a:ext cx="261620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02960" imgH="241200" progId="Equation.DSMT4">
                  <p:embed/>
                </p:oleObj>
              </mc:Choice>
              <mc:Fallback>
                <p:oleObj name="Equation" r:id="rId12" imgW="10029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1234" y="1511474"/>
                        <a:ext cx="2616200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8774469" y="1955858"/>
            <a:ext cx="2997656" cy="891269"/>
            <a:chOff x="430" y="3168"/>
            <a:chExt cx="2009" cy="689"/>
          </a:xfrm>
        </p:grpSpPr>
        <p:graphicFrame>
          <p:nvGraphicFramePr>
            <p:cNvPr id="27662" name="Object 12"/>
            <p:cNvGraphicFramePr>
              <a:graphicFrameLocks noChangeAspect="1"/>
            </p:cNvGraphicFramePr>
            <p:nvPr/>
          </p:nvGraphicFramePr>
          <p:xfrm>
            <a:off x="430" y="3484"/>
            <a:ext cx="2009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282680" imgH="203040" progId="Equation.DSMT4">
                    <p:embed/>
                  </p:oleObj>
                </mc:Choice>
                <mc:Fallback>
                  <p:oleObj name="Equation" r:id="rId14" imgW="12826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" y="3484"/>
                          <a:ext cx="2009" cy="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88" name="Line 13"/>
            <p:cNvSpPr>
              <a:spLocks noChangeShapeType="1"/>
            </p:cNvSpPr>
            <p:nvPr/>
          </p:nvSpPr>
          <p:spPr bwMode="auto">
            <a:xfrm>
              <a:off x="1434" y="3168"/>
              <a:ext cx="8" cy="3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7391584" y="5116807"/>
            <a:ext cx="1172004" cy="870227"/>
            <a:chOff x="2787" y="3307"/>
            <a:chExt cx="822" cy="646"/>
          </a:xfrm>
        </p:grpSpPr>
        <p:graphicFrame>
          <p:nvGraphicFramePr>
            <p:cNvPr id="27661" name="Object 17"/>
            <p:cNvGraphicFramePr>
              <a:graphicFrameLocks noChangeAspect="1"/>
            </p:cNvGraphicFramePr>
            <p:nvPr/>
          </p:nvGraphicFramePr>
          <p:xfrm>
            <a:off x="2787" y="3530"/>
            <a:ext cx="822" cy="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393480" imgH="203040" progId="Equation.DSMT4">
                    <p:embed/>
                  </p:oleObj>
                </mc:Choice>
                <mc:Fallback>
                  <p:oleObj name="Equation" r:id="rId16" imgW="3934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7" y="3530"/>
                          <a:ext cx="822" cy="4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87" name="Line 18"/>
            <p:cNvSpPr>
              <a:spLocks noChangeShapeType="1"/>
            </p:cNvSpPr>
            <p:nvPr/>
          </p:nvSpPr>
          <p:spPr bwMode="auto">
            <a:xfrm flipH="1">
              <a:off x="3166" y="3307"/>
              <a:ext cx="0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9227134" y="3533631"/>
            <a:ext cx="2587625" cy="2752725"/>
            <a:chOff x="9255590" y="3539210"/>
            <a:chExt cx="2587625" cy="2752725"/>
          </a:xfrm>
        </p:grpSpPr>
        <p:sp>
          <p:nvSpPr>
            <p:cNvPr id="27668" name="Line 14"/>
            <p:cNvSpPr>
              <a:spLocks noChangeShapeType="1"/>
            </p:cNvSpPr>
            <p:nvPr/>
          </p:nvSpPr>
          <p:spPr bwMode="auto">
            <a:xfrm flipV="1">
              <a:off x="10302534" y="3662405"/>
              <a:ext cx="0" cy="5524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27671" name="Group 19"/>
            <p:cNvGrpSpPr>
              <a:grpSpLocks/>
            </p:cNvGrpSpPr>
            <p:nvPr/>
          </p:nvGrpSpPr>
          <p:grpSpPr bwMode="auto">
            <a:xfrm>
              <a:off x="9255590" y="3539210"/>
              <a:ext cx="2587625" cy="2752725"/>
              <a:chOff x="3904" y="2161"/>
              <a:chExt cx="1630" cy="1734"/>
            </a:xfrm>
          </p:grpSpPr>
          <p:sp>
            <p:nvSpPr>
              <p:cNvPr id="27678" name="Oval 20"/>
              <p:cNvSpPr>
                <a:spLocks noChangeArrowheads="1"/>
              </p:cNvSpPr>
              <p:nvPr/>
            </p:nvSpPr>
            <p:spPr bwMode="auto">
              <a:xfrm>
                <a:off x="3922" y="2469"/>
                <a:ext cx="1271" cy="224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7679" name="Line 21"/>
              <p:cNvSpPr>
                <a:spLocks noChangeShapeType="1"/>
              </p:cNvSpPr>
              <p:nvPr/>
            </p:nvSpPr>
            <p:spPr bwMode="auto">
              <a:xfrm>
                <a:off x="3904" y="2581"/>
                <a:ext cx="5" cy="8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aphicFrame>
            <p:nvGraphicFramePr>
              <p:cNvPr id="27658" name="Object 22"/>
              <p:cNvGraphicFramePr>
                <a:graphicFrameLocks noChangeAspect="1"/>
              </p:cNvGraphicFramePr>
              <p:nvPr/>
            </p:nvGraphicFramePr>
            <p:xfrm>
              <a:off x="4110" y="3660"/>
              <a:ext cx="236" cy="2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139680" imgH="139680" progId="Equation.DSMT4">
                      <p:embed/>
                    </p:oleObj>
                  </mc:Choice>
                  <mc:Fallback>
                    <p:oleObj name="Equation" r:id="rId18" imgW="13968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10" y="3660"/>
                            <a:ext cx="236" cy="23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59" name="Object 23"/>
              <p:cNvGraphicFramePr>
                <a:graphicFrameLocks noChangeAspect="1"/>
              </p:cNvGraphicFramePr>
              <p:nvPr/>
            </p:nvGraphicFramePr>
            <p:xfrm>
              <a:off x="4592" y="2161"/>
              <a:ext cx="195" cy="2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114120" imgH="139680" progId="Equation.DSMT4">
                      <p:embed/>
                    </p:oleObj>
                  </mc:Choice>
                  <mc:Fallback>
                    <p:oleObj name="Equation" r:id="rId20" imgW="1141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92" y="2161"/>
                            <a:ext cx="195" cy="2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60" name="Object 24"/>
              <p:cNvGraphicFramePr>
                <a:graphicFrameLocks noChangeAspect="1"/>
              </p:cNvGraphicFramePr>
              <p:nvPr/>
            </p:nvGraphicFramePr>
            <p:xfrm>
              <a:off x="5298" y="3424"/>
              <a:ext cx="236" cy="2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2" imgW="139680" imgH="164880" progId="Equation.DSMT4">
                      <p:embed/>
                    </p:oleObj>
                  </mc:Choice>
                  <mc:Fallback>
                    <p:oleObj name="Equation" r:id="rId22" imgW="1396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98" y="3424"/>
                            <a:ext cx="236" cy="2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7680" name="Oval 25"/>
              <p:cNvSpPr>
                <a:spLocks noChangeArrowheads="1"/>
              </p:cNvSpPr>
              <p:nvPr/>
            </p:nvSpPr>
            <p:spPr bwMode="auto">
              <a:xfrm>
                <a:off x="3922" y="3298"/>
                <a:ext cx="1271" cy="22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7681" name="Line 26"/>
              <p:cNvSpPr>
                <a:spLocks noChangeShapeType="1"/>
              </p:cNvSpPr>
              <p:nvPr/>
            </p:nvSpPr>
            <p:spPr bwMode="auto">
              <a:xfrm>
                <a:off x="4552" y="3405"/>
                <a:ext cx="84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7682" name="Line 27"/>
              <p:cNvSpPr>
                <a:spLocks noChangeShapeType="1"/>
              </p:cNvSpPr>
              <p:nvPr/>
            </p:nvSpPr>
            <p:spPr bwMode="auto">
              <a:xfrm flipH="1">
                <a:off x="3904" y="3424"/>
                <a:ext cx="649" cy="37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7683" name="Freeform 28"/>
              <p:cNvSpPr>
                <a:spLocks/>
              </p:cNvSpPr>
              <p:nvPr/>
            </p:nvSpPr>
            <p:spPr bwMode="auto">
              <a:xfrm>
                <a:off x="4572" y="2564"/>
                <a:ext cx="626" cy="841"/>
              </a:xfrm>
              <a:custGeom>
                <a:avLst/>
                <a:gdLst>
                  <a:gd name="T0" fmla="*/ 0 w 626"/>
                  <a:gd name="T1" fmla="*/ 841 h 841"/>
                  <a:gd name="T2" fmla="*/ 165 w 626"/>
                  <a:gd name="T3" fmla="*/ 795 h 841"/>
                  <a:gd name="T4" fmla="*/ 348 w 626"/>
                  <a:gd name="T5" fmla="*/ 658 h 841"/>
                  <a:gd name="T6" fmla="*/ 439 w 626"/>
                  <a:gd name="T7" fmla="*/ 558 h 841"/>
                  <a:gd name="T8" fmla="*/ 549 w 626"/>
                  <a:gd name="T9" fmla="*/ 366 h 841"/>
                  <a:gd name="T10" fmla="*/ 595 w 626"/>
                  <a:gd name="T11" fmla="*/ 219 h 841"/>
                  <a:gd name="T12" fmla="*/ 622 w 626"/>
                  <a:gd name="T13" fmla="*/ 55 h 841"/>
                  <a:gd name="T14" fmla="*/ 622 w 626"/>
                  <a:gd name="T15" fmla="*/ 0 h 84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26"/>
                  <a:gd name="T25" fmla="*/ 0 h 841"/>
                  <a:gd name="T26" fmla="*/ 626 w 626"/>
                  <a:gd name="T27" fmla="*/ 841 h 84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26" h="841">
                    <a:moveTo>
                      <a:pt x="0" y="841"/>
                    </a:moveTo>
                    <a:cubicBezTo>
                      <a:pt x="53" y="833"/>
                      <a:pt x="107" y="826"/>
                      <a:pt x="165" y="795"/>
                    </a:cubicBezTo>
                    <a:cubicBezTo>
                      <a:pt x="223" y="764"/>
                      <a:pt x="302" y="698"/>
                      <a:pt x="348" y="658"/>
                    </a:cubicBezTo>
                    <a:cubicBezTo>
                      <a:pt x="394" y="618"/>
                      <a:pt x="406" y="607"/>
                      <a:pt x="439" y="558"/>
                    </a:cubicBezTo>
                    <a:cubicBezTo>
                      <a:pt x="472" y="509"/>
                      <a:pt x="523" y="422"/>
                      <a:pt x="549" y="366"/>
                    </a:cubicBezTo>
                    <a:cubicBezTo>
                      <a:pt x="575" y="310"/>
                      <a:pt x="583" y="271"/>
                      <a:pt x="595" y="219"/>
                    </a:cubicBezTo>
                    <a:cubicBezTo>
                      <a:pt x="607" y="167"/>
                      <a:pt x="618" y="91"/>
                      <a:pt x="622" y="55"/>
                    </a:cubicBezTo>
                    <a:cubicBezTo>
                      <a:pt x="626" y="19"/>
                      <a:pt x="623" y="6"/>
                      <a:pt x="622" y="0"/>
                    </a:cubicBezTo>
                  </a:path>
                </a:pathLst>
              </a:custGeom>
              <a:noFill/>
              <a:ln w="57150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7684" name="Freeform 29"/>
              <p:cNvSpPr>
                <a:spLocks/>
              </p:cNvSpPr>
              <p:nvPr/>
            </p:nvSpPr>
            <p:spPr bwMode="auto">
              <a:xfrm flipH="1">
                <a:off x="3936" y="2576"/>
                <a:ext cx="645" cy="832"/>
              </a:xfrm>
              <a:custGeom>
                <a:avLst/>
                <a:gdLst>
                  <a:gd name="T0" fmla="*/ 0 w 626"/>
                  <a:gd name="T1" fmla="*/ 841 h 841"/>
                  <a:gd name="T2" fmla="*/ 165 w 626"/>
                  <a:gd name="T3" fmla="*/ 795 h 841"/>
                  <a:gd name="T4" fmla="*/ 348 w 626"/>
                  <a:gd name="T5" fmla="*/ 658 h 841"/>
                  <a:gd name="T6" fmla="*/ 439 w 626"/>
                  <a:gd name="T7" fmla="*/ 558 h 841"/>
                  <a:gd name="T8" fmla="*/ 549 w 626"/>
                  <a:gd name="T9" fmla="*/ 366 h 841"/>
                  <a:gd name="T10" fmla="*/ 595 w 626"/>
                  <a:gd name="T11" fmla="*/ 219 h 841"/>
                  <a:gd name="T12" fmla="*/ 622 w 626"/>
                  <a:gd name="T13" fmla="*/ 55 h 841"/>
                  <a:gd name="T14" fmla="*/ 622 w 626"/>
                  <a:gd name="T15" fmla="*/ 0 h 84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26"/>
                  <a:gd name="T25" fmla="*/ 0 h 841"/>
                  <a:gd name="T26" fmla="*/ 626 w 626"/>
                  <a:gd name="T27" fmla="*/ 841 h 84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26" h="841">
                    <a:moveTo>
                      <a:pt x="0" y="841"/>
                    </a:moveTo>
                    <a:cubicBezTo>
                      <a:pt x="53" y="833"/>
                      <a:pt x="107" y="826"/>
                      <a:pt x="165" y="795"/>
                    </a:cubicBezTo>
                    <a:cubicBezTo>
                      <a:pt x="223" y="764"/>
                      <a:pt x="302" y="698"/>
                      <a:pt x="348" y="658"/>
                    </a:cubicBezTo>
                    <a:cubicBezTo>
                      <a:pt x="394" y="618"/>
                      <a:pt x="406" y="607"/>
                      <a:pt x="439" y="558"/>
                    </a:cubicBezTo>
                    <a:cubicBezTo>
                      <a:pt x="472" y="509"/>
                      <a:pt x="523" y="422"/>
                      <a:pt x="549" y="366"/>
                    </a:cubicBezTo>
                    <a:cubicBezTo>
                      <a:pt x="575" y="310"/>
                      <a:pt x="583" y="271"/>
                      <a:pt x="595" y="219"/>
                    </a:cubicBezTo>
                    <a:cubicBezTo>
                      <a:pt x="607" y="167"/>
                      <a:pt x="618" y="91"/>
                      <a:pt x="622" y="55"/>
                    </a:cubicBezTo>
                    <a:cubicBezTo>
                      <a:pt x="626" y="19"/>
                      <a:pt x="623" y="6"/>
                      <a:pt x="622" y="0"/>
                    </a:cubicBezTo>
                  </a:path>
                </a:pathLst>
              </a:custGeom>
              <a:noFill/>
              <a:ln w="57150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7685" name="Line 30"/>
              <p:cNvSpPr>
                <a:spLocks noChangeShapeType="1"/>
              </p:cNvSpPr>
              <p:nvPr/>
            </p:nvSpPr>
            <p:spPr bwMode="auto">
              <a:xfrm>
                <a:off x="5193" y="2576"/>
                <a:ext cx="5" cy="8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7686" name="Line 31"/>
              <p:cNvSpPr>
                <a:spLocks noChangeShapeType="1"/>
              </p:cNvSpPr>
              <p:nvPr/>
            </p:nvSpPr>
            <p:spPr bwMode="auto">
              <a:xfrm flipV="1">
                <a:off x="4563" y="2166"/>
                <a:ext cx="0" cy="11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Dot"/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6877145" y="4509441"/>
            <a:ext cx="2779713" cy="615950"/>
            <a:chOff x="2584" y="2774"/>
            <a:chExt cx="1751" cy="388"/>
          </a:xfrm>
        </p:grpSpPr>
        <p:graphicFrame>
          <p:nvGraphicFramePr>
            <p:cNvPr id="27657" name="Object 33"/>
            <p:cNvGraphicFramePr>
              <a:graphicFrameLocks noChangeAspect="1"/>
            </p:cNvGraphicFramePr>
            <p:nvPr/>
          </p:nvGraphicFramePr>
          <p:xfrm>
            <a:off x="2584" y="2774"/>
            <a:ext cx="1229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723600" imgH="228600" progId="Equation.DSMT4">
                    <p:embed/>
                  </p:oleObj>
                </mc:Choice>
                <mc:Fallback>
                  <p:oleObj name="Equation" r:id="rId24" imgW="7236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4" y="2774"/>
                          <a:ext cx="1229" cy="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77" name="Line 34"/>
            <p:cNvSpPr>
              <a:spLocks noChangeShapeType="1"/>
            </p:cNvSpPr>
            <p:nvPr/>
          </p:nvSpPr>
          <p:spPr bwMode="auto">
            <a:xfrm flipV="1">
              <a:off x="3796" y="2990"/>
              <a:ext cx="539" cy="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" name="Group 35"/>
          <p:cNvGrpSpPr>
            <a:grpSpLocks/>
          </p:cNvGrpSpPr>
          <p:nvPr/>
        </p:nvGrpSpPr>
        <p:grpSpPr bwMode="auto">
          <a:xfrm>
            <a:off x="10386685" y="5653903"/>
            <a:ext cx="955495" cy="553097"/>
            <a:chOff x="4692" y="3466"/>
            <a:chExt cx="711" cy="409"/>
          </a:xfrm>
        </p:grpSpPr>
        <p:graphicFrame>
          <p:nvGraphicFramePr>
            <p:cNvPr id="27656" name="Object 36"/>
            <p:cNvGraphicFramePr>
              <a:graphicFrameLocks noChangeAspect="1"/>
            </p:cNvGraphicFramePr>
            <p:nvPr/>
          </p:nvGraphicFramePr>
          <p:xfrm>
            <a:off x="4988" y="3598"/>
            <a:ext cx="415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64880" imgH="164880" progId="Equation.DSMT4">
                    <p:embed/>
                  </p:oleObj>
                </mc:Choice>
                <mc:Fallback>
                  <p:oleObj name="Equation" r:id="rId26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8" y="3598"/>
                          <a:ext cx="415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76" name="Line 37"/>
            <p:cNvSpPr>
              <a:spLocks noChangeShapeType="1"/>
            </p:cNvSpPr>
            <p:nvPr/>
          </p:nvSpPr>
          <p:spPr bwMode="auto">
            <a:xfrm>
              <a:off x="4692" y="3466"/>
              <a:ext cx="382" cy="16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890918" name="Object 38"/>
          <p:cNvGraphicFramePr>
            <a:graphicFrameLocks noChangeAspect="1"/>
          </p:cNvGraphicFramePr>
          <p:nvPr/>
        </p:nvGraphicFramePr>
        <p:xfrm>
          <a:off x="7832436" y="3709567"/>
          <a:ext cx="895325" cy="446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355320" imgH="177480" progId="Equation.DSMT4">
                  <p:embed/>
                </p:oleObj>
              </mc:Choice>
              <mc:Fallback>
                <p:oleObj name="Equation" r:id="rId28" imgW="3553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2436" y="3709567"/>
                        <a:ext cx="895325" cy="4469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19" name="Line 39"/>
          <p:cNvSpPr>
            <a:spLocks noChangeShapeType="1"/>
          </p:cNvSpPr>
          <p:nvPr/>
        </p:nvSpPr>
        <p:spPr bwMode="auto">
          <a:xfrm>
            <a:off x="8751573" y="4021989"/>
            <a:ext cx="889000" cy="15875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90920" name="Line 40"/>
          <p:cNvSpPr>
            <a:spLocks noChangeShapeType="1"/>
          </p:cNvSpPr>
          <p:nvPr/>
        </p:nvSpPr>
        <p:spPr bwMode="auto">
          <a:xfrm flipV="1">
            <a:off x="9634224" y="4199454"/>
            <a:ext cx="12699" cy="631823"/>
          </a:xfrm>
          <a:prstGeom prst="line">
            <a:avLst/>
          </a:prstGeom>
          <a:noFill/>
          <a:ln w="5715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506830" y="226048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5035633"/>
              </p:ext>
            </p:extLst>
          </p:nvPr>
        </p:nvGraphicFramePr>
        <p:xfrm>
          <a:off x="3203580" y="1988289"/>
          <a:ext cx="3594100" cy="111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549080" imgH="482400" progId="Equation.DSMT4">
                  <p:embed/>
                </p:oleObj>
              </mc:Choice>
              <mc:Fallback>
                <p:oleObj name="Equation" r:id="rId30" imgW="15490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3203580" y="1988289"/>
                        <a:ext cx="3594100" cy="1119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9130466"/>
              </p:ext>
            </p:extLst>
          </p:nvPr>
        </p:nvGraphicFramePr>
        <p:xfrm>
          <a:off x="6711636" y="2184934"/>
          <a:ext cx="20161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774360" imgH="228600" progId="Equation.DSMT4">
                  <p:embed/>
                </p:oleObj>
              </mc:Choice>
              <mc:Fallback>
                <p:oleObj name="Equation" r:id="rId32" imgW="7743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6711636" y="2184934"/>
                        <a:ext cx="2016125" cy="593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737481" y="3838801"/>
          <a:ext cx="3975932" cy="59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612800" imgH="241200" progId="Equation.DSMT4">
                  <p:embed/>
                </p:oleObj>
              </mc:Choice>
              <mc:Fallback>
                <p:oleObj name="Equation" r:id="rId34" imgW="16128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737481" y="3838801"/>
                        <a:ext cx="3975932" cy="59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720005" y="4643062"/>
          <a:ext cx="2635207" cy="473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130040" imgH="203040" progId="Equation.DSMT4">
                  <p:embed/>
                </p:oleObj>
              </mc:Choice>
              <mc:Fallback>
                <p:oleObj name="Equation" r:id="rId36" imgW="11300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720005" y="4643062"/>
                        <a:ext cx="2635207" cy="473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/>
        </p:nvGraphicFramePr>
        <p:xfrm>
          <a:off x="1688068" y="5418810"/>
          <a:ext cx="52578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2133360" imgH="203040" progId="Equation.DSMT4">
                  <p:embed/>
                </p:oleObj>
              </mc:Choice>
              <mc:Fallback>
                <p:oleObj name="Equation" r:id="rId38" imgW="21333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688068" y="5418810"/>
                        <a:ext cx="5257800" cy="500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1980117" y="2260481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</a:rPr>
              <a:t>投影法</a:t>
            </a:r>
          </a:p>
        </p:txBody>
      </p:sp>
    </p:spTree>
    <p:extLst>
      <p:ext uri="{BB962C8B-B14F-4D97-AF65-F5344CB8AC3E}">
        <p14:creationId xmlns:p14="http://schemas.microsoft.com/office/powerpoint/2010/main" val="2286982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90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890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890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890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9" grpId="0" animBg="1"/>
      <p:bldP spid="890920" grpId="0" animBg="1"/>
      <p:bldP spid="5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DD17C49-B0B0-40F2-A709-9ECF8A9915F7}" type="slidenum">
              <a:rPr lang="en-US" altLang="zh-CN" sz="1400">
                <a:solidFill>
                  <a:schemeClr val="tx1"/>
                </a:solidFill>
              </a:rPr>
              <a:pPr/>
              <a:t>19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28680" name="Text Box 2"/>
          <p:cNvSpPr txBox="1">
            <a:spLocks noChangeArrowheads="1"/>
          </p:cNvSpPr>
          <p:nvPr/>
        </p:nvSpPr>
        <p:spPr bwMode="auto">
          <a:xfrm>
            <a:off x="1572726" y="1571337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>
                <a:solidFill>
                  <a:schemeClr val="tx1"/>
                </a:solidFill>
                <a:ea typeface="新宋体" panose="02010609030101010101" pitchFamily="49" charset="-122"/>
              </a:rPr>
              <a:t>所以</a:t>
            </a:r>
          </a:p>
        </p:txBody>
      </p:sp>
      <p:graphicFrame>
        <p:nvGraphicFramePr>
          <p:cNvPr id="28674" name="Object 3"/>
          <p:cNvGraphicFramePr>
            <a:graphicFrameLocks noChangeAspect="1"/>
          </p:cNvGraphicFramePr>
          <p:nvPr/>
        </p:nvGraphicFramePr>
        <p:xfrm>
          <a:off x="2878282" y="1373191"/>
          <a:ext cx="4926445" cy="10936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28800" imgH="406080" progId="Equation.DSMT4">
                  <p:embed/>
                </p:oleObj>
              </mc:Choice>
              <mc:Fallback>
                <p:oleObj name="Equation" r:id="rId2" imgW="18288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8282" y="1373191"/>
                        <a:ext cx="4926445" cy="10936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908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3250766" y="2349553"/>
          <a:ext cx="3694979" cy="93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07880" imgH="330120" progId="Equation.DSMT4">
                  <p:embed/>
                </p:oleObj>
              </mc:Choice>
              <mc:Fallback>
                <p:oleObj name="Equation" r:id="rId4" imgW="13078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0766" y="2349553"/>
                        <a:ext cx="3694979" cy="932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909" name="Object 5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3250765" y="3350926"/>
          <a:ext cx="4192459" cy="1073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87240" imgH="406080" progId="Equation.DSMT4">
                  <p:embed/>
                </p:oleObj>
              </mc:Choice>
              <mc:Fallback>
                <p:oleObj name="Equation" r:id="rId6" imgW="15872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0765" y="3350926"/>
                        <a:ext cx="4192459" cy="10732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910" name="Object 6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3298825" y="4583113"/>
          <a:ext cx="400843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74640" imgH="419040" progId="Equation.DSMT4">
                  <p:embed/>
                </p:oleObj>
              </mc:Choice>
              <mc:Fallback>
                <p:oleObj name="Equation" r:id="rId8" imgW="15746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8825" y="4583113"/>
                        <a:ext cx="4008438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7"/>
          <p:cNvGraphicFramePr>
            <a:graphicFrameLocks noChangeAspect="1"/>
          </p:cNvGraphicFramePr>
          <p:nvPr/>
        </p:nvGraphicFramePr>
        <p:xfrm>
          <a:off x="2768603" y="505314"/>
          <a:ext cx="5451761" cy="5962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58920" imgH="228600" progId="Equation.DSMT4">
                  <p:embed/>
                </p:oleObj>
              </mc:Choice>
              <mc:Fallback>
                <p:oleObj name="Equation" r:id="rId10" imgW="2158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8603" y="505314"/>
                        <a:ext cx="5451761" cy="5962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1070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91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91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91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91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91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91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F748388-CD89-4B2D-98EA-76122E96ED32}" type="slidenum">
              <a:rPr lang="en-US" altLang="zh-CN" sz="1400">
                <a:solidFill>
                  <a:schemeClr val="tx1"/>
                </a:solidFill>
              </a:rPr>
              <a:pPr/>
              <a:t>20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graphicFrame>
        <p:nvGraphicFramePr>
          <p:cNvPr id="855042" name="Object 2"/>
          <p:cNvGraphicFramePr>
            <a:graphicFrameLocks noChangeAspect="1"/>
          </p:cNvGraphicFramePr>
          <p:nvPr/>
        </p:nvGraphicFramePr>
        <p:xfrm>
          <a:off x="2640013" y="3386138"/>
          <a:ext cx="3449637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71600" imgH="533160" progId="Equation.DSMT4">
                  <p:embed/>
                </p:oleObj>
              </mc:Choice>
              <mc:Fallback>
                <p:oleObj name="Equation" r:id="rId2" imgW="137160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3386138"/>
                        <a:ext cx="3449637" cy="1343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3" name="Object 4"/>
          <p:cNvGraphicFramePr>
            <a:graphicFrameLocks noChangeAspect="1"/>
          </p:cNvGraphicFramePr>
          <p:nvPr/>
        </p:nvGraphicFramePr>
        <p:xfrm>
          <a:off x="3143325" y="1361352"/>
          <a:ext cx="1626774" cy="1011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09480" imgH="380880" progId="Equation.DSMT4">
                  <p:embed/>
                </p:oleObj>
              </mc:Choice>
              <mc:Fallback>
                <p:oleObj name="Equation" r:id="rId4" imgW="6094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325" y="1361352"/>
                        <a:ext cx="1626774" cy="10119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2372854"/>
              </p:ext>
            </p:extLst>
          </p:nvPr>
        </p:nvGraphicFramePr>
        <p:xfrm>
          <a:off x="5493344" y="1414329"/>
          <a:ext cx="1554000" cy="1011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83920" imgH="380880" progId="Equation.DSMT4">
                  <p:embed/>
                </p:oleObj>
              </mc:Choice>
              <mc:Fallback>
                <p:oleObj name="Equation" r:id="rId6" imgW="583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3344" y="1414329"/>
                        <a:ext cx="1554000" cy="10111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755929"/>
              </p:ext>
            </p:extLst>
          </p:nvPr>
        </p:nvGraphicFramePr>
        <p:xfrm>
          <a:off x="5243166" y="2081915"/>
          <a:ext cx="13350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36560" imgH="228600" progId="Equation.DSMT4">
                  <p:embed/>
                </p:oleObj>
              </mc:Choice>
              <mc:Fallback>
                <p:oleObj name="Equation" r:id="rId8" imgW="736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3166" y="2081915"/>
                        <a:ext cx="1335088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5047" name="Text Box 7"/>
          <p:cNvSpPr txBox="1">
            <a:spLocks noChangeArrowheads="1"/>
          </p:cNvSpPr>
          <p:nvPr/>
        </p:nvSpPr>
        <p:spPr bwMode="auto">
          <a:xfrm>
            <a:off x="3004466" y="810977"/>
            <a:ext cx="17526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ea typeface="+mn-ea"/>
              </a:rPr>
              <a:t>截面法</a:t>
            </a:r>
          </a:p>
        </p:txBody>
      </p:sp>
      <p:graphicFrame>
        <p:nvGraphicFramePr>
          <p:cNvPr id="855048" name="Object 8"/>
          <p:cNvGraphicFramePr>
            <a:graphicFrameLocks noChangeAspect="1"/>
          </p:cNvGraphicFramePr>
          <p:nvPr/>
        </p:nvGraphicFramePr>
        <p:xfrm>
          <a:off x="4634934" y="1314129"/>
          <a:ext cx="920801" cy="887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20" imgH="330120" progId="Equation.DSMT4">
                  <p:embed/>
                </p:oleObj>
              </mc:Choice>
              <mc:Fallback>
                <p:oleObj name="Equation" r:id="rId10" imgW="3427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4934" y="1314129"/>
                        <a:ext cx="920801" cy="887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9009970"/>
              </p:ext>
            </p:extLst>
          </p:nvPr>
        </p:nvGraphicFramePr>
        <p:xfrm>
          <a:off x="4031788" y="2477617"/>
          <a:ext cx="2288177" cy="896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01440" imgH="355320" progId="Equation.DSMT4">
                  <p:embed/>
                </p:oleObj>
              </mc:Choice>
              <mc:Fallback>
                <p:oleObj name="Equation" r:id="rId12" imgW="90144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1788" y="2477617"/>
                        <a:ext cx="2288177" cy="8966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5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818204"/>
              </p:ext>
            </p:extLst>
          </p:nvPr>
        </p:nvGraphicFramePr>
        <p:xfrm>
          <a:off x="2968619" y="2522949"/>
          <a:ext cx="1055231" cy="831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19040" imgH="330120" progId="Equation.DSMT4">
                  <p:embed/>
                </p:oleObj>
              </mc:Choice>
              <mc:Fallback>
                <p:oleObj name="Equation" r:id="rId14" imgW="4190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8619" y="2522949"/>
                        <a:ext cx="1055231" cy="8314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5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1073803"/>
              </p:ext>
            </p:extLst>
          </p:nvPr>
        </p:nvGraphicFramePr>
        <p:xfrm>
          <a:off x="2764869" y="2828737"/>
          <a:ext cx="278828" cy="175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41200" imgH="152280" progId="Equation.3">
                  <p:embed/>
                </p:oleObj>
              </mc:Choice>
              <mc:Fallback>
                <p:oleObj name="Equation" r:id="rId16" imgW="241200" imgH="152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4869" y="2828737"/>
                        <a:ext cx="278828" cy="175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52" name="Object 12"/>
          <p:cNvGraphicFramePr>
            <a:graphicFrameLocks noChangeAspect="1"/>
          </p:cNvGraphicFramePr>
          <p:nvPr/>
        </p:nvGraphicFramePr>
        <p:xfrm>
          <a:off x="2557463" y="4718050"/>
          <a:ext cx="2811462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17440" imgH="406080" progId="Equation.DSMT4">
                  <p:embed/>
                </p:oleObj>
              </mc:Choice>
              <mc:Fallback>
                <p:oleObj name="Equation" r:id="rId18" imgW="11174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7463" y="4718050"/>
                        <a:ext cx="2811462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53" name="Object 13"/>
          <p:cNvGraphicFramePr>
            <a:graphicFrameLocks noChangeAspect="1"/>
          </p:cNvGraphicFramePr>
          <p:nvPr/>
        </p:nvGraphicFramePr>
        <p:xfrm>
          <a:off x="5356699" y="4760913"/>
          <a:ext cx="1157288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95000" imgH="406080" progId="Equation.DSMT4">
                  <p:embed/>
                </p:oleObj>
              </mc:Choice>
              <mc:Fallback>
                <p:oleObj name="Equation" r:id="rId20" imgW="4950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6699" y="4760913"/>
                        <a:ext cx="1157288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2"/>
          <p:cNvSpPr txBox="1">
            <a:spLocks noChangeArrowheads="1"/>
          </p:cNvSpPr>
          <p:nvPr/>
        </p:nvSpPr>
        <p:spPr bwMode="auto">
          <a:xfrm>
            <a:off x="2269569" y="804487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法</a:t>
            </a:r>
            <a:r>
              <a:rPr lang="en-US" altLang="zh-CN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2</a:t>
            </a:r>
          </a:p>
        </p:txBody>
      </p:sp>
      <p:grpSp>
        <p:nvGrpSpPr>
          <p:cNvPr id="29" name="Group 19"/>
          <p:cNvGrpSpPr>
            <a:grpSpLocks/>
          </p:cNvGrpSpPr>
          <p:nvPr/>
        </p:nvGrpSpPr>
        <p:grpSpPr bwMode="auto">
          <a:xfrm>
            <a:off x="9059224" y="3158526"/>
            <a:ext cx="2587625" cy="2736850"/>
            <a:chOff x="3904" y="2171"/>
            <a:chExt cx="1630" cy="1724"/>
          </a:xfrm>
        </p:grpSpPr>
        <p:sp>
          <p:nvSpPr>
            <p:cNvPr id="30" name="Oval 20"/>
            <p:cNvSpPr>
              <a:spLocks noChangeArrowheads="1"/>
            </p:cNvSpPr>
            <p:nvPr/>
          </p:nvSpPr>
          <p:spPr bwMode="auto">
            <a:xfrm>
              <a:off x="3922" y="2469"/>
              <a:ext cx="1271" cy="224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Line 21"/>
            <p:cNvSpPr>
              <a:spLocks noChangeShapeType="1"/>
            </p:cNvSpPr>
            <p:nvPr/>
          </p:nvSpPr>
          <p:spPr bwMode="auto">
            <a:xfrm>
              <a:off x="3904" y="2581"/>
              <a:ext cx="5" cy="8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32" name="Object 22"/>
            <p:cNvGraphicFramePr>
              <a:graphicFrameLocks noChangeAspect="1"/>
            </p:cNvGraphicFramePr>
            <p:nvPr/>
          </p:nvGraphicFramePr>
          <p:xfrm>
            <a:off x="4121" y="3660"/>
            <a:ext cx="214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26720" imgH="139680" progId="Equation.DSMT4">
                    <p:embed/>
                  </p:oleObj>
                </mc:Choice>
                <mc:Fallback>
                  <p:oleObj name="Equation" r:id="rId22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1" y="3660"/>
                          <a:ext cx="214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23"/>
            <p:cNvGraphicFramePr>
              <a:graphicFrameLocks noChangeAspect="1"/>
            </p:cNvGraphicFramePr>
            <p:nvPr/>
          </p:nvGraphicFramePr>
          <p:xfrm>
            <a:off x="4581" y="2171"/>
            <a:ext cx="217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26720" imgH="126720" progId="Equation.DSMT4">
                    <p:embed/>
                  </p:oleObj>
                </mc:Choice>
                <mc:Fallback>
                  <p:oleObj name="Equation" r:id="rId24" imgW="126720" imgH="126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1" y="2171"/>
                          <a:ext cx="217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24"/>
            <p:cNvGraphicFramePr>
              <a:graphicFrameLocks noChangeAspect="1"/>
            </p:cNvGraphicFramePr>
            <p:nvPr/>
          </p:nvGraphicFramePr>
          <p:xfrm>
            <a:off x="5298" y="3424"/>
            <a:ext cx="236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39680" imgH="164880" progId="Equation.DSMT4">
                    <p:embed/>
                  </p:oleObj>
                </mc:Choice>
                <mc:Fallback>
                  <p:oleObj name="Equation" r:id="rId26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8" y="3424"/>
                          <a:ext cx="236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Oval 25"/>
            <p:cNvSpPr>
              <a:spLocks noChangeArrowheads="1"/>
            </p:cNvSpPr>
            <p:nvPr/>
          </p:nvSpPr>
          <p:spPr bwMode="auto">
            <a:xfrm>
              <a:off x="3922" y="3298"/>
              <a:ext cx="1271" cy="2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Line 26"/>
            <p:cNvSpPr>
              <a:spLocks noChangeShapeType="1"/>
            </p:cNvSpPr>
            <p:nvPr/>
          </p:nvSpPr>
          <p:spPr bwMode="auto">
            <a:xfrm>
              <a:off x="4552" y="3405"/>
              <a:ext cx="84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7" name="Line 27"/>
            <p:cNvSpPr>
              <a:spLocks noChangeShapeType="1"/>
            </p:cNvSpPr>
            <p:nvPr/>
          </p:nvSpPr>
          <p:spPr bwMode="auto">
            <a:xfrm flipH="1">
              <a:off x="3904" y="3424"/>
              <a:ext cx="649" cy="37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" name="Freeform 28"/>
            <p:cNvSpPr>
              <a:spLocks/>
            </p:cNvSpPr>
            <p:nvPr/>
          </p:nvSpPr>
          <p:spPr bwMode="auto">
            <a:xfrm>
              <a:off x="4572" y="2564"/>
              <a:ext cx="626" cy="841"/>
            </a:xfrm>
            <a:custGeom>
              <a:avLst/>
              <a:gdLst>
                <a:gd name="T0" fmla="*/ 0 w 626"/>
                <a:gd name="T1" fmla="*/ 841 h 841"/>
                <a:gd name="T2" fmla="*/ 165 w 626"/>
                <a:gd name="T3" fmla="*/ 795 h 841"/>
                <a:gd name="T4" fmla="*/ 348 w 626"/>
                <a:gd name="T5" fmla="*/ 658 h 841"/>
                <a:gd name="T6" fmla="*/ 439 w 626"/>
                <a:gd name="T7" fmla="*/ 558 h 841"/>
                <a:gd name="T8" fmla="*/ 549 w 626"/>
                <a:gd name="T9" fmla="*/ 366 h 841"/>
                <a:gd name="T10" fmla="*/ 595 w 626"/>
                <a:gd name="T11" fmla="*/ 219 h 841"/>
                <a:gd name="T12" fmla="*/ 622 w 626"/>
                <a:gd name="T13" fmla="*/ 55 h 841"/>
                <a:gd name="T14" fmla="*/ 622 w 626"/>
                <a:gd name="T15" fmla="*/ 0 h 8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26"/>
                <a:gd name="T25" fmla="*/ 0 h 841"/>
                <a:gd name="T26" fmla="*/ 626 w 626"/>
                <a:gd name="T27" fmla="*/ 841 h 84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26" h="841">
                  <a:moveTo>
                    <a:pt x="0" y="841"/>
                  </a:moveTo>
                  <a:cubicBezTo>
                    <a:pt x="53" y="833"/>
                    <a:pt x="107" y="826"/>
                    <a:pt x="165" y="795"/>
                  </a:cubicBezTo>
                  <a:cubicBezTo>
                    <a:pt x="223" y="764"/>
                    <a:pt x="302" y="698"/>
                    <a:pt x="348" y="658"/>
                  </a:cubicBezTo>
                  <a:cubicBezTo>
                    <a:pt x="394" y="618"/>
                    <a:pt x="406" y="607"/>
                    <a:pt x="439" y="558"/>
                  </a:cubicBezTo>
                  <a:cubicBezTo>
                    <a:pt x="472" y="509"/>
                    <a:pt x="523" y="422"/>
                    <a:pt x="549" y="366"/>
                  </a:cubicBezTo>
                  <a:cubicBezTo>
                    <a:pt x="575" y="310"/>
                    <a:pt x="583" y="271"/>
                    <a:pt x="595" y="219"/>
                  </a:cubicBezTo>
                  <a:cubicBezTo>
                    <a:pt x="607" y="167"/>
                    <a:pt x="618" y="91"/>
                    <a:pt x="622" y="55"/>
                  </a:cubicBezTo>
                  <a:cubicBezTo>
                    <a:pt x="626" y="19"/>
                    <a:pt x="623" y="6"/>
                    <a:pt x="622" y="0"/>
                  </a:cubicBezTo>
                </a:path>
              </a:pathLst>
            </a:custGeom>
            <a:noFill/>
            <a:ln w="5715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Freeform 29"/>
            <p:cNvSpPr>
              <a:spLocks/>
            </p:cNvSpPr>
            <p:nvPr/>
          </p:nvSpPr>
          <p:spPr bwMode="auto">
            <a:xfrm flipH="1">
              <a:off x="3936" y="2576"/>
              <a:ext cx="645" cy="832"/>
            </a:xfrm>
            <a:custGeom>
              <a:avLst/>
              <a:gdLst>
                <a:gd name="T0" fmla="*/ 0 w 626"/>
                <a:gd name="T1" fmla="*/ 841 h 841"/>
                <a:gd name="T2" fmla="*/ 165 w 626"/>
                <a:gd name="T3" fmla="*/ 795 h 841"/>
                <a:gd name="T4" fmla="*/ 348 w 626"/>
                <a:gd name="T5" fmla="*/ 658 h 841"/>
                <a:gd name="T6" fmla="*/ 439 w 626"/>
                <a:gd name="T7" fmla="*/ 558 h 841"/>
                <a:gd name="T8" fmla="*/ 549 w 626"/>
                <a:gd name="T9" fmla="*/ 366 h 841"/>
                <a:gd name="T10" fmla="*/ 595 w 626"/>
                <a:gd name="T11" fmla="*/ 219 h 841"/>
                <a:gd name="T12" fmla="*/ 622 w 626"/>
                <a:gd name="T13" fmla="*/ 55 h 841"/>
                <a:gd name="T14" fmla="*/ 622 w 626"/>
                <a:gd name="T15" fmla="*/ 0 h 8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26"/>
                <a:gd name="T25" fmla="*/ 0 h 841"/>
                <a:gd name="T26" fmla="*/ 626 w 626"/>
                <a:gd name="T27" fmla="*/ 841 h 84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26" h="841">
                  <a:moveTo>
                    <a:pt x="0" y="841"/>
                  </a:moveTo>
                  <a:cubicBezTo>
                    <a:pt x="53" y="833"/>
                    <a:pt x="107" y="826"/>
                    <a:pt x="165" y="795"/>
                  </a:cubicBezTo>
                  <a:cubicBezTo>
                    <a:pt x="223" y="764"/>
                    <a:pt x="302" y="698"/>
                    <a:pt x="348" y="658"/>
                  </a:cubicBezTo>
                  <a:cubicBezTo>
                    <a:pt x="394" y="618"/>
                    <a:pt x="406" y="607"/>
                    <a:pt x="439" y="558"/>
                  </a:cubicBezTo>
                  <a:cubicBezTo>
                    <a:pt x="472" y="509"/>
                    <a:pt x="523" y="422"/>
                    <a:pt x="549" y="366"/>
                  </a:cubicBezTo>
                  <a:cubicBezTo>
                    <a:pt x="575" y="310"/>
                    <a:pt x="583" y="271"/>
                    <a:pt x="595" y="219"/>
                  </a:cubicBezTo>
                  <a:cubicBezTo>
                    <a:pt x="607" y="167"/>
                    <a:pt x="618" y="91"/>
                    <a:pt x="622" y="55"/>
                  </a:cubicBezTo>
                  <a:cubicBezTo>
                    <a:pt x="626" y="19"/>
                    <a:pt x="623" y="6"/>
                    <a:pt x="622" y="0"/>
                  </a:cubicBezTo>
                </a:path>
              </a:pathLst>
            </a:custGeom>
            <a:noFill/>
            <a:ln w="5715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Line 30"/>
            <p:cNvSpPr>
              <a:spLocks noChangeShapeType="1"/>
            </p:cNvSpPr>
            <p:nvPr/>
          </p:nvSpPr>
          <p:spPr bwMode="auto">
            <a:xfrm>
              <a:off x="5193" y="2576"/>
              <a:ext cx="5" cy="8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" name="Line 31"/>
            <p:cNvSpPr>
              <a:spLocks noChangeShapeType="1"/>
            </p:cNvSpPr>
            <p:nvPr/>
          </p:nvSpPr>
          <p:spPr bwMode="auto">
            <a:xfrm flipV="1">
              <a:off x="4562" y="2209"/>
              <a:ext cx="0" cy="11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Dot"/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42" name="对象 41"/>
          <p:cNvGraphicFramePr>
            <a:graphicFrameLocks noChangeAspect="1"/>
          </p:cNvGraphicFramePr>
          <p:nvPr/>
        </p:nvGraphicFramePr>
        <p:xfrm>
          <a:off x="10838032" y="4197861"/>
          <a:ext cx="868334" cy="504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393480" imgH="228600" progId="Equation.DSMT4">
                  <p:embed/>
                </p:oleObj>
              </mc:Choice>
              <mc:Fallback>
                <p:oleObj name="Equation" r:id="rId28" imgW="393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0838032" y="4197861"/>
                        <a:ext cx="868334" cy="5041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椭圆 42"/>
          <p:cNvSpPr/>
          <p:nvPr/>
        </p:nvSpPr>
        <p:spPr>
          <a:xfrm>
            <a:off x="9303159" y="4219027"/>
            <a:ext cx="1617156" cy="428625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直接连接符 43"/>
          <p:cNvCxnSpPr/>
          <p:nvPr/>
        </p:nvCxnSpPr>
        <p:spPr>
          <a:xfrm flipH="1">
            <a:off x="8737600" y="3809401"/>
            <a:ext cx="1" cy="130810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对象 44"/>
          <p:cNvGraphicFramePr>
            <a:graphicFrameLocks noChangeAspect="1"/>
          </p:cNvGraphicFramePr>
          <p:nvPr/>
        </p:nvGraphicFramePr>
        <p:xfrm>
          <a:off x="8405954" y="4751615"/>
          <a:ext cx="487221" cy="433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28600" imgH="203040" progId="Equation.DSMT4">
                  <p:embed/>
                </p:oleObj>
              </mc:Choice>
              <mc:Fallback>
                <p:oleObj name="Equation" r:id="rId30" imgW="2286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405954" y="4751615"/>
                        <a:ext cx="487221" cy="4333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/>
        </p:nvGraphicFramePr>
        <p:xfrm>
          <a:off x="8360055" y="3404435"/>
          <a:ext cx="538358" cy="478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28600" imgH="203040" progId="Equation.DSMT4">
                  <p:embed/>
                </p:oleObj>
              </mc:Choice>
              <mc:Fallback>
                <p:oleObj name="Equation" r:id="rId32" imgW="2286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8360055" y="3404435"/>
                        <a:ext cx="538358" cy="4785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7" name="直接连接符 46"/>
          <p:cNvCxnSpPr/>
          <p:nvPr/>
        </p:nvCxnSpPr>
        <p:spPr>
          <a:xfrm>
            <a:off x="8682182" y="4425643"/>
            <a:ext cx="912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对象 47"/>
          <p:cNvGraphicFramePr>
            <a:graphicFrameLocks noChangeAspect="1"/>
          </p:cNvGraphicFramePr>
          <p:nvPr/>
        </p:nvGraphicFramePr>
        <p:xfrm>
          <a:off x="8210200" y="4262240"/>
          <a:ext cx="283210" cy="346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14120" imgH="139680" progId="Equation.DSMT4">
                  <p:embed/>
                </p:oleObj>
              </mc:Choice>
              <mc:Fallback>
                <p:oleObj name="Equation" r:id="rId34" imgW="11412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8210200" y="4262240"/>
                        <a:ext cx="283210" cy="3461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7282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855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55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55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55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55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55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55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55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55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855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2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5047" grpId="0"/>
      <p:bldP spid="4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599B7EC-6BEE-48C6-B729-E34EB604AA36}" type="slidenum">
              <a:rPr lang="en-US" altLang="zh-CN" sz="1400">
                <a:solidFill>
                  <a:schemeClr val="tx1"/>
                </a:solidFill>
              </a:rPr>
              <a:pPr/>
              <a:t>21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graphicFrame>
        <p:nvGraphicFramePr>
          <p:cNvPr id="245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5740871"/>
              </p:ext>
            </p:extLst>
          </p:nvPr>
        </p:nvGraphicFramePr>
        <p:xfrm>
          <a:off x="2508839" y="343280"/>
          <a:ext cx="7962012" cy="1086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93880" imgH="482400" progId="Equation.DSMT4">
                  <p:embed/>
                </p:oleObj>
              </mc:Choice>
              <mc:Fallback>
                <p:oleObj name="Equation" r:id="rId2" imgW="35938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839" y="343280"/>
                        <a:ext cx="7962012" cy="10864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8496616"/>
              </p:ext>
            </p:extLst>
          </p:nvPr>
        </p:nvGraphicFramePr>
        <p:xfrm>
          <a:off x="6338275" y="1400798"/>
          <a:ext cx="266700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43200" imgH="812520" progId="Equation.3">
                  <p:embed/>
                </p:oleObj>
              </mc:Choice>
              <mc:Fallback>
                <p:oleObj name="Equation" r:id="rId4" imgW="274320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8275" y="1400798"/>
                        <a:ext cx="2667000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0" name="Text Box 4"/>
          <p:cNvSpPr txBox="1">
            <a:spLocks noChangeArrowheads="1"/>
          </p:cNvSpPr>
          <p:nvPr/>
        </p:nvSpPr>
        <p:spPr bwMode="auto">
          <a:xfrm>
            <a:off x="1602077" y="2305041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1</a:t>
            </a:r>
          </a:p>
        </p:txBody>
      </p:sp>
      <p:graphicFrame>
        <p:nvGraphicFramePr>
          <p:cNvPr id="856069" name="Object 5"/>
          <p:cNvGraphicFramePr>
            <a:graphicFrameLocks noChangeAspect="1"/>
          </p:cNvGraphicFramePr>
          <p:nvPr/>
        </p:nvGraphicFramePr>
        <p:xfrm>
          <a:off x="4331139" y="2051607"/>
          <a:ext cx="5889625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803560" imgH="1028520" progId="Equation.3">
                  <p:embed/>
                </p:oleObj>
              </mc:Choice>
              <mc:Fallback>
                <p:oleObj name="Equation" r:id="rId6" imgW="5803560" imgH="1028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1139" y="2051607"/>
                        <a:ext cx="5889625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6070" name="Object 6"/>
          <p:cNvGraphicFramePr>
            <a:graphicFrameLocks noChangeAspect="1"/>
          </p:cNvGraphicFramePr>
          <p:nvPr/>
        </p:nvGraphicFramePr>
        <p:xfrm>
          <a:off x="1618914" y="3129610"/>
          <a:ext cx="28194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180800" imgH="203040" progId="Equation.3">
                  <p:embed/>
                </p:oleObj>
              </mc:Choice>
              <mc:Fallback>
                <p:oleObj name="公式" r:id="rId8" imgW="11808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8914" y="3129610"/>
                        <a:ext cx="28194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6071" name="Object 7"/>
          <p:cNvGraphicFramePr>
            <a:graphicFrameLocks noChangeAspect="1"/>
          </p:cNvGraphicFramePr>
          <p:nvPr/>
        </p:nvGraphicFramePr>
        <p:xfrm>
          <a:off x="4517689" y="3075303"/>
          <a:ext cx="202565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12520" imgH="228600" progId="Equation.3">
                  <p:embed/>
                </p:oleObj>
              </mc:Choice>
              <mc:Fallback>
                <p:oleObj name="公式" r:id="rId10" imgW="8125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7689" y="3075303"/>
                        <a:ext cx="2025650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10082342" y="2939100"/>
            <a:ext cx="1066800" cy="1219200"/>
            <a:chOff x="3599" y="672"/>
            <a:chExt cx="913" cy="1104"/>
          </a:xfrm>
        </p:grpSpPr>
        <p:sp>
          <p:nvSpPr>
            <p:cNvPr id="24598" name="AutoShape 9"/>
            <p:cNvSpPr>
              <a:spLocks noChangeArrowheads="1"/>
            </p:cNvSpPr>
            <p:nvPr/>
          </p:nvSpPr>
          <p:spPr bwMode="auto">
            <a:xfrm rot="16202681">
              <a:off x="3599" y="864"/>
              <a:ext cx="912" cy="912"/>
            </a:xfrm>
            <a:prstGeom prst="moon">
              <a:avLst>
                <a:gd name="adj" fmla="val 84630"/>
              </a:avLst>
            </a:prstGeom>
            <a:solidFill>
              <a:srgbClr val="FFFF00"/>
            </a:solidFill>
            <a:ln w="2857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599" name="Oval 10"/>
            <p:cNvSpPr>
              <a:spLocks noChangeArrowheads="1"/>
            </p:cNvSpPr>
            <p:nvPr/>
          </p:nvSpPr>
          <p:spPr bwMode="auto">
            <a:xfrm>
              <a:off x="3600" y="672"/>
              <a:ext cx="912" cy="336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graphicFrame>
        <p:nvGraphicFramePr>
          <p:cNvPr id="856075" name="Object 11"/>
          <p:cNvGraphicFramePr>
            <a:graphicFrameLocks noChangeAspect="1"/>
          </p:cNvGraphicFramePr>
          <p:nvPr/>
        </p:nvGraphicFramePr>
        <p:xfrm>
          <a:off x="10429520" y="3075303"/>
          <a:ext cx="24606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17160" imgH="393480" progId="Equation.3">
                  <p:embed/>
                </p:oleObj>
              </mc:Choice>
              <mc:Fallback>
                <p:oleObj name="Equation" r:id="rId12" imgW="3171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520" y="3075303"/>
                        <a:ext cx="24606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10012008" y="2431101"/>
            <a:ext cx="1676400" cy="2311400"/>
            <a:chOff x="4272" y="2608"/>
            <a:chExt cx="1056" cy="1456"/>
          </a:xfrm>
        </p:grpSpPr>
        <p:graphicFrame>
          <p:nvGraphicFramePr>
            <p:cNvPr id="24585" name="Object 13"/>
            <p:cNvGraphicFramePr>
              <a:graphicFrameLocks noChangeAspect="1"/>
            </p:cNvGraphicFramePr>
            <p:nvPr/>
          </p:nvGraphicFramePr>
          <p:xfrm>
            <a:off x="4386" y="3888"/>
            <a:ext cx="174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39680" imgH="139680" progId="Equation.3">
                    <p:embed/>
                  </p:oleObj>
                </mc:Choice>
                <mc:Fallback>
                  <p:oleObj name="Equation" r:id="rId14" imgW="1396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6" y="3888"/>
                          <a:ext cx="174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6" name="Object 14"/>
            <p:cNvGraphicFramePr>
              <a:graphicFrameLocks noChangeAspect="1"/>
            </p:cNvGraphicFramePr>
            <p:nvPr/>
          </p:nvGraphicFramePr>
          <p:xfrm>
            <a:off x="5155" y="3744"/>
            <a:ext cx="17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39680" imgH="164880" progId="Equation.3">
                    <p:embed/>
                  </p:oleObj>
                </mc:Choice>
                <mc:Fallback>
                  <p:oleObj name="Equation" r:id="rId16" imgW="1396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55" y="3744"/>
                          <a:ext cx="173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4" name="Line 15"/>
            <p:cNvSpPr>
              <a:spLocks noChangeShapeType="1"/>
            </p:cNvSpPr>
            <p:nvPr/>
          </p:nvSpPr>
          <p:spPr bwMode="auto">
            <a:xfrm flipV="1">
              <a:off x="4656" y="3043"/>
              <a:ext cx="0" cy="6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5" name="Line 16"/>
            <p:cNvSpPr>
              <a:spLocks noChangeShapeType="1"/>
            </p:cNvSpPr>
            <p:nvPr/>
          </p:nvSpPr>
          <p:spPr bwMode="auto">
            <a:xfrm flipV="1">
              <a:off x="4656" y="2640"/>
              <a:ext cx="0" cy="4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4587" name="Object 17"/>
            <p:cNvGraphicFramePr>
              <a:graphicFrameLocks noChangeAspect="1"/>
            </p:cNvGraphicFramePr>
            <p:nvPr/>
          </p:nvGraphicFramePr>
          <p:xfrm>
            <a:off x="4464" y="2608"/>
            <a:ext cx="142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14120" imgH="139680" progId="Equation.3">
                    <p:embed/>
                  </p:oleObj>
                </mc:Choice>
                <mc:Fallback>
                  <p:oleObj name="Equation" r:id="rId18" imgW="1141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2608"/>
                          <a:ext cx="142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8" name="Object 18"/>
            <p:cNvGraphicFramePr>
              <a:graphicFrameLocks noChangeAspect="1"/>
            </p:cNvGraphicFramePr>
            <p:nvPr/>
          </p:nvGraphicFramePr>
          <p:xfrm>
            <a:off x="4608" y="3696"/>
            <a:ext cx="163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64880" imgH="177480" progId="Equation.3">
                    <p:embed/>
                  </p:oleObj>
                </mc:Choice>
                <mc:Fallback>
                  <p:oleObj name="Equation" r:id="rId20" imgW="1648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3696"/>
                          <a:ext cx="163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6" name="Line 19"/>
            <p:cNvSpPr>
              <a:spLocks noChangeShapeType="1"/>
            </p:cNvSpPr>
            <p:nvPr/>
          </p:nvSpPr>
          <p:spPr bwMode="auto">
            <a:xfrm>
              <a:off x="4656" y="3696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7" name="Line 20"/>
            <p:cNvSpPr>
              <a:spLocks noChangeShapeType="1"/>
            </p:cNvSpPr>
            <p:nvPr/>
          </p:nvSpPr>
          <p:spPr bwMode="auto">
            <a:xfrm flipH="1">
              <a:off x="4272" y="3696"/>
              <a:ext cx="384" cy="2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593" name="Text Box 21"/>
          <p:cNvSpPr txBox="1">
            <a:spLocks noChangeArrowheads="1"/>
          </p:cNvSpPr>
          <p:nvPr/>
        </p:nvSpPr>
        <p:spPr bwMode="auto">
          <a:xfrm>
            <a:off x="1658583" y="597224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6</a:t>
            </a:r>
            <a:endParaRPr lang="zh-CN" altLang="en-US" b="1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2458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284788"/>
              </p:ext>
            </p:extLst>
          </p:nvPr>
        </p:nvGraphicFramePr>
        <p:xfrm>
          <a:off x="1591331" y="1474791"/>
          <a:ext cx="457835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917360" imgH="215640" progId="Equation.DSMT4">
                  <p:embed/>
                </p:oleObj>
              </mc:Choice>
              <mc:Fallback>
                <p:oleObj name="Equation" r:id="rId22" imgW="19173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1331" y="1474791"/>
                        <a:ext cx="4578350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3"/>
          <p:cNvGraphicFramePr>
            <a:graphicFrameLocks noChangeAspect="1"/>
          </p:cNvGraphicFramePr>
          <p:nvPr/>
        </p:nvGraphicFramePr>
        <p:xfrm>
          <a:off x="3028614" y="5632135"/>
          <a:ext cx="239395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222280" imgH="812520" progId="Equation.3">
                  <p:embed/>
                </p:oleObj>
              </mc:Choice>
              <mc:Fallback>
                <p:oleObj name="Equation" r:id="rId24" imgW="222228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614" y="5632135"/>
                        <a:ext cx="2393950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4"/>
          <p:cNvGraphicFramePr>
            <a:graphicFrameLocks noChangeAspect="1"/>
          </p:cNvGraphicFramePr>
          <p:nvPr/>
        </p:nvGraphicFramePr>
        <p:xfrm>
          <a:off x="5457320" y="5486098"/>
          <a:ext cx="3567113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371600" imgH="393480" progId="Equation.3">
                  <p:embed/>
                </p:oleObj>
              </mc:Choice>
              <mc:Fallback>
                <p:oleObj name="Equation" r:id="rId26" imgW="13716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7320" y="5486098"/>
                        <a:ext cx="3567113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5"/>
          <p:cNvGraphicFramePr>
            <a:graphicFrameLocks noChangeAspect="1"/>
          </p:cNvGraphicFramePr>
          <p:nvPr/>
        </p:nvGraphicFramePr>
        <p:xfrm>
          <a:off x="9026311" y="5451111"/>
          <a:ext cx="13716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609480" imgH="406080" progId="Equation.3">
                  <p:embed/>
                </p:oleObj>
              </mc:Choice>
              <mc:Fallback>
                <p:oleObj name="公式" r:id="rId28" imgW="6094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26311" y="5451111"/>
                        <a:ext cx="137160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7"/>
          <p:cNvSpPr txBox="1">
            <a:spLocks noChangeArrowheads="1"/>
          </p:cNvSpPr>
          <p:nvPr/>
        </p:nvSpPr>
        <p:spPr bwMode="auto">
          <a:xfrm>
            <a:off x="2409945" y="2284736"/>
            <a:ext cx="1752600" cy="528638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ea typeface="+mn-ea"/>
              </a:rPr>
              <a:t>投影法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658583" y="3609035"/>
          <a:ext cx="589915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438280" imgH="482400" progId="Equation.DSMT4">
                  <p:embed/>
                </p:oleObj>
              </mc:Choice>
              <mc:Fallback>
                <p:oleObj name="Equation" r:id="rId30" imgW="24382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658583" y="3609035"/>
                        <a:ext cx="5899150" cy="1168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602077" y="4806325"/>
          <a:ext cx="37973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562040" imgH="228600" progId="Equation.DSMT4">
                  <p:embed/>
                </p:oleObj>
              </mc:Choice>
              <mc:Fallback>
                <p:oleObj name="Equation" r:id="rId32" imgW="15620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602077" y="4806325"/>
                        <a:ext cx="3797300" cy="555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399377" y="482252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或</a:t>
            </a:r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5998808" y="4845968"/>
          <a:ext cx="5156200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120760" imgH="203040" progId="Equation.DSMT4">
                  <p:embed/>
                </p:oleObj>
              </mc:Choice>
              <mc:Fallback>
                <p:oleObj name="Equation" r:id="rId34" imgW="21207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5998808" y="4845968"/>
                        <a:ext cx="5156200" cy="493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591331" y="5726439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</p:spTree>
    <p:extLst>
      <p:ext uri="{BB962C8B-B14F-4D97-AF65-F5344CB8AC3E}">
        <p14:creationId xmlns:p14="http://schemas.microsoft.com/office/powerpoint/2010/main" val="3681832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56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56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56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56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90" grpId="0"/>
      <p:bldP spid="28" grpId="0" animBg="1"/>
      <p:bldP spid="6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F748388-CD89-4B2D-98EA-76122E96ED32}" type="slidenum">
              <a:rPr lang="en-US" altLang="zh-CN" sz="1400">
                <a:solidFill>
                  <a:schemeClr val="tx1"/>
                </a:solidFill>
              </a:rPr>
              <a:pPr/>
              <a:t>22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graphicFrame>
        <p:nvGraphicFramePr>
          <p:cNvPr id="855042" name="Object 2"/>
          <p:cNvGraphicFramePr>
            <a:graphicFrameLocks noChangeAspect="1"/>
          </p:cNvGraphicFramePr>
          <p:nvPr/>
        </p:nvGraphicFramePr>
        <p:xfrm>
          <a:off x="2686844" y="3386136"/>
          <a:ext cx="3352800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533160" progId="Equation.3">
                  <p:embed/>
                </p:oleObj>
              </mc:Choice>
              <mc:Fallback>
                <p:oleObj name="Equation" r:id="rId2" imgW="1333440" imgH="533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6844" y="3386136"/>
                        <a:ext cx="3352800" cy="1343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7099124"/>
              </p:ext>
            </p:extLst>
          </p:nvPr>
        </p:nvGraphicFramePr>
        <p:xfrm>
          <a:off x="2714483" y="1469947"/>
          <a:ext cx="2514600" cy="811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14600" imgH="812520" progId="Equation.3">
                  <p:embed/>
                </p:oleObj>
              </mc:Choice>
              <mc:Fallback>
                <p:oleObj name="Equation" r:id="rId4" imgW="251460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483" y="1469947"/>
                        <a:ext cx="2514600" cy="8114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45" name="Object 5"/>
          <p:cNvGraphicFramePr>
            <a:graphicFrameLocks noChangeAspect="1"/>
          </p:cNvGraphicFramePr>
          <p:nvPr/>
        </p:nvGraphicFramePr>
        <p:xfrm>
          <a:off x="6317964" y="1416483"/>
          <a:ext cx="2514600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63480" imgH="863280" progId="Equation.3">
                  <p:embed/>
                </p:oleObj>
              </mc:Choice>
              <mc:Fallback>
                <p:oleObj name="Equation" r:id="rId6" imgW="246348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7964" y="1416483"/>
                        <a:ext cx="2514600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46" name="Object 6"/>
          <p:cNvGraphicFramePr>
            <a:graphicFrameLocks noChangeAspect="1"/>
          </p:cNvGraphicFramePr>
          <p:nvPr/>
        </p:nvGraphicFramePr>
        <p:xfrm>
          <a:off x="5764328" y="2044159"/>
          <a:ext cx="14732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12520" imgH="228600" progId="Equation.DSMT4">
                  <p:embed/>
                </p:oleObj>
              </mc:Choice>
              <mc:Fallback>
                <p:oleObj name="Equation" r:id="rId8" imgW="812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4328" y="2044159"/>
                        <a:ext cx="14732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5047" name="Text Box 7"/>
          <p:cNvSpPr txBox="1">
            <a:spLocks noChangeArrowheads="1"/>
          </p:cNvSpPr>
          <p:nvPr/>
        </p:nvSpPr>
        <p:spPr bwMode="auto">
          <a:xfrm>
            <a:off x="3607668" y="806232"/>
            <a:ext cx="1752600" cy="528638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ea typeface="+mn-ea"/>
              </a:rPr>
              <a:t>截面法</a:t>
            </a:r>
          </a:p>
        </p:txBody>
      </p:sp>
      <p:graphicFrame>
        <p:nvGraphicFramePr>
          <p:cNvPr id="855048" name="Object 8"/>
          <p:cNvGraphicFramePr>
            <a:graphicFrameLocks noChangeAspect="1"/>
          </p:cNvGraphicFramePr>
          <p:nvPr/>
        </p:nvGraphicFramePr>
        <p:xfrm>
          <a:off x="5360268" y="1385309"/>
          <a:ext cx="69532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98400" imgH="698400" progId="Equation.3">
                  <p:embed/>
                </p:oleObj>
              </mc:Choice>
              <mc:Fallback>
                <p:oleObj name="Equation" r:id="rId10" imgW="69840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0268" y="1385309"/>
                        <a:ext cx="695325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6196393"/>
              </p:ext>
            </p:extLst>
          </p:nvPr>
        </p:nvGraphicFramePr>
        <p:xfrm>
          <a:off x="3777972" y="2446928"/>
          <a:ext cx="2942751" cy="952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91880" imgH="355320" progId="Equation.3">
                  <p:embed/>
                </p:oleObj>
              </mc:Choice>
              <mc:Fallback>
                <p:oleObj name="Equation" r:id="rId12" imgW="109188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7972" y="2446928"/>
                        <a:ext cx="2942751" cy="9523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50" name="Object 10"/>
          <p:cNvGraphicFramePr>
            <a:graphicFrameLocks noChangeAspect="1"/>
          </p:cNvGraphicFramePr>
          <p:nvPr/>
        </p:nvGraphicFramePr>
        <p:xfrm>
          <a:off x="3076792" y="2543483"/>
          <a:ext cx="768350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98400" imgH="698400" progId="Equation.3">
                  <p:embed/>
                </p:oleObj>
              </mc:Choice>
              <mc:Fallback>
                <p:oleObj name="Equation" r:id="rId14" imgW="69840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6792" y="2543483"/>
                        <a:ext cx="768350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51" name="Object 11"/>
          <p:cNvGraphicFramePr>
            <a:graphicFrameLocks noChangeAspect="1"/>
          </p:cNvGraphicFramePr>
          <p:nvPr/>
        </p:nvGraphicFramePr>
        <p:xfrm>
          <a:off x="2775534" y="2838450"/>
          <a:ext cx="304800" cy="1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41200" imgH="152280" progId="Equation.3">
                  <p:embed/>
                </p:oleObj>
              </mc:Choice>
              <mc:Fallback>
                <p:oleObj name="Equation" r:id="rId16" imgW="241200" imgH="152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5534" y="2838450"/>
                        <a:ext cx="304800" cy="192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52" name="Object 12"/>
          <p:cNvGraphicFramePr>
            <a:graphicFrameLocks noChangeAspect="1"/>
          </p:cNvGraphicFramePr>
          <p:nvPr/>
        </p:nvGraphicFramePr>
        <p:xfrm>
          <a:off x="2717007" y="4813302"/>
          <a:ext cx="2490787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990360" imgH="330120" progId="Equation.3">
                  <p:embed/>
                </p:oleObj>
              </mc:Choice>
              <mc:Fallback>
                <p:oleObj name="公式" r:id="rId18" imgW="99036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007" y="4813302"/>
                        <a:ext cx="2490787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53" name="Object 13"/>
          <p:cNvGraphicFramePr>
            <a:graphicFrameLocks noChangeAspect="1"/>
          </p:cNvGraphicFramePr>
          <p:nvPr/>
        </p:nvGraphicFramePr>
        <p:xfrm>
          <a:off x="5187157" y="4770438"/>
          <a:ext cx="1512888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647640" imgH="406080" progId="Equation.3">
                  <p:embed/>
                </p:oleObj>
              </mc:Choice>
              <mc:Fallback>
                <p:oleObj name="公式" r:id="rId20" imgW="64764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7157" y="4770438"/>
                        <a:ext cx="1512888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19" name="Group 14"/>
          <p:cNvGrpSpPr>
            <a:grpSpLocks/>
          </p:cNvGrpSpPr>
          <p:nvPr/>
        </p:nvGrpSpPr>
        <p:grpSpPr bwMode="auto">
          <a:xfrm>
            <a:off x="8112125" y="2420938"/>
            <a:ext cx="1676400" cy="2311400"/>
            <a:chOff x="4150" y="1525"/>
            <a:chExt cx="1056" cy="1456"/>
          </a:xfrm>
        </p:grpSpPr>
        <p:grpSp>
          <p:nvGrpSpPr>
            <p:cNvPr id="25620" name="Group 15"/>
            <p:cNvGrpSpPr>
              <a:grpSpLocks/>
            </p:cNvGrpSpPr>
            <p:nvPr/>
          </p:nvGrpSpPr>
          <p:grpSpPr bwMode="auto">
            <a:xfrm>
              <a:off x="4195" y="1845"/>
              <a:ext cx="672" cy="768"/>
              <a:chOff x="3598" y="672"/>
              <a:chExt cx="914" cy="1104"/>
            </a:xfrm>
          </p:grpSpPr>
          <p:sp>
            <p:nvSpPr>
              <p:cNvPr id="25626" name="AutoShape 16"/>
              <p:cNvSpPr>
                <a:spLocks noChangeArrowheads="1"/>
              </p:cNvSpPr>
              <p:nvPr/>
            </p:nvSpPr>
            <p:spPr bwMode="auto">
              <a:xfrm rot="16202681">
                <a:off x="3599" y="864"/>
                <a:ext cx="911" cy="913"/>
              </a:xfrm>
              <a:prstGeom prst="moon">
                <a:avLst>
                  <a:gd name="adj" fmla="val 84630"/>
                </a:avLst>
              </a:prstGeom>
              <a:solidFill>
                <a:srgbClr val="FFFF00"/>
              </a:solidFill>
              <a:ln w="28575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5627" name="Oval 17"/>
              <p:cNvSpPr>
                <a:spLocks noChangeArrowheads="1"/>
              </p:cNvSpPr>
              <p:nvPr/>
            </p:nvSpPr>
            <p:spPr bwMode="auto">
              <a:xfrm>
                <a:off x="3600" y="672"/>
                <a:ext cx="912" cy="336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25612" name="Object 18"/>
            <p:cNvGraphicFramePr>
              <a:graphicFrameLocks noChangeAspect="1"/>
            </p:cNvGraphicFramePr>
            <p:nvPr/>
          </p:nvGraphicFramePr>
          <p:xfrm>
            <a:off x="4390" y="1909"/>
            <a:ext cx="155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317160" imgH="393480" progId="Equation.3">
                    <p:embed/>
                  </p:oleObj>
                </mc:Choice>
                <mc:Fallback>
                  <p:oleObj name="Equation" r:id="rId22" imgW="31716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0" y="1909"/>
                          <a:ext cx="155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621" name="Group 19"/>
            <p:cNvGrpSpPr>
              <a:grpSpLocks/>
            </p:cNvGrpSpPr>
            <p:nvPr/>
          </p:nvGrpSpPr>
          <p:grpSpPr bwMode="auto">
            <a:xfrm>
              <a:off x="4150" y="1525"/>
              <a:ext cx="1056" cy="1456"/>
              <a:chOff x="4272" y="2608"/>
              <a:chExt cx="1056" cy="1456"/>
            </a:xfrm>
          </p:grpSpPr>
          <p:graphicFrame>
            <p:nvGraphicFramePr>
              <p:cNvPr id="25613" name="Object 20"/>
              <p:cNvGraphicFramePr>
                <a:graphicFrameLocks noChangeAspect="1"/>
              </p:cNvGraphicFramePr>
              <p:nvPr/>
            </p:nvGraphicFramePr>
            <p:xfrm>
              <a:off x="4386" y="3888"/>
              <a:ext cx="174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4" imgW="139680" imgH="139680" progId="Equation.3">
                      <p:embed/>
                    </p:oleObj>
                  </mc:Choice>
                  <mc:Fallback>
                    <p:oleObj name="Equation" r:id="rId24" imgW="13968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86" y="3888"/>
                            <a:ext cx="174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14" name="Object 21"/>
              <p:cNvGraphicFramePr>
                <a:graphicFrameLocks noChangeAspect="1"/>
              </p:cNvGraphicFramePr>
              <p:nvPr/>
            </p:nvGraphicFramePr>
            <p:xfrm>
              <a:off x="5155" y="3744"/>
              <a:ext cx="173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6" imgW="139680" imgH="164880" progId="Equation.3">
                      <p:embed/>
                    </p:oleObj>
                  </mc:Choice>
                  <mc:Fallback>
                    <p:oleObj name="Equation" r:id="rId26" imgW="139680" imgH="1648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55" y="3744"/>
                            <a:ext cx="173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22" name="Line 22"/>
              <p:cNvSpPr>
                <a:spLocks noChangeShapeType="1"/>
              </p:cNvSpPr>
              <p:nvPr/>
            </p:nvSpPr>
            <p:spPr bwMode="auto">
              <a:xfrm flipV="1">
                <a:off x="4656" y="3043"/>
                <a:ext cx="0" cy="65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23" name="Line 23"/>
              <p:cNvSpPr>
                <a:spLocks noChangeShapeType="1"/>
              </p:cNvSpPr>
              <p:nvPr/>
            </p:nvSpPr>
            <p:spPr bwMode="auto">
              <a:xfrm flipV="1">
                <a:off x="4656" y="2640"/>
                <a:ext cx="0" cy="4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5615" name="Object 24"/>
              <p:cNvGraphicFramePr>
                <a:graphicFrameLocks noChangeAspect="1"/>
              </p:cNvGraphicFramePr>
              <p:nvPr/>
            </p:nvGraphicFramePr>
            <p:xfrm>
              <a:off x="4464" y="2608"/>
              <a:ext cx="142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8" imgW="114120" imgH="139680" progId="Equation.3">
                      <p:embed/>
                    </p:oleObj>
                  </mc:Choice>
                  <mc:Fallback>
                    <p:oleObj name="Equation" r:id="rId28" imgW="11412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64" y="2608"/>
                            <a:ext cx="142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16" name="Object 25"/>
              <p:cNvGraphicFramePr>
                <a:graphicFrameLocks noChangeAspect="1"/>
              </p:cNvGraphicFramePr>
              <p:nvPr/>
            </p:nvGraphicFramePr>
            <p:xfrm>
              <a:off x="4608" y="3696"/>
              <a:ext cx="163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0" imgW="164880" imgH="177480" progId="Equation.3">
                      <p:embed/>
                    </p:oleObj>
                  </mc:Choice>
                  <mc:Fallback>
                    <p:oleObj name="Equation" r:id="rId30" imgW="164880" imgH="177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08" y="3696"/>
                            <a:ext cx="163" cy="1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24" name="Line 26"/>
              <p:cNvSpPr>
                <a:spLocks noChangeShapeType="1"/>
              </p:cNvSpPr>
              <p:nvPr/>
            </p:nvSpPr>
            <p:spPr bwMode="auto">
              <a:xfrm>
                <a:off x="4656" y="3696"/>
                <a:ext cx="6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25" name="Line 27"/>
              <p:cNvSpPr>
                <a:spLocks noChangeShapeType="1"/>
              </p:cNvSpPr>
              <p:nvPr/>
            </p:nvSpPr>
            <p:spPr bwMode="auto">
              <a:xfrm flipH="1">
                <a:off x="4272" y="3696"/>
                <a:ext cx="384" cy="2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8" name="Text Box 2"/>
          <p:cNvSpPr txBox="1">
            <a:spLocks noChangeArrowheads="1"/>
          </p:cNvSpPr>
          <p:nvPr/>
        </p:nvSpPr>
        <p:spPr bwMode="auto">
          <a:xfrm>
            <a:off x="2503462" y="806232"/>
            <a:ext cx="84894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法</a:t>
            </a:r>
            <a:r>
              <a:rPr lang="en-US" altLang="zh-CN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91576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855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55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55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55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55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55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55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55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55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855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5047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333332" y="514304"/>
            <a:ext cx="3000375" cy="715963"/>
          </a:xfrm>
        </p:spPr>
        <p:txBody>
          <a:bodyPr/>
          <a:lstStyle/>
          <a:p>
            <a:pPr algn="l"/>
            <a:r>
              <a:rPr lang="en-US" altLang="zh-CN" sz="2800" b="1">
                <a:ea typeface="楷体_GB2312" pitchFamily="49" charset="-122"/>
              </a:rPr>
              <a:t> 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计算三重积分</a:t>
            </a:r>
          </a:p>
        </p:txBody>
      </p:sp>
      <p:sp>
        <p:nvSpPr>
          <p:cNvPr id="129028" name="Text Box 4"/>
          <p:cNvSpPr txBox="1">
            <a:spLocks noChangeArrowheads="1"/>
          </p:cNvSpPr>
          <p:nvPr/>
        </p:nvSpPr>
        <p:spPr bwMode="auto">
          <a:xfrm>
            <a:off x="7055532" y="585358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其中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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是由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9029" name="Text Box 5"/>
          <p:cNvSpPr txBox="1">
            <a:spLocks noChangeArrowheads="1"/>
          </p:cNvSpPr>
          <p:nvPr/>
        </p:nvSpPr>
        <p:spPr bwMode="auto">
          <a:xfrm>
            <a:off x="1829139" y="1332348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xoy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平面上曲线</a:t>
            </a:r>
          </a:p>
        </p:txBody>
      </p:sp>
      <p:graphicFrame>
        <p:nvGraphicFramePr>
          <p:cNvPr id="1290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2343680"/>
              </p:ext>
            </p:extLst>
          </p:nvPr>
        </p:nvGraphicFramePr>
        <p:xfrm>
          <a:off x="4421424" y="1328609"/>
          <a:ext cx="1168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68200" imgH="482400" progId="Equation.3">
                  <p:embed/>
                </p:oleObj>
              </mc:Choice>
              <mc:Fallback>
                <p:oleObj name="公式" r:id="rId2" imgW="116820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1424" y="1328609"/>
                        <a:ext cx="11684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31" name="Text Box 7"/>
          <p:cNvSpPr txBox="1">
            <a:spLocks noChangeArrowheads="1"/>
          </p:cNvSpPr>
          <p:nvPr/>
        </p:nvSpPr>
        <p:spPr bwMode="auto">
          <a:xfrm>
            <a:off x="2921299" y="1934065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所围成的闭区域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129032" name="Text Box 8"/>
          <p:cNvSpPr txBox="1">
            <a:spLocks noChangeArrowheads="1"/>
          </p:cNvSpPr>
          <p:nvPr/>
        </p:nvSpPr>
        <p:spPr bwMode="auto">
          <a:xfrm>
            <a:off x="1580017" y="2601913"/>
            <a:ext cx="653596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+mn-ea"/>
              </a:rPr>
              <a:t>解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290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6540525"/>
              </p:ext>
            </p:extLst>
          </p:nvPr>
        </p:nvGraphicFramePr>
        <p:xfrm>
          <a:off x="4071144" y="3453893"/>
          <a:ext cx="1524000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23880" imgH="1485720" progId="Equation.3">
                  <p:embed/>
                </p:oleObj>
              </mc:Choice>
              <mc:Fallback>
                <p:oleObj name="公式" r:id="rId4" imgW="1523880" imgH="1485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1144" y="3453893"/>
                        <a:ext cx="1524000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34" name="Text Box 10"/>
          <p:cNvSpPr txBox="1">
            <a:spLocks noChangeArrowheads="1"/>
          </p:cNvSpPr>
          <p:nvPr/>
        </p:nvSpPr>
        <p:spPr bwMode="auto">
          <a:xfrm>
            <a:off x="1633538" y="5470645"/>
            <a:ext cx="1254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于是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</a:p>
        </p:txBody>
      </p:sp>
      <p:graphicFrame>
        <p:nvGraphicFramePr>
          <p:cNvPr id="12903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1553739"/>
              </p:ext>
            </p:extLst>
          </p:nvPr>
        </p:nvGraphicFramePr>
        <p:xfrm>
          <a:off x="7817762" y="5115045"/>
          <a:ext cx="825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825480" imgH="774360" progId="Equation.3">
                  <p:embed/>
                </p:oleObj>
              </mc:Choice>
              <mc:Fallback>
                <p:oleObj name="公式" r:id="rId6" imgW="825480" imgH="774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7762" y="5115045"/>
                        <a:ext cx="8255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36" name="Text Box 12"/>
          <p:cNvSpPr txBox="1">
            <a:spLocks noChangeArrowheads="1"/>
          </p:cNvSpPr>
          <p:nvPr/>
        </p:nvSpPr>
        <p:spPr bwMode="auto">
          <a:xfrm>
            <a:off x="5589824" y="1319180"/>
            <a:ext cx="5051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绕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轴旋转而成的曲面与平面</a:t>
            </a:r>
          </a:p>
        </p:txBody>
      </p:sp>
      <p:graphicFrame>
        <p:nvGraphicFramePr>
          <p:cNvPr id="12903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6587470"/>
              </p:ext>
            </p:extLst>
          </p:nvPr>
        </p:nvGraphicFramePr>
        <p:xfrm>
          <a:off x="7055532" y="4431792"/>
          <a:ext cx="1663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63560" imgH="507960" progId="Equation.3">
                  <p:embed/>
                </p:oleObj>
              </mc:Choice>
              <mc:Fallback>
                <p:oleObj name="公式" r:id="rId8" imgW="166356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5532" y="4431792"/>
                        <a:ext cx="16637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3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1076937"/>
              </p:ext>
            </p:extLst>
          </p:nvPr>
        </p:nvGraphicFramePr>
        <p:xfrm>
          <a:off x="7055532" y="3935074"/>
          <a:ext cx="1689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688760" imgH="393480" progId="Equation.3">
                  <p:embed/>
                </p:oleObj>
              </mc:Choice>
              <mc:Fallback>
                <p:oleObj name="公式" r:id="rId10" imgW="16887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5532" y="3935074"/>
                        <a:ext cx="1689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3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652920"/>
              </p:ext>
            </p:extLst>
          </p:nvPr>
        </p:nvGraphicFramePr>
        <p:xfrm>
          <a:off x="7062112" y="3496134"/>
          <a:ext cx="1511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511280" imgH="393480" progId="Equation.3">
                  <p:embed/>
                </p:oleObj>
              </mc:Choice>
              <mc:Fallback>
                <p:oleObj name="公式" r:id="rId12" imgW="15112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2112" y="3496134"/>
                        <a:ext cx="1511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4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2296454"/>
              </p:ext>
            </p:extLst>
          </p:nvPr>
        </p:nvGraphicFramePr>
        <p:xfrm>
          <a:off x="6402389" y="5154501"/>
          <a:ext cx="1397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396800" imgH="774360" progId="Equation.3">
                  <p:embed/>
                </p:oleObj>
              </mc:Choice>
              <mc:Fallback>
                <p:oleObj name="公式" r:id="rId14" imgW="1396800" imgH="774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2389" y="5154501"/>
                        <a:ext cx="13970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4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895721"/>
              </p:ext>
            </p:extLst>
          </p:nvPr>
        </p:nvGraphicFramePr>
        <p:xfrm>
          <a:off x="5145089" y="5214696"/>
          <a:ext cx="12573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257120" imgH="749160" progId="Equation.3">
                  <p:embed/>
                </p:oleObj>
              </mc:Choice>
              <mc:Fallback>
                <p:oleObj name="公式" r:id="rId16" imgW="1257120" imgH="749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5089" y="5214696"/>
                        <a:ext cx="12573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4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2948333"/>
              </p:ext>
            </p:extLst>
          </p:nvPr>
        </p:nvGraphicFramePr>
        <p:xfrm>
          <a:off x="8713342" y="5051545"/>
          <a:ext cx="1155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155600" imgH="838080" progId="Equation.3">
                  <p:embed/>
                </p:oleObj>
              </mc:Choice>
              <mc:Fallback>
                <p:oleObj name="公式" r:id="rId18" imgW="115560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3342" y="5051545"/>
                        <a:ext cx="1155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4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3289108"/>
              </p:ext>
            </p:extLst>
          </p:nvPr>
        </p:nvGraphicFramePr>
        <p:xfrm>
          <a:off x="6180139" y="4102397"/>
          <a:ext cx="444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44240" imgH="317160" progId="Equation.3">
                  <p:embed/>
                </p:oleObj>
              </mc:Choice>
              <mc:Fallback>
                <p:oleObj name="Equation" r:id="rId20" imgW="44424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0139" y="4102397"/>
                        <a:ext cx="444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44" name="AutoShape 20"/>
          <p:cNvSpPr>
            <a:spLocks/>
          </p:cNvSpPr>
          <p:nvPr/>
        </p:nvSpPr>
        <p:spPr bwMode="auto">
          <a:xfrm>
            <a:off x="3886716" y="3670076"/>
            <a:ext cx="152400" cy="1143000"/>
          </a:xfrm>
          <a:prstGeom prst="leftBrace">
            <a:avLst>
              <a:gd name="adj1" fmla="val 625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45" name="AutoShape 21"/>
          <p:cNvSpPr>
            <a:spLocks/>
          </p:cNvSpPr>
          <p:nvPr/>
        </p:nvSpPr>
        <p:spPr bwMode="auto">
          <a:xfrm>
            <a:off x="6809067" y="3564732"/>
            <a:ext cx="152400" cy="1371600"/>
          </a:xfrm>
          <a:prstGeom prst="leftBrace">
            <a:avLst>
              <a:gd name="adj1" fmla="val 75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9046" name="Group 22"/>
          <p:cNvGrpSpPr>
            <a:grpSpLocks/>
          </p:cNvGrpSpPr>
          <p:nvPr/>
        </p:nvGrpSpPr>
        <p:grpSpPr bwMode="auto">
          <a:xfrm>
            <a:off x="9278032" y="2104232"/>
            <a:ext cx="2165350" cy="1828800"/>
            <a:chOff x="3772" y="1296"/>
            <a:chExt cx="1364" cy="1152"/>
          </a:xfrm>
        </p:grpSpPr>
        <p:graphicFrame>
          <p:nvGraphicFramePr>
            <p:cNvPr id="129047" name="Object 23"/>
            <p:cNvGraphicFramePr>
              <a:graphicFrameLocks noChangeAspect="1"/>
            </p:cNvGraphicFramePr>
            <p:nvPr/>
          </p:nvGraphicFramePr>
          <p:xfrm>
            <a:off x="3772" y="1530"/>
            <a:ext cx="1020" cy="9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22" imgW="1619476" imgH="1457143" progId="Paint.Picture">
                    <p:embed/>
                  </p:oleObj>
                </mc:Choice>
                <mc:Fallback>
                  <p:oleObj name="BMP 图象" r:id="rId22" imgW="1619476" imgH="1457143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2" y="1530"/>
                          <a:ext cx="1020" cy="9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9048" name="Line 24"/>
            <p:cNvSpPr>
              <a:spLocks noChangeShapeType="1"/>
            </p:cNvSpPr>
            <p:nvPr/>
          </p:nvSpPr>
          <p:spPr bwMode="auto">
            <a:xfrm flipV="1">
              <a:off x="4696" y="1296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049" name="Line 25"/>
            <p:cNvSpPr>
              <a:spLocks noChangeShapeType="1"/>
            </p:cNvSpPr>
            <p:nvPr/>
          </p:nvSpPr>
          <p:spPr bwMode="auto">
            <a:xfrm>
              <a:off x="4744" y="1824"/>
              <a:ext cx="38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9050" name="Object 26"/>
            <p:cNvGraphicFramePr>
              <a:graphicFrameLocks noChangeAspect="1"/>
            </p:cNvGraphicFramePr>
            <p:nvPr/>
          </p:nvGraphicFramePr>
          <p:xfrm>
            <a:off x="4752" y="1304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215640" imgH="215640" progId="Equation.3">
                    <p:embed/>
                  </p:oleObj>
                </mc:Choice>
                <mc:Fallback>
                  <p:oleObj name="Equation" r:id="rId24" imgW="2156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1304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9051" name="Object 27"/>
            <p:cNvGraphicFramePr>
              <a:graphicFrameLocks noChangeAspect="1"/>
            </p:cNvGraphicFramePr>
            <p:nvPr/>
          </p:nvGraphicFramePr>
          <p:xfrm>
            <a:off x="3828" y="2208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228600" imgH="241200" progId="Equation.3">
                    <p:embed/>
                  </p:oleObj>
                </mc:Choice>
                <mc:Fallback>
                  <p:oleObj name="Equation" r:id="rId26" imgW="2286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8" y="2208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9052" name="Object 28"/>
            <p:cNvGraphicFramePr>
              <a:graphicFrameLocks noChangeAspect="1"/>
            </p:cNvGraphicFramePr>
            <p:nvPr/>
          </p:nvGraphicFramePr>
          <p:xfrm>
            <a:off x="4984" y="2016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241200" imgH="317160" progId="Equation.3">
                    <p:embed/>
                  </p:oleObj>
                </mc:Choice>
                <mc:Fallback>
                  <p:oleObj name="Equation" r:id="rId28" imgW="2412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4" y="2016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9053" name="Object 29"/>
            <p:cNvGraphicFramePr>
              <a:graphicFrameLocks noChangeAspect="1"/>
            </p:cNvGraphicFramePr>
            <p:nvPr/>
          </p:nvGraphicFramePr>
          <p:xfrm>
            <a:off x="4752" y="1672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215640" imgH="241200" progId="Equation.3">
                    <p:embed/>
                  </p:oleObj>
                </mc:Choice>
                <mc:Fallback>
                  <p:oleObj name="Equation" r:id="rId30" imgW="2156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1672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9054" name="Group 30"/>
          <p:cNvGrpSpPr>
            <a:grpSpLocks/>
          </p:cNvGrpSpPr>
          <p:nvPr/>
        </p:nvGrpSpPr>
        <p:grpSpPr bwMode="auto">
          <a:xfrm>
            <a:off x="9223609" y="2541350"/>
            <a:ext cx="1209675" cy="1331913"/>
            <a:chOff x="3763" y="1572"/>
            <a:chExt cx="762" cy="839"/>
          </a:xfrm>
        </p:grpSpPr>
        <p:grpSp>
          <p:nvGrpSpPr>
            <p:cNvPr id="129055" name="Group 31"/>
            <p:cNvGrpSpPr>
              <a:grpSpLocks/>
            </p:cNvGrpSpPr>
            <p:nvPr/>
          </p:nvGrpSpPr>
          <p:grpSpPr bwMode="auto">
            <a:xfrm>
              <a:off x="3763" y="1572"/>
              <a:ext cx="762" cy="839"/>
              <a:chOff x="3763" y="1572"/>
              <a:chExt cx="762" cy="839"/>
            </a:xfrm>
          </p:grpSpPr>
          <p:sp>
            <p:nvSpPr>
              <p:cNvPr id="129056" name="Oval 32"/>
              <p:cNvSpPr>
                <a:spLocks noChangeArrowheads="1"/>
              </p:cNvSpPr>
              <p:nvPr/>
            </p:nvSpPr>
            <p:spPr bwMode="auto">
              <a:xfrm rot="3995864">
                <a:off x="3817" y="1704"/>
                <a:ext cx="839" cy="576"/>
              </a:xfrm>
              <a:prstGeom prst="ellipse">
                <a:avLst/>
              </a:prstGeom>
              <a:solidFill>
                <a:schemeClr val="folHlink">
                  <a:alpha val="50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57" name="Line 33"/>
              <p:cNvSpPr>
                <a:spLocks noChangeShapeType="1"/>
              </p:cNvSpPr>
              <p:nvPr/>
            </p:nvSpPr>
            <p:spPr bwMode="auto">
              <a:xfrm flipH="1">
                <a:off x="3763" y="1999"/>
                <a:ext cx="424" cy="1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9058" name="Line 34"/>
            <p:cNvSpPr>
              <a:spLocks noChangeShapeType="1"/>
            </p:cNvSpPr>
            <p:nvPr/>
          </p:nvSpPr>
          <p:spPr bwMode="auto">
            <a:xfrm>
              <a:off x="3936" y="1872"/>
              <a:ext cx="57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9059" name="Object 35"/>
            <p:cNvGraphicFramePr>
              <a:graphicFrameLocks noChangeAspect="1"/>
            </p:cNvGraphicFramePr>
            <p:nvPr/>
          </p:nvGraphicFramePr>
          <p:xfrm>
            <a:off x="4144" y="2008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203040" imgH="317160" progId="Equation.3">
                    <p:embed/>
                  </p:oleObj>
                </mc:Choice>
                <mc:Fallback>
                  <p:oleObj name="Equation" r:id="rId32" imgW="20304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4" y="2008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9061" name="Object 37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6214944"/>
              </p:ext>
            </p:extLst>
          </p:nvPr>
        </p:nvGraphicFramePr>
        <p:xfrm>
          <a:off x="2106523" y="2031061"/>
          <a:ext cx="749300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799920" imgH="304560" progId="Equation.3">
                  <p:embed/>
                </p:oleObj>
              </mc:Choice>
              <mc:Fallback>
                <p:oleObj name="公式" r:id="rId34" imgW="79992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6523" y="2031061"/>
                        <a:ext cx="749300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608454" y="612444"/>
            <a:ext cx="724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Box 8"/>
          <p:cNvSpPr txBox="1">
            <a:spLocks noChangeArrowheads="1"/>
          </p:cNvSpPr>
          <p:nvPr/>
        </p:nvSpPr>
        <p:spPr bwMode="auto">
          <a:xfrm>
            <a:off x="1692589" y="3933032"/>
            <a:ext cx="212826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利用柱坐标</a:t>
            </a:r>
          </a:p>
        </p:txBody>
      </p:sp>
      <p:graphicFrame>
        <p:nvGraphicFramePr>
          <p:cNvPr id="3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4634671"/>
              </p:ext>
            </p:extLst>
          </p:nvPr>
        </p:nvGraphicFramePr>
        <p:xfrm>
          <a:off x="2262188" y="2600325"/>
          <a:ext cx="6665912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3009600" imgH="228600" progId="Equation.DSMT4">
                  <p:embed/>
                </p:oleObj>
              </mc:Choice>
              <mc:Fallback>
                <p:oleObj name="Equation" r:id="rId36" imgW="3009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2188" y="2600325"/>
                        <a:ext cx="6665912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3449776"/>
              </p:ext>
            </p:extLst>
          </p:nvPr>
        </p:nvGraphicFramePr>
        <p:xfrm>
          <a:off x="2985526" y="5326810"/>
          <a:ext cx="2186846" cy="830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002960" imgH="380880" progId="Equation.DSMT4">
                  <p:embed/>
                </p:oleObj>
              </mc:Choice>
              <mc:Fallback>
                <p:oleObj name="Equation" r:id="rId38" imgW="10029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5526" y="5326810"/>
                        <a:ext cx="2186846" cy="8304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306426"/>
              </p:ext>
            </p:extLst>
          </p:nvPr>
        </p:nvGraphicFramePr>
        <p:xfrm>
          <a:off x="4719493" y="538076"/>
          <a:ext cx="2359025" cy="862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1041120" imgH="380880" progId="Equation.DSMT4">
                  <p:embed/>
                </p:oleObj>
              </mc:Choice>
              <mc:Fallback>
                <p:oleObj name="Equation" r:id="rId40" imgW="10411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9493" y="538076"/>
                        <a:ext cx="2359025" cy="8621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96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9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9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9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9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9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9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9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9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29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29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29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29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29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29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29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29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29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29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29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29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8" grpId="0" build="p" autoUpdateAnimBg="0"/>
      <p:bldP spid="129029" grpId="0" build="p" autoUpdateAnimBg="0" advAuto="0"/>
      <p:bldP spid="129031" grpId="0" build="p" autoUpdateAnimBg="0" advAuto="0"/>
      <p:bldP spid="129032" grpId="0" autoUpdateAnimBg="0"/>
      <p:bldP spid="129034" grpId="0" autoUpdateAnimBg="0"/>
      <p:bldP spid="129036" grpId="0" build="p" autoUpdateAnimBg="0" advAuto="0"/>
      <p:bldP spid="129044" grpId="0" animBg="1"/>
      <p:bldP spid="129045" grpId="0" animBg="1"/>
      <p:bldP spid="38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1434</TotalTime>
  <Words>484</Words>
  <Application>Microsoft Office PowerPoint</Application>
  <PresentationFormat>宽屏</PresentationFormat>
  <Paragraphs>103</Paragraphs>
  <Slides>23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23</vt:i4>
      </vt:variant>
    </vt:vector>
  </HeadingPairs>
  <TitlesOfParts>
    <vt:vector size="38" baseType="lpstr">
      <vt:lpstr>黑体</vt:lpstr>
      <vt:lpstr>楷体_GB2312</vt:lpstr>
      <vt:lpstr>宋体</vt:lpstr>
      <vt:lpstr>新宋体</vt:lpstr>
      <vt:lpstr>Arial</vt:lpstr>
      <vt:lpstr>Calibri</vt:lpstr>
      <vt:lpstr>Calibri Light</vt:lpstr>
      <vt:lpstr>Times New Roman</vt:lpstr>
      <vt:lpstr>Wingdings</vt:lpstr>
      <vt:lpstr>Office 主题</vt:lpstr>
      <vt:lpstr>公式</vt:lpstr>
      <vt:lpstr>Equation</vt:lpstr>
      <vt:lpstr>Document</vt:lpstr>
      <vt:lpstr>文档</vt:lpstr>
      <vt:lpstr>BMP 图象</vt:lpstr>
      <vt:lpstr>2.3、在柱坐标系下计算三重积分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计算三重积分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尔里德 李</cp:lastModifiedBy>
  <cp:revision>37</cp:revision>
  <dcterms:created xsi:type="dcterms:W3CDTF">2020-02-28T15:44:36Z</dcterms:created>
  <dcterms:modified xsi:type="dcterms:W3CDTF">2024-04-14T05:51:20Z</dcterms:modified>
</cp:coreProperties>
</file>