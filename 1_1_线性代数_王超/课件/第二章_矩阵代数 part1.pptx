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handoutMasterIdLst>
    <p:handoutMasterId r:id="rId96"/>
  </p:handoutMasterIdLst>
  <p:sldIdLst>
    <p:sldId id="279" r:id="rId2"/>
    <p:sldId id="258" r:id="rId3"/>
    <p:sldId id="259" r:id="rId4"/>
    <p:sldId id="260" r:id="rId5"/>
    <p:sldId id="261" r:id="rId6"/>
    <p:sldId id="262" r:id="rId7"/>
    <p:sldId id="264" r:id="rId8"/>
    <p:sldId id="265" r:id="rId9"/>
    <p:sldId id="267" r:id="rId10"/>
    <p:sldId id="266" r:id="rId11"/>
    <p:sldId id="268" r:id="rId12"/>
    <p:sldId id="269" r:id="rId13"/>
    <p:sldId id="277" r:id="rId14"/>
    <p:sldId id="280" r:id="rId15"/>
    <p:sldId id="270" r:id="rId16"/>
    <p:sldId id="278" r:id="rId17"/>
    <p:sldId id="271" r:id="rId18"/>
    <p:sldId id="272" r:id="rId19"/>
    <p:sldId id="281" r:id="rId20"/>
    <p:sldId id="282" r:id="rId21"/>
    <p:sldId id="283" r:id="rId22"/>
    <p:sldId id="284" r:id="rId23"/>
    <p:sldId id="285" r:id="rId24"/>
    <p:sldId id="286" r:id="rId25"/>
    <p:sldId id="287" r:id="rId26"/>
    <p:sldId id="288" r:id="rId27"/>
    <p:sldId id="289" r:id="rId28"/>
    <p:sldId id="290" r:id="rId29"/>
    <p:sldId id="291" r:id="rId30"/>
    <p:sldId id="292" r:id="rId31"/>
    <p:sldId id="293" r:id="rId32"/>
    <p:sldId id="294" r:id="rId33"/>
    <p:sldId id="295" r:id="rId34"/>
    <p:sldId id="296" r:id="rId35"/>
    <p:sldId id="297" r:id="rId36"/>
    <p:sldId id="298" r:id="rId37"/>
    <p:sldId id="299" r:id="rId38"/>
    <p:sldId id="300" r:id="rId39"/>
    <p:sldId id="301" r:id="rId40"/>
    <p:sldId id="302" r:id="rId41"/>
    <p:sldId id="303" r:id="rId42"/>
    <p:sldId id="304" r:id="rId43"/>
    <p:sldId id="305" r:id="rId44"/>
    <p:sldId id="306" r:id="rId45"/>
    <p:sldId id="307" r:id="rId46"/>
    <p:sldId id="308" r:id="rId47"/>
    <p:sldId id="309" r:id="rId48"/>
    <p:sldId id="310" r:id="rId49"/>
    <p:sldId id="311" r:id="rId50"/>
    <p:sldId id="312" r:id="rId51"/>
    <p:sldId id="313" r:id="rId52"/>
    <p:sldId id="314" r:id="rId53"/>
    <p:sldId id="315" r:id="rId54"/>
    <p:sldId id="316" r:id="rId55"/>
    <p:sldId id="317" r:id="rId56"/>
    <p:sldId id="318" r:id="rId57"/>
    <p:sldId id="319" r:id="rId58"/>
    <p:sldId id="320" r:id="rId59"/>
    <p:sldId id="321" r:id="rId60"/>
    <p:sldId id="322" r:id="rId61"/>
    <p:sldId id="323" r:id="rId62"/>
    <p:sldId id="324" r:id="rId63"/>
    <p:sldId id="325" r:id="rId64"/>
    <p:sldId id="326" r:id="rId65"/>
    <p:sldId id="327" r:id="rId66"/>
    <p:sldId id="328" r:id="rId67"/>
    <p:sldId id="329" r:id="rId68"/>
    <p:sldId id="330" r:id="rId69"/>
    <p:sldId id="331" r:id="rId70"/>
    <p:sldId id="332" r:id="rId71"/>
    <p:sldId id="333" r:id="rId72"/>
    <p:sldId id="334" r:id="rId73"/>
    <p:sldId id="335" r:id="rId74"/>
    <p:sldId id="336" r:id="rId75"/>
    <p:sldId id="337" r:id="rId76"/>
    <p:sldId id="338" r:id="rId77"/>
    <p:sldId id="339" r:id="rId78"/>
    <p:sldId id="340" r:id="rId79"/>
    <p:sldId id="341" r:id="rId80"/>
    <p:sldId id="342" r:id="rId81"/>
    <p:sldId id="343" r:id="rId82"/>
    <p:sldId id="344" r:id="rId83"/>
    <p:sldId id="345" r:id="rId84"/>
    <p:sldId id="346" r:id="rId85"/>
    <p:sldId id="347" r:id="rId86"/>
    <p:sldId id="348" r:id="rId87"/>
    <p:sldId id="349" r:id="rId88"/>
    <p:sldId id="350" r:id="rId89"/>
    <p:sldId id="351" r:id="rId90"/>
    <p:sldId id="352" r:id="rId91"/>
    <p:sldId id="353" r:id="rId92"/>
    <p:sldId id="354" r:id="rId93"/>
    <p:sldId id="355" r:id="rId94"/>
    <p:sldId id="356" r:id="rId95"/>
  </p:sldIdLst>
  <p:sldSz cx="9144000" cy="6858000" type="screen4x3"/>
  <p:notesSz cx="9979025" cy="6834188"/>
  <p:defaultTextStyle>
    <a:defPPr>
      <a:defRPr lang="zh-CN"/>
    </a:defPPr>
    <a:lvl1pPr algn="l" rtl="0" fontAlgn="base">
      <a:spcBef>
        <a:spcPct val="0"/>
      </a:spcBef>
      <a:spcAft>
        <a:spcPct val="0"/>
      </a:spcAft>
      <a:defRPr kumimoji="1" sz="2800" b="1" kern="1200">
        <a:solidFill>
          <a:schemeClr val="tx1"/>
        </a:solidFill>
        <a:latin typeface="Times New Roman" pitchFamily="18" charset="0"/>
        <a:ea typeface="黑体" pitchFamily="49" charset="-122"/>
        <a:cs typeface="+mn-cs"/>
      </a:defRPr>
    </a:lvl1pPr>
    <a:lvl2pPr marL="457200" algn="l" rtl="0" fontAlgn="base">
      <a:spcBef>
        <a:spcPct val="0"/>
      </a:spcBef>
      <a:spcAft>
        <a:spcPct val="0"/>
      </a:spcAft>
      <a:defRPr kumimoji="1" sz="2800" b="1" kern="1200">
        <a:solidFill>
          <a:schemeClr val="tx1"/>
        </a:solidFill>
        <a:latin typeface="Times New Roman" pitchFamily="18" charset="0"/>
        <a:ea typeface="黑体" pitchFamily="49" charset="-122"/>
        <a:cs typeface="+mn-cs"/>
      </a:defRPr>
    </a:lvl2pPr>
    <a:lvl3pPr marL="914400" algn="l" rtl="0" fontAlgn="base">
      <a:spcBef>
        <a:spcPct val="0"/>
      </a:spcBef>
      <a:spcAft>
        <a:spcPct val="0"/>
      </a:spcAft>
      <a:defRPr kumimoji="1" sz="2800" b="1" kern="1200">
        <a:solidFill>
          <a:schemeClr val="tx1"/>
        </a:solidFill>
        <a:latin typeface="Times New Roman" pitchFamily="18" charset="0"/>
        <a:ea typeface="黑体" pitchFamily="49" charset="-122"/>
        <a:cs typeface="+mn-cs"/>
      </a:defRPr>
    </a:lvl3pPr>
    <a:lvl4pPr marL="1371600" algn="l" rtl="0" fontAlgn="base">
      <a:spcBef>
        <a:spcPct val="0"/>
      </a:spcBef>
      <a:spcAft>
        <a:spcPct val="0"/>
      </a:spcAft>
      <a:defRPr kumimoji="1" sz="2800" b="1" kern="1200">
        <a:solidFill>
          <a:schemeClr val="tx1"/>
        </a:solidFill>
        <a:latin typeface="Times New Roman" pitchFamily="18" charset="0"/>
        <a:ea typeface="黑体" pitchFamily="49" charset="-122"/>
        <a:cs typeface="+mn-cs"/>
      </a:defRPr>
    </a:lvl4pPr>
    <a:lvl5pPr marL="1828800" algn="l" rtl="0" fontAlgn="base">
      <a:spcBef>
        <a:spcPct val="0"/>
      </a:spcBef>
      <a:spcAft>
        <a:spcPct val="0"/>
      </a:spcAft>
      <a:defRPr kumimoji="1" sz="2800" b="1" kern="1200">
        <a:solidFill>
          <a:schemeClr val="tx1"/>
        </a:solidFill>
        <a:latin typeface="Times New Roman" pitchFamily="18" charset="0"/>
        <a:ea typeface="黑体" pitchFamily="49" charset="-122"/>
        <a:cs typeface="+mn-cs"/>
      </a:defRPr>
    </a:lvl5pPr>
    <a:lvl6pPr marL="2286000" algn="l" defTabSz="914400" rtl="0" eaLnBrk="1" latinLnBrk="0" hangingPunct="1">
      <a:defRPr kumimoji="1" sz="2800" b="1" kern="1200">
        <a:solidFill>
          <a:schemeClr val="tx1"/>
        </a:solidFill>
        <a:latin typeface="Times New Roman" pitchFamily="18" charset="0"/>
        <a:ea typeface="黑体" pitchFamily="49" charset="-122"/>
        <a:cs typeface="+mn-cs"/>
      </a:defRPr>
    </a:lvl6pPr>
    <a:lvl7pPr marL="2743200" algn="l" defTabSz="914400" rtl="0" eaLnBrk="1" latinLnBrk="0" hangingPunct="1">
      <a:defRPr kumimoji="1" sz="2800" b="1" kern="1200">
        <a:solidFill>
          <a:schemeClr val="tx1"/>
        </a:solidFill>
        <a:latin typeface="Times New Roman" pitchFamily="18" charset="0"/>
        <a:ea typeface="黑体" pitchFamily="49" charset="-122"/>
        <a:cs typeface="+mn-cs"/>
      </a:defRPr>
    </a:lvl7pPr>
    <a:lvl8pPr marL="3200400" algn="l" defTabSz="914400" rtl="0" eaLnBrk="1" latinLnBrk="0" hangingPunct="1">
      <a:defRPr kumimoji="1" sz="2800" b="1" kern="1200">
        <a:solidFill>
          <a:schemeClr val="tx1"/>
        </a:solidFill>
        <a:latin typeface="Times New Roman" pitchFamily="18" charset="0"/>
        <a:ea typeface="黑体" pitchFamily="49" charset="-122"/>
        <a:cs typeface="+mn-cs"/>
      </a:defRPr>
    </a:lvl8pPr>
    <a:lvl9pPr marL="3657600" algn="l" defTabSz="914400" rtl="0" eaLnBrk="1" latinLnBrk="0" hangingPunct="1">
      <a:defRPr kumimoji="1" sz="2800" b="1" kern="1200">
        <a:solidFill>
          <a:schemeClr val="tx1"/>
        </a:solidFill>
        <a:latin typeface="Times New Roman" pitchFamily="18" charset="0"/>
        <a:ea typeface="黑体" pitchFamily="49" charset="-122"/>
        <a:cs typeface="+mn-cs"/>
      </a:defRPr>
    </a:lvl9pPr>
  </p:defaultTextStyle>
  <p:extLst>
    <p:ext uri="{EFAFB233-063F-42B5-8137-9DF3F51BA10A}">
      <p15:sldGuideLst xmlns:p15="http://schemas.microsoft.com/office/powerpoint/2012/main">
        <p15:guide id="1" orient="horz" pos="3840">
          <p15:clr>
            <a:srgbClr val="A4A3A4"/>
          </p15:clr>
        </p15:guide>
        <p15:guide id="2" pos="54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FF"/>
    <a:srgbClr val="00CC99"/>
    <a:srgbClr val="0000CC"/>
    <a:srgbClr val="000099"/>
    <a:srgbClr val="A50021"/>
    <a:srgbClr val="FF33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29" autoAdjust="0"/>
    <p:restoredTop sz="94660"/>
  </p:normalViewPr>
  <p:slideViewPr>
    <p:cSldViewPr>
      <p:cViewPr varScale="1">
        <p:scale>
          <a:sx n="115" d="100"/>
          <a:sy n="115" d="100"/>
        </p:scale>
        <p:origin x="1920" y="96"/>
      </p:cViewPr>
      <p:guideLst>
        <p:guide orient="horz" pos="3840"/>
        <p:guide pos="542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33" d="100"/>
        <a:sy n="33"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image" Target="../media/image5.emf"/><Relationship Id="rId6" Type="http://schemas.openxmlformats.org/officeDocument/2006/relationships/image" Target="../media/image10.wmf"/><Relationship Id="rId5" Type="http://schemas.openxmlformats.org/officeDocument/2006/relationships/image" Target="../media/image9.emf"/><Relationship Id="rId4"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image" Target="../media/image13.emf"/><Relationship Id="rId7" Type="http://schemas.openxmlformats.org/officeDocument/2006/relationships/image" Target="../media/image17.emf"/><Relationship Id="rId12" Type="http://schemas.openxmlformats.org/officeDocument/2006/relationships/image" Target="../media/image22.emf"/><Relationship Id="rId2" Type="http://schemas.openxmlformats.org/officeDocument/2006/relationships/image" Target="../media/image12.emf"/><Relationship Id="rId1" Type="http://schemas.openxmlformats.org/officeDocument/2006/relationships/image" Target="../media/image11.emf"/><Relationship Id="rId6" Type="http://schemas.openxmlformats.org/officeDocument/2006/relationships/image" Target="../media/image16.emf"/><Relationship Id="rId11" Type="http://schemas.openxmlformats.org/officeDocument/2006/relationships/image" Target="../media/image21.emf"/><Relationship Id="rId5" Type="http://schemas.openxmlformats.org/officeDocument/2006/relationships/image" Target="../media/image15.emf"/><Relationship Id="rId10" Type="http://schemas.openxmlformats.org/officeDocument/2006/relationships/image" Target="../media/image20.emf"/><Relationship Id="rId4" Type="http://schemas.openxmlformats.org/officeDocument/2006/relationships/image" Target="../media/image14.emf"/><Relationship Id="rId9" Type="http://schemas.openxmlformats.org/officeDocument/2006/relationships/image" Target="../media/image19.e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image" Target="../media/image25.wmf"/><Relationship Id="rId7" Type="http://schemas.openxmlformats.org/officeDocument/2006/relationships/image" Target="../media/image29.emf"/><Relationship Id="rId12" Type="http://schemas.openxmlformats.org/officeDocument/2006/relationships/image" Target="../media/image34.emf"/><Relationship Id="rId2" Type="http://schemas.openxmlformats.org/officeDocument/2006/relationships/image" Target="../media/image24.wmf"/><Relationship Id="rId1" Type="http://schemas.openxmlformats.org/officeDocument/2006/relationships/image" Target="../media/image23.wmf"/><Relationship Id="rId6" Type="http://schemas.openxmlformats.org/officeDocument/2006/relationships/image" Target="../media/image28.emf"/><Relationship Id="rId11" Type="http://schemas.openxmlformats.org/officeDocument/2006/relationships/image" Target="../media/image33.emf"/><Relationship Id="rId5" Type="http://schemas.openxmlformats.org/officeDocument/2006/relationships/image" Target="../media/image27.emf"/><Relationship Id="rId10" Type="http://schemas.openxmlformats.org/officeDocument/2006/relationships/image" Target="../media/image32.emf"/><Relationship Id="rId4" Type="http://schemas.openxmlformats.org/officeDocument/2006/relationships/image" Target="../media/image26.wmf"/><Relationship Id="rId9" Type="http://schemas.openxmlformats.org/officeDocument/2006/relationships/image" Target="../media/image31.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image" Target="../media/image39.wmf"/><Relationship Id="rId7" Type="http://schemas.openxmlformats.org/officeDocument/2006/relationships/image" Target="../media/image43.wmf"/><Relationship Id="rId2" Type="http://schemas.openxmlformats.org/officeDocument/2006/relationships/image" Target="../media/image38.wmf"/><Relationship Id="rId1" Type="http://schemas.openxmlformats.org/officeDocument/2006/relationships/image" Target="../media/image37.wmf"/><Relationship Id="rId6" Type="http://schemas.openxmlformats.org/officeDocument/2006/relationships/image" Target="../media/image42.wmf"/><Relationship Id="rId5" Type="http://schemas.openxmlformats.org/officeDocument/2006/relationships/image" Target="../media/image41.wmf"/><Relationship Id="rId10" Type="http://schemas.openxmlformats.org/officeDocument/2006/relationships/image" Target="../media/image46.wmf"/><Relationship Id="rId4" Type="http://schemas.openxmlformats.org/officeDocument/2006/relationships/image" Target="../media/image40.wmf"/><Relationship Id="rId9" Type="http://schemas.openxmlformats.org/officeDocument/2006/relationships/image" Target="../media/image4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39.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image" Target="../media/image51.emf"/><Relationship Id="rId7" Type="http://schemas.openxmlformats.org/officeDocument/2006/relationships/image" Target="../media/image55.wmf"/><Relationship Id="rId2" Type="http://schemas.openxmlformats.org/officeDocument/2006/relationships/image" Target="../media/image50.emf"/><Relationship Id="rId1" Type="http://schemas.openxmlformats.org/officeDocument/2006/relationships/image" Target="../media/image49.wmf"/><Relationship Id="rId6" Type="http://schemas.openxmlformats.org/officeDocument/2006/relationships/image" Target="../media/image54.wmf"/><Relationship Id="rId5" Type="http://schemas.openxmlformats.org/officeDocument/2006/relationships/image" Target="../media/image53.wmf"/><Relationship Id="rId4" Type="http://schemas.openxmlformats.org/officeDocument/2006/relationships/image" Target="../media/image52.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emf"/><Relationship Id="rId1" Type="http://schemas.openxmlformats.org/officeDocument/2006/relationships/image" Target="../media/image57.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 Id="rId4" Type="http://schemas.openxmlformats.org/officeDocument/2006/relationships/image" Target="../media/image66.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 Id="rId5" Type="http://schemas.openxmlformats.org/officeDocument/2006/relationships/image" Target="../media/image71.wmf"/><Relationship Id="rId4" Type="http://schemas.openxmlformats.org/officeDocument/2006/relationships/image" Target="../media/image70.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73.emf"/><Relationship Id="rId1" Type="http://schemas.openxmlformats.org/officeDocument/2006/relationships/image" Target="../media/image72.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image" Target="../media/image75.wmf"/><Relationship Id="rId1" Type="http://schemas.openxmlformats.org/officeDocument/2006/relationships/image" Target="../media/image74.wmf"/><Relationship Id="rId6" Type="http://schemas.openxmlformats.org/officeDocument/2006/relationships/image" Target="../media/image79.emf"/><Relationship Id="rId5" Type="http://schemas.openxmlformats.org/officeDocument/2006/relationships/image" Target="../media/image78.emf"/><Relationship Id="rId4" Type="http://schemas.openxmlformats.org/officeDocument/2006/relationships/image" Target="../media/image77.e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image" Target="../media/image87.wmf"/><Relationship Id="rId1" Type="http://schemas.openxmlformats.org/officeDocument/2006/relationships/image" Target="../media/image86.wmf"/><Relationship Id="rId4" Type="http://schemas.openxmlformats.org/officeDocument/2006/relationships/image" Target="../media/image89.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92.wmf"/><Relationship Id="rId2" Type="http://schemas.openxmlformats.org/officeDocument/2006/relationships/image" Target="../media/image91.wmf"/><Relationship Id="rId1" Type="http://schemas.openxmlformats.org/officeDocument/2006/relationships/image" Target="../media/image90.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image" Target="../media/image94.wmf"/><Relationship Id="rId1" Type="http://schemas.openxmlformats.org/officeDocument/2006/relationships/image" Target="../media/image93.wmf"/><Relationship Id="rId6" Type="http://schemas.openxmlformats.org/officeDocument/2006/relationships/image" Target="../media/image98.wmf"/><Relationship Id="rId5" Type="http://schemas.openxmlformats.org/officeDocument/2006/relationships/image" Target="../media/image97.wmf"/><Relationship Id="rId4" Type="http://schemas.openxmlformats.org/officeDocument/2006/relationships/image" Target="../media/image96.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 Id="rId6" Type="http://schemas.openxmlformats.org/officeDocument/2006/relationships/image" Target="../media/image104.wmf"/><Relationship Id="rId5" Type="http://schemas.openxmlformats.org/officeDocument/2006/relationships/image" Target="../media/image103.wmf"/><Relationship Id="rId4" Type="http://schemas.openxmlformats.org/officeDocument/2006/relationships/image" Target="../media/image102.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 Id="rId4" Type="http://schemas.openxmlformats.org/officeDocument/2006/relationships/image" Target="../media/image108.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10.wmf"/><Relationship Id="rId1" Type="http://schemas.openxmlformats.org/officeDocument/2006/relationships/image" Target="../media/image109.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image" Target="../media/image111.wmf"/><Relationship Id="rId6" Type="http://schemas.openxmlformats.org/officeDocument/2006/relationships/image" Target="../media/image116.wmf"/><Relationship Id="rId5" Type="http://schemas.openxmlformats.org/officeDocument/2006/relationships/image" Target="../media/image115.wmf"/><Relationship Id="rId4" Type="http://schemas.openxmlformats.org/officeDocument/2006/relationships/image" Target="../media/image114.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7.wmf"/><Relationship Id="rId5" Type="http://schemas.openxmlformats.org/officeDocument/2006/relationships/image" Target="../media/image121.wmf"/><Relationship Id="rId4" Type="http://schemas.openxmlformats.org/officeDocument/2006/relationships/image" Target="../media/image120.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29.wmf"/><Relationship Id="rId3" Type="http://schemas.openxmlformats.org/officeDocument/2006/relationships/image" Target="../media/image124.wmf"/><Relationship Id="rId7" Type="http://schemas.openxmlformats.org/officeDocument/2006/relationships/image" Target="../media/image128.wmf"/><Relationship Id="rId2" Type="http://schemas.openxmlformats.org/officeDocument/2006/relationships/image" Target="../media/image123.wmf"/><Relationship Id="rId1" Type="http://schemas.openxmlformats.org/officeDocument/2006/relationships/image" Target="../media/image122.wmf"/><Relationship Id="rId6" Type="http://schemas.openxmlformats.org/officeDocument/2006/relationships/image" Target="../media/image127.wmf"/><Relationship Id="rId5" Type="http://schemas.openxmlformats.org/officeDocument/2006/relationships/image" Target="../media/image126.wmf"/><Relationship Id="rId4" Type="http://schemas.openxmlformats.org/officeDocument/2006/relationships/image" Target="../media/image125.wmf"/><Relationship Id="rId9" Type="http://schemas.openxmlformats.org/officeDocument/2006/relationships/image" Target="../media/image130.e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38.wmf"/><Relationship Id="rId13" Type="http://schemas.openxmlformats.org/officeDocument/2006/relationships/image" Target="../media/image143.wmf"/><Relationship Id="rId3" Type="http://schemas.openxmlformats.org/officeDocument/2006/relationships/image" Target="../media/image133.wmf"/><Relationship Id="rId7" Type="http://schemas.openxmlformats.org/officeDocument/2006/relationships/image" Target="../media/image137.wmf"/><Relationship Id="rId12" Type="http://schemas.openxmlformats.org/officeDocument/2006/relationships/image" Target="../media/image142.wmf"/><Relationship Id="rId2" Type="http://schemas.openxmlformats.org/officeDocument/2006/relationships/image" Target="../media/image132.wmf"/><Relationship Id="rId1" Type="http://schemas.openxmlformats.org/officeDocument/2006/relationships/image" Target="../media/image131.wmf"/><Relationship Id="rId6" Type="http://schemas.openxmlformats.org/officeDocument/2006/relationships/image" Target="../media/image136.wmf"/><Relationship Id="rId11" Type="http://schemas.openxmlformats.org/officeDocument/2006/relationships/image" Target="../media/image141.wmf"/><Relationship Id="rId5" Type="http://schemas.openxmlformats.org/officeDocument/2006/relationships/image" Target="../media/image135.wmf"/><Relationship Id="rId10" Type="http://schemas.openxmlformats.org/officeDocument/2006/relationships/image" Target="../media/image140.wmf"/><Relationship Id="rId4" Type="http://schemas.openxmlformats.org/officeDocument/2006/relationships/image" Target="../media/image134.wmf"/><Relationship Id="rId9" Type="http://schemas.openxmlformats.org/officeDocument/2006/relationships/image" Target="../media/image139.wmf"/><Relationship Id="rId14" Type="http://schemas.openxmlformats.org/officeDocument/2006/relationships/image" Target="../media/image144.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46.wmf"/><Relationship Id="rId1" Type="http://schemas.openxmlformats.org/officeDocument/2006/relationships/image" Target="../media/image145.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wmf"/><Relationship Id="rId5" Type="http://schemas.openxmlformats.org/officeDocument/2006/relationships/image" Target="../media/image151.wmf"/><Relationship Id="rId4" Type="http://schemas.openxmlformats.org/officeDocument/2006/relationships/image" Target="../media/image150.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54.wmf"/><Relationship Id="rId2" Type="http://schemas.openxmlformats.org/officeDocument/2006/relationships/image" Target="../media/image153.wmf"/><Relationship Id="rId1" Type="http://schemas.openxmlformats.org/officeDocument/2006/relationships/image" Target="../media/image152.wmf"/><Relationship Id="rId5" Type="http://schemas.openxmlformats.org/officeDocument/2006/relationships/image" Target="../media/image156.wmf"/><Relationship Id="rId4" Type="http://schemas.openxmlformats.org/officeDocument/2006/relationships/image" Target="../media/image155.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164.wmf"/><Relationship Id="rId13" Type="http://schemas.openxmlformats.org/officeDocument/2006/relationships/image" Target="../media/image169.wmf"/><Relationship Id="rId3" Type="http://schemas.openxmlformats.org/officeDocument/2006/relationships/image" Target="../media/image159.wmf"/><Relationship Id="rId7" Type="http://schemas.openxmlformats.org/officeDocument/2006/relationships/image" Target="../media/image163.wmf"/><Relationship Id="rId12" Type="http://schemas.openxmlformats.org/officeDocument/2006/relationships/image" Target="../media/image168.wmf"/><Relationship Id="rId2" Type="http://schemas.openxmlformats.org/officeDocument/2006/relationships/image" Target="../media/image158.wmf"/><Relationship Id="rId16" Type="http://schemas.openxmlformats.org/officeDocument/2006/relationships/image" Target="../media/image172.wmf"/><Relationship Id="rId1" Type="http://schemas.openxmlformats.org/officeDocument/2006/relationships/image" Target="../media/image157.wmf"/><Relationship Id="rId6" Type="http://schemas.openxmlformats.org/officeDocument/2006/relationships/image" Target="../media/image162.wmf"/><Relationship Id="rId11" Type="http://schemas.openxmlformats.org/officeDocument/2006/relationships/image" Target="../media/image167.wmf"/><Relationship Id="rId5" Type="http://schemas.openxmlformats.org/officeDocument/2006/relationships/image" Target="../media/image161.wmf"/><Relationship Id="rId15" Type="http://schemas.openxmlformats.org/officeDocument/2006/relationships/image" Target="../media/image171.wmf"/><Relationship Id="rId10" Type="http://schemas.openxmlformats.org/officeDocument/2006/relationships/image" Target="../media/image166.wmf"/><Relationship Id="rId4" Type="http://schemas.openxmlformats.org/officeDocument/2006/relationships/image" Target="../media/image160.wmf"/><Relationship Id="rId9" Type="http://schemas.openxmlformats.org/officeDocument/2006/relationships/image" Target="../media/image165.wmf"/><Relationship Id="rId14" Type="http://schemas.openxmlformats.org/officeDocument/2006/relationships/image" Target="../media/image170.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180.wmf"/><Relationship Id="rId3" Type="http://schemas.openxmlformats.org/officeDocument/2006/relationships/image" Target="../media/image175.wmf"/><Relationship Id="rId7" Type="http://schemas.openxmlformats.org/officeDocument/2006/relationships/image" Target="../media/image179.wmf"/><Relationship Id="rId2" Type="http://schemas.openxmlformats.org/officeDocument/2006/relationships/image" Target="../media/image174.wmf"/><Relationship Id="rId1" Type="http://schemas.openxmlformats.org/officeDocument/2006/relationships/image" Target="../media/image173.wmf"/><Relationship Id="rId6" Type="http://schemas.openxmlformats.org/officeDocument/2006/relationships/image" Target="../media/image178.wmf"/><Relationship Id="rId5" Type="http://schemas.openxmlformats.org/officeDocument/2006/relationships/image" Target="../media/image177.wmf"/><Relationship Id="rId4" Type="http://schemas.openxmlformats.org/officeDocument/2006/relationships/image" Target="../media/image176.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81.wmf"/><Relationship Id="rId2" Type="http://schemas.openxmlformats.org/officeDocument/2006/relationships/image" Target="../media/image176.wmf"/><Relationship Id="rId1" Type="http://schemas.openxmlformats.org/officeDocument/2006/relationships/image" Target="../media/image175.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83.wmf"/><Relationship Id="rId2" Type="http://schemas.openxmlformats.org/officeDocument/2006/relationships/image" Target="../media/image182.wmf"/><Relationship Id="rId1" Type="http://schemas.openxmlformats.org/officeDocument/2006/relationships/image" Target="../media/image175.wmf"/><Relationship Id="rId5" Type="http://schemas.openxmlformats.org/officeDocument/2006/relationships/image" Target="../media/image185.wmf"/><Relationship Id="rId4" Type="http://schemas.openxmlformats.org/officeDocument/2006/relationships/image" Target="../media/image184.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88.wmf"/><Relationship Id="rId2" Type="http://schemas.openxmlformats.org/officeDocument/2006/relationships/image" Target="../media/image187.wmf"/><Relationship Id="rId1" Type="http://schemas.openxmlformats.org/officeDocument/2006/relationships/image" Target="../media/image186.wmf"/><Relationship Id="rId6" Type="http://schemas.openxmlformats.org/officeDocument/2006/relationships/image" Target="../media/image191.wmf"/><Relationship Id="rId5" Type="http://schemas.openxmlformats.org/officeDocument/2006/relationships/image" Target="../media/image190.wmf"/><Relationship Id="rId4" Type="http://schemas.openxmlformats.org/officeDocument/2006/relationships/image" Target="../media/image189.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193.wmf"/><Relationship Id="rId1" Type="http://schemas.openxmlformats.org/officeDocument/2006/relationships/image" Target="../media/image192.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195.wmf"/><Relationship Id="rId1" Type="http://schemas.openxmlformats.org/officeDocument/2006/relationships/image" Target="../media/image194.w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203.wmf"/><Relationship Id="rId3" Type="http://schemas.openxmlformats.org/officeDocument/2006/relationships/image" Target="../media/image198.wmf"/><Relationship Id="rId7" Type="http://schemas.openxmlformats.org/officeDocument/2006/relationships/image" Target="../media/image202.wmf"/><Relationship Id="rId2" Type="http://schemas.openxmlformats.org/officeDocument/2006/relationships/image" Target="../media/image197.wmf"/><Relationship Id="rId1" Type="http://schemas.openxmlformats.org/officeDocument/2006/relationships/image" Target="../media/image196.wmf"/><Relationship Id="rId6" Type="http://schemas.openxmlformats.org/officeDocument/2006/relationships/image" Target="../media/image201.wmf"/><Relationship Id="rId5" Type="http://schemas.openxmlformats.org/officeDocument/2006/relationships/image" Target="../media/image200.wmf"/><Relationship Id="rId4" Type="http://schemas.openxmlformats.org/officeDocument/2006/relationships/image" Target="../media/image199.wmf"/><Relationship Id="rId9" Type="http://schemas.openxmlformats.org/officeDocument/2006/relationships/image" Target="../media/image204.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211.wmf"/><Relationship Id="rId3" Type="http://schemas.openxmlformats.org/officeDocument/2006/relationships/image" Target="../media/image207.wmf"/><Relationship Id="rId7" Type="http://schemas.openxmlformats.org/officeDocument/2006/relationships/image" Target="../media/image210.wmf"/><Relationship Id="rId2" Type="http://schemas.openxmlformats.org/officeDocument/2006/relationships/image" Target="../media/image206.wmf"/><Relationship Id="rId1" Type="http://schemas.openxmlformats.org/officeDocument/2006/relationships/image" Target="../media/image205.wmf"/><Relationship Id="rId6" Type="http://schemas.openxmlformats.org/officeDocument/2006/relationships/image" Target="../media/image209.wmf"/><Relationship Id="rId5" Type="http://schemas.openxmlformats.org/officeDocument/2006/relationships/image" Target="../media/image200.wmf"/><Relationship Id="rId4" Type="http://schemas.openxmlformats.org/officeDocument/2006/relationships/image" Target="../media/image208.wmf"/><Relationship Id="rId9" Type="http://schemas.openxmlformats.org/officeDocument/2006/relationships/image" Target="../media/image212.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213.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216.wmf"/><Relationship Id="rId2" Type="http://schemas.openxmlformats.org/officeDocument/2006/relationships/image" Target="../media/image215.wmf"/><Relationship Id="rId1" Type="http://schemas.openxmlformats.org/officeDocument/2006/relationships/image" Target="../media/image214.wmf"/><Relationship Id="rId5" Type="http://schemas.openxmlformats.org/officeDocument/2006/relationships/image" Target="../media/image218.wmf"/><Relationship Id="rId4" Type="http://schemas.openxmlformats.org/officeDocument/2006/relationships/image" Target="../media/image217.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219.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220.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223.wmf"/><Relationship Id="rId2" Type="http://schemas.openxmlformats.org/officeDocument/2006/relationships/image" Target="../media/image222.wmf"/><Relationship Id="rId1" Type="http://schemas.openxmlformats.org/officeDocument/2006/relationships/image" Target="../media/image221.wmf"/><Relationship Id="rId5" Type="http://schemas.openxmlformats.org/officeDocument/2006/relationships/image" Target="../media/image225.wmf"/><Relationship Id="rId4" Type="http://schemas.openxmlformats.org/officeDocument/2006/relationships/image" Target="../media/image224.wmf"/></Relationships>
</file>

<file path=ppt/drawings/_rels/vmlDrawing45.vml.rels><?xml version="1.0" encoding="UTF-8" standalone="yes"?>
<Relationships xmlns="http://schemas.openxmlformats.org/package/2006/relationships"><Relationship Id="rId8" Type="http://schemas.openxmlformats.org/officeDocument/2006/relationships/image" Target="../media/image233.wmf"/><Relationship Id="rId3" Type="http://schemas.openxmlformats.org/officeDocument/2006/relationships/image" Target="../media/image228.wmf"/><Relationship Id="rId7" Type="http://schemas.openxmlformats.org/officeDocument/2006/relationships/image" Target="../media/image232.wmf"/><Relationship Id="rId2" Type="http://schemas.openxmlformats.org/officeDocument/2006/relationships/image" Target="../media/image227.wmf"/><Relationship Id="rId1" Type="http://schemas.openxmlformats.org/officeDocument/2006/relationships/image" Target="../media/image226.wmf"/><Relationship Id="rId6" Type="http://schemas.openxmlformats.org/officeDocument/2006/relationships/image" Target="../media/image231.wmf"/><Relationship Id="rId5" Type="http://schemas.openxmlformats.org/officeDocument/2006/relationships/image" Target="../media/image230.wmf"/><Relationship Id="rId10" Type="http://schemas.openxmlformats.org/officeDocument/2006/relationships/image" Target="../media/image235.wmf"/><Relationship Id="rId4" Type="http://schemas.openxmlformats.org/officeDocument/2006/relationships/image" Target="../media/image229.wmf"/><Relationship Id="rId9" Type="http://schemas.openxmlformats.org/officeDocument/2006/relationships/image" Target="../media/image234.wmf"/></Relationships>
</file>

<file path=ppt/drawings/_rels/vmlDrawing46.vml.rels><?xml version="1.0" encoding="UTF-8" standalone="yes"?>
<Relationships xmlns="http://schemas.openxmlformats.org/package/2006/relationships"><Relationship Id="rId8" Type="http://schemas.openxmlformats.org/officeDocument/2006/relationships/image" Target="../media/image243.wmf"/><Relationship Id="rId3" Type="http://schemas.openxmlformats.org/officeDocument/2006/relationships/image" Target="../media/image238.wmf"/><Relationship Id="rId7" Type="http://schemas.openxmlformats.org/officeDocument/2006/relationships/image" Target="../media/image242.wmf"/><Relationship Id="rId2" Type="http://schemas.openxmlformats.org/officeDocument/2006/relationships/image" Target="../media/image237.wmf"/><Relationship Id="rId1" Type="http://schemas.openxmlformats.org/officeDocument/2006/relationships/image" Target="../media/image236.wmf"/><Relationship Id="rId6" Type="http://schemas.openxmlformats.org/officeDocument/2006/relationships/image" Target="../media/image241.wmf"/><Relationship Id="rId5" Type="http://schemas.openxmlformats.org/officeDocument/2006/relationships/image" Target="../media/image240.wmf"/><Relationship Id="rId4" Type="http://schemas.openxmlformats.org/officeDocument/2006/relationships/image" Target="../media/image239.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246.wmf"/><Relationship Id="rId2" Type="http://schemas.openxmlformats.org/officeDocument/2006/relationships/image" Target="../media/image245.wmf"/><Relationship Id="rId1" Type="http://schemas.openxmlformats.org/officeDocument/2006/relationships/image" Target="../media/image244.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249.wmf"/><Relationship Id="rId2" Type="http://schemas.openxmlformats.org/officeDocument/2006/relationships/image" Target="../media/image248.wmf"/><Relationship Id="rId1" Type="http://schemas.openxmlformats.org/officeDocument/2006/relationships/image" Target="../media/image247.wmf"/><Relationship Id="rId4" Type="http://schemas.openxmlformats.org/officeDocument/2006/relationships/image" Target="../media/image250.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253.wmf"/><Relationship Id="rId2" Type="http://schemas.openxmlformats.org/officeDocument/2006/relationships/image" Target="../media/image252.wmf"/><Relationship Id="rId1" Type="http://schemas.openxmlformats.org/officeDocument/2006/relationships/image" Target="../media/image251.wmf"/><Relationship Id="rId4" Type="http://schemas.openxmlformats.org/officeDocument/2006/relationships/image" Target="../media/image254.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257.wmf"/><Relationship Id="rId2" Type="http://schemas.openxmlformats.org/officeDocument/2006/relationships/image" Target="../media/image256.wmf"/><Relationship Id="rId1" Type="http://schemas.openxmlformats.org/officeDocument/2006/relationships/image" Target="../media/image255.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260.wmf"/><Relationship Id="rId7" Type="http://schemas.openxmlformats.org/officeDocument/2006/relationships/image" Target="../media/image264.wmf"/><Relationship Id="rId2" Type="http://schemas.openxmlformats.org/officeDocument/2006/relationships/image" Target="../media/image259.wmf"/><Relationship Id="rId1" Type="http://schemas.openxmlformats.org/officeDocument/2006/relationships/image" Target="../media/image258.wmf"/><Relationship Id="rId6" Type="http://schemas.openxmlformats.org/officeDocument/2006/relationships/image" Target="../media/image263.wmf"/><Relationship Id="rId5" Type="http://schemas.openxmlformats.org/officeDocument/2006/relationships/image" Target="../media/image262.wmf"/><Relationship Id="rId4" Type="http://schemas.openxmlformats.org/officeDocument/2006/relationships/image" Target="../media/image261.wmf"/></Relationships>
</file>

<file path=ppt/drawings/_rels/vmlDrawing52.vml.rels><?xml version="1.0" encoding="UTF-8" standalone="yes"?>
<Relationships xmlns="http://schemas.openxmlformats.org/package/2006/relationships"><Relationship Id="rId2" Type="http://schemas.openxmlformats.org/officeDocument/2006/relationships/image" Target="../media/image266.wmf"/><Relationship Id="rId1" Type="http://schemas.openxmlformats.org/officeDocument/2006/relationships/image" Target="../media/image265.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269.wmf"/><Relationship Id="rId7" Type="http://schemas.openxmlformats.org/officeDocument/2006/relationships/image" Target="../media/image273.wmf"/><Relationship Id="rId2" Type="http://schemas.openxmlformats.org/officeDocument/2006/relationships/image" Target="../media/image268.wmf"/><Relationship Id="rId1" Type="http://schemas.openxmlformats.org/officeDocument/2006/relationships/image" Target="../media/image267.wmf"/><Relationship Id="rId6" Type="http://schemas.openxmlformats.org/officeDocument/2006/relationships/image" Target="../media/image272.wmf"/><Relationship Id="rId5" Type="http://schemas.openxmlformats.org/officeDocument/2006/relationships/image" Target="../media/image271.wmf"/><Relationship Id="rId4" Type="http://schemas.openxmlformats.org/officeDocument/2006/relationships/image" Target="../media/image270.wmf"/></Relationships>
</file>

<file path=ppt/drawings/_rels/vmlDrawing54.vml.rels><?xml version="1.0" encoding="UTF-8" standalone="yes"?>
<Relationships xmlns="http://schemas.openxmlformats.org/package/2006/relationships"><Relationship Id="rId8" Type="http://schemas.openxmlformats.org/officeDocument/2006/relationships/image" Target="../media/image280.wmf"/><Relationship Id="rId3" Type="http://schemas.openxmlformats.org/officeDocument/2006/relationships/image" Target="../media/image275.wmf"/><Relationship Id="rId7" Type="http://schemas.openxmlformats.org/officeDocument/2006/relationships/image" Target="../media/image279.wmf"/><Relationship Id="rId2" Type="http://schemas.openxmlformats.org/officeDocument/2006/relationships/image" Target="../media/image274.wmf"/><Relationship Id="rId1" Type="http://schemas.openxmlformats.org/officeDocument/2006/relationships/image" Target="../media/image164.wmf"/><Relationship Id="rId6" Type="http://schemas.openxmlformats.org/officeDocument/2006/relationships/image" Target="../media/image278.wmf"/><Relationship Id="rId5" Type="http://schemas.openxmlformats.org/officeDocument/2006/relationships/image" Target="../media/image277.wmf"/><Relationship Id="rId4" Type="http://schemas.openxmlformats.org/officeDocument/2006/relationships/image" Target="../media/image276.wmf"/><Relationship Id="rId9" Type="http://schemas.openxmlformats.org/officeDocument/2006/relationships/image" Target="../media/image281.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284.wmf"/><Relationship Id="rId2" Type="http://schemas.openxmlformats.org/officeDocument/2006/relationships/image" Target="../media/image283.wmf"/><Relationship Id="rId1" Type="http://schemas.openxmlformats.org/officeDocument/2006/relationships/image" Target="../media/image282.wmf"/><Relationship Id="rId6" Type="http://schemas.openxmlformats.org/officeDocument/2006/relationships/image" Target="../media/image274.wmf"/><Relationship Id="rId5" Type="http://schemas.openxmlformats.org/officeDocument/2006/relationships/image" Target="../media/image286.wmf"/><Relationship Id="rId4" Type="http://schemas.openxmlformats.org/officeDocument/2006/relationships/image" Target="../media/image285.w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289.wmf"/><Relationship Id="rId7" Type="http://schemas.openxmlformats.org/officeDocument/2006/relationships/image" Target="../media/image293.wmf"/><Relationship Id="rId2" Type="http://schemas.openxmlformats.org/officeDocument/2006/relationships/image" Target="../media/image288.wmf"/><Relationship Id="rId1" Type="http://schemas.openxmlformats.org/officeDocument/2006/relationships/image" Target="../media/image287.wmf"/><Relationship Id="rId6" Type="http://schemas.openxmlformats.org/officeDocument/2006/relationships/image" Target="../media/image292.wmf"/><Relationship Id="rId5" Type="http://schemas.openxmlformats.org/officeDocument/2006/relationships/image" Target="../media/image291.wmf"/><Relationship Id="rId4" Type="http://schemas.openxmlformats.org/officeDocument/2006/relationships/image" Target="../media/image290.wmf"/></Relationships>
</file>

<file path=ppt/drawings/_rels/vmlDrawing57.vml.rels><?xml version="1.0" encoding="UTF-8" standalone="yes"?>
<Relationships xmlns="http://schemas.openxmlformats.org/package/2006/relationships"><Relationship Id="rId8" Type="http://schemas.openxmlformats.org/officeDocument/2006/relationships/image" Target="../media/image301.wmf"/><Relationship Id="rId13" Type="http://schemas.openxmlformats.org/officeDocument/2006/relationships/image" Target="../media/image306.emf"/><Relationship Id="rId3" Type="http://schemas.openxmlformats.org/officeDocument/2006/relationships/image" Target="../media/image296.emf"/><Relationship Id="rId7" Type="http://schemas.openxmlformats.org/officeDocument/2006/relationships/image" Target="../media/image300.emf"/><Relationship Id="rId12" Type="http://schemas.openxmlformats.org/officeDocument/2006/relationships/image" Target="../media/image305.emf"/><Relationship Id="rId2" Type="http://schemas.openxmlformats.org/officeDocument/2006/relationships/image" Target="../media/image295.wmf"/><Relationship Id="rId1" Type="http://schemas.openxmlformats.org/officeDocument/2006/relationships/image" Target="../media/image294.wmf"/><Relationship Id="rId6" Type="http://schemas.openxmlformats.org/officeDocument/2006/relationships/image" Target="../media/image299.wmf"/><Relationship Id="rId11" Type="http://schemas.openxmlformats.org/officeDocument/2006/relationships/image" Target="../media/image304.emf"/><Relationship Id="rId5" Type="http://schemas.openxmlformats.org/officeDocument/2006/relationships/image" Target="../media/image298.emf"/><Relationship Id="rId10" Type="http://schemas.openxmlformats.org/officeDocument/2006/relationships/image" Target="../media/image303.emf"/><Relationship Id="rId4" Type="http://schemas.openxmlformats.org/officeDocument/2006/relationships/image" Target="../media/image297.emf"/><Relationship Id="rId9" Type="http://schemas.openxmlformats.org/officeDocument/2006/relationships/image" Target="../media/image302.w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307.wmf"/></Relationships>
</file>

<file path=ppt/drawings/_rels/vmlDrawing59.vml.rels><?xml version="1.0" encoding="UTF-8" standalone="yes"?>
<Relationships xmlns="http://schemas.openxmlformats.org/package/2006/relationships"><Relationship Id="rId3" Type="http://schemas.openxmlformats.org/officeDocument/2006/relationships/image" Target="../media/image310.wmf"/><Relationship Id="rId2" Type="http://schemas.openxmlformats.org/officeDocument/2006/relationships/image" Target="../media/image309.wmf"/><Relationship Id="rId1" Type="http://schemas.openxmlformats.org/officeDocument/2006/relationships/image" Target="../media/image308.wmf"/><Relationship Id="rId6" Type="http://schemas.openxmlformats.org/officeDocument/2006/relationships/image" Target="../media/image313.wmf"/><Relationship Id="rId5" Type="http://schemas.openxmlformats.org/officeDocument/2006/relationships/image" Target="../media/image312.wmf"/><Relationship Id="rId4" Type="http://schemas.openxmlformats.org/officeDocument/2006/relationships/image" Target="../media/image311.wmf"/></Relationships>
</file>

<file path=ppt/drawings/_rels/vmlDrawing60.vml.rels><?xml version="1.0" encoding="UTF-8" standalone="yes"?>
<Relationships xmlns="http://schemas.openxmlformats.org/package/2006/relationships"><Relationship Id="rId3" Type="http://schemas.openxmlformats.org/officeDocument/2006/relationships/image" Target="../media/image316.wmf"/><Relationship Id="rId2" Type="http://schemas.openxmlformats.org/officeDocument/2006/relationships/image" Target="../media/image315.wmf"/><Relationship Id="rId1" Type="http://schemas.openxmlformats.org/officeDocument/2006/relationships/image" Target="../media/image314.wmf"/><Relationship Id="rId5" Type="http://schemas.openxmlformats.org/officeDocument/2006/relationships/image" Target="../media/image318.wmf"/><Relationship Id="rId4" Type="http://schemas.openxmlformats.org/officeDocument/2006/relationships/image" Target="../media/image317.wmf"/></Relationships>
</file>

<file path=ppt/drawings/_rels/vmlDrawing61.vml.rels><?xml version="1.0" encoding="UTF-8" standalone="yes"?>
<Relationships xmlns="http://schemas.openxmlformats.org/package/2006/relationships"><Relationship Id="rId3" Type="http://schemas.openxmlformats.org/officeDocument/2006/relationships/image" Target="../media/image321.emf"/><Relationship Id="rId7" Type="http://schemas.openxmlformats.org/officeDocument/2006/relationships/image" Target="../media/image325.wmf"/><Relationship Id="rId2" Type="http://schemas.openxmlformats.org/officeDocument/2006/relationships/image" Target="../media/image320.wmf"/><Relationship Id="rId1" Type="http://schemas.openxmlformats.org/officeDocument/2006/relationships/image" Target="../media/image319.wmf"/><Relationship Id="rId6" Type="http://schemas.openxmlformats.org/officeDocument/2006/relationships/image" Target="../media/image324.wmf"/><Relationship Id="rId5" Type="http://schemas.openxmlformats.org/officeDocument/2006/relationships/image" Target="../media/image323.wmf"/><Relationship Id="rId4" Type="http://schemas.openxmlformats.org/officeDocument/2006/relationships/image" Target="../media/image322.emf"/></Relationships>
</file>

<file path=ppt/drawings/_rels/vmlDrawing62.vml.rels><?xml version="1.0" encoding="UTF-8" standalone="yes"?>
<Relationships xmlns="http://schemas.openxmlformats.org/package/2006/relationships"><Relationship Id="rId3" Type="http://schemas.openxmlformats.org/officeDocument/2006/relationships/image" Target="../media/image328.wmf"/><Relationship Id="rId2" Type="http://schemas.openxmlformats.org/officeDocument/2006/relationships/image" Target="../media/image327.wmf"/><Relationship Id="rId1" Type="http://schemas.openxmlformats.org/officeDocument/2006/relationships/image" Target="../media/image326.wmf"/></Relationships>
</file>

<file path=ppt/drawings/_rels/vmlDrawing63.vml.rels><?xml version="1.0" encoding="UTF-8" standalone="yes"?>
<Relationships xmlns="http://schemas.openxmlformats.org/package/2006/relationships"><Relationship Id="rId8" Type="http://schemas.openxmlformats.org/officeDocument/2006/relationships/image" Target="../media/image335.wmf"/><Relationship Id="rId3" Type="http://schemas.openxmlformats.org/officeDocument/2006/relationships/image" Target="../media/image330.wmf"/><Relationship Id="rId7" Type="http://schemas.openxmlformats.org/officeDocument/2006/relationships/image" Target="../media/image334.wmf"/><Relationship Id="rId2" Type="http://schemas.openxmlformats.org/officeDocument/2006/relationships/image" Target="../media/image329.wmf"/><Relationship Id="rId1" Type="http://schemas.openxmlformats.org/officeDocument/2006/relationships/image" Target="../media/image308.wmf"/><Relationship Id="rId6" Type="http://schemas.openxmlformats.org/officeDocument/2006/relationships/image" Target="../media/image333.wmf"/><Relationship Id="rId5" Type="http://schemas.openxmlformats.org/officeDocument/2006/relationships/image" Target="../media/image332.wmf"/><Relationship Id="rId4" Type="http://schemas.openxmlformats.org/officeDocument/2006/relationships/image" Target="../media/image331.wmf"/></Relationships>
</file>

<file path=ppt/drawings/_rels/vmlDrawing64.vml.rels><?xml version="1.0" encoding="UTF-8" standalone="yes"?>
<Relationships xmlns="http://schemas.openxmlformats.org/package/2006/relationships"><Relationship Id="rId8" Type="http://schemas.openxmlformats.org/officeDocument/2006/relationships/image" Target="../media/image343.wmf"/><Relationship Id="rId13" Type="http://schemas.openxmlformats.org/officeDocument/2006/relationships/image" Target="../media/image348.wmf"/><Relationship Id="rId3" Type="http://schemas.openxmlformats.org/officeDocument/2006/relationships/image" Target="../media/image338.wmf"/><Relationship Id="rId7" Type="http://schemas.openxmlformats.org/officeDocument/2006/relationships/image" Target="../media/image342.wmf"/><Relationship Id="rId12" Type="http://schemas.openxmlformats.org/officeDocument/2006/relationships/image" Target="../media/image347.wmf"/><Relationship Id="rId2" Type="http://schemas.openxmlformats.org/officeDocument/2006/relationships/image" Target="../media/image337.wmf"/><Relationship Id="rId1" Type="http://schemas.openxmlformats.org/officeDocument/2006/relationships/image" Target="../media/image336.wmf"/><Relationship Id="rId6" Type="http://schemas.openxmlformats.org/officeDocument/2006/relationships/image" Target="../media/image341.wmf"/><Relationship Id="rId11" Type="http://schemas.openxmlformats.org/officeDocument/2006/relationships/image" Target="../media/image346.wmf"/><Relationship Id="rId5" Type="http://schemas.openxmlformats.org/officeDocument/2006/relationships/image" Target="../media/image340.wmf"/><Relationship Id="rId10" Type="http://schemas.openxmlformats.org/officeDocument/2006/relationships/image" Target="../media/image345.wmf"/><Relationship Id="rId4" Type="http://schemas.openxmlformats.org/officeDocument/2006/relationships/image" Target="../media/image339.wmf"/><Relationship Id="rId9" Type="http://schemas.openxmlformats.org/officeDocument/2006/relationships/image" Target="../media/image344.wmf"/></Relationships>
</file>

<file path=ppt/drawings/_rels/vmlDrawing65.vml.rels><?xml version="1.0" encoding="UTF-8" standalone="yes"?>
<Relationships xmlns="http://schemas.openxmlformats.org/package/2006/relationships"><Relationship Id="rId8" Type="http://schemas.openxmlformats.org/officeDocument/2006/relationships/image" Target="../media/image355.emf"/><Relationship Id="rId13" Type="http://schemas.openxmlformats.org/officeDocument/2006/relationships/image" Target="../media/image360.emf"/><Relationship Id="rId3" Type="http://schemas.openxmlformats.org/officeDocument/2006/relationships/image" Target="../media/image350.wmf"/><Relationship Id="rId7" Type="http://schemas.openxmlformats.org/officeDocument/2006/relationships/image" Target="../media/image354.wmf"/><Relationship Id="rId12" Type="http://schemas.openxmlformats.org/officeDocument/2006/relationships/image" Target="../media/image359.wmf"/><Relationship Id="rId2" Type="http://schemas.openxmlformats.org/officeDocument/2006/relationships/image" Target="../media/image10.wmf"/><Relationship Id="rId1" Type="http://schemas.openxmlformats.org/officeDocument/2006/relationships/image" Target="../media/image349.wmf"/><Relationship Id="rId6" Type="http://schemas.openxmlformats.org/officeDocument/2006/relationships/image" Target="../media/image353.wmf"/><Relationship Id="rId11" Type="http://schemas.openxmlformats.org/officeDocument/2006/relationships/image" Target="../media/image358.emf"/><Relationship Id="rId5" Type="http://schemas.openxmlformats.org/officeDocument/2006/relationships/image" Target="../media/image352.wmf"/><Relationship Id="rId10" Type="http://schemas.openxmlformats.org/officeDocument/2006/relationships/image" Target="../media/image357.wmf"/><Relationship Id="rId4" Type="http://schemas.openxmlformats.org/officeDocument/2006/relationships/image" Target="../media/image351.wmf"/><Relationship Id="rId9" Type="http://schemas.openxmlformats.org/officeDocument/2006/relationships/image" Target="../media/image356.emf"/><Relationship Id="rId14" Type="http://schemas.openxmlformats.org/officeDocument/2006/relationships/image" Target="../media/image361.wmf"/></Relationships>
</file>

<file path=ppt/drawings/_rels/vmlDrawing66.vml.rels><?xml version="1.0" encoding="UTF-8" standalone="yes"?>
<Relationships xmlns="http://schemas.openxmlformats.org/package/2006/relationships"><Relationship Id="rId8" Type="http://schemas.openxmlformats.org/officeDocument/2006/relationships/image" Target="../media/image369.wmf"/><Relationship Id="rId3" Type="http://schemas.openxmlformats.org/officeDocument/2006/relationships/image" Target="../media/image364.wmf"/><Relationship Id="rId7" Type="http://schemas.openxmlformats.org/officeDocument/2006/relationships/image" Target="../media/image368.wmf"/><Relationship Id="rId2" Type="http://schemas.openxmlformats.org/officeDocument/2006/relationships/image" Target="../media/image363.wmf"/><Relationship Id="rId1" Type="http://schemas.openxmlformats.org/officeDocument/2006/relationships/image" Target="../media/image362.wmf"/><Relationship Id="rId6" Type="http://schemas.openxmlformats.org/officeDocument/2006/relationships/image" Target="../media/image367.wmf"/><Relationship Id="rId5" Type="http://schemas.openxmlformats.org/officeDocument/2006/relationships/image" Target="../media/image366.wmf"/><Relationship Id="rId4" Type="http://schemas.openxmlformats.org/officeDocument/2006/relationships/image" Target="../media/image365.wmf"/><Relationship Id="rId9" Type="http://schemas.openxmlformats.org/officeDocument/2006/relationships/image" Target="../media/image370.wmf"/></Relationships>
</file>

<file path=ppt/drawings/_rels/vmlDrawing67.vml.rels><?xml version="1.0" encoding="UTF-8" standalone="yes"?>
<Relationships xmlns="http://schemas.openxmlformats.org/package/2006/relationships"><Relationship Id="rId3" Type="http://schemas.openxmlformats.org/officeDocument/2006/relationships/image" Target="../media/image373.wmf"/><Relationship Id="rId2" Type="http://schemas.openxmlformats.org/officeDocument/2006/relationships/image" Target="../media/image372.wmf"/><Relationship Id="rId1" Type="http://schemas.openxmlformats.org/officeDocument/2006/relationships/image" Target="../media/image371.wmf"/><Relationship Id="rId4" Type="http://schemas.openxmlformats.org/officeDocument/2006/relationships/image" Target="../media/image374.wmf"/></Relationships>
</file>

<file path=ppt/drawings/_rels/vmlDrawing68.vml.rels><?xml version="1.0" encoding="UTF-8" standalone="yes"?>
<Relationships xmlns="http://schemas.openxmlformats.org/package/2006/relationships"><Relationship Id="rId2" Type="http://schemas.openxmlformats.org/officeDocument/2006/relationships/image" Target="../media/image376.wmf"/><Relationship Id="rId1" Type="http://schemas.openxmlformats.org/officeDocument/2006/relationships/image" Target="../media/image375.wmf"/></Relationships>
</file>

<file path=ppt/drawings/_rels/vmlDrawing69.vml.rels><?xml version="1.0" encoding="UTF-8" standalone="yes"?>
<Relationships xmlns="http://schemas.openxmlformats.org/package/2006/relationships"><Relationship Id="rId3" Type="http://schemas.openxmlformats.org/officeDocument/2006/relationships/image" Target="../media/image379.wmf"/><Relationship Id="rId7" Type="http://schemas.openxmlformats.org/officeDocument/2006/relationships/image" Target="../media/image382.wmf"/><Relationship Id="rId2" Type="http://schemas.openxmlformats.org/officeDocument/2006/relationships/image" Target="../media/image378.wmf"/><Relationship Id="rId1" Type="http://schemas.openxmlformats.org/officeDocument/2006/relationships/image" Target="../media/image377.wmf"/><Relationship Id="rId6" Type="http://schemas.openxmlformats.org/officeDocument/2006/relationships/image" Target="../media/image381.wmf"/><Relationship Id="rId5" Type="http://schemas.openxmlformats.org/officeDocument/2006/relationships/image" Target="../media/image380.wmf"/><Relationship Id="rId4" Type="http://schemas.openxmlformats.org/officeDocument/2006/relationships/image" Target="../media/image164.wmf"/></Relationships>
</file>

<file path=ppt/drawings/_rels/vmlDrawing70.vml.rels><?xml version="1.0" encoding="UTF-8" standalone="yes"?>
<Relationships xmlns="http://schemas.openxmlformats.org/package/2006/relationships"><Relationship Id="rId3" Type="http://schemas.openxmlformats.org/officeDocument/2006/relationships/image" Target="../media/image385.wmf"/><Relationship Id="rId2" Type="http://schemas.openxmlformats.org/officeDocument/2006/relationships/image" Target="../media/image384.wmf"/><Relationship Id="rId1" Type="http://schemas.openxmlformats.org/officeDocument/2006/relationships/image" Target="../media/image383.wmf"/><Relationship Id="rId6" Type="http://schemas.openxmlformats.org/officeDocument/2006/relationships/image" Target="../media/image388.wmf"/><Relationship Id="rId5" Type="http://schemas.openxmlformats.org/officeDocument/2006/relationships/image" Target="../media/image387.wmf"/><Relationship Id="rId4" Type="http://schemas.openxmlformats.org/officeDocument/2006/relationships/image" Target="../media/image386.wmf"/></Relationships>
</file>

<file path=ppt/drawings/_rels/vmlDrawing71.vml.rels><?xml version="1.0" encoding="UTF-8" standalone="yes"?>
<Relationships xmlns="http://schemas.openxmlformats.org/package/2006/relationships"><Relationship Id="rId3" Type="http://schemas.openxmlformats.org/officeDocument/2006/relationships/image" Target="../media/image391.wmf"/><Relationship Id="rId2" Type="http://schemas.openxmlformats.org/officeDocument/2006/relationships/image" Target="../media/image390.wmf"/><Relationship Id="rId1" Type="http://schemas.openxmlformats.org/officeDocument/2006/relationships/image" Target="../media/image389.wmf"/><Relationship Id="rId6" Type="http://schemas.openxmlformats.org/officeDocument/2006/relationships/image" Target="../media/image394.wmf"/><Relationship Id="rId5" Type="http://schemas.openxmlformats.org/officeDocument/2006/relationships/image" Target="../media/image393.emf"/><Relationship Id="rId4" Type="http://schemas.openxmlformats.org/officeDocument/2006/relationships/image" Target="../media/image392.wmf"/></Relationships>
</file>

<file path=ppt/drawings/_rels/vmlDrawing72.vml.rels><?xml version="1.0" encoding="UTF-8" standalone="yes"?>
<Relationships xmlns="http://schemas.openxmlformats.org/package/2006/relationships"><Relationship Id="rId3" Type="http://schemas.openxmlformats.org/officeDocument/2006/relationships/image" Target="../media/image397.wmf"/><Relationship Id="rId7" Type="http://schemas.openxmlformats.org/officeDocument/2006/relationships/image" Target="../media/image401.emf"/><Relationship Id="rId2" Type="http://schemas.openxmlformats.org/officeDocument/2006/relationships/image" Target="../media/image396.wmf"/><Relationship Id="rId1" Type="http://schemas.openxmlformats.org/officeDocument/2006/relationships/image" Target="../media/image395.wmf"/><Relationship Id="rId6" Type="http://schemas.openxmlformats.org/officeDocument/2006/relationships/image" Target="../media/image400.wmf"/><Relationship Id="rId5" Type="http://schemas.openxmlformats.org/officeDocument/2006/relationships/image" Target="../media/image399.wmf"/><Relationship Id="rId4" Type="http://schemas.openxmlformats.org/officeDocument/2006/relationships/image" Target="../media/image398.wmf"/></Relationships>
</file>

<file path=ppt/drawings/_rels/vmlDrawing73.vml.rels><?xml version="1.0" encoding="UTF-8" standalone="yes"?>
<Relationships xmlns="http://schemas.openxmlformats.org/package/2006/relationships"><Relationship Id="rId3" Type="http://schemas.openxmlformats.org/officeDocument/2006/relationships/image" Target="../media/image404.wmf"/><Relationship Id="rId2" Type="http://schemas.openxmlformats.org/officeDocument/2006/relationships/image" Target="../media/image403.wmf"/><Relationship Id="rId1" Type="http://schemas.openxmlformats.org/officeDocument/2006/relationships/image" Target="../media/image402.wmf"/></Relationships>
</file>

<file path=ppt/drawings/_rels/vmlDrawing74.vml.rels><?xml version="1.0" encoding="UTF-8" standalone="yes"?>
<Relationships xmlns="http://schemas.openxmlformats.org/package/2006/relationships"><Relationship Id="rId3" Type="http://schemas.openxmlformats.org/officeDocument/2006/relationships/image" Target="../media/image407.wmf"/><Relationship Id="rId7" Type="http://schemas.openxmlformats.org/officeDocument/2006/relationships/image" Target="../media/image411.wmf"/><Relationship Id="rId2" Type="http://schemas.openxmlformats.org/officeDocument/2006/relationships/image" Target="../media/image406.wmf"/><Relationship Id="rId1" Type="http://schemas.openxmlformats.org/officeDocument/2006/relationships/image" Target="../media/image405.wmf"/><Relationship Id="rId6" Type="http://schemas.openxmlformats.org/officeDocument/2006/relationships/image" Target="../media/image410.wmf"/><Relationship Id="rId5" Type="http://schemas.openxmlformats.org/officeDocument/2006/relationships/image" Target="../media/image409.wmf"/><Relationship Id="rId4" Type="http://schemas.openxmlformats.org/officeDocument/2006/relationships/image" Target="../media/image408.wmf"/></Relationships>
</file>

<file path=ppt/drawings/_rels/vmlDrawing75.vml.rels><?xml version="1.0" encoding="UTF-8" standalone="yes"?>
<Relationships xmlns="http://schemas.openxmlformats.org/package/2006/relationships"><Relationship Id="rId3" Type="http://schemas.openxmlformats.org/officeDocument/2006/relationships/image" Target="../media/image414.wmf"/><Relationship Id="rId2" Type="http://schemas.openxmlformats.org/officeDocument/2006/relationships/image" Target="../media/image413.wmf"/><Relationship Id="rId1" Type="http://schemas.openxmlformats.org/officeDocument/2006/relationships/image" Target="../media/image412.wmf"/></Relationships>
</file>

<file path=ppt/drawings/_rels/vmlDrawing76.vml.rels><?xml version="1.0" encoding="UTF-8" standalone="yes"?>
<Relationships xmlns="http://schemas.openxmlformats.org/package/2006/relationships"><Relationship Id="rId3" Type="http://schemas.openxmlformats.org/officeDocument/2006/relationships/image" Target="../media/image417.wmf"/><Relationship Id="rId2" Type="http://schemas.openxmlformats.org/officeDocument/2006/relationships/image" Target="../media/image416.wmf"/><Relationship Id="rId1" Type="http://schemas.openxmlformats.org/officeDocument/2006/relationships/image" Target="../media/image415.wmf"/></Relationships>
</file>

<file path=ppt/drawings/_rels/vmlDrawing77.vml.rels><?xml version="1.0" encoding="UTF-8" standalone="yes"?>
<Relationships xmlns="http://schemas.openxmlformats.org/package/2006/relationships"><Relationship Id="rId3" Type="http://schemas.openxmlformats.org/officeDocument/2006/relationships/image" Target="../media/image420.wmf"/><Relationship Id="rId2" Type="http://schemas.openxmlformats.org/officeDocument/2006/relationships/image" Target="../media/image419.wmf"/><Relationship Id="rId1" Type="http://schemas.openxmlformats.org/officeDocument/2006/relationships/image" Target="../media/image418.wmf"/><Relationship Id="rId4" Type="http://schemas.openxmlformats.org/officeDocument/2006/relationships/image" Target="../media/image421.wmf"/></Relationships>
</file>

<file path=ppt/drawings/_rels/vmlDrawing78.vml.rels><?xml version="1.0" encoding="UTF-8" standalone="yes"?>
<Relationships xmlns="http://schemas.openxmlformats.org/package/2006/relationships"><Relationship Id="rId8" Type="http://schemas.openxmlformats.org/officeDocument/2006/relationships/image" Target="../media/image429.wmf"/><Relationship Id="rId3" Type="http://schemas.openxmlformats.org/officeDocument/2006/relationships/image" Target="../media/image424.wmf"/><Relationship Id="rId7" Type="http://schemas.openxmlformats.org/officeDocument/2006/relationships/image" Target="../media/image428.wmf"/><Relationship Id="rId2" Type="http://schemas.openxmlformats.org/officeDocument/2006/relationships/image" Target="../media/image423.wmf"/><Relationship Id="rId1" Type="http://schemas.openxmlformats.org/officeDocument/2006/relationships/image" Target="../media/image422.wmf"/><Relationship Id="rId6" Type="http://schemas.openxmlformats.org/officeDocument/2006/relationships/image" Target="../media/image427.wmf"/><Relationship Id="rId5" Type="http://schemas.openxmlformats.org/officeDocument/2006/relationships/image" Target="../media/image426.wmf"/><Relationship Id="rId10" Type="http://schemas.openxmlformats.org/officeDocument/2006/relationships/image" Target="../media/image431.wmf"/><Relationship Id="rId4" Type="http://schemas.openxmlformats.org/officeDocument/2006/relationships/image" Target="../media/image425.wmf"/><Relationship Id="rId9" Type="http://schemas.openxmlformats.org/officeDocument/2006/relationships/image" Target="../media/image430.wmf"/></Relationships>
</file>

<file path=ppt/drawings/_rels/vmlDrawing79.vml.rels><?xml version="1.0" encoding="UTF-8" standalone="yes"?>
<Relationships xmlns="http://schemas.openxmlformats.org/package/2006/relationships"><Relationship Id="rId8" Type="http://schemas.openxmlformats.org/officeDocument/2006/relationships/image" Target="../media/image439.wmf"/><Relationship Id="rId3" Type="http://schemas.openxmlformats.org/officeDocument/2006/relationships/image" Target="../media/image434.wmf"/><Relationship Id="rId7" Type="http://schemas.openxmlformats.org/officeDocument/2006/relationships/image" Target="../media/image438.wmf"/><Relationship Id="rId2" Type="http://schemas.openxmlformats.org/officeDocument/2006/relationships/image" Target="../media/image433.wmf"/><Relationship Id="rId1" Type="http://schemas.openxmlformats.org/officeDocument/2006/relationships/image" Target="../media/image432.wmf"/><Relationship Id="rId6" Type="http://schemas.openxmlformats.org/officeDocument/2006/relationships/image" Target="../media/image437.wmf"/><Relationship Id="rId5" Type="http://schemas.openxmlformats.org/officeDocument/2006/relationships/image" Target="../media/image436.wmf"/><Relationship Id="rId4" Type="http://schemas.openxmlformats.org/officeDocument/2006/relationships/image" Target="../media/image435.wmf"/></Relationships>
</file>

<file path=ppt/drawings/_rels/vmlDrawing80.vml.rels><?xml version="1.0" encoding="UTF-8" standalone="yes"?>
<Relationships xmlns="http://schemas.openxmlformats.org/package/2006/relationships"><Relationship Id="rId3" Type="http://schemas.openxmlformats.org/officeDocument/2006/relationships/image" Target="../media/image442.wmf"/><Relationship Id="rId2" Type="http://schemas.openxmlformats.org/officeDocument/2006/relationships/image" Target="../media/image441.wmf"/><Relationship Id="rId1" Type="http://schemas.openxmlformats.org/officeDocument/2006/relationships/image" Target="../media/image440.wmf"/><Relationship Id="rId5" Type="http://schemas.openxmlformats.org/officeDocument/2006/relationships/image" Target="../media/image444.wmf"/><Relationship Id="rId4" Type="http://schemas.openxmlformats.org/officeDocument/2006/relationships/image" Target="../media/image443.wmf"/></Relationships>
</file>

<file path=ppt/drawings/_rels/vmlDrawing81.vml.rels><?xml version="1.0" encoding="UTF-8" standalone="yes"?>
<Relationships xmlns="http://schemas.openxmlformats.org/package/2006/relationships"><Relationship Id="rId3" Type="http://schemas.openxmlformats.org/officeDocument/2006/relationships/image" Target="../media/image273.wmf"/><Relationship Id="rId2" Type="http://schemas.openxmlformats.org/officeDocument/2006/relationships/image" Target="../media/image446.wmf"/><Relationship Id="rId1" Type="http://schemas.openxmlformats.org/officeDocument/2006/relationships/image" Target="../media/image445.wmf"/><Relationship Id="rId6" Type="http://schemas.openxmlformats.org/officeDocument/2006/relationships/image" Target="../media/image449.wmf"/><Relationship Id="rId5" Type="http://schemas.openxmlformats.org/officeDocument/2006/relationships/image" Target="../media/image448.wmf"/><Relationship Id="rId4" Type="http://schemas.openxmlformats.org/officeDocument/2006/relationships/image" Target="../media/image447.wmf"/></Relationships>
</file>

<file path=ppt/drawings/_rels/vmlDrawing82.vml.rels><?xml version="1.0" encoding="UTF-8" standalone="yes"?>
<Relationships xmlns="http://schemas.openxmlformats.org/package/2006/relationships"><Relationship Id="rId2" Type="http://schemas.openxmlformats.org/officeDocument/2006/relationships/image" Target="../media/image451.wmf"/><Relationship Id="rId1" Type="http://schemas.openxmlformats.org/officeDocument/2006/relationships/image" Target="../media/image450.wmf"/></Relationships>
</file>

<file path=ppt/drawings/_rels/vmlDrawing83.vml.rels><?xml version="1.0" encoding="UTF-8" standalone="yes"?>
<Relationships xmlns="http://schemas.openxmlformats.org/package/2006/relationships"><Relationship Id="rId3" Type="http://schemas.openxmlformats.org/officeDocument/2006/relationships/image" Target="../media/image453.wmf"/><Relationship Id="rId2" Type="http://schemas.openxmlformats.org/officeDocument/2006/relationships/image" Target="../media/image452.wmf"/><Relationship Id="rId1" Type="http://schemas.openxmlformats.org/officeDocument/2006/relationships/image" Target="../media/image450.wmf"/><Relationship Id="rId4" Type="http://schemas.openxmlformats.org/officeDocument/2006/relationships/image" Target="../media/image454.wmf"/></Relationships>
</file>

<file path=ppt/drawings/_rels/vmlDrawing84.vml.rels><?xml version="1.0" encoding="UTF-8" standalone="yes"?>
<Relationships xmlns="http://schemas.openxmlformats.org/package/2006/relationships"><Relationship Id="rId3" Type="http://schemas.openxmlformats.org/officeDocument/2006/relationships/image" Target="../media/image456.wmf"/><Relationship Id="rId7" Type="http://schemas.openxmlformats.org/officeDocument/2006/relationships/image" Target="../media/image460.wmf"/><Relationship Id="rId2" Type="http://schemas.openxmlformats.org/officeDocument/2006/relationships/image" Target="../media/image455.wmf"/><Relationship Id="rId1" Type="http://schemas.openxmlformats.org/officeDocument/2006/relationships/image" Target="../media/image451.wmf"/><Relationship Id="rId6" Type="http://schemas.openxmlformats.org/officeDocument/2006/relationships/image" Target="../media/image459.wmf"/><Relationship Id="rId5" Type="http://schemas.openxmlformats.org/officeDocument/2006/relationships/image" Target="../media/image458.wmf"/><Relationship Id="rId4" Type="http://schemas.openxmlformats.org/officeDocument/2006/relationships/image" Target="../media/image45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0"/>
            <a:ext cx="4324350" cy="341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smtClean="0">
                <a:ea typeface="宋体" pitchFamily="2" charset="-122"/>
              </a:defRPr>
            </a:lvl1pPr>
          </a:lstStyle>
          <a:p>
            <a:pPr>
              <a:defRPr/>
            </a:pPr>
            <a:endParaRPr lang="en-US" altLang="zh-CN"/>
          </a:p>
        </p:txBody>
      </p:sp>
      <p:sp>
        <p:nvSpPr>
          <p:cNvPr id="62467" name="Rectangle 3"/>
          <p:cNvSpPr>
            <a:spLocks noGrp="1" noChangeArrowheads="1"/>
          </p:cNvSpPr>
          <p:nvPr>
            <p:ph type="dt" sz="quarter" idx="1"/>
          </p:nvPr>
        </p:nvSpPr>
        <p:spPr bwMode="auto">
          <a:xfrm>
            <a:off x="5653088" y="0"/>
            <a:ext cx="4324350" cy="341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smtClean="0">
                <a:ea typeface="宋体" pitchFamily="2" charset="-122"/>
              </a:defRPr>
            </a:lvl1pPr>
          </a:lstStyle>
          <a:p>
            <a:pPr>
              <a:defRPr/>
            </a:pPr>
            <a:endParaRPr lang="en-US" altLang="zh-CN"/>
          </a:p>
        </p:txBody>
      </p:sp>
      <p:sp>
        <p:nvSpPr>
          <p:cNvPr id="62468" name="Rectangle 4"/>
          <p:cNvSpPr>
            <a:spLocks noGrp="1" noChangeArrowheads="1"/>
          </p:cNvSpPr>
          <p:nvPr>
            <p:ph type="ftr" sz="quarter" idx="2"/>
          </p:nvPr>
        </p:nvSpPr>
        <p:spPr bwMode="auto">
          <a:xfrm>
            <a:off x="0" y="6491288"/>
            <a:ext cx="4324350" cy="341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smtClean="0">
                <a:ea typeface="宋体" pitchFamily="2" charset="-122"/>
              </a:defRPr>
            </a:lvl1pPr>
          </a:lstStyle>
          <a:p>
            <a:pPr>
              <a:defRPr/>
            </a:pPr>
            <a:endParaRPr lang="en-US" altLang="zh-CN"/>
          </a:p>
        </p:txBody>
      </p:sp>
      <p:sp>
        <p:nvSpPr>
          <p:cNvPr id="62469" name="Rectangle 5"/>
          <p:cNvSpPr>
            <a:spLocks noGrp="1" noChangeArrowheads="1"/>
          </p:cNvSpPr>
          <p:nvPr>
            <p:ph type="sldNum" sz="quarter" idx="3"/>
          </p:nvPr>
        </p:nvSpPr>
        <p:spPr bwMode="auto">
          <a:xfrm>
            <a:off x="5653088" y="6491288"/>
            <a:ext cx="4324350" cy="341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smtClean="0">
                <a:ea typeface="宋体" pitchFamily="2" charset="-122"/>
              </a:defRPr>
            </a:lvl1pPr>
          </a:lstStyle>
          <a:p>
            <a:pPr>
              <a:defRPr/>
            </a:pPr>
            <a:fld id="{677C79F0-8B8F-40F4-A724-7548F3E19276}" type="slidenum">
              <a:rPr lang="en-US" altLang="zh-CN"/>
              <a:pPr>
                <a:defRPr/>
              </a:pPr>
              <a:t>‹#›</a:t>
            </a:fld>
            <a:endParaRPr lang="en-US" altLang="zh-CN"/>
          </a:p>
        </p:txBody>
      </p:sp>
    </p:spTree>
    <p:extLst>
      <p:ext uri="{BB962C8B-B14F-4D97-AF65-F5344CB8AC3E}">
        <p14:creationId xmlns:p14="http://schemas.microsoft.com/office/powerpoint/2010/main" val="3119007526"/>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1980173970"/>
      </p:ext>
    </p:extLst>
  </p:cSld>
  <p:clrMapOvr>
    <a:masterClrMapping/>
  </p:clrMapOvr>
  <p:transition>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54283894"/>
      </p:ext>
    </p:extLst>
  </p:cSld>
  <p:clrMapOvr>
    <a:masterClrMapping/>
  </p:clrMapOvr>
  <p:transition>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483880476"/>
      </p:ext>
    </p:extLst>
  </p:cSld>
  <p:clrMapOvr>
    <a:masterClrMapping/>
  </p:clrMapOvr>
  <p:transition>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73281762"/>
      </p:ext>
    </p:extLst>
  </p:cSld>
  <p:clrMapOvr>
    <a:masterClrMapping/>
  </p:clrMapOvr>
  <p:transition>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54513468"/>
      </p:ext>
    </p:extLst>
  </p:cSld>
  <p:clrMapOvr>
    <a:masterClrMapping/>
  </p:clrMapOvr>
  <p:transition>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434203826"/>
      </p:ext>
    </p:extLst>
  </p:cSld>
  <p:clrMapOvr>
    <a:masterClrMapping/>
  </p:clrMapOvr>
  <p:transition>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3721643"/>
      </p:ext>
    </p:extLst>
  </p:cSld>
  <p:clrMapOvr>
    <a:masterClrMapping/>
  </p:clrMapOvr>
  <p:transition>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848920211"/>
      </p:ext>
    </p:extLst>
  </p:cSld>
  <p:clrMapOvr>
    <a:masterClrMapping/>
  </p:clrMapOvr>
  <p:transition>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727702951"/>
      </p:ext>
    </p:extLst>
  </p:cSld>
  <p:clrMapOvr>
    <a:masterClrMapping/>
  </p:clrMapOvr>
  <p:transition>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03482285"/>
      </p:ext>
    </p:extLst>
  </p:cSld>
  <p:clrMapOvr>
    <a:masterClrMapping/>
  </p:clrMapOvr>
  <p:transition>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609600"/>
            <a:ext cx="2057400" cy="551656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609600"/>
            <a:ext cx="6019800" cy="55165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6510355"/>
      </p:ext>
    </p:extLst>
  </p:cSld>
  <p:clrMapOvr>
    <a:masterClrMapping/>
  </p:clrMapOvr>
  <p:transition>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bwMode="auto">
          <a:xfrm>
            <a:off x="914400" y="609600"/>
            <a:ext cx="7543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7">
            <a:hlinkClick r:id="" action="ppaction://hlinkshowjump?jump=previousslide"/>
          </p:cNvPr>
          <p:cNvSpPr>
            <a:spLocks noChangeArrowheads="1"/>
          </p:cNvSpPr>
          <p:nvPr userDrawn="1"/>
        </p:nvSpPr>
        <p:spPr bwMode="auto">
          <a:xfrm>
            <a:off x="6388100" y="6286500"/>
            <a:ext cx="6731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p>
        </p:txBody>
      </p:sp>
      <p:sp>
        <p:nvSpPr>
          <p:cNvPr id="1028" name="Rectangle 8">
            <a:hlinkClick r:id="" action="ppaction://hlinkshowjump?jump=nextslide"/>
          </p:cNvPr>
          <p:cNvSpPr>
            <a:spLocks noChangeArrowheads="1"/>
          </p:cNvSpPr>
          <p:nvPr userDrawn="1"/>
        </p:nvSpPr>
        <p:spPr bwMode="auto">
          <a:xfrm>
            <a:off x="7289800" y="6299200"/>
            <a:ext cx="6731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p>
        </p:txBody>
      </p:sp>
      <p:sp>
        <p:nvSpPr>
          <p:cNvPr id="1029" name="Rectangle 9">
            <a:hlinkClick r:id="" action="ppaction://hlinkshowjump?jump=firstslide"/>
          </p:cNvPr>
          <p:cNvSpPr>
            <a:spLocks noChangeArrowheads="1"/>
          </p:cNvSpPr>
          <p:nvPr userDrawn="1"/>
        </p:nvSpPr>
        <p:spPr bwMode="auto">
          <a:xfrm>
            <a:off x="8204200" y="6299200"/>
            <a:ext cx="6731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ransition>
    <p:wipe/>
  </p:transition>
  <p:txStyles>
    <p:titleStyle>
      <a:lvl1pPr algn="l" rtl="0" eaLnBrk="0" fontAlgn="base" hangingPunct="0">
        <a:spcBef>
          <a:spcPct val="0"/>
        </a:spcBef>
        <a:spcAft>
          <a:spcPct val="0"/>
        </a:spcAft>
        <a:defRPr kumimoji="1" sz="4000" b="1">
          <a:solidFill>
            <a:srgbClr val="0000FF"/>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2pPr>
      <a:lvl3pPr algn="l" rtl="0" eaLnBrk="0" fontAlgn="base" hangingPunct="0">
        <a:spcBef>
          <a:spcPct val="0"/>
        </a:spcBef>
        <a:spcAft>
          <a:spcPct val="0"/>
        </a:spcAft>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3pPr>
      <a:lvl4pPr algn="l" rtl="0" eaLnBrk="0" fontAlgn="base" hangingPunct="0">
        <a:spcBef>
          <a:spcPct val="0"/>
        </a:spcBef>
        <a:spcAft>
          <a:spcPct val="0"/>
        </a:spcAft>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4pPr>
      <a:lvl5pPr algn="l" rtl="0" eaLnBrk="0" fontAlgn="base" hangingPunct="0">
        <a:spcBef>
          <a:spcPct val="0"/>
        </a:spcBef>
        <a:spcAft>
          <a:spcPct val="0"/>
        </a:spcAft>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5pPr>
      <a:lvl6pPr marL="457200" algn="l" rtl="0" fontAlgn="base">
        <a:spcBef>
          <a:spcPct val="0"/>
        </a:spcBef>
        <a:spcAft>
          <a:spcPct val="0"/>
        </a:spcAft>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6pPr>
      <a:lvl7pPr marL="914400" algn="l" rtl="0" fontAlgn="base">
        <a:spcBef>
          <a:spcPct val="0"/>
        </a:spcBef>
        <a:spcAft>
          <a:spcPct val="0"/>
        </a:spcAft>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7pPr>
      <a:lvl8pPr marL="1371600" algn="l" rtl="0" fontAlgn="base">
        <a:spcBef>
          <a:spcPct val="0"/>
        </a:spcBef>
        <a:spcAft>
          <a:spcPct val="0"/>
        </a:spcAft>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8pPr>
      <a:lvl9pPr marL="1828800" algn="l" rtl="0" fontAlgn="base">
        <a:spcBef>
          <a:spcPct val="0"/>
        </a:spcBef>
        <a:spcAft>
          <a:spcPct val="0"/>
        </a:spcAft>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9pPr>
    </p:titleStyle>
    <p:bodyStyle>
      <a:lvl1pPr marL="342900" indent="-342900" algn="l" rtl="0" eaLnBrk="0" fontAlgn="base" hangingPunct="0">
        <a:spcBef>
          <a:spcPct val="20000"/>
        </a:spcBef>
        <a:spcAft>
          <a:spcPct val="0"/>
        </a:spcAft>
        <a:buChar char="•"/>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3.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oleObject" Target="../embeddings/oleObject9.bin"/><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9.e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6.emf"/><Relationship Id="rId11" Type="http://schemas.openxmlformats.org/officeDocument/2006/relationships/oleObject" Target="../embeddings/oleObject8.bin"/><Relationship Id="rId5" Type="http://schemas.openxmlformats.org/officeDocument/2006/relationships/oleObject" Target="../embeddings/oleObject5.bin"/><Relationship Id="rId10" Type="http://schemas.openxmlformats.org/officeDocument/2006/relationships/image" Target="../media/image8.emf"/><Relationship Id="rId4" Type="http://schemas.openxmlformats.org/officeDocument/2006/relationships/image" Target="../media/image5.emf"/><Relationship Id="rId9" Type="http://schemas.openxmlformats.org/officeDocument/2006/relationships/oleObject" Target="../embeddings/oleObject7.bin"/><Relationship Id="rId14" Type="http://schemas.openxmlformats.org/officeDocument/2006/relationships/image" Target="../media/image10.wmf"/></Relationships>
</file>

<file path=ppt/slides/_rels/slide4.xml.rels><?xml version="1.0" encoding="UTF-8" standalone="yes"?>
<Relationships xmlns="http://schemas.openxmlformats.org/package/2006/relationships"><Relationship Id="rId8" Type="http://schemas.openxmlformats.org/officeDocument/2006/relationships/image" Target="../media/image13.emf"/><Relationship Id="rId13" Type="http://schemas.openxmlformats.org/officeDocument/2006/relationships/oleObject" Target="../embeddings/oleObject15.bin"/><Relationship Id="rId18" Type="http://schemas.openxmlformats.org/officeDocument/2006/relationships/image" Target="../media/image18.emf"/><Relationship Id="rId26" Type="http://schemas.openxmlformats.org/officeDocument/2006/relationships/image" Target="../media/image22.emf"/><Relationship Id="rId3" Type="http://schemas.openxmlformats.org/officeDocument/2006/relationships/oleObject" Target="../embeddings/oleObject10.bin"/><Relationship Id="rId21" Type="http://schemas.openxmlformats.org/officeDocument/2006/relationships/oleObject" Target="../embeddings/oleObject19.bin"/><Relationship Id="rId7" Type="http://schemas.openxmlformats.org/officeDocument/2006/relationships/oleObject" Target="../embeddings/oleObject12.bin"/><Relationship Id="rId12" Type="http://schemas.openxmlformats.org/officeDocument/2006/relationships/image" Target="../media/image15.emf"/><Relationship Id="rId17" Type="http://schemas.openxmlformats.org/officeDocument/2006/relationships/oleObject" Target="../embeddings/oleObject17.bin"/><Relationship Id="rId25" Type="http://schemas.openxmlformats.org/officeDocument/2006/relationships/oleObject" Target="../embeddings/oleObject21.bin"/><Relationship Id="rId2" Type="http://schemas.openxmlformats.org/officeDocument/2006/relationships/slideLayout" Target="../slideLayouts/slideLayout7.xml"/><Relationship Id="rId16" Type="http://schemas.openxmlformats.org/officeDocument/2006/relationships/image" Target="../media/image17.emf"/><Relationship Id="rId20" Type="http://schemas.openxmlformats.org/officeDocument/2006/relationships/image" Target="../media/image19.emf"/><Relationship Id="rId1" Type="http://schemas.openxmlformats.org/officeDocument/2006/relationships/vmlDrawing" Target="../drawings/vmlDrawing3.vml"/><Relationship Id="rId6" Type="http://schemas.openxmlformats.org/officeDocument/2006/relationships/image" Target="../media/image12.emf"/><Relationship Id="rId11" Type="http://schemas.openxmlformats.org/officeDocument/2006/relationships/oleObject" Target="../embeddings/oleObject14.bin"/><Relationship Id="rId24" Type="http://schemas.openxmlformats.org/officeDocument/2006/relationships/image" Target="../media/image21.emf"/><Relationship Id="rId5" Type="http://schemas.openxmlformats.org/officeDocument/2006/relationships/oleObject" Target="../embeddings/oleObject11.bin"/><Relationship Id="rId15" Type="http://schemas.openxmlformats.org/officeDocument/2006/relationships/oleObject" Target="../embeddings/oleObject16.bin"/><Relationship Id="rId23" Type="http://schemas.openxmlformats.org/officeDocument/2006/relationships/oleObject" Target="../embeddings/oleObject20.bin"/><Relationship Id="rId10" Type="http://schemas.openxmlformats.org/officeDocument/2006/relationships/image" Target="../media/image14.emf"/><Relationship Id="rId19" Type="http://schemas.openxmlformats.org/officeDocument/2006/relationships/oleObject" Target="../embeddings/oleObject18.bin"/><Relationship Id="rId4" Type="http://schemas.openxmlformats.org/officeDocument/2006/relationships/image" Target="../media/image11.emf"/><Relationship Id="rId9" Type="http://schemas.openxmlformats.org/officeDocument/2006/relationships/oleObject" Target="../embeddings/oleObject13.bin"/><Relationship Id="rId14" Type="http://schemas.openxmlformats.org/officeDocument/2006/relationships/image" Target="../media/image16.emf"/><Relationship Id="rId22" Type="http://schemas.openxmlformats.org/officeDocument/2006/relationships/image" Target="../media/image20.emf"/></Relationships>
</file>

<file path=ppt/slides/_rels/slide5.xml.rels><?xml version="1.0" encoding="UTF-8" standalone="yes"?>
<Relationships xmlns="http://schemas.openxmlformats.org/package/2006/relationships"><Relationship Id="rId13" Type="http://schemas.openxmlformats.org/officeDocument/2006/relationships/image" Target="../media/image25.wmf"/><Relationship Id="rId18" Type="http://schemas.openxmlformats.org/officeDocument/2006/relationships/oleObject" Target="../embeddings/oleObject33.bin"/><Relationship Id="rId26" Type="http://schemas.openxmlformats.org/officeDocument/2006/relationships/image" Target="../media/image28.emf"/><Relationship Id="rId21" Type="http://schemas.openxmlformats.org/officeDocument/2006/relationships/oleObject" Target="../embeddings/oleObject36.bin"/><Relationship Id="rId34" Type="http://schemas.openxmlformats.org/officeDocument/2006/relationships/image" Target="../media/image32.emf"/><Relationship Id="rId7" Type="http://schemas.openxmlformats.org/officeDocument/2006/relationships/oleObject" Target="../embeddings/oleObject24.bin"/><Relationship Id="rId12" Type="http://schemas.openxmlformats.org/officeDocument/2006/relationships/oleObject" Target="../embeddings/oleObject29.bin"/><Relationship Id="rId17" Type="http://schemas.openxmlformats.org/officeDocument/2006/relationships/oleObject" Target="../embeddings/oleObject32.bin"/><Relationship Id="rId25" Type="http://schemas.openxmlformats.org/officeDocument/2006/relationships/oleObject" Target="../embeddings/oleObject39.bin"/><Relationship Id="rId33" Type="http://schemas.openxmlformats.org/officeDocument/2006/relationships/oleObject" Target="../embeddings/oleObject43.bin"/><Relationship Id="rId38" Type="http://schemas.openxmlformats.org/officeDocument/2006/relationships/image" Target="../media/image34.emf"/><Relationship Id="rId2" Type="http://schemas.openxmlformats.org/officeDocument/2006/relationships/slideLayout" Target="../slideLayouts/slideLayout7.xml"/><Relationship Id="rId16" Type="http://schemas.openxmlformats.org/officeDocument/2006/relationships/oleObject" Target="../embeddings/oleObject31.bin"/><Relationship Id="rId20" Type="http://schemas.openxmlformats.org/officeDocument/2006/relationships/oleObject" Target="../embeddings/oleObject35.bin"/><Relationship Id="rId29" Type="http://schemas.openxmlformats.org/officeDocument/2006/relationships/oleObject" Target="../embeddings/oleObject41.bin"/><Relationship Id="rId1" Type="http://schemas.openxmlformats.org/officeDocument/2006/relationships/vmlDrawing" Target="../drawings/vmlDrawing4.vml"/><Relationship Id="rId6" Type="http://schemas.openxmlformats.org/officeDocument/2006/relationships/image" Target="../media/image24.wmf"/><Relationship Id="rId11" Type="http://schemas.openxmlformats.org/officeDocument/2006/relationships/oleObject" Target="../embeddings/oleObject28.bin"/><Relationship Id="rId24" Type="http://schemas.openxmlformats.org/officeDocument/2006/relationships/image" Target="../media/image27.emf"/><Relationship Id="rId32" Type="http://schemas.openxmlformats.org/officeDocument/2006/relationships/image" Target="../media/image31.emf"/><Relationship Id="rId37" Type="http://schemas.openxmlformats.org/officeDocument/2006/relationships/oleObject" Target="../embeddings/oleObject45.bin"/><Relationship Id="rId5" Type="http://schemas.openxmlformats.org/officeDocument/2006/relationships/oleObject" Target="../embeddings/oleObject23.bin"/><Relationship Id="rId15" Type="http://schemas.openxmlformats.org/officeDocument/2006/relationships/image" Target="../media/image26.wmf"/><Relationship Id="rId23" Type="http://schemas.openxmlformats.org/officeDocument/2006/relationships/oleObject" Target="../embeddings/oleObject38.bin"/><Relationship Id="rId28" Type="http://schemas.openxmlformats.org/officeDocument/2006/relationships/image" Target="../media/image29.emf"/><Relationship Id="rId36" Type="http://schemas.openxmlformats.org/officeDocument/2006/relationships/image" Target="../media/image33.emf"/><Relationship Id="rId10" Type="http://schemas.openxmlformats.org/officeDocument/2006/relationships/oleObject" Target="../embeddings/oleObject27.bin"/><Relationship Id="rId19" Type="http://schemas.openxmlformats.org/officeDocument/2006/relationships/oleObject" Target="../embeddings/oleObject34.bin"/><Relationship Id="rId31" Type="http://schemas.openxmlformats.org/officeDocument/2006/relationships/oleObject" Target="../embeddings/oleObject42.bin"/><Relationship Id="rId4" Type="http://schemas.openxmlformats.org/officeDocument/2006/relationships/image" Target="../media/image23.wmf"/><Relationship Id="rId9" Type="http://schemas.openxmlformats.org/officeDocument/2006/relationships/oleObject" Target="../embeddings/oleObject26.bin"/><Relationship Id="rId14" Type="http://schemas.openxmlformats.org/officeDocument/2006/relationships/oleObject" Target="../embeddings/oleObject30.bin"/><Relationship Id="rId22" Type="http://schemas.openxmlformats.org/officeDocument/2006/relationships/oleObject" Target="../embeddings/oleObject37.bin"/><Relationship Id="rId27" Type="http://schemas.openxmlformats.org/officeDocument/2006/relationships/oleObject" Target="../embeddings/oleObject40.bin"/><Relationship Id="rId30" Type="http://schemas.openxmlformats.org/officeDocument/2006/relationships/image" Target="../media/image30.emf"/><Relationship Id="rId35" Type="http://schemas.openxmlformats.org/officeDocument/2006/relationships/oleObject" Target="../embeddings/oleObject44.bin"/><Relationship Id="rId8" Type="http://schemas.openxmlformats.org/officeDocument/2006/relationships/oleObject" Target="../embeddings/oleObject25.bin"/><Relationship Id="rId3" Type="http://schemas.openxmlformats.org/officeDocument/2006/relationships/oleObject" Target="../embeddings/oleObject22.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6.xml"/><Relationship Id="rId1" Type="http://schemas.openxmlformats.org/officeDocument/2006/relationships/vmlDrawing" Target="../drawings/vmlDrawing5.vml"/><Relationship Id="rId6" Type="http://schemas.openxmlformats.org/officeDocument/2006/relationships/image" Target="../media/image36.wmf"/><Relationship Id="rId5" Type="http://schemas.openxmlformats.org/officeDocument/2006/relationships/oleObject" Target="../embeddings/oleObject47.bin"/><Relationship Id="rId4" Type="http://schemas.openxmlformats.org/officeDocument/2006/relationships/image" Target="../media/image35.wmf"/></Relationships>
</file>

<file path=ppt/slides/_rels/slide7.xml.rels><?xml version="1.0" encoding="UTF-8" standalone="yes"?>
<Relationships xmlns="http://schemas.openxmlformats.org/package/2006/relationships"><Relationship Id="rId8" Type="http://schemas.openxmlformats.org/officeDocument/2006/relationships/image" Target="../media/image39.wmf"/><Relationship Id="rId13" Type="http://schemas.openxmlformats.org/officeDocument/2006/relationships/oleObject" Target="../embeddings/oleObject53.bin"/><Relationship Id="rId18" Type="http://schemas.openxmlformats.org/officeDocument/2006/relationships/image" Target="../media/image44.wmf"/><Relationship Id="rId3" Type="http://schemas.openxmlformats.org/officeDocument/2006/relationships/oleObject" Target="../embeddings/oleObject48.bin"/><Relationship Id="rId21" Type="http://schemas.openxmlformats.org/officeDocument/2006/relationships/oleObject" Target="../embeddings/oleObject57.bin"/><Relationship Id="rId7" Type="http://schemas.openxmlformats.org/officeDocument/2006/relationships/oleObject" Target="../embeddings/oleObject50.bin"/><Relationship Id="rId12" Type="http://schemas.openxmlformats.org/officeDocument/2006/relationships/image" Target="../media/image41.wmf"/><Relationship Id="rId17" Type="http://schemas.openxmlformats.org/officeDocument/2006/relationships/oleObject" Target="../embeddings/oleObject55.bin"/><Relationship Id="rId2" Type="http://schemas.openxmlformats.org/officeDocument/2006/relationships/slideLayout" Target="../slideLayouts/slideLayout7.xml"/><Relationship Id="rId16" Type="http://schemas.openxmlformats.org/officeDocument/2006/relationships/image" Target="../media/image43.wmf"/><Relationship Id="rId20" Type="http://schemas.openxmlformats.org/officeDocument/2006/relationships/image" Target="../media/image45.wmf"/><Relationship Id="rId1" Type="http://schemas.openxmlformats.org/officeDocument/2006/relationships/vmlDrawing" Target="../drawings/vmlDrawing6.vml"/><Relationship Id="rId6" Type="http://schemas.openxmlformats.org/officeDocument/2006/relationships/image" Target="../media/image38.wmf"/><Relationship Id="rId11" Type="http://schemas.openxmlformats.org/officeDocument/2006/relationships/oleObject" Target="../embeddings/oleObject52.bin"/><Relationship Id="rId5" Type="http://schemas.openxmlformats.org/officeDocument/2006/relationships/oleObject" Target="../embeddings/oleObject49.bin"/><Relationship Id="rId15" Type="http://schemas.openxmlformats.org/officeDocument/2006/relationships/oleObject" Target="../embeddings/oleObject54.bin"/><Relationship Id="rId10" Type="http://schemas.openxmlformats.org/officeDocument/2006/relationships/image" Target="../media/image40.wmf"/><Relationship Id="rId19" Type="http://schemas.openxmlformats.org/officeDocument/2006/relationships/oleObject" Target="../embeddings/oleObject56.bin"/><Relationship Id="rId4" Type="http://schemas.openxmlformats.org/officeDocument/2006/relationships/image" Target="../media/image37.wmf"/><Relationship Id="rId9" Type="http://schemas.openxmlformats.org/officeDocument/2006/relationships/oleObject" Target="../embeddings/oleObject51.bin"/><Relationship Id="rId14" Type="http://schemas.openxmlformats.org/officeDocument/2006/relationships/image" Target="../media/image42.wmf"/><Relationship Id="rId22" Type="http://schemas.openxmlformats.org/officeDocument/2006/relationships/image" Target="../media/image46.wmf"/></Relationships>
</file>

<file path=ppt/slides/_rels/slide8.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58.bin"/><Relationship Id="rId7" Type="http://schemas.openxmlformats.org/officeDocument/2006/relationships/oleObject" Target="../embeddings/oleObject60.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47.wmf"/><Relationship Id="rId5" Type="http://schemas.openxmlformats.org/officeDocument/2006/relationships/oleObject" Target="../embeddings/oleObject59.bin"/><Relationship Id="rId4" Type="http://schemas.openxmlformats.org/officeDocument/2006/relationships/image" Target="../media/image39.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48.wmf"/><Relationship Id="rId5" Type="http://schemas.openxmlformats.org/officeDocument/2006/relationships/oleObject" Target="../embeddings/oleObject62.bin"/><Relationship Id="rId4" Type="http://schemas.openxmlformats.org/officeDocument/2006/relationships/image" Target="../media/image47.wmf"/></Relationships>
</file>

<file path=ppt/slides/_rels/slide10.xml.rels><?xml version="1.0" encoding="UTF-8" standalone="yes"?>
<Relationships xmlns="http://schemas.openxmlformats.org/package/2006/relationships"><Relationship Id="rId8" Type="http://schemas.openxmlformats.org/officeDocument/2006/relationships/image" Target="../media/image51.emf"/><Relationship Id="rId13" Type="http://schemas.openxmlformats.org/officeDocument/2006/relationships/oleObject" Target="../embeddings/oleObject68.bin"/><Relationship Id="rId18" Type="http://schemas.openxmlformats.org/officeDocument/2006/relationships/image" Target="../media/image56.wmf"/><Relationship Id="rId3" Type="http://schemas.openxmlformats.org/officeDocument/2006/relationships/oleObject" Target="../embeddings/oleObject63.bin"/><Relationship Id="rId7" Type="http://schemas.openxmlformats.org/officeDocument/2006/relationships/oleObject" Target="../embeddings/oleObject65.bin"/><Relationship Id="rId12" Type="http://schemas.openxmlformats.org/officeDocument/2006/relationships/image" Target="../media/image53.wmf"/><Relationship Id="rId17" Type="http://schemas.openxmlformats.org/officeDocument/2006/relationships/oleObject" Target="../embeddings/oleObject70.bin"/><Relationship Id="rId2" Type="http://schemas.openxmlformats.org/officeDocument/2006/relationships/slideLayout" Target="../slideLayouts/slideLayout7.xml"/><Relationship Id="rId16" Type="http://schemas.openxmlformats.org/officeDocument/2006/relationships/image" Target="../media/image55.wmf"/><Relationship Id="rId1" Type="http://schemas.openxmlformats.org/officeDocument/2006/relationships/vmlDrawing" Target="../drawings/vmlDrawing9.vml"/><Relationship Id="rId6" Type="http://schemas.openxmlformats.org/officeDocument/2006/relationships/image" Target="../media/image50.emf"/><Relationship Id="rId11" Type="http://schemas.openxmlformats.org/officeDocument/2006/relationships/oleObject" Target="../embeddings/oleObject67.bin"/><Relationship Id="rId5" Type="http://schemas.openxmlformats.org/officeDocument/2006/relationships/oleObject" Target="../embeddings/oleObject64.bin"/><Relationship Id="rId15" Type="http://schemas.openxmlformats.org/officeDocument/2006/relationships/oleObject" Target="../embeddings/oleObject69.bin"/><Relationship Id="rId10" Type="http://schemas.openxmlformats.org/officeDocument/2006/relationships/image" Target="../media/image52.emf"/><Relationship Id="rId4" Type="http://schemas.openxmlformats.org/officeDocument/2006/relationships/image" Target="../media/image49.wmf"/><Relationship Id="rId9" Type="http://schemas.openxmlformats.org/officeDocument/2006/relationships/oleObject" Target="../embeddings/oleObject66.bin"/><Relationship Id="rId14" Type="http://schemas.openxmlformats.org/officeDocument/2006/relationships/image" Target="../media/image54.wmf"/></Relationships>
</file>

<file path=ppt/slides/_rels/slide11.xml.rels><?xml version="1.0" encoding="UTF-8" standalone="yes"?>
<Relationships xmlns="http://schemas.openxmlformats.org/package/2006/relationships"><Relationship Id="rId8" Type="http://schemas.openxmlformats.org/officeDocument/2006/relationships/image" Target="../media/image59.emf"/><Relationship Id="rId3" Type="http://schemas.openxmlformats.org/officeDocument/2006/relationships/oleObject" Target="../embeddings/oleObject71.bin"/><Relationship Id="rId7" Type="http://schemas.openxmlformats.org/officeDocument/2006/relationships/oleObject" Target="../embeddings/oleObject73.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58.emf"/><Relationship Id="rId5" Type="http://schemas.openxmlformats.org/officeDocument/2006/relationships/oleObject" Target="../embeddings/oleObject72.bin"/><Relationship Id="rId4" Type="http://schemas.openxmlformats.org/officeDocument/2006/relationships/image" Target="../media/image57.wmf"/></Relationships>
</file>

<file path=ppt/slides/_rels/slide12.x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oleObject" Target="../embeddings/oleObject74.bin"/><Relationship Id="rId7" Type="http://schemas.openxmlformats.org/officeDocument/2006/relationships/oleObject" Target="../embeddings/oleObject76.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61.wmf"/><Relationship Id="rId5" Type="http://schemas.openxmlformats.org/officeDocument/2006/relationships/oleObject" Target="../embeddings/oleObject75.bin"/><Relationship Id="rId4" Type="http://schemas.openxmlformats.org/officeDocument/2006/relationships/image" Target="../media/image60.wmf"/></Relationships>
</file>

<file path=ppt/slides/_rels/slide13.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oleObject" Target="../embeddings/oleObject77.bin"/><Relationship Id="rId7" Type="http://schemas.openxmlformats.org/officeDocument/2006/relationships/oleObject" Target="../embeddings/oleObject79.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64.wmf"/><Relationship Id="rId5" Type="http://schemas.openxmlformats.org/officeDocument/2006/relationships/oleObject" Target="../embeddings/oleObject78.bin"/><Relationship Id="rId10" Type="http://schemas.openxmlformats.org/officeDocument/2006/relationships/image" Target="../media/image66.wmf"/><Relationship Id="rId4" Type="http://schemas.openxmlformats.org/officeDocument/2006/relationships/image" Target="../media/image63.wmf"/><Relationship Id="rId9" Type="http://schemas.openxmlformats.org/officeDocument/2006/relationships/oleObject" Target="../embeddings/oleObject80.bin"/></Relationships>
</file>

<file path=ppt/slides/_rels/slide14.x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oleObject" Target="../embeddings/oleObject81.bin"/><Relationship Id="rId7" Type="http://schemas.openxmlformats.org/officeDocument/2006/relationships/oleObject" Target="../embeddings/oleObject83.bin"/><Relationship Id="rId12" Type="http://schemas.openxmlformats.org/officeDocument/2006/relationships/image" Target="../media/image71.w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68.wmf"/><Relationship Id="rId11" Type="http://schemas.openxmlformats.org/officeDocument/2006/relationships/oleObject" Target="../embeddings/oleObject85.bin"/><Relationship Id="rId5" Type="http://schemas.openxmlformats.org/officeDocument/2006/relationships/oleObject" Target="../embeddings/oleObject82.bin"/><Relationship Id="rId10" Type="http://schemas.openxmlformats.org/officeDocument/2006/relationships/image" Target="../media/image70.wmf"/><Relationship Id="rId4" Type="http://schemas.openxmlformats.org/officeDocument/2006/relationships/image" Target="../media/image67.wmf"/><Relationship Id="rId9" Type="http://schemas.openxmlformats.org/officeDocument/2006/relationships/oleObject" Target="../embeddings/oleObject84.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slideLayout" Target="../slideLayouts/slideLayout6.xml"/><Relationship Id="rId1" Type="http://schemas.openxmlformats.org/officeDocument/2006/relationships/vmlDrawing" Target="../drawings/vmlDrawing14.vml"/><Relationship Id="rId6" Type="http://schemas.openxmlformats.org/officeDocument/2006/relationships/image" Target="../media/image73.emf"/><Relationship Id="rId5" Type="http://schemas.openxmlformats.org/officeDocument/2006/relationships/oleObject" Target="../embeddings/oleObject87.bin"/><Relationship Id="rId4" Type="http://schemas.openxmlformats.org/officeDocument/2006/relationships/image" Target="../media/image72.wmf"/></Relationships>
</file>

<file path=ppt/slides/_rels/slide16.xml.rels><?xml version="1.0" encoding="UTF-8" standalone="yes"?>
<Relationships xmlns="http://schemas.openxmlformats.org/package/2006/relationships"><Relationship Id="rId8" Type="http://schemas.openxmlformats.org/officeDocument/2006/relationships/image" Target="../media/image76.emf"/><Relationship Id="rId13" Type="http://schemas.openxmlformats.org/officeDocument/2006/relationships/oleObject" Target="../embeddings/oleObject93.bin"/><Relationship Id="rId3" Type="http://schemas.openxmlformats.org/officeDocument/2006/relationships/oleObject" Target="../embeddings/oleObject88.bin"/><Relationship Id="rId7" Type="http://schemas.openxmlformats.org/officeDocument/2006/relationships/oleObject" Target="../embeddings/oleObject90.bin"/><Relationship Id="rId12" Type="http://schemas.openxmlformats.org/officeDocument/2006/relationships/image" Target="../media/image78.emf"/><Relationship Id="rId2" Type="http://schemas.openxmlformats.org/officeDocument/2006/relationships/slideLayout" Target="../slideLayouts/slideLayout6.xml"/><Relationship Id="rId1" Type="http://schemas.openxmlformats.org/officeDocument/2006/relationships/vmlDrawing" Target="../drawings/vmlDrawing15.vml"/><Relationship Id="rId6" Type="http://schemas.openxmlformats.org/officeDocument/2006/relationships/image" Target="../media/image75.wmf"/><Relationship Id="rId11" Type="http://schemas.openxmlformats.org/officeDocument/2006/relationships/oleObject" Target="../embeddings/oleObject92.bin"/><Relationship Id="rId5" Type="http://schemas.openxmlformats.org/officeDocument/2006/relationships/oleObject" Target="../embeddings/oleObject89.bin"/><Relationship Id="rId10" Type="http://schemas.openxmlformats.org/officeDocument/2006/relationships/image" Target="../media/image77.emf"/><Relationship Id="rId4" Type="http://schemas.openxmlformats.org/officeDocument/2006/relationships/image" Target="../media/image74.wmf"/><Relationship Id="rId9" Type="http://schemas.openxmlformats.org/officeDocument/2006/relationships/oleObject" Target="../embeddings/oleObject91.bin"/><Relationship Id="rId14" Type="http://schemas.openxmlformats.org/officeDocument/2006/relationships/image" Target="../media/image79.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82.wmf"/><Relationship Id="rId3" Type="http://schemas.openxmlformats.org/officeDocument/2006/relationships/oleObject" Target="../embeddings/oleObject94.bin"/><Relationship Id="rId7" Type="http://schemas.openxmlformats.org/officeDocument/2006/relationships/oleObject" Target="../embeddings/oleObject96.bin"/><Relationship Id="rId2" Type="http://schemas.openxmlformats.org/officeDocument/2006/relationships/slideLayout" Target="../slideLayouts/slideLayout6.xml"/><Relationship Id="rId1" Type="http://schemas.openxmlformats.org/officeDocument/2006/relationships/vmlDrawing" Target="../drawings/vmlDrawing16.vml"/><Relationship Id="rId6" Type="http://schemas.openxmlformats.org/officeDocument/2006/relationships/image" Target="../media/image81.wmf"/><Relationship Id="rId5" Type="http://schemas.openxmlformats.org/officeDocument/2006/relationships/oleObject" Target="../embeddings/oleObject95.bin"/><Relationship Id="rId4" Type="http://schemas.openxmlformats.org/officeDocument/2006/relationships/image" Target="../media/image80.wmf"/></Relationships>
</file>

<file path=ppt/slides/_rels/slide21.x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oleObject" Target="../embeddings/oleObject97.bin"/><Relationship Id="rId7" Type="http://schemas.openxmlformats.org/officeDocument/2006/relationships/oleObject" Target="../embeddings/oleObject99.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84.wmf"/><Relationship Id="rId5" Type="http://schemas.openxmlformats.org/officeDocument/2006/relationships/oleObject" Target="../embeddings/oleObject98.bin"/><Relationship Id="rId4" Type="http://schemas.openxmlformats.org/officeDocument/2006/relationships/image" Target="../media/image83.wmf"/></Relationships>
</file>

<file path=ppt/slides/_rels/slide22.xml.rels><?xml version="1.0" encoding="UTF-8" standalone="yes"?>
<Relationships xmlns="http://schemas.openxmlformats.org/package/2006/relationships"><Relationship Id="rId8" Type="http://schemas.openxmlformats.org/officeDocument/2006/relationships/image" Target="../media/image88.wmf"/><Relationship Id="rId3" Type="http://schemas.openxmlformats.org/officeDocument/2006/relationships/oleObject" Target="../embeddings/oleObject100.bin"/><Relationship Id="rId7" Type="http://schemas.openxmlformats.org/officeDocument/2006/relationships/oleObject" Target="../embeddings/oleObject102.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87.wmf"/><Relationship Id="rId5" Type="http://schemas.openxmlformats.org/officeDocument/2006/relationships/oleObject" Target="../embeddings/oleObject101.bin"/><Relationship Id="rId10" Type="http://schemas.openxmlformats.org/officeDocument/2006/relationships/image" Target="../media/image89.wmf"/><Relationship Id="rId4" Type="http://schemas.openxmlformats.org/officeDocument/2006/relationships/image" Target="../media/image86.wmf"/><Relationship Id="rId9" Type="http://schemas.openxmlformats.org/officeDocument/2006/relationships/oleObject" Target="../embeddings/oleObject103.bin"/></Relationships>
</file>

<file path=ppt/slides/_rels/slide23.xml.rels><?xml version="1.0" encoding="UTF-8" standalone="yes"?>
<Relationships xmlns="http://schemas.openxmlformats.org/package/2006/relationships"><Relationship Id="rId8" Type="http://schemas.openxmlformats.org/officeDocument/2006/relationships/image" Target="../media/image92.wmf"/><Relationship Id="rId3" Type="http://schemas.openxmlformats.org/officeDocument/2006/relationships/oleObject" Target="../embeddings/oleObject104.bin"/><Relationship Id="rId7" Type="http://schemas.openxmlformats.org/officeDocument/2006/relationships/oleObject" Target="../embeddings/oleObject106.bin"/><Relationship Id="rId2" Type="http://schemas.openxmlformats.org/officeDocument/2006/relationships/slideLayout" Target="../slideLayouts/slideLayout6.xml"/><Relationship Id="rId1" Type="http://schemas.openxmlformats.org/officeDocument/2006/relationships/vmlDrawing" Target="../drawings/vmlDrawing19.vml"/><Relationship Id="rId6" Type="http://schemas.openxmlformats.org/officeDocument/2006/relationships/image" Target="../media/image91.wmf"/><Relationship Id="rId5" Type="http://schemas.openxmlformats.org/officeDocument/2006/relationships/oleObject" Target="../embeddings/oleObject105.bin"/><Relationship Id="rId4" Type="http://schemas.openxmlformats.org/officeDocument/2006/relationships/image" Target="../media/image90.wmf"/></Relationships>
</file>

<file path=ppt/slides/_rels/slide24.xml.rels><?xml version="1.0" encoding="UTF-8" standalone="yes"?>
<Relationships xmlns="http://schemas.openxmlformats.org/package/2006/relationships"><Relationship Id="rId8" Type="http://schemas.openxmlformats.org/officeDocument/2006/relationships/image" Target="../media/image95.wmf"/><Relationship Id="rId13" Type="http://schemas.openxmlformats.org/officeDocument/2006/relationships/oleObject" Target="../embeddings/oleObject112.bin"/><Relationship Id="rId3" Type="http://schemas.openxmlformats.org/officeDocument/2006/relationships/oleObject" Target="../embeddings/oleObject107.bin"/><Relationship Id="rId7" Type="http://schemas.openxmlformats.org/officeDocument/2006/relationships/oleObject" Target="../embeddings/oleObject109.bin"/><Relationship Id="rId12" Type="http://schemas.openxmlformats.org/officeDocument/2006/relationships/image" Target="../media/image97.wmf"/><Relationship Id="rId2" Type="http://schemas.openxmlformats.org/officeDocument/2006/relationships/slideLayout" Target="../slideLayouts/slideLayout6.xml"/><Relationship Id="rId1" Type="http://schemas.openxmlformats.org/officeDocument/2006/relationships/vmlDrawing" Target="../drawings/vmlDrawing20.vml"/><Relationship Id="rId6" Type="http://schemas.openxmlformats.org/officeDocument/2006/relationships/image" Target="../media/image94.wmf"/><Relationship Id="rId11" Type="http://schemas.openxmlformats.org/officeDocument/2006/relationships/oleObject" Target="../embeddings/oleObject111.bin"/><Relationship Id="rId5" Type="http://schemas.openxmlformats.org/officeDocument/2006/relationships/oleObject" Target="../embeddings/oleObject108.bin"/><Relationship Id="rId10" Type="http://schemas.openxmlformats.org/officeDocument/2006/relationships/image" Target="../media/image96.wmf"/><Relationship Id="rId4" Type="http://schemas.openxmlformats.org/officeDocument/2006/relationships/image" Target="../media/image93.wmf"/><Relationship Id="rId9" Type="http://schemas.openxmlformats.org/officeDocument/2006/relationships/oleObject" Target="../embeddings/oleObject110.bin"/><Relationship Id="rId14" Type="http://schemas.openxmlformats.org/officeDocument/2006/relationships/image" Target="../media/image98.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101.wmf"/><Relationship Id="rId13" Type="http://schemas.openxmlformats.org/officeDocument/2006/relationships/oleObject" Target="../embeddings/oleObject118.bin"/><Relationship Id="rId3" Type="http://schemas.openxmlformats.org/officeDocument/2006/relationships/oleObject" Target="../embeddings/oleObject113.bin"/><Relationship Id="rId7" Type="http://schemas.openxmlformats.org/officeDocument/2006/relationships/oleObject" Target="../embeddings/oleObject115.bin"/><Relationship Id="rId12" Type="http://schemas.openxmlformats.org/officeDocument/2006/relationships/image" Target="../media/image103.wmf"/><Relationship Id="rId2" Type="http://schemas.openxmlformats.org/officeDocument/2006/relationships/slideLayout" Target="../slideLayouts/slideLayout6.xml"/><Relationship Id="rId1" Type="http://schemas.openxmlformats.org/officeDocument/2006/relationships/vmlDrawing" Target="../drawings/vmlDrawing21.vml"/><Relationship Id="rId6" Type="http://schemas.openxmlformats.org/officeDocument/2006/relationships/image" Target="../media/image100.wmf"/><Relationship Id="rId11" Type="http://schemas.openxmlformats.org/officeDocument/2006/relationships/oleObject" Target="../embeddings/oleObject117.bin"/><Relationship Id="rId5" Type="http://schemas.openxmlformats.org/officeDocument/2006/relationships/oleObject" Target="../embeddings/oleObject114.bin"/><Relationship Id="rId10" Type="http://schemas.openxmlformats.org/officeDocument/2006/relationships/image" Target="../media/image102.wmf"/><Relationship Id="rId4" Type="http://schemas.openxmlformats.org/officeDocument/2006/relationships/image" Target="../media/image99.wmf"/><Relationship Id="rId9" Type="http://schemas.openxmlformats.org/officeDocument/2006/relationships/oleObject" Target="../embeddings/oleObject116.bin"/><Relationship Id="rId14" Type="http://schemas.openxmlformats.org/officeDocument/2006/relationships/image" Target="../media/image104.wmf"/></Relationships>
</file>

<file path=ppt/slides/_rels/slide27.xml.rels><?xml version="1.0" encoding="UTF-8" standalone="yes"?>
<Relationships xmlns="http://schemas.openxmlformats.org/package/2006/relationships"><Relationship Id="rId8" Type="http://schemas.openxmlformats.org/officeDocument/2006/relationships/image" Target="../media/image107.wmf"/><Relationship Id="rId3" Type="http://schemas.openxmlformats.org/officeDocument/2006/relationships/oleObject" Target="../embeddings/oleObject119.bin"/><Relationship Id="rId7" Type="http://schemas.openxmlformats.org/officeDocument/2006/relationships/oleObject" Target="../embeddings/oleObject121.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106.wmf"/><Relationship Id="rId5" Type="http://schemas.openxmlformats.org/officeDocument/2006/relationships/oleObject" Target="../embeddings/oleObject120.bin"/><Relationship Id="rId10" Type="http://schemas.openxmlformats.org/officeDocument/2006/relationships/image" Target="../media/image108.wmf"/><Relationship Id="rId4" Type="http://schemas.openxmlformats.org/officeDocument/2006/relationships/image" Target="../media/image105.wmf"/><Relationship Id="rId9" Type="http://schemas.openxmlformats.org/officeDocument/2006/relationships/oleObject" Target="../embeddings/oleObject122.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26.bin"/><Relationship Id="rId3" Type="http://schemas.openxmlformats.org/officeDocument/2006/relationships/oleObject" Target="../embeddings/oleObject123.bin"/><Relationship Id="rId7" Type="http://schemas.openxmlformats.org/officeDocument/2006/relationships/oleObject" Target="../embeddings/oleObject125.bin"/><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110.wmf"/><Relationship Id="rId5" Type="http://schemas.openxmlformats.org/officeDocument/2006/relationships/oleObject" Target="../embeddings/oleObject124.bin"/><Relationship Id="rId4" Type="http://schemas.openxmlformats.org/officeDocument/2006/relationships/image" Target="../media/image109.wmf"/></Relationships>
</file>

<file path=ppt/slides/_rels/slide29.xml.rels><?xml version="1.0" encoding="UTF-8" standalone="yes"?>
<Relationships xmlns="http://schemas.openxmlformats.org/package/2006/relationships"><Relationship Id="rId8" Type="http://schemas.openxmlformats.org/officeDocument/2006/relationships/image" Target="../media/image113.wmf"/><Relationship Id="rId13" Type="http://schemas.openxmlformats.org/officeDocument/2006/relationships/oleObject" Target="../embeddings/oleObject132.bin"/><Relationship Id="rId3" Type="http://schemas.openxmlformats.org/officeDocument/2006/relationships/oleObject" Target="../embeddings/oleObject127.bin"/><Relationship Id="rId7" Type="http://schemas.openxmlformats.org/officeDocument/2006/relationships/oleObject" Target="../embeddings/oleObject129.bin"/><Relationship Id="rId12" Type="http://schemas.openxmlformats.org/officeDocument/2006/relationships/image" Target="../media/image115.wmf"/><Relationship Id="rId2" Type="http://schemas.openxmlformats.org/officeDocument/2006/relationships/slideLayout" Target="../slideLayouts/slideLayout6.xml"/><Relationship Id="rId1" Type="http://schemas.openxmlformats.org/officeDocument/2006/relationships/vmlDrawing" Target="../drawings/vmlDrawing24.vml"/><Relationship Id="rId6" Type="http://schemas.openxmlformats.org/officeDocument/2006/relationships/image" Target="../media/image112.wmf"/><Relationship Id="rId11" Type="http://schemas.openxmlformats.org/officeDocument/2006/relationships/oleObject" Target="../embeddings/oleObject131.bin"/><Relationship Id="rId5" Type="http://schemas.openxmlformats.org/officeDocument/2006/relationships/oleObject" Target="../embeddings/oleObject128.bin"/><Relationship Id="rId10" Type="http://schemas.openxmlformats.org/officeDocument/2006/relationships/image" Target="../media/image114.wmf"/><Relationship Id="rId4" Type="http://schemas.openxmlformats.org/officeDocument/2006/relationships/image" Target="../media/image111.wmf"/><Relationship Id="rId9" Type="http://schemas.openxmlformats.org/officeDocument/2006/relationships/oleObject" Target="../embeddings/oleObject130.bin"/><Relationship Id="rId14" Type="http://schemas.openxmlformats.org/officeDocument/2006/relationships/image" Target="../media/image116.wmf"/></Relationships>
</file>

<file path=ppt/slides/_rels/slide30.xml.rels><?xml version="1.0" encoding="UTF-8" standalone="yes"?>
<Relationships xmlns="http://schemas.openxmlformats.org/package/2006/relationships"><Relationship Id="rId8" Type="http://schemas.openxmlformats.org/officeDocument/2006/relationships/image" Target="../media/image119.wmf"/><Relationship Id="rId3" Type="http://schemas.openxmlformats.org/officeDocument/2006/relationships/oleObject" Target="../embeddings/oleObject133.bin"/><Relationship Id="rId7" Type="http://schemas.openxmlformats.org/officeDocument/2006/relationships/oleObject" Target="../embeddings/oleObject135.bin"/><Relationship Id="rId12" Type="http://schemas.openxmlformats.org/officeDocument/2006/relationships/image" Target="../media/image121.wmf"/><Relationship Id="rId2" Type="http://schemas.openxmlformats.org/officeDocument/2006/relationships/slideLayout" Target="../slideLayouts/slideLayout6.xml"/><Relationship Id="rId1" Type="http://schemas.openxmlformats.org/officeDocument/2006/relationships/vmlDrawing" Target="../drawings/vmlDrawing25.vml"/><Relationship Id="rId6" Type="http://schemas.openxmlformats.org/officeDocument/2006/relationships/image" Target="../media/image118.wmf"/><Relationship Id="rId11" Type="http://schemas.openxmlformats.org/officeDocument/2006/relationships/oleObject" Target="../embeddings/oleObject137.bin"/><Relationship Id="rId5" Type="http://schemas.openxmlformats.org/officeDocument/2006/relationships/oleObject" Target="../embeddings/oleObject134.bin"/><Relationship Id="rId10" Type="http://schemas.openxmlformats.org/officeDocument/2006/relationships/image" Target="../media/image120.wmf"/><Relationship Id="rId4" Type="http://schemas.openxmlformats.org/officeDocument/2006/relationships/image" Target="../media/image117.wmf"/><Relationship Id="rId9" Type="http://schemas.openxmlformats.org/officeDocument/2006/relationships/oleObject" Target="../embeddings/oleObject136.bin"/></Relationships>
</file>

<file path=ppt/slides/_rels/slide31.xml.rels><?xml version="1.0" encoding="UTF-8" standalone="yes"?>
<Relationships xmlns="http://schemas.openxmlformats.org/package/2006/relationships"><Relationship Id="rId8" Type="http://schemas.openxmlformats.org/officeDocument/2006/relationships/image" Target="../media/image124.wmf"/><Relationship Id="rId13" Type="http://schemas.openxmlformats.org/officeDocument/2006/relationships/oleObject" Target="../embeddings/oleObject143.bin"/><Relationship Id="rId18" Type="http://schemas.openxmlformats.org/officeDocument/2006/relationships/image" Target="../media/image129.wmf"/><Relationship Id="rId3" Type="http://schemas.openxmlformats.org/officeDocument/2006/relationships/oleObject" Target="../embeddings/oleObject138.bin"/><Relationship Id="rId7" Type="http://schemas.openxmlformats.org/officeDocument/2006/relationships/oleObject" Target="../embeddings/oleObject140.bin"/><Relationship Id="rId12" Type="http://schemas.openxmlformats.org/officeDocument/2006/relationships/image" Target="../media/image126.wmf"/><Relationship Id="rId17" Type="http://schemas.openxmlformats.org/officeDocument/2006/relationships/oleObject" Target="../embeddings/oleObject145.bin"/><Relationship Id="rId2" Type="http://schemas.openxmlformats.org/officeDocument/2006/relationships/slideLayout" Target="../slideLayouts/slideLayout7.xml"/><Relationship Id="rId16" Type="http://schemas.openxmlformats.org/officeDocument/2006/relationships/image" Target="../media/image128.wmf"/><Relationship Id="rId20" Type="http://schemas.openxmlformats.org/officeDocument/2006/relationships/image" Target="../media/image130.emf"/><Relationship Id="rId1" Type="http://schemas.openxmlformats.org/officeDocument/2006/relationships/vmlDrawing" Target="../drawings/vmlDrawing26.vml"/><Relationship Id="rId6" Type="http://schemas.openxmlformats.org/officeDocument/2006/relationships/image" Target="../media/image123.wmf"/><Relationship Id="rId11" Type="http://schemas.openxmlformats.org/officeDocument/2006/relationships/oleObject" Target="../embeddings/oleObject142.bin"/><Relationship Id="rId5" Type="http://schemas.openxmlformats.org/officeDocument/2006/relationships/oleObject" Target="../embeddings/oleObject139.bin"/><Relationship Id="rId15" Type="http://schemas.openxmlformats.org/officeDocument/2006/relationships/oleObject" Target="../embeddings/oleObject144.bin"/><Relationship Id="rId10" Type="http://schemas.openxmlformats.org/officeDocument/2006/relationships/image" Target="../media/image125.wmf"/><Relationship Id="rId19" Type="http://schemas.openxmlformats.org/officeDocument/2006/relationships/oleObject" Target="../embeddings/oleObject146.bin"/><Relationship Id="rId4" Type="http://schemas.openxmlformats.org/officeDocument/2006/relationships/image" Target="../media/image122.wmf"/><Relationship Id="rId9" Type="http://schemas.openxmlformats.org/officeDocument/2006/relationships/oleObject" Target="../embeddings/oleObject141.bin"/><Relationship Id="rId14" Type="http://schemas.openxmlformats.org/officeDocument/2006/relationships/image" Target="../media/image127.wmf"/></Relationships>
</file>

<file path=ppt/slides/_rels/slide32.xml.rels><?xml version="1.0" encoding="UTF-8" standalone="yes"?>
<Relationships xmlns="http://schemas.openxmlformats.org/package/2006/relationships"><Relationship Id="rId8" Type="http://schemas.openxmlformats.org/officeDocument/2006/relationships/image" Target="../media/image133.wmf"/><Relationship Id="rId13" Type="http://schemas.openxmlformats.org/officeDocument/2006/relationships/oleObject" Target="../embeddings/oleObject152.bin"/><Relationship Id="rId18" Type="http://schemas.openxmlformats.org/officeDocument/2006/relationships/image" Target="../media/image138.wmf"/><Relationship Id="rId26" Type="http://schemas.openxmlformats.org/officeDocument/2006/relationships/image" Target="../media/image142.wmf"/><Relationship Id="rId3" Type="http://schemas.openxmlformats.org/officeDocument/2006/relationships/oleObject" Target="../embeddings/oleObject147.bin"/><Relationship Id="rId21" Type="http://schemas.openxmlformats.org/officeDocument/2006/relationships/oleObject" Target="../embeddings/oleObject156.bin"/><Relationship Id="rId7" Type="http://schemas.openxmlformats.org/officeDocument/2006/relationships/oleObject" Target="../embeddings/oleObject149.bin"/><Relationship Id="rId12" Type="http://schemas.openxmlformats.org/officeDocument/2006/relationships/image" Target="../media/image135.wmf"/><Relationship Id="rId17" Type="http://schemas.openxmlformats.org/officeDocument/2006/relationships/oleObject" Target="../embeddings/oleObject154.bin"/><Relationship Id="rId25" Type="http://schemas.openxmlformats.org/officeDocument/2006/relationships/oleObject" Target="../embeddings/oleObject158.bin"/><Relationship Id="rId2" Type="http://schemas.openxmlformats.org/officeDocument/2006/relationships/slideLayout" Target="../slideLayouts/slideLayout7.xml"/><Relationship Id="rId16" Type="http://schemas.openxmlformats.org/officeDocument/2006/relationships/image" Target="../media/image137.wmf"/><Relationship Id="rId20" Type="http://schemas.openxmlformats.org/officeDocument/2006/relationships/image" Target="../media/image139.wmf"/><Relationship Id="rId29" Type="http://schemas.openxmlformats.org/officeDocument/2006/relationships/oleObject" Target="../embeddings/oleObject160.bin"/><Relationship Id="rId1" Type="http://schemas.openxmlformats.org/officeDocument/2006/relationships/vmlDrawing" Target="../drawings/vmlDrawing27.vml"/><Relationship Id="rId6" Type="http://schemas.openxmlformats.org/officeDocument/2006/relationships/image" Target="../media/image132.wmf"/><Relationship Id="rId11" Type="http://schemas.openxmlformats.org/officeDocument/2006/relationships/oleObject" Target="../embeddings/oleObject151.bin"/><Relationship Id="rId24" Type="http://schemas.openxmlformats.org/officeDocument/2006/relationships/image" Target="../media/image141.wmf"/><Relationship Id="rId5" Type="http://schemas.openxmlformats.org/officeDocument/2006/relationships/oleObject" Target="../embeddings/oleObject148.bin"/><Relationship Id="rId15" Type="http://schemas.openxmlformats.org/officeDocument/2006/relationships/oleObject" Target="../embeddings/oleObject153.bin"/><Relationship Id="rId23" Type="http://schemas.openxmlformats.org/officeDocument/2006/relationships/oleObject" Target="../embeddings/oleObject157.bin"/><Relationship Id="rId28" Type="http://schemas.openxmlformats.org/officeDocument/2006/relationships/image" Target="../media/image143.wmf"/><Relationship Id="rId10" Type="http://schemas.openxmlformats.org/officeDocument/2006/relationships/image" Target="../media/image134.wmf"/><Relationship Id="rId19" Type="http://schemas.openxmlformats.org/officeDocument/2006/relationships/oleObject" Target="../embeddings/oleObject155.bin"/><Relationship Id="rId4" Type="http://schemas.openxmlformats.org/officeDocument/2006/relationships/image" Target="../media/image131.wmf"/><Relationship Id="rId9" Type="http://schemas.openxmlformats.org/officeDocument/2006/relationships/oleObject" Target="../embeddings/oleObject150.bin"/><Relationship Id="rId14" Type="http://schemas.openxmlformats.org/officeDocument/2006/relationships/image" Target="../media/image136.wmf"/><Relationship Id="rId22" Type="http://schemas.openxmlformats.org/officeDocument/2006/relationships/image" Target="../media/image140.wmf"/><Relationship Id="rId27" Type="http://schemas.openxmlformats.org/officeDocument/2006/relationships/oleObject" Target="../embeddings/oleObject159.bin"/><Relationship Id="rId30" Type="http://schemas.openxmlformats.org/officeDocument/2006/relationships/image" Target="../media/image144.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61.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146.wmf"/><Relationship Id="rId5" Type="http://schemas.openxmlformats.org/officeDocument/2006/relationships/oleObject" Target="../embeddings/oleObject162.bin"/><Relationship Id="rId4" Type="http://schemas.openxmlformats.org/officeDocument/2006/relationships/image" Target="../media/image145.wmf"/></Relationships>
</file>

<file path=ppt/slides/_rels/slide34.xml.rels><?xml version="1.0" encoding="UTF-8" standalone="yes"?>
<Relationships xmlns="http://schemas.openxmlformats.org/package/2006/relationships"><Relationship Id="rId8" Type="http://schemas.openxmlformats.org/officeDocument/2006/relationships/image" Target="../media/image149.wmf"/><Relationship Id="rId3" Type="http://schemas.openxmlformats.org/officeDocument/2006/relationships/oleObject" Target="../embeddings/oleObject163.bin"/><Relationship Id="rId7" Type="http://schemas.openxmlformats.org/officeDocument/2006/relationships/oleObject" Target="../embeddings/oleObject165.bin"/><Relationship Id="rId12" Type="http://schemas.openxmlformats.org/officeDocument/2006/relationships/image" Target="../media/image151.wmf"/><Relationship Id="rId2" Type="http://schemas.openxmlformats.org/officeDocument/2006/relationships/slideLayout" Target="../slideLayouts/slideLayout6.xml"/><Relationship Id="rId1" Type="http://schemas.openxmlformats.org/officeDocument/2006/relationships/vmlDrawing" Target="../drawings/vmlDrawing29.vml"/><Relationship Id="rId6" Type="http://schemas.openxmlformats.org/officeDocument/2006/relationships/image" Target="../media/image148.wmf"/><Relationship Id="rId11" Type="http://schemas.openxmlformats.org/officeDocument/2006/relationships/oleObject" Target="../embeddings/oleObject167.bin"/><Relationship Id="rId5" Type="http://schemas.openxmlformats.org/officeDocument/2006/relationships/oleObject" Target="../embeddings/oleObject164.bin"/><Relationship Id="rId10" Type="http://schemas.openxmlformats.org/officeDocument/2006/relationships/image" Target="../media/image150.wmf"/><Relationship Id="rId4" Type="http://schemas.openxmlformats.org/officeDocument/2006/relationships/image" Target="../media/image147.wmf"/><Relationship Id="rId9" Type="http://schemas.openxmlformats.org/officeDocument/2006/relationships/oleObject" Target="../embeddings/oleObject166.bin"/></Relationships>
</file>

<file path=ppt/slides/_rels/slide35.xml.rels><?xml version="1.0" encoding="UTF-8" standalone="yes"?>
<Relationships xmlns="http://schemas.openxmlformats.org/package/2006/relationships"><Relationship Id="rId8" Type="http://schemas.openxmlformats.org/officeDocument/2006/relationships/image" Target="../media/image154.wmf"/><Relationship Id="rId3" Type="http://schemas.openxmlformats.org/officeDocument/2006/relationships/oleObject" Target="../embeddings/oleObject168.bin"/><Relationship Id="rId7" Type="http://schemas.openxmlformats.org/officeDocument/2006/relationships/oleObject" Target="../embeddings/oleObject170.bin"/><Relationship Id="rId12" Type="http://schemas.openxmlformats.org/officeDocument/2006/relationships/image" Target="../media/image156.wmf"/><Relationship Id="rId2" Type="http://schemas.openxmlformats.org/officeDocument/2006/relationships/slideLayout" Target="../slideLayouts/slideLayout6.xml"/><Relationship Id="rId1" Type="http://schemas.openxmlformats.org/officeDocument/2006/relationships/vmlDrawing" Target="../drawings/vmlDrawing30.vml"/><Relationship Id="rId6" Type="http://schemas.openxmlformats.org/officeDocument/2006/relationships/image" Target="../media/image153.wmf"/><Relationship Id="rId11" Type="http://schemas.openxmlformats.org/officeDocument/2006/relationships/oleObject" Target="../embeddings/oleObject172.bin"/><Relationship Id="rId5" Type="http://schemas.openxmlformats.org/officeDocument/2006/relationships/oleObject" Target="../embeddings/oleObject169.bin"/><Relationship Id="rId10" Type="http://schemas.openxmlformats.org/officeDocument/2006/relationships/image" Target="../media/image155.wmf"/><Relationship Id="rId4" Type="http://schemas.openxmlformats.org/officeDocument/2006/relationships/image" Target="../media/image152.wmf"/><Relationship Id="rId9" Type="http://schemas.openxmlformats.org/officeDocument/2006/relationships/oleObject" Target="../embeddings/oleObject171.bin"/></Relationships>
</file>

<file path=ppt/slides/_rels/slide36.xml.rels><?xml version="1.0" encoding="UTF-8" standalone="yes"?>
<Relationships xmlns="http://schemas.openxmlformats.org/package/2006/relationships"><Relationship Id="rId13" Type="http://schemas.openxmlformats.org/officeDocument/2006/relationships/oleObject" Target="../embeddings/oleObject178.bin"/><Relationship Id="rId18" Type="http://schemas.openxmlformats.org/officeDocument/2006/relationships/image" Target="../media/image164.wmf"/><Relationship Id="rId26" Type="http://schemas.openxmlformats.org/officeDocument/2006/relationships/image" Target="../media/image168.wmf"/><Relationship Id="rId3" Type="http://schemas.openxmlformats.org/officeDocument/2006/relationships/oleObject" Target="../embeddings/oleObject173.bin"/><Relationship Id="rId21" Type="http://schemas.openxmlformats.org/officeDocument/2006/relationships/oleObject" Target="../embeddings/oleObject182.bin"/><Relationship Id="rId34" Type="http://schemas.openxmlformats.org/officeDocument/2006/relationships/image" Target="../media/image172.wmf"/><Relationship Id="rId7" Type="http://schemas.openxmlformats.org/officeDocument/2006/relationships/oleObject" Target="../embeddings/oleObject175.bin"/><Relationship Id="rId12" Type="http://schemas.openxmlformats.org/officeDocument/2006/relationships/image" Target="../media/image161.wmf"/><Relationship Id="rId17" Type="http://schemas.openxmlformats.org/officeDocument/2006/relationships/oleObject" Target="../embeddings/oleObject180.bin"/><Relationship Id="rId25" Type="http://schemas.openxmlformats.org/officeDocument/2006/relationships/oleObject" Target="../embeddings/oleObject184.bin"/><Relationship Id="rId33" Type="http://schemas.openxmlformats.org/officeDocument/2006/relationships/oleObject" Target="../embeddings/oleObject188.bin"/><Relationship Id="rId2" Type="http://schemas.openxmlformats.org/officeDocument/2006/relationships/slideLayout" Target="../slideLayouts/slideLayout7.xml"/><Relationship Id="rId16" Type="http://schemas.openxmlformats.org/officeDocument/2006/relationships/image" Target="../media/image163.wmf"/><Relationship Id="rId20" Type="http://schemas.openxmlformats.org/officeDocument/2006/relationships/image" Target="../media/image165.wmf"/><Relationship Id="rId29" Type="http://schemas.openxmlformats.org/officeDocument/2006/relationships/oleObject" Target="../embeddings/oleObject186.bin"/><Relationship Id="rId1" Type="http://schemas.openxmlformats.org/officeDocument/2006/relationships/vmlDrawing" Target="../drawings/vmlDrawing31.vml"/><Relationship Id="rId6" Type="http://schemas.openxmlformats.org/officeDocument/2006/relationships/image" Target="../media/image158.wmf"/><Relationship Id="rId11" Type="http://schemas.openxmlformats.org/officeDocument/2006/relationships/oleObject" Target="../embeddings/oleObject177.bin"/><Relationship Id="rId24" Type="http://schemas.openxmlformats.org/officeDocument/2006/relationships/image" Target="../media/image167.wmf"/><Relationship Id="rId32" Type="http://schemas.openxmlformats.org/officeDocument/2006/relationships/image" Target="../media/image171.wmf"/><Relationship Id="rId5" Type="http://schemas.openxmlformats.org/officeDocument/2006/relationships/oleObject" Target="../embeddings/oleObject174.bin"/><Relationship Id="rId15" Type="http://schemas.openxmlformats.org/officeDocument/2006/relationships/oleObject" Target="../embeddings/oleObject179.bin"/><Relationship Id="rId23" Type="http://schemas.openxmlformats.org/officeDocument/2006/relationships/oleObject" Target="../embeddings/oleObject183.bin"/><Relationship Id="rId28" Type="http://schemas.openxmlformats.org/officeDocument/2006/relationships/image" Target="../media/image169.wmf"/><Relationship Id="rId10" Type="http://schemas.openxmlformats.org/officeDocument/2006/relationships/image" Target="../media/image160.wmf"/><Relationship Id="rId19" Type="http://schemas.openxmlformats.org/officeDocument/2006/relationships/oleObject" Target="../embeddings/oleObject181.bin"/><Relationship Id="rId31" Type="http://schemas.openxmlformats.org/officeDocument/2006/relationships/oleObject" Target="../embeddings/oleObject187.bin"/><Relationship Id="rId4" Type="http://schemas.openxmlformats.org/officeDocument/2006/relationships/image" Target="../media/image157.wmf"/><Relationship Id="rId9" Type="http://schemas.openxmlformats.org/officeDocument/2006/relationships/oleObject" Target="../embeddings/oleObject176.bin"/><Relationship Id="rId14" Type="http://schemas.openxmlformats.org/officeDocument/2006/relationships/image" Target="../media/image162.wmf"/><Relationship Id="rId22" Type="http://schemas.openxmlformats.org/officeDocument/2006/relationships/image" Target="../media/image166.wmf"/><Relationship Id="rId27" Type="http://schemas.openxmlformats.org/officeDocument/2006/relationships/oleObject" Target="../embeddings/oleObject185.bin"/><Relationship Id="rId30" Type="http://schemas.openxmlformats.org/officeDocument/2006/relationships/image" Target="../media/image170.wmf"/><Relationship Id="rId8" Type="http://schemas.openxmlformats.org/officeDocument/2006/relationships/image" Target="../media/image159.wmf"/></Relationships>
</file>

<file path=ppt/slides/_rels/slide37.xml.rels><?xml version="1.0" encoding="UTF-8" standalone="yes"?>
<Relationships xmlns="http://schemas.openxmlformats.org/package/2006/relationships"><Relationship Id="rId8" Type="http://schemas.openxmlformats.org/officeDocument/2006/relationships/image" Target="../media/image175.wmf"/><Relationship Id="rId13" Type="http://schemas.openxmlformats.org/officeDocument/2006/relationships/oleObject" Target="../embeddings/oleObject194.bin"/><Relationship Id="rId18" Type="http://schemas.openxmlformats.org/officeDocument/2006/relationships/image" Target="../media/image180.wmf"/><Relationship Id="rId3" Type="http://schemas.openxmlformats.org/officeDocument/2006/relationships/oleObject" Target="../embeddings/oleObject189.bin"/><Relationship Id="rId7" Type="http://schemas.openxmlformats.org/officeDocument/2006/relationships/oleObject" Target="../embeddings/oleObject191.bin"/><Relationship Id="rId12" Type="http://schemas.openxmlformats.org/officeDocument/2006/relationships/image" Target="../media/image177.wmf"/><Relationship Id="rId17" Type="http://schemas.openxmlformats.org/officeDocument/2006/relationships/oleObject" Target="../embeddings/oleObject196.bin"/><Relationship Id="rId2" Type="http://schemas.openxmlformats.org/officeDocument/2006/relationships/slideLayout" Target="../slideLayouts/slideLayout6.xml"/><Relationship Id="rId16" Type="http://schemas.openxmlformats.org/officeDocument/2006/relationships/image" Target="../media/image179.wmf"/><Relationship Id="rId1" Type="http://schemas.openxmlformats.org/officeDocument/2006/relationships/vmlDrawing" Target="../drawings/vmlDrawing32.vml"/><Relationship Id="rId6" Type="http://schemas.openxmlformats.org/officeDocument/2006/relationships/image" Target="../media/image174.wmf"/><Relationship Id="rId11" Type="http://schemas.openxmlformats.org/officeDocument/2006/relationships/oleObject" Target="../embeddings/oleObject193.bin"/><Relationship Id="rId5" Type="http://schemas.openxmlformats.org/officeDocument/2006/relationships/oleObject" Target="../embeddings/oleObject190.bin"/><Relationship Id="rId15" Type="http://schemas.openxmlformats.org/officeDocument/2006/relationships/oleObject" Target="../embeddings/oleObject195.bin"/><Relationship Id="rId10" Type="http://schemas.openxmlformats.org/officeDocument/2006/relationships/image" Target="../media/image176.wmf"/><Relationship Id="rId4" Type="http://schemas.openxmlformats.org/officeDocument/2006/relationships/image" Target="../media/image173.wmf"/><Relationship Id="rId9" Type="http://schemas.openxmlformats.org/officeDocument/2006/relationships/oleObject" Target="../embeddings/oleObject192.bin"/><Relationship Id="rId14" Type="http://schemas.openxmlformats.org/officeDocument/2006/relationships/image" Target="../media/image178.wmf"/></Relationships>
</file>

<file path=ppt/slides/_rels/slide38.xml.rels><?xml version="1.0" encoding="UTF-8" standalone="yes"?>
<Relationships xmlns="http://schemas.openxmlformats.org/package/2006/relationships"><Relationship Id="rId8" Type="http://schemas.openxmlformats.org/officeDocument/2006/relationships/image" Target="../media/image181.wmf"/><Relationship Id="rId3" Type="http://schemas.openxmlformats.org/officeDocument/2006/relationships/oleObject" Target="../embeddings/oleObject197.bin"/><Relationship Id="rId7" Type="http://schemas.openxmlformats.org/officeDocument/2006/relationships/oleObject" Target="../embeddings/oleObject199.bin"/><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image" Target="../media/image176.wmf"/><Relationship Id="rId5" Type="http://schemas.openxmlformats.org/officeDocument/2006/relationships/oleObject" Target="../embeddings/oleObject198.bin"/><Relationship Id="rId4" Type="http://schemas.openxmlformats.org/officeDocument/2006/relationships/image" Target="../media/image175.wmf"/></Relationships>
</file>

<file path=ppt/slides/_rels/slide39.xml.rels><?xml version="1.0" encoding="UTF-8" standalone="yes"?>
<Relationships xmlns="http://schemas.openxmlformats.org/package/2006/relationships"><Relationship Id="rId8" Type="http://schemas.openxmlformats.org/officeDocument/2006/relationships/image" Target="../media/image183.wmf"/><Relationship Id="rId3" Type="http://schemas.openxmlformats.org/officeDocument/2006/relationships/oleObject" Target="../embeddings/oleObject200.bin"/><Relationship Id="rId7" Type="http://schemas.openxmlformats.org/officeDocument/2006/relationships/oleObject" Target="../embeddings/oleObject202.bin"/><Relationship Id="rId12" Type="http://schemas.openxmlformats.org/officeDocument/2006/relationships/image" Target="../media/image185.wmf"/><Relationship Id="rId2" Type="http://schemas.openxmlformats.org/officeDocument/2006/relationships/slideLayout" Target="../slideLayouts/slideLayout6.xml"/><Relationship Id="rId1" Type="http://schemas.openxmlformats.org/officeDocument/2006/relationships/vmlDrawing" Target="../drawings/vmlDrawing34.vml"/><Relationship Id="rId6" Type="http://schemas.openxmlformats.org/officeDocument/2006/relationships/image" Target="../media/image182.wmf"/><Relationship Id="rId11" Type="http://schemas.openxmlformats.org/officeDocument/2006/relationships/oleObject" Target="../embeddings/oleObject204.bin"/><Relationship Id="rId5" Type="http://schemas.openxmlformats.org/officeDocument/2006/relationships/oleObject" Target="../embeddings/oleObject201.bin"/><Relationship Id="rId10" Type="http://schemas.openxmlformats.org/officeDocument/2006/relationships/image" Target="../media/image184.wmf"/><Relationship Id="rId4" Type="http://schemas.openxmlformats.org/officeDocument/2006/relationships/image" Target="../media/image175.wmf"/><Relationship Id="rId9" Type="http://schemas.openxmlformats.org/officeDocument/2006/relationships/oleObject" Target="../embeddings/oleObject203.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8" Type="http://schemas.openxmlformats.org/officeDocument/2006/relationships/image" Target="../media/image188.wmf"/><Relationship Id="rId13" Type="http://schemas.openxmlformats.org/officeDocument/2006/relationships/oleObject" Target="../embeddings/oleObject210.bin"/><Relationship Id="rId3" Type="http://schemas.openxmlformats.org/officeDocument/2006/relationships/oleObject" Target="../embeddings/oleObject205.bin"/><Relationship Id="rId7" Type="http://schemas.openxmlformats.org/officeDocument/2006/relationships/oleObject" Target="../embeddings/oleObject207.bin"/><Relationship Id="rId12" Type="http://schemas.openxmlformats.org/officeDocument/2006/relationships/image" Target="../media/image190.wmf"/><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image" Target="../media/image187.wmf"/><Relationship Id="rId11" Type="http://schemas.openxmlformats.org/officeDocument/2006/relationships/oleObject" Target="../embeddings/oleObject209.bin"/><Relationship Id="rId5" Type="http://schemas.openxmlformats.org/officeDocument/2006/relationships/oleObject" Target="../embeddings/oleObject206.bin"/><Relationship Id="rId10" Type="http://schemas.openxmlformats.org/officeDocument/2006/relationships/image" Target="../media/image189.wmf"/><Relationship Id="rId4" Type="http://schemas.openxmlformats.org/officeDocument/2006/relationships/image" Target="../media/image186.wmf"/><Relationship Id="rId9" Type="http://schemas.openxmlformats.org/officeDocument/2006/relationships/oleObject" Target="../embeddings/oleObject208.bin"/><Relationship Id="rId14" Type="http://schemas.openxmlformats.org/officeDocument/2006/relationships/image" Target="../media/image191.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11.bin"/><Relationship Id="rId2" Type="http://schemas.openxmlformats.org/officeDocument/2006/relationships/slideLayout" Target="../slideLayouts/slideLayout6.xml"/><Relationship Id="rId1" Type="http://schemas.openxmlformats.org/officeDocument/2006/relationships/vmlDrawing" Target="../drawings/vmlDrawing36.vml"/><Relationship Id="rId6" Type="http://schemas.openxmlformats.org/officeDocument/2006/relationships/image" Target="../media/image193.wmf"/><Relationship Id="rId5" Type="http://schemas.openxmlformats.org/officeDocument/2006/relationships/oleObject" Target="../embeddings/oleObject212.bin"/><Relationship Id="rId4" Type="http://schemas.openxmlformats.org/officeDocument/2006/relationships/image" Target="../media/image192.w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13.bin"/><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image" Target="../media/image195.wmf"/><Relationship Id="rId5" Type="http://schemas.openxmlformats.org/officeDocument/2006/relationships/oleObject" Target="../embeddings/oleObject214.bin"/><Relationship Id="rId4" Type="http://schemas.openxmlformats.org/officeDocument/2006/relationships/image" Target="../media/image194.wmf"/></Relationships>
</file>

<file path=ppt/slides/_rels/slide45.xml.rels><?xml version="1.0" encoding="UTF-8" standalone="yes"?>
<Relationships xmlns="http://schemas.openxmlformats.org/package/2006/relationships"><Relationship Id="rId8" Type="http://schemas.openxmlformats.org/officeDocument/2006/relationships/image" Target="../media/image198.wmf"/><Relationship Id="rId13" Type="http://schemas.openxmlformats.org/officeDocument/2006/relationships/oleObject" Target="../embeddings/oleObject220.bin"/><Relationship Id="rId18" Type="http://schemas.openxmlformats.org/officeDocument/2006/relationships/image" Target="../media/image203.wmf"/><Relationship Id="rId3" Type="http://schemas.openxmlformats.org/officeDocument/2006/relationships/oleObject" Target="../embeddings/oleObject215.bin"/><Relationship Id="rId7" Type="http://schemas.openxmlformats.org/officeDocument/2006/relationships/oleObject" Target="../embeddings/oleObject217.bin"/><Relationship Id="rId12" Type="http://schemas.openxmlformats.org/officeDocument/2006/relationships/image" Target="../media/image200.wmf"/><Relationship Id="rId17" Type="http://schemas.openxmlformats.org/officeDocument/2006/relationships/oleObject" Target="../embeddings/oleObject222.bin"/><Relationship Id="rId2" Type="http://schemas.openxmlformats.org/officeDocument/2006/relationships/slideLayout" Target="../slideLayouts/slideLayout7.xml"/><Relationship Id="rId16" Type="http://schemas.openxmlformats.org/officeDocument/2006/relationships/image" Target="../media/image202.wmf"/><Relationship Id="rId20" Type="http://schemas.openxmlformats.org/officeDocument/2006/relationships/image" Target="../media/image204.wmf"/><Relationship Id="rId1" Type="http://schemas.openxmlformats.org/officeDocument/2006/relationships/vmlDrawing" Target="../drawings/vmlDrawing38.vml"/><Relationship Id="rId6" Type="http://schemas.openxmlformats.org/officeDocument/2006/relationships/image" Target="../media/image197.wmf"/><Relationship Id="rId11" Type="http://schemas.openxmlformats.org/officeDocument/2006/relationships/oleObject" Target="../embeddings/oleObject219.bin"/><Relationship Id="rId5" Type="http://schemas.openxmlformats.org/officeDocument/2006/relationships/oleObject" Target="../embeddings/oleObject216.bin"/><Relationship Id="rId15" Type="http://schemas.openxmlformats.org/officeDocument/2006/relationships/oleObject" Target="../embeddings/oleObject221.bin"/><Relationship Id="rId10" Type="http://schemas.openxmlformats.org/officeDocument/2006/relationships/image" Target="../media/image199.wmf"/><Relationship Id="rId19" Type="http://schemas.openxmlformats.org/officeDocument/2006/relationships/oleObject" Target="../embeddings/oleObject223.bin"/><Relationship Id="rId4" Type="http://schemas.openxmlformats.org/officeDocument/2006/relationships/image" Target="../media/image196.wmf"/><Relationship Id="rId9" Type="http://schemas.openxmlformats.org/officeDocument/2006/relationships/oleObject" Target="../embeddings/oleObject218.bin"/><Relationship Id="rId14" Type="http://schemas.openxmlformats.org/officeDocument/2006/relationships/image" Target="../media/image201.wmf"/></Relationships>
</file>

<file path=ppt/slides/_rels/slide46.xml.rels><?xml version="1.0" encoding="UTF-8" standalone="yes"?>
<Relationships xmlns="http://schemas.openxmlformats.org/package/2006/relationships"><Relationship Id="rId8" Type="http://schemas.openxmlformats.org/officeDocument/2006/relationships/image" Target="../media/image207.wmf"/><Relationship Id="rId13" Type="http://schemas.openxmlformats.org/officeDocument/2006/relationships/oleObject" Target="../embeddings/oleObject229.bin"/><Relationship Id="rId18" Type="http://schemas.openxmlformats.org/officeDocument/2006/relationships/image" Target="../media/image211.wmf"/><Relationship Id="rId3" Type="http://schemas.openxmlformats.org/officeDocument/2006/relationships/oleObject" Target="../embeddings/oleObject224.bin"/><Relationship Id="rId7" Type="http://schemas.openxmlformats.org/officeDocument/2006/relationships/oleObject" Target="../embeddings/oleObject226.bin"/><Relationship Id="rId12" Type="http://schemas.openxmlformats.org/officeDocument/2006/relationships/image" Target="../media/image200.wmf"/><Relationship Id="rId17" Type="http://schemas.openxmlformats.org/officeDocument/2006/relationships/oleObject" Target="../embeddings/oleObject231.bin"/><Relationship Id="rId2" Type="http://schemas.openxmlformats.org/officeDocument/2006/relationships/slideLayout" Target="../slideLayouts/slideLayout7.xml"/><Relationship Id="rId16" Type="http://schemas.openxmlformats.org/officeDocument/2006/relationships/image" Target="../media/image210.wmf"/><Relationship Id="rId20" Type="http://schemas.openxmlformats.org/officeDocument/2006/relationships/image" Target="../media/image212.wmf"/><Relationship Id="rId1" Type="http://schemas.openxmlformats.org/officeDocument/2006/relationships/vmlDrawing" Target="../drawings/vmlDrawing39.vml"/><Relationship Id="rId6" Type="http://schemas.openxmlformats.org/officeDocument/2006/relationships/image" Target="../media/image206.wmf"/><Relationship Id="rId11" Type="http://schemas.openxmlformats.org/officeDocument/2006/relationships/oleObject" Target="../embeddings/oleObject228.bin"/><Relationship Id="rId5" Type="http://schemas.openxmlformats.org/officeDocument/2006/relationships/oleObject" Target="../embeddings/oleObject225.bin"/><Relationship Id="rId15" Type="http://schemas.openxmlformats.org/officeDocument/2006/relationships/oleObject" Target="../embeddings/oleObject230.bin"/><Relationship Id="rId10" Type="http://schemas.openxmlformats.org/officeDocument/2006/relationships/image" Target="../media/image208.wmf"/><Relationship Id="rId19" Type="http://schemas.openxmlformats.org/officeDocument/2006/relationships/oleObject" Target="../embeddings/oleObject232.bin"/><Relationship Id="rId4" Type="http://schemas.openxmlformats.org/officeDocument/2006/relationships/image" Target="../media/image205.wmf"/><Relationship Id="rId9" Type="http://schemas.openxmlformats.org/officeDocument/2006/relationships/oleObject" Target="../embeddings/oleObject227.bin"/><Relationship Id="rId14" Type="http://schemas.openxmlformats.org/officeDocument/2006/relationships/image" Target="../media/image209.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33.bin"/><Relationship Id="rId2" Type="http://schemas.openxmlformats.org/officeDocument/2006/relationships/slideLayout" Target="../slideLayouts/slideLayout7.xml"/><Relationship Id="rId1" Type="http://schemas.openxmlformats.org/officeDocument/2006/relationships/vmlDrawing" Target="../drawings/vmlDrawing40.vml"/><Relationship Id="rId4" Type="http://schemas.openxmlformats.org/officeDocument/2006/relationships/image" Target="../media/image213.wmf"/></Relationships>
</file>

<file path=ppt/slides/_rels/slide48.xml.rels><?xml version="1.0" encoding="UTF-8" standalone="yes"?>
<Relationships xmlns="http://schemas.openxmlformats.org/package/2006/relationships"><Relationship Id="rId8" Type="http://schemas.openxmlformats.org/officeDocument/2006/relationships/image" Target="../media/image216.wmf"/><Relationship Id="rId3" Type="http://schemas.openxmlformats.org/officeDocument/2006/relationships/oleObject" Target="../embeddings/oleObject234.bin"/><Relationship Id="rId7" Type="http://schemas.openxmlformats.org/officeDocument/2006/relationships/oleObject" Target="../embeddings/oleObject236.bin"/><Relationship Id="rId12" Type="http://schemas.openxmlformats.org/officeDocument/2006/relationships/image" Target="../media/image218.wmf"/><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image" Target="../media/image215.wmf"/><Relationship Id="rId11" Type="http://schemas.openxmlformats.org/officeDocument/2006/relationships/oleObject" Target="../embeddings/oleObject238.bin"/><Relationship Id="rId5" Type="http://schemas.openxmlformats.org/officeDocument/2006/relationships/oleObject" Target="../embeddings/oleObject235.bin"/><Relationship Id="rId10" Type="http://schemas.openxmlformats.org/officeDocument/2006/relationships/image" Target="../media/image217.wmf"/><Relationship Id="rId4" Type="http://schemas.openxmlformats.org/officeDocument/2006/relationships/image" Target="../media/image214.wmf"/><Relationship Id="rId9" Type="http://schemas.openxmlformats.org/officeDocument/2006/relationships/oleObject" Target="../embeddings/oleObject237.bin"/></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239.bin"/><Relationship Id="rId2" Type="http://schemas.openxmlformats.org/officeDocument/2006/relationships/slideLayout" Target="../slideLayouts/slideLayout7.xml"/><Relationship Id="rId1" Type="http://schemas.openxmlformats.org/officeDocument/2006/relationships/vmlDrawing" Target="../drawings/vmlDrawing42.vml"/><Relationship Id="rId4" Type="http://schemas.openxmlformats.org/officeDocument/2006/relationships/image" Target="../media/image219.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240.bin"/><Relationship Id="rId2" Type="http://schemas.openxmlformats.org/officeDocument/2006/relationships/slideLayout" Target="../slideLayouts/slideLayout6.xml"/><Relationship Id="rId1" Type="http://schemas.openxmlformats.org/officeDocument/2006/relationships/vmlDrawing" Target="../drawings/vmlDrawing43.vml"/><Relationship Id="rId4" Type="http://schemas.openxmlformats.org/officeDocument/2006/relationships/image" Target="../media/image220.wmf"/></Relationships>
</file>

<file path=ppt/slides/_rels/slide51.xml.rels><?xml version="1.0" encoding="UTF-8" standalone="yes"?>
<Relationships xmlns="http://schemas.openxmlformats.org/package/2006/relationships"><Relationship Id="rId8" Type="http://schemas.openxmlformats.org/officeDocument/2006/relationships/image" Target="../media/image223.wmf"/><Relationship Id="rId3" Type="http://schemas.openxmlformats.org/officeDocument/2006/relationships/oleObject" Target="../embeddings/oleObject241.bin"/><Relationship Id="rId7" Type="http://schemas.openxmlformats.org/officeDocument/2006/relationships/oleObject" Target="../embeddings/oleObject243.bin"/><Relationship Id="rId12" Type="http://schemas.openxmlformats.org/officeDocument/2006/relationships/image" Target="../media/image225.wmf"/><Relationship Id="rId2" Type="http://schemas.openxmlformats.org/officeDocument/2006/relationships/slideLayout" Target="../slideLayouts/slideLayout6.xml"/><Relationship Id="rId1" Type="http://schemas.openxmlformats.org/officeDocument/2006/relationships/vmlDrawing" Target="../drawings/vmlDrawing44.vml"/><Relationship Id="rId6" Type="http://schemas.openxmlformats.org/officeDocument/2006/relationships/image" Target="../media/image222.wmf"/><Relationship Id="rId11" Type="http://schemas.openxmlformats.org/officeDocument/2006/relationships/oleObject" Target="../embeddings/oleObject245.bin"/><Relationship Id="rId5" Type="http://schemas.openxmlformats.org/officeDocument/2006/relationships/oleObject" Target="../embeddings/oleObject242.bin"/><Relationship Id="rId10" Type="http://schemas.openxmlformats.org/officeDocument/2006/relationships/image" Target="../media/image224.wmf"/><Relationship Id="rId4" Type="http://schemas.openxmlformats.org/officeDocument/2006/relationships/image" Target="../media/image221.wmf"/><Relationship Id="rId9" Type="http://schemas.openxmlformats.org/officeDocument/2006/relationships/oleObject" Target="../embeddings/oleObject244.bin"/></Relationships>
</file>

<file path=ppt/slides/_rels/slide52.xml.rels><?xml version="1.0" encoding="UTF-8" standalone="yes"?>
<Relationships xmlns="http://schemas.openxmlformats.org/package/2006/relationships"><Relationship Id="rId8" Type="http://schemas.openxmlformats.org/officeDocument/2006/relationships/image" Target="../media/image228.wmf"/><Relationship Id="rId13" Type="http://schemas.openxmlformats.org/officeDocument/2006/relationships/oleObject" Target="../embeddings/oleObject251.bin"/><Relationship Id="rId18" Type="http://schemas.openxmlformats.org/officeDocument/2006/relationships/image" Target="../media/image233.wmf"/><Relationship Id="rId3" Type="http://schemas.openxmlformats.org/officeDocument/2006/relationships/oleObject" Target="../embeddings/oleObject246.bin"/><Relationship Id="rId21" Type="http://schemas.openxmlformats.org/officeDocument/2006/relationships/oleObject" Target="../embeddings/oleObject255.bin"/><Relationship Id="rId7" Type="http://schemas.openxmlformats.org/officeDocument/2006/relationships/oleObject" Target="../embeddings/oleObject248.bin"/><Relationship Id="rId12" Type="http://schemas.openxmlformats.org/officeDocument/2006/relationships/image" Target="../media/image230.wmf"/><Relationship Id="rId17" Type="http://schemas.openxmlformats.org/officeDocument/2006/relationships/oleObject" Target="../embeddings/oleObject253.bin"/><Relationship Id="rId2" Type="http://schemas.openxmlformats.org/officeDocument/2006/relationships/slideLayout" Target="../slideLayouts/slideLayout6.xml"/><Relationship Id="rId16" Type="http://schemas.openxmlformats.org/officeDocument/2006/relationships/image" Target="../media/image232.wmf"/><Relationship Id="rId20" Type="http://schemas.openxmlformats.org/officeDocument/2006/relationships/image" Target="../media/image234.wmf"/><Relationship Id="rId1" Type="http://schemas.openxmlformats.org/officeDocument/2006/relationships/vmlDrawing" Target="../drawings/vmlDrawing45.vml"/><Relationship Id="rId6" Type="http://schemas.openxmlformats.org/officeDocument/2006/relationships/image" Target="../media/image227.wmf"/><Relationship Id="rId11" Type="http://schemas.openxmlformats.org/officeDocument/2006/relationships/oleObject" Target="../embeddings/oleObject250.bin"/><Relationship Id="rId5" Type="http://schemas.openxmlformats.org/officeDocument/2006/relationships/oleObject" Target="../embeddings/oleObject247.bin"/><Relationship Id="rId15" Type="http://schemas.openxmlformats.org/officeDocument/2006/relationships/oleObject" Target="../embeddings/oleObject252.bin"/><Relationship Id="rId10" Type="http://schemas.openxmlformats.org/officeDocument/2006/relationships/image" Target="../media/image229.wmf"/><Relationship Id="rId19" Type="http://schemas.openxmlformats.org/officeDocument/2006/relationships/oleObject" Target="../embeddings/oleObject254.bin"/><Relationship Id="rId4" Type="http://schemas.openxmlformats.org/officeDocument/2006/relationships/image" Target="../media/image226.wmf"/><Relationship Id="rId9" Type="http://schemas.openxmlformats.org/officeDocument/2006/relationships/oleObject" Target="../embeddings/oleObject249.bin"/><Relationship Id="rId14" Type="http://schemas.openxmlformats.org/officeDocument/2006/relationships/image" Target="../media/image231.wmf"/><Relationship Id="rId22" Type="http://schemas.openxmlformats.org/officeDocument/2006/relationships/image" Target="../media/image235.wmf"/></Relationships>
</file>

<file path=ppt/slides/_rels/slide53.xml.rels><?xml version="1.0" encoding="UTF-8" standalone="yes"?>
<Relationships xmlns="http://schemas.openxmlformats.org/package/2006/relationships"><Relationship Id="rId8" Type="http://schemas.openxmlformats.org/officeDocument/2006/relationships/image" Target="../media/image238.wmf"/><Relationship Id="rId13" Type="http://schemas.openxmlformats.org/officeDocument/2006/relationships/oleObject" Target="../embeddings/oleObject261.bin"/><Relationship Id="rId18" Type="http://schemas.openxmlformats.org/officeDocument/2006/relationships/oleObject" Target="../embeddings/oleObject264.bin"/><Relationship Id="rId3" Type="http://schemas.openxmlformats.org/officeDocument/2006/relationships/oleObject" Target="../embeddings/oleObject256.bin"/><Relationship Id="rId7" Type="http://schemas.openxmlformats.org/officeDocument/2006/relationships/oleObject" Target="../embeddings/oleObject258.bin"/><Relationship Id="rId12" Type="http://schemas.openxmlformats.org/officeDocument/2006/relationships/image" Target="../media/image240.wmf"/><Relationship Id="rId17" Type="http://schemas.openxmlformats.org/officeDocument/2006/relationships/image" Target="../media/image242.wmf"/><Relationship Id="rId2" Type="http://schemas.openxmlformats.org/officeDocument/2006/relationships/slideLayout" Target="../slideLayouts/slideLayout6.xml"/><Relationship Id="rId16" Type="http://schemas.openxmlformats.org/officeDocument/2006/relationships/oleObject" Target="../embeddings/oleObject263.bin"/><Relationship Id="rId1" Type="http://schemas.openxmlformats.org/officeDocument/2006/relationships/vmlDrawing" Target="../drawings/vmlDrawing46.vml"/><Relationship Id="rId6" Type="http://schemas.openxmlformats.org/officeDocument/2006/relationships/image" Target="../media/image237.wmf"/><Relationship Id="rId11" Type="http://schemas.openxmlformats.org/officeDocument/2006/relationships/oleObject" Target="../embeddings/oleObject260.bin"/><Relationship Id="rId5" Type="http://schemas.openxmlformats.org/officeDocument/2006/relationships/oleObject" Target="../embeddings/oleObject257.bin"/><Relationship Id="rId15" Type="http://schemas.openxmlformats.org/officeDocument/2006/relationships/oleObject" Target="../embeddings/oleObject262.bin"/><Relationship Id="rId10" Type="http://schemas.openxmlformats.org/officeDocument/2006/relationships/image" Target="../media/image239.wmf"/><Relationship Id="rId19" Type="http://schemas.openxmlformats.org/officeDocument/2006/relationships/image" Target="../media/image243.wmf"/><Relationship Id="rId4" Type="http://schemas.openxmlformats.org/officeDocument/2006/relationships/image" Target="../media/image236.wmf"/><Relationship Id="rId9" Type="http://schemas.openxmlformats.org/officeDocument/2006/relationships/oleObject" Target="../embeddings/oleObject259.bin"/><Relationship Id="rId14" Type="http://schemas.openxmlformats.org/officeDocument/2006/relationships/image" Target="../media/image241.wmf"/></Relationships>
</file>

<file path=ppt/slides/_rels/slide54.xml.rels><?xml version="1.0" encoding="UTF-8" standalone="yes"?>
<Relationships xmlns="http://schemas.openxmlformats.org/package/2006/relationships"><Relationship Id="rId8" Type="http://schemas.openxmlformats.org/officeDocument/2006/relationships/image" Target="../media/image246.wmf"/><Relationship Id="rId3" Type="http://schemas.openxmlformats.org/officeDocument/2006/relationships/oleObject" Target="../embeddings/oleObject265.bin"/><Relationship Id="rId7" Type="http://schemas.openxmlformats.org/officeDocument/2006/relationships/oleObject" Target="../embeddings/oleObject267.bin"/><Relationship Id="rId2" Type="http://schemas.openxmlformats.org/officeDocument/2006/relationships/slideLayout" Target="../slideLayouts/slideLayout7.xml"/><Relationship Id="rId1" Type="http://schemas.openxmlformats.org/officeDocument/2006/relationships/vmlDrawing" Target="../drawings/vmlDrawing47.vml"/><Relationship Id="rId6" Type="http://schemas.openxmlformats.org/officeDocument/2006/relationships/image" Target="../media/image245.wmf"/><Relationship Id="rId5" Type="http://schemas.openxmlformats.org/officeDocument/2006/relationships/oleObject" Target="../embeddings/oleObject266.bin"/><Relationship Id="rId4" Type="http://schemas.openxmlformats.org/officeDocument/2006/relationships/image" Target="../media/image244.wmf"/></Relationships>
</file>

<file path=ppt/slides/_rels/slide55.xml.rels><?xml version="1.0" encoding="UTF-8" standalone="yes"?>
<Relationships xmlns="http://schemas.openxmlformats.org/package/2006/relationships"><Relationship Id="rId8" Type="http://schemas.openxmlformats.org/officeDocument/2006/relationships/image" Target="../media/image249.wmf"/><Relationship Id="rId3" Type="http://schemas.openxmlformats.org/officeDocument/2006/relationships/oleObject" Target="../embeddings/oleObject268.bin"/><Relationship Id="rId7" Type="http://schemas.openxmlformats.org/officeDocument/2006/relationships/oleObject" Target="../embeddings/oleObject270.bin"/><Relationship Id="rId2" Type="http://schemas.openxmlformats.org/officeDocument/2006/relationships/slideLayout" Target="../slideLayouts/slideLayout7.xml"/><Relationship Id="rId1" Type="http://schemas.openxmlformats.org/officeDocument/2006/relationships/vmlDrawing" Target="../drawings/vmlDrawing48.vml"/><Relationship Id="rId6" Type="http://schemas.openxmlformats.org/officeDocument/2006/relationships/image" Target="../media/image248.wmf"/><Relationship Id="rId5" Type="http://schemas.openxmlformats.org/officeDocument/2006/relationships/oleObject" Target="../embeddings/oleObject269.bin"/><Relationship Id="rId10" Type="http://schemas.openxmlformats.org/officeDocument/2006/relationships/image" Target="../media/image250.wmf"/><Relationship Id="rId4" Type="http://schemas.openxmlformats.org/officeDocument/2006/relationships/image" Target="../media/image247.wmf"/><Relationship Id="rId9" Type="http://schemas.openxmlformats.org/officeDocument/2006/relationships/oleObject" Target="../embeddings/oleObject271.bin"/></Relationships>
</file>

<file path=ppt/slides/_rels/slide56.xml.rels><?xml version="1.0" encoding="UTF-8" standalone="yes"?>
<Relationships xmlns="http://schemas.openxmlformats.org/package/2006/relationships"><Relationship Id="rId8" Type="http://schemas.openxmlformats.org/officeDocument/2006/relationships/image" Target="../media/image253.wmf"/><Relationship Id="rId3" Type="http://schemas.openxmlformats.org/officeDocument/2006/relationships/oleObject" Target="../embeddings/oleObject272.bin"/><Relationship Id="rId7" Type="http://schemas.openxmlformats.org/officeDocument/2006/relationships/oleObject" Target="../embeddings/oleObject274.bin"/><Relationship Id="rId2" Type="http://schemas.openxmlformats.org/officeDocument/2006/relationships/slideLayout" Target="../slideLayouts/slideLayout7.xml"/><Relationship Id="rId1" Type="http://schemas.openxmlformats.org/officeDocument/2006/relationships/vmlDrawing" Target="../drawings/vmlDrawing49.vml"/><Relationship Id="rId6" Type="http://schemas.openxmlformats.org/officeDocument/2006/relationships/image" Target="../media/image252.wmf"/><Relationship Id="rId5" Type="http://schemas.openxmlformats.org/officeDocument/2006/relationships/oleObject" Target="../embeddings/oleObject273.bin"/><Relationship Id="rId10" Type="http://schemas.openxmlformats.org/officeDocument/2006/relationships/image" Target="../media/image254.wmf"/><Relationship Id="rId4" Type="http://schemas.openxmlformats.org/officeDocument/2006/relationships/image" Target="../media/image251.wmf"/><Relationship Id="rId9" Type="http://schemas.openxmlformats.org/officeDocument/2006/relationships/oleObject" Target="../embeddings/oleObject275.bin"/></Relationships>
</file>

<file path=ppt/slides/_rels/slide57.xml.rels><?xml version="1.0" encoding="UTF-8" standalone="yes"?>
<Relationships xmlns="http://schemas.openxmlformats.org/package/2006/relationships"><Relationship Id="rId8" Type="http://schemas.openxmlformats.org/officeDocument/2006/relationships/image" Target="../media/image257.wmf"/><Relationship Id="rId3" Type="http://schemas.openxmlformats.org/officeDocument/2006/relationships/oleObject" Target="../embeddings/oleObject276.bin"/><Relationship Id="rId7" Type="http://schemas.openxmlformats.org/officeDocument/2006/relationships/oleObject" Target="../embeddings/oleObject278.bin"/><Relationship Id="rId2" Type="http://schemas.openxmlformats.org/officeDocument/2006/relationships/slideLayout" Target="../slideLayouts/slideLayout7.xml"/><Relationship Id="rId1" Type="http://schemas.openxmlformats.org/officeDocument/2006/relationships/vmlDrawing" Target="../drawings/vmlDrawing50.vml"/><Relationship Id="rId6" Type="http://schemas.openxmlformats.org/officeDocument/2006/relationships/image" Target="../media/image256.wmf"/><Relationship Id="rId5" Type="http://schemas.openxmlformats.org/officeDocument/2006/relationships/oleObject" Target="../embeddings/oleObject277.bin"/><Relationship Id="rId4" Type="http://schemas.openxmlformats.org/officeDocument/2006/relationships/image" Target="../media/image255.wmf"/></Relationships>
</file>

<file path=ppt/slides/_rels/slide58.xml.rels><?xml version="1.0" encoding="UTF-8" standalone="yes"?>
<Relationships xmlns="http://schemas.openxmlformats.org/package/2006/relationships"><Relationship Id="rId8" Type="http://schemas.openxmlformats.org/officeDocument/2006/relationships/image" Target="../media/image260.wmf"/><Relationship Id="rId13" Type="http://schemas.openxmlformats.org/officeDocument/2006/relationships/oleObject" Target="../embeddings/oleObject284.bin"/><Relationship Id="rId3" Type="http://schemas.openxmlformats.org/officeDocument/2006/relationships/oleObject" Target="../embeddings/oleObject279.bin"/><Relationship Id="rId7" Type="http://schemas.openxmlformats.org/officeDocument/2006/relationships/oleObject" Target="../embeddings/oleObject281.bin"/><Relationship Id="rId12" Type="http://schemas.openxmlformats.org/officeDocument/2006/relationships/image" Target="../media/image262.wmf"/><Relationship Id="rId2" Type="http://schemas.openxmlformats.org/officeDocument/2006/relationships/slideLayout" Target="../slideLayouts/slideLayout6.xml"/><Relationship Id="rId16" Type="http://schemas.openxmlformats.org/officeDocument/2006/relationships/image" Target="../media/image264.wmf"/><Relationship Id="rId1" Type="http://schemas.openxmlformats.org/officeDocument/2006/relationships/vmlDrawing" Target="../drawings/vmlDrawing51.vml"/><Relationship Id="rId6" Type="http://schemas.openxmlformats.org/officeDocument/2006/relationships/image" Target="../media/image259.wmf"/><Relationship Id="rId11" Type="http://schemas.openxmlformats.org/officeDocument/2006/relationships/oleObject" Target="../embeddings/oleObject283.bin"/><Relationship Id="rId5" Type="http://schemas.openxmlformats.org/officeDocument/2006/relationships/oleObject" Target="../embeddings/oleObject280.bin"/><Relationship Id="rId15" Type="http://schemas.openxmlformats.org/officeDocument/2006/relationships/oleObject" Target="../embeddings/oleObject285.bin"/><Relationship Id="rId10" Type="http://schemas.openxmlformats.org/officeDocument/2006/relationships/image" Target="../media/image261.wmf"/><Relationship Id="rId4" Type="http://schemas.openxmlformats.org/officeDocument/2006/relationships/image" Target="../media/image258.wmf"/><Relationship Id="rId9" Type="http://schemas.openxmlformats.org/officeDocument/2006/relationships/oleObject" Target="../embeddings/oleObject282.bin"/><Relationship Id="rId14" Type="http://schemas.openxmlformats.org/officeDocument/2006/relationships/image" Target="../media/image263.w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286.bin"/><Relationship Id="rId2" Type="http://schemas.openxmlformats.org/officeDocument/2006/relationships/slideLayout" Target="../slideLayouts/slideLayout7.xml"/><Relationship Id="rId1" Type="http://schemas.openxmlformats.org/officeDocument/2006/relationships/vmlDrawing" Target="../drawings/vmlDrawing52.vml"/><Relationship Id="rId6" Type="http://schemas.openxmlformats.org/officeDocument/2006/relationships/image" Target="../media/image266.wmf"/><Relationship Id="rId5" Type="http://schemas.openxmlformats.org/officeDocument/2006/relationships/oleObject" Target="../embeddings/oleObject287.bin"/><Relationship Id="rId4" Type="http://schemas.openxmlformats.org/officeDocument/2006/relationships/image" Target="../media/image265.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8" Type="http://schemas.openxmlformats.org/officeDocument/2006/relationships/image" Target="../media/image269.wmf"/><Relationship Id="rId13" Type="http://schemas.openxmlformats.org/officeDocument/2006/relationships/oleObject" Target="../embeddings/oleObject293.bin"/><Relationship Id="rId3" Type="http://schemas.openxmlformats.org/officeDocument/2006/relationships/oleObject" Target="../embeddings/oleObject288.bin"/><Relationship Id="rId7" Type="http://schemas.openxmlformats.org/officeDocument/2006/relationships/oleObject" Target="../embeddings/oleObject290.bin"/><Relationship Id="rId12" Type="http://schemas.openxmlformats.org/officeDocument/2006/relationships/image" Target="../media/image271.wmf"/><Relationship Id="rId17" Type="http://schemas.openxmlformats.org/officeDocument/2006/relationships/image" Target="../media/image273.wmf"/><Relationship Id="rId2" Type="http://schemas.openxmlformats.org/officeDocument/2006/relationships/slideLayout" Target="../slideLayouts/slideLayout6.xml"/><Relationship Id="rId16" Type="http://schemas.openxmlformats.org/officeDocument/2006/relationships/oleObject" Target="../embeddings/oleObject295.bin"/><Relationship Id="rId1" Type="http://schemas.openxmlformats.org/officeDocument/2006/relationships/vmlDrawing" Target="../drawings/vmlDrawing53.vml"/><Relationship Id="rId6" Type="http://schemas.openxmlformats.org/officeDocument/2006/relationships/image" Target="../media/image268.wmf"/><Relationship Id="rId11" Type="http://schemas.openxmlformats.org/officeDocument/2006/relationships/oleObject" Target="../embeddings/oleObject292.bin"/><Relationship Id="rId5" Type="http://schemas.openxmlformats.org/officeDocument/2006/relationships/oleObject" Target="../embeddings/oleObject289.bin"/><Relationship Id="rId15" Type="http://schemas.openxmlformats.org/officeDocument/2006/relationships/image" Target="../media/image272.wmf"/><Relationship Id="rId10" Type="http://schemas.openxmlformats.org/officeDocument/2006/relationships/image" Target="../media/image270.wmf"/><Relationship Id="rId4" Type="http://schemas.openxmlformats.org/officeDocument/2006/relationships/image" Target="../media/image267.wmf"/><Relationship Id="rId9" Type="http://schemas.openxmlformats.org/officeDocument/2006/relationships/oleObject" Target="../embeddings/oleObject291.bin"/><Relationship Id="rId14" Type="http://schemas.openxmlformats.org/officeDocument/2006/relationships/oleObject" Target="../embeddings/oleObject294.bin"/></Relationships>
</file>

<file path=ppt/slides/_rels/slide62.xml.rels><?xml version="1.0" encoding="UTF-8" standalone="yes"?>
<Relationships xmlns="http://schemas.openxmlformats.org/package/2006/relationships"><Relationship Id="rId8" Type="http://schemas.openxmlformats.org/officeDocument/2006/relationships/image" Target="../media/image275.wmf"/><Relationship Id="rId13" Type="http://schemas.openxmlformats.org/officeDocument/2006/relationships/oleObject" Target="../embeddings/oleObject301.bin"/><Relationship Id="rId18" Type="http://schemas.openxmlformats.org/officeDocument/2006/relationships/oleObject" Target="../embeddings/oleObject305.bin"/><Relationship Id="rId3" Type="http://schemas.openxmlformats.org/officeDocument/2006/relationships/oleObject" Target="../embeddings/oleObject296.bin"/><Relationship Id="rId21" Type="http://schemas.openxmlformats.org/officeDocument/2006/relationships/image" Target="../media/image280.wmf"/><Relationship Id="rId7" Type="http://schemas.openxmlformats.org/officeDocument/2006/relationships/oleObject" Target="../embeddings/oleObject298.bin"/><Relationship Id="rId12" Type="http://schemas.openxmlformats.org/officeDocument/2006/relationships/image" Target="../media/image277.wmf"/><Relationship Id="rId17" Type="http://schemas.openxmlformats.org/officeDocument/2006/relationships/image" Target="../media/image278.wmf"/><Relationship Id="rId2" Type="http://schemas.openxmlformats.org/officeDocument/2006/relationships/slideLayout" Target="../slideLayouts/slideLayout6.xml"/><Relationship Id="rId16" Type="http://schemas.openxmlformats.org/officeDocument/2006/relationships/oleObject" Target="../embeddings/oleObject304.bin"/><Relationship Id="rId20" Type="http://schemas.openxmlformats.org/officeDocument/2006/relationships/oleObject" Target="../embeddings/oleObject306.bin"/><Relationship Id="rId1" Type="http://schemas.openxmlformats.org/officeDocument/2006/relationships/vmlDrawing" Target="../drawings/vmlDrawing54.vml"/><Relationship Id="rId6" Type="http://schemas.openxmlformats.org/officeDocument/2006/relationships/image" Target="../media/image274.wmf"/><Relationship Id="rId11" Type="http://schemas.openxmlformats.org/officeDocument/2006/relationships/oleObject" Target="../embeddings/oleObject300.bin"/><Relationship Id="rId5" Type="http://schemas.openxmlformats.org/officeDocument/2006/relationships/oleObject" Target="../embeddings/oleObject297.bin"/><Relationship Id="rId15" Type="http://schemas.openxmlformats.org/officeDocument/2006/relationships/oleObject" Target="../embeddings/oleObject303.bin"/><Relationship Id="rId23" Type="http://schemas.openxmlformats.org/officeDocument/2006/relationships/image" Target="../media/image281.wmf"/><Relationship Id="rId10" Type="http://schemas.openxmlformats.org/officeDocument/2006/relationships/image" Target="../media/image276.wmf"/><Relationship Id="rId19" Type="http://schemas.openxmlformats.org/officeDocument/2006/relationships/image" Target="../media/image279.wmf"/><Relationship Id="rId4" Type="http://schemas.openxmlformats.org/officeDocument/2006/relationships/image" Target="../media/image164.wmf"/><Relationship Id="rId9" Type="http://schemas.openxmlformats.org/officeDocument/2006/relationships/oleObject" Target="../embeddings/oleObject299.bin"/><Relationship Id="rId14" Type="http://schemas.openxmlformats.org/officeDocument/2006/relationships/oleObject" Target="../embeddings/oleObject302.bin"/><Relationship Id="rId22" Type="http://schemas.openxmlformats.org/officeDocument/2006/relationships/oleObject" Target="../embeddings/oleObject307.bin"/></Relationships>
</file>

<file path=ppt/slides/_rels/slide63.xml.rels><?xml version="1.0" encoding="UTF-8" standalone="yes"?>
<Relationships xmlns="http://schemas.openxmlformats.org/package/2006/relationships"><Relationship Id="rId8" Type="http://schemas.openxmlformats.org/officeDocument/2006/relationships/image" Target="../media/image284.wmf"/><Relationship Id="rId13" Type="http://schemas.openxmlformats.org/officeDocument/2006/relationships/oleObject" Target="../embeddings/oleObject313.bin"/><Relationship Id="rId3" Type="http://schemas.openxmlformats.org/officeDocument/2006/relationships/oleObject" Target="../embeddings/oleObject308.bin"/><Relationship Id="rId7" Type="http://schemas.openxmlformats.org/officeDocument/2006/relationships/oleObject" Target="../embeddings/oleObject310.bin"/><Relationship Id="rId12" Type="http://schemas.openxmlformats.org/officeDocument/2006/relationships/image" Target="../media/image286.wmf"/><Relationship Id="rId2" Type="http://schemas.openxmlformats.org/officeDocument/2006/relationships/slideLayout" Target="../slideLayouts/slideLayout6.xml"/><Relationship Id="rId1" Type="http://schemas.openxmlformats.org/officeDocument/2006/relationships/vmlDrawing" Target="../drawings/vmlDrawing55.vml"/><Relationship Id="rId6" Type="http://schemas.openxmlformats.org/officeDocument/2006/relationships/image" Target="../media/image283.wmf"/><Relationship Id="rId11" Type="http://schemas.openxmlformats.org/officeDocument/2006/relationships/oleObject" Target="../embeddings/oleObject312.bin"/><Relationship Id="rId5" Type="http://schemas.openxmlformats.org/officeDocument/2006/relationships/oleObject" Target="../embeddings/oleObject309.bin"/><Relationship Id="rId10" Type="http://schemas.openxmlformats.org/officeDocument/2006/relationships/image" Target="../media/image285.wmf"/><Relationship Id="rId4" Type="http://schemas.openxmlformats.org/officeDocument/2006/relationships/image" Target="../media/image282.wmf"/><Relationship Id="rId9" Type="http://schemas.openxmlformats.org/officeDocument/2006/relationships/oleObject" Target="../embeddings/oleObject311.bin"/><Relationship Id="rId14" Type="http://schemas.openxmlformats.org/officeDocument/2006/relationships/image" Target="../media/image274.wmf"/></Relationships>
</file>

<file path=ppt/slides/_rels/slide64.xml.rels><?xml version="1.0" encoding="UTF-8" standalone="yes"?>
<Relationships xmlns="http://schemas.openxmlformats.org/package/2006/relationships"><Relationship Id="rId8" Type="http://schemas.openxmlformats.org/officeDocument/2006/relationships/image" Target="../media/image289.wmf"/><Relationship Id="rId13" Type="http://schemas.openxmlformats.org/officeDocument/2006/relationships/oleObject" Target="../embeddings/oleObject319.bin"/><Relationship Id="rId3" Type="http://schemas.openxmlformats.org/officeDocument/2006/relationships/oleObject" Target="../embeddings/oleObject314.bin"/><Relationship Id="rId7" Type="http://schemas.openxmlformats.org/officeDocument/2006/relationships/oleObject" Target="../embeddings/oleObject316.bin"/><Relationship Id="rId12" Type="http://schemas.openxmlformats.org/officeDocument/2006/relationships/image" Target="../media/image291.wmf"/><Relationship Id="rId2" Type="http://schemas.openxmlformats.org/officeDocument/2006/relationships/slideLayout" Target="../slideLayouts/slideLayout6.xml"/><Relationship Id="rId16" Type="http://schemas.openxmlformats.org/officeDocument/2006/relationships/image" Target="../media/image293.wmf"/><Relationship Id="rId1" Type="http://schemas.openxmlformats.org/officeDocument/2006/relationships/vmlDrawing" Target="../drawings/vmlDrawing56.vml"/><Relationship Id="rId6" Type="http://schemas.openxmlformats.org/officeDocument/2006/relationships/image" Target="../media/image288.wmf"/><Relationship Id="rId11" Type="http://schemas.openxmlformats.org/officeDocument/2006/relationships/oleObject" Target="../embeddings/oleObject318.bin"/><Relationship Id="rId5" Type="http://schemas.openxmlformats.org/officeDocument/2006/relationships/oleObject" Target="../embeddings/oleObject315.bin"/><Relationship Id="rId15" Type="http://schemas.openxmlformats.org/officeDocument/2006/relationships/oleObject" Target="../embeddings/oleObject320.bin"/><Relationship Id="rId10" Type="http://schemas.openxmlformats.org/officeDocument/2006/relationships/image" Target="../media/image290.wmf"/><Relationship Id="rId4" Type="http://schemas.openxmlformats.org/officeDocument/2006/relationships/image" Target="../media/image287.wmf"/><Relationship Id="rId9" Type="http://schemas.openxmlformats.org/officeDocument/2006/relationships/oleObject" Target="../embeddings/oleObject317.bin"/><Relationship Id="rId14" Type="http://schemas.openxmlformats.org/officeDocument/2006/relationships/image" Target="../media/image292.wmf"/></Relationships>
</file>

<file path=ppt/slides/_rels/slide65.xml.rels><?xml version="1.0" encoding="UTF-8" standalone="yes"?>
<Relationships xmlns="http://schemas.openxmlformats.org/package/2006/relationships"><Relationship Id="rId8" Type="http://schemas.openxmlformats.org/officeDocument/2006/relationships/image" Target="../media/image296.emf"/><Relationship Id="rId13" Type="http://schemas.openxmlformats.org/officeDocument/2006/relationships/oleObject" Target="../embeddings/oleObject326.bin"/><Relationship Id="rId18" Type="http://schemas.openxmlformats.org/officeDocument/2006/relationships/image" Target="../media/image301.wmf"/><Relationship Id="rId26" Type="http://schemas.openxmlformats.org/officeDocument/2006/relationships/image" Target="../media/image305.emf"/><Relationship Id="rId3" Type="http://schemas.openxmlformats.org/officeDocument/2006/relationships/oleObject" Target="../embeddings/oleObject321.bin"/><Relationship Id="rId21" Type="http://schemas.openxmlformats.org/officeDocument/2006/relationships/oleObject" Target="../embeddings/oleObject330.bin"/><Relationship Id="rId7" Type="http://schemas.openxmlformats.org/officeDocument/2006/relationships/oleObject" Target="../embeddings/oleObject323.bin"/><Relationship Id="rId12" Type="http://schemas.openxmlformats.org/officeDocument/2006/relationships/image" Target="../media/image298.emf"/><Relationship Id="rId17" Type="http://schemas.openxmlformats.org/officeDocument/2006/relationships/oleObject" Target="../embeddings/oleObject328.bin"/><Relationship Id="rId25" Type="http://schemas.openxmlformats.org/officeDocument/2006/relationships/oleObject" Target="../embeddings/oleObject332.bin"/><Relationship Id="rId2" Type="http://schemas.openxmlformats.org/officeDocument/2006/relationships/slideLayout" Target="../slideLayouts/slideLayout6.xml"/><Relationship Id="rId16" Type="http://schemas.openxmlformats.org/officeDocument/2006/relationships/image" Target="../media/image300.emf"/><Relationship Id="rId20" Type="http://schemas.openxmlformats.org/officeDocument/2006/relationships/image" Target="../media/image302.wmf"/><Relationship Id="rId1" Type="http://schemas.openxmlformats.org/officeDocument/2006/relationships/vmlDrawing" Target="../drawings/vmlDrawing57.vml"/><Relationship Id="rId6" Type="http://schemas.openxmlformats.org/officeDocument/2006/relationships/image" Target="../media/image295.wmf"/><Relationship Id="rId11" Type="http://schemas.openxmlformats.org/officeDocument/2006/relationships/oleObject" Target="../embeddings/oleObject325.bin"/><Relationship Id="rId24" Type="http://schemas.openxmlformats.org/officeDocument/2006/relationships/image" Target="../media/image304.emf"/><Relationship Id="rId5" Type="http://schemas.openxmlformats.org/officeDocument/2006/relationships/oleObject" Target="../embeddings/oleObject322.bin"/><Relationship Id="rId15" Type="http://schemas.openxmlformats.org/officeDocument/2006/relationships/oleObject" Target="../embeddings/oleObject327.bin"/><Relationship Id="rId23" Type="http://schemas.openxmlformats.org/officeDocument/2006/relationships/oleObject" Target="../embeddings/oleObject331.bin"/><Relationship Id="rId28" Type="http://schemas.openxmlformats.org/officeDocument/2006/relationships/image" Target="../media/image306.emf"/><Relationship Id="rId10" Type="http://schemas.openxmlformats.org/officeDocument/2006/relationships/image" Target="../media/image297.emf"/><Relationship Id="rId19" Type="http://schemas.openxmlformats.org/officeDocument/2006/relationships/oleObject" Target="../embeddings/oleObject329.bin"/><Relationship Id="rId4" Type="http://schemas.openxmlformats.org/officeDocument/2006/relationships/image" Target="../media/image294.wmf"/><Relationship Id="rId9" Type="http://schemas.openxmlformats.org/officeDocument/2006/relationships/oleObject" Target="../embeddings/oleObject324.bin"/><Relationship Id="rId14" Type="http://schemas.openxmlformats.org/officeDocument/2006/relationships/image" Target="../media/image299.wmf"/><Relationship Id="rId22" Type="http://schemas.openxmlformats.org/officeDocument/2006/relationships/image" Target="../media/image303.emf"/><Relationship Id="rId27" Type="http://schemas.openxmlformats.org/officeDocument/2006/relationships/oleObject" Target="../embeddings/oleObject333.bin"/></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334.bin"/><Relationship Id="rId2" Type="http://schemas.openxmlformats.org/officeDocument/2006/relationships/slideLayout" Target="../slideLayouts/slideLayout2.xml"/><Relationship Id="rId1" Type="http://schemas.openxmlformats.org/officeDocument/2006/relationships/vmlDrawing" Target="../drawings/vmlDrawing58.vml"/><Relationship Id="rId4" Type="http://schemas.openxmlformats.org/officeDocument/2006/relationships/image" Target="../media/image307.wmf"/></Relationships>
</file>

<file path=ppt/slides/_rels/slide67.xml.rels><?xml version="1.0" encoding="UTF-8" standalone="yes"?>
<Relationships xmlns="http://schemas.openxmlformats.org/package/2006/relationships"><Relationship Id="rId8" Type="http://schemas.openxmlformats.org/officeDocument/2006/relationships/image" Target="../media/image310.wmf"/><Relationship Id="rId13" Type="http://schemas.openxmlformats.org/officeDocument/2006/relationships/oleObject" Target="../embeddings/oleObject340.bin"/><Relationship Id="rId3" Type="http://schemas.openxmlformats.org/officeDocument/2006/relationships/oleObject" Target="../embeddings/oleObject335.bin"/><Relationship Id="rId7" Type="http://schemas.openxmlformats.org/officeDocument/2006/relationships/oleObject" Target="../embeddings/oleObject337.bin"/><Relationship Id="rId12" Type="http://schemas.openxmlformats.org/officeDocument/2006/relationships/image" Target="../media/image312.wmf"/><Relationship Id="rId2" Type="http://schemas.openxmlformats.org/officeDocument/2006/relationships/slideLayout" Target="../slideLayouts/slideLayout7.xml"/><Relationship Id="rId1" Type="http://schemas.openxmlformats.org/officeDocument/2006/relationships/vmlDrawing" Target="../drawings/vmlDrawing59.vml"/><Relationship Id="rId6" Type="http://schemas.openxmlformats.org/officeDocument/2006/relationships/image" Target="../media/image309.wmf"/><Relationship Id="rId11" Type="http://schemas.openxmlformats.org/officeDocument/2006/relationships/oleObject" Target="../embeddings/oleObject339.bin"/><Relationship Id="rId5" Type="http://schemas.openxmlformats.org/officeDocument/2006/relationships/oleObject" Target="../embeddings/oleObject336.bin"/><Relationship Id="rId10" Type="http://schemas.openxmlformats.org/officeDocument/2006/relationships/image" Target="../media/image311.wmf"/><Relationship Id="rId4" Type="http://schemas.openxmlformats.org/officeDocument/2006/relationships/image" Target="../media/image308.wmf"/><Relationship Id="rId9" Type="http://schemas.openxmlformats.org/officeDocument/2006/relationships/oleObject" Target="../embeddings/oleObject338.bin"/><Relationship Id="rId14" Type="http://schemas.openxmlformats.org/officeDocument/2006/relationships/image" Target="../media/image313.wmf"/></Relationships>
</file>

<file path=ppt/slides/_rels/slide68.xml.rels><?xml version="1.0" encoding="UTF-8" standalone="yes"?>
<Relationships xmlns="http://schemas.openxmlformats.org/package/2006/relationships"><Relationship Id="rId8" Type="http://schemas.openxmlformats.org/officeDocument/2006/relationships/image" Target="../media/image316.wmf"/><Relationship Id="rId3" Type="http://schemas.openxmlformats.org/officeDocument/2006/relationships/oleObject" Target="../embeddings/oleObject341.bin"/><Relationship Id="rId7" Type="http://schemas.openxmlformats.org/officeDocument/2006/relationships/oleObject" Target="../embeddings/oleObject343.bin"/><Relationship Id="rId12" Type="http://schemas.openxmlformats.org/officeDocument/2006/relationships/image" Target="../media/image318.wmf"/><Relationship Id="rId2" Type="http://schemas.openxmlformats.org/officeDocument/2006/relationships/slideLayout" Target="../slideLayouts/slideLayout7.xml"/><Relationship Id="rId1" Type="http://schemas.openxmlformats.org/officeDocument/2006/relationships/vmlDrawing" Target="../drawings/vmlDrawing60.vml"/><Relationship Id="rId6" Type="http://schemas.openxmlformats.org/officeDocument/2006/relationships/image" Target="../media/image315.wmf"/><Relationship Id="rId11" Type="http://schemas.openxmlformats.org/officeDocument/2006/relationships/oleObject" Target="../embeddings/oleObject345.bin"/><Relationship Id="rId5" Type="http://schemas.openxmlformats.org/officeDocument/2006/relationships/oleObject" Target="../embeddings/oleObject342.bin"/><Relationship Id="rId10" Type="http://schemas.openxmlformats.org/officeDocument/2006/relationships/image" Target="../media/image317.wmf"/><Relationship Id="rId4" Type="http://schemas.openxmlformats.org/officeDocument/2006/relationships/image" Target="../media/image314.wmf"/><Relationship Id="rId9" Type="http://schemas.openxmlformats.org/officeDocument/2006/relationships/oleObject" Target="../embeddings/oleObject344.bin"/></Relationships>
</file>

<file path=ppt/slides/_rels/slide69.xml.rels><?xml version="1.0" encoding="UTF-8" standalone="yes"?>
<Relationships xmlns="http://schemas.openxmlformats.org/package/2006/relationships"><Relationship Id="rId8" Type="http://schemas.openxmlformats.org/officeDocument/2006/relationships/image" Target="../media/image321.emf"/><Relationship Id="rId13" Type="http://schemas.openxmlformats.org/officeDocument/2006/relationships/oleObject" Target="../embeddings/oleObject351.bin"/><Relationship Id="rId3" Type="http://schemas.openxmlformats.org/officeDocument/2006/relationships/oleObject" Target="../embeddings/oleObject346.bin"/><Relationship Id="rId7" Type="http://schemas.openxmlformats.org/officeDocument/2006/relationships/oleObject" Target="../embeddings/oleObject348.bin"/><Relationship Id="rId12" Type="http://schemas.openxmlformats.org/officeDocument/2006/relationships/image" Target="../media/image323.wmf"/><Relationship Id="rId17" Type="http://schemas.openxmlformats.org/officeDocument/2006/relationships/image" Target="../media/image325.wmf"/><Relationship Id="rId2" Type="http://schemas.openxmlformats.org/officeDocument/2006/relationships/slideLayout" Target="../slideLayouts/slideLayout7.xml"/><Relationship Id="rId16" Type="http://schemas.openxmlformats.org/officeDocument/2006/relationships/oleObject" Target="../embeddings/oleObject353.bin"/><Relationship Id="rId1" Type="http://schemas.openxmlformats.org/officeDocument/2006/relationships/vmlDrawing" Target="../drawings/vmlDrawing61.vml"/><Relationship Id="rId6" Type="http://schemas.openxmlformats.org/officeDocument/2006/relationships/image" Target="../media/image320.wmf"/><Relationship Id="rId11" Type="http://schemas.openxmlformats.org/officeDocument/2006/relationships/oleObject" Target="../embeddings/oleObject350.bin"/><Relationship Id="rId5" Type="http://schemas.openxmlformats.org/officeDocument/2006/relationships/oleObject" Target="../embeddings/oleObject347.bin"/><Relationship Id="rId15" Type="http://schemas.openxmlformats.org/officeDocument/2006/relationships/oleObject" Target="../embeddings/oleObject352.bin"/><Relationship Id="rId10" Type="http://schemas.openxmlformats.org/officeDocument/2006/relationships/image" Target="../media/image322.emf"/><Relationship Id="rId4" Type="http://schemas.openxmlformats.org/officeDocument/2006/relationships/image" Target="../media/image319.wmf"/><Relationship Id="rId9" Type="http://schemas.openxmlformats.org/officeDocument/2006/relationships/oleObject" Target="../embeddings/oleObject349.bin"/><Relationship Id="rId14" Type="http://schemas.openxmlformats.org/officeDocument/2006/relationships/image" Target="../media/image324.wmf"/></Relationships>
</file>

<file path=ppt/slides/_rels/slide70.xml.rels><?xml version="1.0" encoding="UTF-8" standalone="yes"?>
<Relationships xmlns="http://schemas.openxmlformats.org/package/2006/relationships"><Relationship Id="rId8" Type="http://schemas.openxmlformats.org/officeDocument/2006/relationships/image" Target="../media/image328.wmf"/><Relationship Id="rId3" Type="http://schemas.openxmlformats.org/officeDocument/2006/relationships/oleObject" Target="../embeddings/oleObject354.bin"/><Relationship Id="rId7" Type="http://schemas.openxmlformats.org/officeDocument/2006/relationships/oleObject" Target="../embeddings/oleObject356.bin"/><Relationship Id="rId2" Type="http://schemas.openxmlformats.org/officeDocument/2006/relationships/slideLayout" Target="../slideLayouts/slideLayout7.xml"/><Relationship Id="rId1" Type="http://schemas.openxmlformats.org/officeDocument/2006/relationships/vmlDrawing" Target="../drawings/vmlDrawing62.vml"/><Relationship Id="rId6" Type="http://schemas.openxmlformats.org/officeDocument/2006/relationships/image" Target="../media/image327.wmf"/><Relationship Id="rId5" Type="http://schemas.openxmlformats.org/officeDocument/2006/relationships/oleObject" Target="../embeddings/oleObject355.bin"/><Relationship Id="rId4" Type="http://schemas.openxmlformats.org/officeDocument/2006/relationships/image" Target="../media/image326.wmf"/></Relationships>
</file>

<file path=ppt/slides/_rels/slide71.xml.rels><?xml version="1.0" encoding="UTF-8" standalone="yes"?>
<Relationships xmlns="http://schemas.openxmlformats.org/package/2006/relationships"><Relationship Id="rId8" Type="http://schemas.openxmlformats.org/officeDocument/2006/relationships/image" Target="../media/image330.wmf"/><Relationship Id="rId13" Type="http://schemas.openxmlformats.org/officeDocument/2006/relationships/oleObject" Target="../embeddings/oleObject362.bin"/><Relationship Id="rId18" Type="http://schemas.openxmlformats.org/officeDocument/2006/relationships/image" Target="../media/image335.wmf"/><Relationship Id="rId3" Type="http://schemas.openxmlformats.org/officeDocument/2006/relationships/oleObject" Target="../embeddings/oleObject357.bin"/><Relationship Id="rId7" Type="http://schemas.openxmlformats.org/officeDocument/2006/relationships/oleObject" Target="../embeddings/oleObject359.bin"/><Relationship Id="rId12" Type="http://schemas.openxmlformats.org/officeDocument/2006/relationships/image" Target="../media/image332.wmf"/><Relationship Id="rId17" Type="http://schemas.openxmlformats.org/officeDocument/2006/relationships/oleObject" Target="../embeddings/oleObject364.bin"/><Relationship Id="rId2" Type="http://schemas.openxmlformats.org/officeDocument/2006/relationships/slideLayout" Target="../slideLayouts/slideLayout2.xml"/><Relationship Id="rId16" Type="http://schemas.openxmlformats.org/officeDocument/2006/relationships/image" Target="../media/image334.wmf"/><Relationship Id="rId1" Type="http://schemas.openxmlformats.org/officeDocument/2006/relationships/vmlDrawing" Target="../drawings/vmlDrawing63.vml"/><Relationship Id="rId6" Type="http://schemas.openxmlformats.org/officeDocument/2006/relationships/image" Target="../media/image329.wmf"/><Relationship Id="rId11" Type="http://schemas.openxmlformats.org/officeDocument/2006/relationships/oleObject" Target="../embeddings/oleObject361.bin"/><Relationship Id="rId5" Type="http://schemas.openxmlformats.org/officeDocument/2006/relationships/oleObject" Target="../embeddings/oleObject358.bin"/><Relationship Id="rId15" Type="http://schemas.openxmlformats.org/officeDocument/2006/relationships/oleObject" Target="../embeddings/oleObject363.bin"/><Relationship Id="rId10" Type="http://schemas.openxmlformats.org/officeDocument/2006/relationships/image" Target="../media/image331.wmf"/><Relationship Id="rId4" Type="http://schemas.openxmlformats.org/officeDocument/2006/relationships/image" Target="../media/image308.wmf"/><Relationship Id="rId9" Type="http://schemas.openxmlformats.org/officeDocument/2006/relationships/oleObject" Target="../embeddings/oleObject360.bin"/><Relationship Id="rId14" Type="http://schemas.openxmlformats.org/officeDocument/2006/relationships/image" Target="../media/image333.wmf"/></Relationships>
</file>

<file path=ppt/slides/_rels/slide72.xml.rels><?xml version="1.0" encoding="UTF-8" standalone="yes"?>
<Relationships xmlns="http://schemas.openxmlformats.org/package/2006/relationships"><Relationship Id="rId8" Type="http://schemas.openxmlformats.org/officeDocument/2006/relationships/image" Target="../media/image338.wmf"/><Relationship Id="rId13" Type="http://schemas.openxmlformats.org/officeDocument/2006/relationships/oleObject" Target="../embeddings/oleObject370.bin"/><Relationship Id="rId18" Type="http://schemas.openxmlformats.org/officeDocument/2006/relationships/image" Target="../media/image343.wmf"/><Relationship Id="rId26" Type="http://schemas.openxmlformats.org/officeDocument/2006/relationships/image" Target="../media/image347.wmf"/><Relationship Id="rId3" Type="http://schemas.openxmlformats.org/officeDocument/2006/relationships/oleObject" Target="../embeddings/oleObject365.bin"/><Relationship Id="rId21" Type="http://schemas.openxmlformats.org/officeDocument/2006/relationships/oleObject" Target="../embeddings/oleObject374.bin"/><Relationship Id="rId7" Type="http://schemas.openxmlformats.org/officeDocument/2006/relationships/oleObject" Target="../embeddings/oleObject367.bin"/><Relationship Id="rId12" Type="http://schemas.openxmlformats.org/officeDocument/2006/relationships/image" Target="../media/image340.wmf"/><Relationship Id="rId17" Type="http://schemas.openxmlformats.org/officeDocument/2006/relationships/oleObject" Target="../embeddings/oleObject372.bin"/><Relationship Id="rId25" Type="http://schemas.openxmlformats.org/officeDocument/2006/relationships/oleObject" Target="../embeddings/oleObject376.bin"/><Relationship Id="rId2" Type="http://schemas.openxmlformats.org/officeDocument/2006/relationships/slideLayout" Target="../slideLayouts/slideLayout7.xml"/><Relationship Id="rId16" Type="http://schemas.openxmlformats.org/officeDocument/2006/relationships/image" Target="../media/image342.wmf"/><Relationship Id="rId20" Type="http://schemas.openxmlformats.org/officeDocument/2006/relationships/image" Target="../media/image344.wmf"/><Relationship Id="rId1" Type="http://schemas.openxmlformats.org/officeDocument/2006/relationships/vmlDrawing" Target="../drawings/vmlDrawing64.vml"/><Relationship Id="rId6" Type="http://schemas.openxmlformats.org/officeDocument/2006/relationships/image" Target="../media/image337.wmf"/><Relationship Id="rId11" Type="http://schemas.openxmlformats.org/officeDocument/2006/relationships/oleObject" Target="../embeddings/oleObject369.bin"/><Relationship Id="rId24" Type="http://schemas.openxmlformats.org/officeDocument/2006/relationships/image" Target="../media/image346.wmf"/><Relationship Id="rId5" Type="http://schemas.openxmlformats.org/officeDocument/2006/relationships/oleObject" Target="../embeddings/oleObject366.bin"/><Relationship Id="rId15" Type="http://schemas.openxmlformats.org/officeDocument/2006/relationships/oleObject" Target="../embeddings/oleObject371.bin"/><Relationship Id="rId23" Type="http://schemas.openxmlformats.org/officeDocument/2006/relationships/oleObject" Target="../embeddings/oleObject375.bin"/><Relationship Id="rId28" Type="http://schemas.openxmlformats.org/officeDocument/2006/relationships/image" Target="../media/image348.wmf"/><Relationship Id="rId10" Type="http://schemas.openxmlformats.org/officeDocument/2006/relationships/image" Target="../media/image339.wmf"/><Relationship Id="rId19" Type="http://schemas.openxmlformats.org/officeDocument/2006/relationships/oleObject" Target="../embeddings/oleObject373.bin"/><Relationship Id="rId4" Type="http://schemas.openxmlformats.org/officeDocument/2006/relationships/image" Target="../media/image336.wmf"/><Relationship Id="rId9" Type="http://schemas.openxmlformats.org/officeDocument/2006/relationships/oleObject" Target="../embeddings/oleObject368.bin"/><Relationship Id="rId14" Type="http://schemas.openxmlformats.org/officeDocument/2006/relationships/image" Target="../media/image341.wmf"/><Relationship Id="rId22" Type="http://schemas.openxmlformats.org/officeDocument/2006/relationships/image" Target="../media/image345.wmf"/><Relationship Id="rId27" Type="http://schemas.openxmlformats.org/officeDocument/2006/relationships/oleObject" Target="../embeddings/oleObject377.bin"/></Relationships>
</file>

<file path=ppt/slides/_rels/slide73.xml.rels><?xml version="1.0" encoding="UTF-8" standalone="yes"?>
<Relationships xmlns="http://schemas.openxmlformats.org/package/2006/relationships"><Relationship Id="rId8" Type="http://schemas.openxmlformats.org/officeDocument/2006/relationships/image" Target="../media/image350.wmf"/><Relationship Id="rId13" Type="http://schemas.openxmlformats.org/officeDocument/2006/relationships/oleObject" Target="../embeddings/oleObject383.bin"/><Relationship Id="rId18" Type="http://schemas.openxmlformats.org/officeDocument/2006/relationships/image" Target="../media/image355.emf"/><Relationship Id="rId26" Type="http://schemas.openxmlformats.org/officeDocument/2006/relationships/image" Target="../media/image359.wmf"/><Relationship Id="rId3" Type="http://schemas.openxmlformats.org/officeDocument/2006/relationships/oleObject" Target="../embeddings/oleObject378.bin"/><Relationship Id="rId21" Type="http://schemas.openxmlformats.org/officeDocument/2006/relationships/oleObject" Target="../embeddings/oleObject387.bin"/><Relationship Id="rId7" Type="http://schemas.openxmlformats.org/officeDocument/2006/relationships/oleObject" Target="../embeddings/oleObject380.bin"/><Relationship Id="rId12" Type="http://schemas.openxmlformats.org/officeDocument/2006/relationships/image" Target="../media/image352.wmf"/><Relationship Id="rId17" Type="http://schemas.openxmlformats.org/officeDocument/2006/relationships/oleObject" Target="../embeddings/oleObject385.bin"/><Relationship Id="rId25" Type="http://schemas.openxmlformats.org/officeDocument/2006/relationships/oleObject" Target="../embeddings/oleObject389.bin"/><Relationship Id="rId2" Type="http://schemas.openxmlformats.org/officeDocument/2006/relationships/slideLayout" Target="../slideLayouts/slideLayout7.xml"/><Relationship Id="rId16" Type="http://schemas.openxmlformats.org/officeDocument/2006/relationships/image" Target="../media/image354.wmf"/><Relationship Id="rId20" Type="http://schemas.openxmlformats.org/officeDocument/2006/relationships/image" Target="../media/image356.emf"/><Relationship Id="rId29" Type="http://schemas.openxmlformats.org/officeDocument/2006/relationships/oleObject" Target="../embeddings/oleObject391.bin"/><Relationship Id="rId1" Type="http://schemas.openxmlformats.org/officeDocument/2006/relationships/vmlDrawing" Target="../drawings/vmlDrawing65.vml"/><Relationship Id="rId6" Type="http://schemas.openxmlformats.org/officeDocument/2006/relationships/image" Target="../media/image10.wmf"/><Relationship Id="rId11" Type="http://schemas.openxmlformats.org/officeDocument/2006/relationships/oleObject" Target="../embeddings/oleObject382.bin"/><Relationship Id="rId24" Type="http://schemas.openxmlformats.org/officeDocument/2006/relationships/image" Target="../media/image358.emf"/><Relationship Id="rId5" Type="http://schemas.openxmlformats.org/officeDocument/2006/relationships/oleObject" Target="../embeddings/oleObject379.bin"/><Relationship Id="rId15" Type="http://schemas.openxmlformats.org/officeDocument/2006/relationships/oleObject" Target="../embeddings/oleObject384.bin"/><Relationship Id="rId23" Type="http://schemas.openxmlformats.org/officeDocument/2006/relationships/oleObject" Target="../embeddings/oleObject388.bin"/><Relationship Id="rId28" Type="http://schemas.openxmlformats.org/officeDocument/2006/relationships/image" Target="../media/image360.emf"/><Relationship Id="rId10" Type="http://schemas.openxmlformats.org/officeDocument/2006/relationships/image" Target="../media/image351.wmf"/><Relationship Id="rId19" Type="http://schemas.openxmlformats.org/officeDocument/2006/relationships/oleObject" Target="../embeddings/oleObject386.bin"/><Relationship Id="rId4" Type="http://schemas.openxmlformats.org/officeDocument/2006/relationships/image" Target="../media/image349.wmf"/><Relationship Id="rId9" Type="http://schemas.openxmlformats.org/officeDocument/2006/relationships/oleObject" Target="../embeddings/oleObject381.bin"/><Relationship Id="rId14" Type="http://schemas.openxmlformats.org/officeDocument/2006/relationships/image" Target="../media/image353.wmf"/><Relationship Id="rId22" Type="http://schemas.openxmlformats.org/officeDocument/2006/relationships/image" Target="../media/image357.wmf"/><Relationship Id="rId27" Type="http://schemas.openxmlformats.org/officeDocument/2006/relationships/oleObject" Target="../embeddings/oleObject390.bin"/><Relationship Id="rId30" Type="http://schemas.openxmlformats.org/officeDocument/2006/relationships/image" Target="../media/image361.wmf"/></Relationships>
</file>

<file path=ppt/slides/_rels/slide74.xml.rels><?xml version="1.0" encoding="UTF-8" standalone="yes"?>
<Relationships xmlns="http://schemas.openxmlformats.org/package/2006/relationships"><Relationship Id="rId8" Type="http://schemas.openxmlformats.org/officeDocument/2006/relationships/image" Target="../media/image364.wmf"/><Relationship Id="rId13" Type="http://schemas.openxmlformats.org/officeDocument/2006/relationships/oleObject" Target="../embeddings/oleObject397.bin"/><Relationship Id="rId18" Type="http://schemas.openxmlformats.org/officeDocument/2006/relationships/image" Target="../media/image369.wmf"/><Relationship Id="rId3" Type="http://schemas.openxmlformats.org/officeDocument/2006/relationships/oleObject" Target="../embeddings/oleObject392.bin"/><Relationship Id="rId7" Type="http://schemas.openxmlformats.org/officeDocument/2006/relationships/oleObject" Target="../embeddings/oleObject394.bin"/><Relationship Id="rId12" Type="http://schemas.openxmlformats.org/officeDocument/2006/relationships/image" Target="../media/image366.wmf"/><Relationship Id="rId17" Type="http://schemas.openxmlformats.org/officeDocument/2006/relationships/oleObject" Target="../embeddings/oleObject399.bin"/><Relationship Id="rId2" Type="http://schemas.openxmlformats.org/officeDocument/2006/relationships/slideLayout" Target="../slideLayouts/slideLayout7.xml"/><Relationship Id="rId16" Type="http://schemas.openxmlformats.org/officeDocument/2006/relationships/image" Target="../media/image368.wmf"/><Relationship Id="rId20" Type="http://schemas.openxmlformats.org/officeDocument/2006/relationships/image" Target="../media/image370.wmf"/><Relationship Id="rId1" Type="http://schemas.openxmlformats.org/officeDocument/2006/relationships/vmlDrawing" Target="../drawings/vmlDrawing66.vml"/><Relationship Id="rId6" Type="http://schemas.openxmlformats.org/officeDocument/2006/relationships/image" Target="../media/image363.wmf"/><Relationship Id="rId11" Type="http://schemas.openxmlformats.org/officeDocument/2006/relationships/oleObject" Target="../embeddings/oleObject396.bin"/><Relationship Id="rId5" Type="http://schemas.openxmlformats.org/officeDocument/2006/relationships/oleObject" Target="../embeddings/oleObject393.bin"/><Relationship Id="rId15" Type="http://schemas.openxmlformats.org/officeDocument/2006/relationships/oleObject" Target="../embeddings/oleObject398.bin"/><Relationship Id="rId10" Type="http://schemas.openxmlformats.org/officeDocument/2006/relationships/image" Target="../media/image365.wmf"/><Relationship Id="rId19" Type="http://schemas.openxmlformats.org/officeDocument/2006/relationships/oleObject" Target="../embeddings/oleObject400.bin"/><Relationship Id="rId4" Type="http://schemas.openxmlformats.org/officeDocument/2006/relationships/image" Target="../media/image362.wmf"/><Relationship Id="rId9" Type="http://schemas.openxmlformats.org/officeDocument/2006/relationships/oleObject" Target="../embeddings/oleObject395.bin"/><Relationship Id="rId14" Type="http://schemas.openxmlformats.org/officeDocument/2006/relationships/image" Target="../media/image367.wmf"/></Relationships>
</file>

<file path=ppt/slides/_rels/slide75.xml.rels><?xml version="1.0" encoding="UTF-8" standalone="yes"?>
<Relationships xmlns="http://schemas.openxmlformats.org/package/2006/relationships"><Relationship Id="rId8" Type="http://schemas.openxmlformats.org/officeDocument/2006/relationships/image" Target="../media/image373.wmf"/><Relationship Id="rId3" Type="http://schemas.openxmlformats.org/officeDocument/2006/relationships/oleObject" Target="../embeddings/oleObject401.bin"/><Relationship Id="rId7" Type="http://schemas.openxmlformats.org/officeDocument/2006/relationships/oleObject" Target="../embeddings/oleObject403.bin"/><Relationship Id="rId2" Type="http://schemas.openxmlformats.org/officeDocument/2006/relationships/slideLayout" Target="../slideLayouts/slideLayout2.xml"/><Relationship Id="rId1" Type="http://schemas.openxmlformats.org/officeDocument/2006/relationships/vmlDrawing" Target="../drawings/vmlDrawing67.vml"/><Relationship Id="rId6" Type="http://schemas.openxmlformats.org/officeDocument/2006/relationships/image" Target="../media/image372.wmf"/><Relationship Id="rId5" Type="http://schemas.openxmlformats.org/officeDocument/2006/relationships/oleObject" Target="../embeddings/oleObject402.bin"/><Relationship Id="rId10" Type="http://schemas.openxmlformats.org/officeDocument/2006/relationships/image" Target="../media/image374.wmf"/><Relationship Id="rId4" Type="http://schemas.openxmlformats.org/officeDocument/2006/relationships/image" Target="../media/image371.wmf"/><Relationship Id="rId9" Type="http://schemas.openxmlformats.org/officeDocument/2006/relationships/oleObject" Target="../embeddings/oleObject404.bin"/></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405.bin"/><Relationship Id="rId2" Type="http://schemas.openxmlformats.org/officeDocument/2006/relationships/slideLayout" Target="../slideLayouts/slideLayout2.xml"/><Relationship Id="rId1" Type="http://schemas.openxmlformats.org/officeDocument/2006/relationships/vmlDrawing" Target="../drawings/vmlDrawing68.vml"/><Relationship Id="rId6" Type="http://schemas.openxmlformats.org/officeDocument/2006/relationships/image" Target="../media/image376.wmf"/><Relationship Id="rId5" Type="http://schemas.openxmlformats.org/officeDocument/2006/relationships/oleObject" Target="../embeddings/oleObject406.bin"/><Relationship Id="rId4" Type="http://schemas.openxmlformats.org/officeDocument/2006/relationships/image" Target="../media/image375.wmf"/></Relationships>
</file>

<file path=ppt/slides/_rels/slide77.xml.rels><?xml version="1.0" encoding="UTF-8" standalone="yes"?>
<Relationships xmlns="http://schemas.openxmlformats.org/package/2006/relationships"><Relationship Id="rId8" Type="http://schemas.openxmlformats.org/officeDocument/2006/relationships/image" Target="../media/image379.wmf"/><Relationship Id="rId13" Type="http://schemas.openxmlformats.org/officeDocument/2006/relationships/oleObject" Target="../embeddings/oleObject412.bin"/><Relationship Id="rId3" Type="http://schemas.openxmlformats.org/officeDocument/2006/relationships/oleObject" Target="../embeddings/oleObject407.bin"/><Relationship Id="rId7" Type="http://schemas.openxmlformats.org/officeDocument/2006/relationships/oleObject" Target="../embeddings/oleObject409.bin"/><Relationship Id="rId12" Type="http://schemas.openxmlformats.org/officeDocument/2006/relationships/image" Target="../media/image380.wmf"/><Relationship Id="rId2" Type="http://schemas.openxmlformats.org/officeDocument/2006/relationships/slideLayout" Target="../slideLayouts/slideLayout7.xml"/><Relationship Id="rId16" Type="http://schemas.openxmlformats.org/officeDocument/2006/relationships/image" Target="../media/image382.wmf"/><Relationship Id="rId1" Type="http://schemas.openxmlformats.org/officeDocument/2006/relationships/vmlDrawing" Target="../drawings/vmlDrawing69.vml"/><Relationship Id="rId6" Type="http://schemas.openxmlformats.org/officeDocument/2006/relationships/image" Target="../media/image378.wmf"/><Relationship Id="rId11" Type="http://schemas.openxmlformats.org/officeDocument/2006/relationships/oleObject" Target="../embeddings/oleObject411.bin"/><Relationship Id="rId5" Type="http://schemas.openxmlformats.org/officeDocument/2006/relationships/oleObject" Target="../embeddings/oleObject408.bin"/><Relationship Id="rId15" Type="http://schemas.openxmlformats.org/officeDocument/2006/relationships/oleObject" Target="../embeddings/oleObject413.bin"/><Relationship Id="rId10" Type="http://schemas.openxmlformats.org/officeDocument/2006/relationships/image" Target="../media/image164.wmf"/><Relationship Id="rId4" Type="http://schemas.openxmlformats.org/officeDocument/2006/relationships/image" Target="../media/image377.wmf"/><Relationship Id="rId9" Type="http://schemas.openxmlformats.org/officeDocument/2006/relationships/oleObject" Target="../embeddings/oleObject410.bin"/><Relationship Id="rId14" Type="http://schemas.openxmlformats.org/officeDocument/2006/relationships/image" Target="../media/image381.wmf"/></Relationships>
</file>

<file path=ppt/slides/_rels/slide78.xml.rels><?xml version="1.0" encoding="UTF-8" standalone="yes"?>
<Relationships xmlns="http://schemas.openxmlformats.org/package/2006/relationships"><Relationship Id="rId8" Type="http://schemas.openxmlformats.org/officeDocument/2006/relationships/image" Target="../media/image385.wmf"/><Relationship Id="rId13" Type="http://schemas.openxmlformats.org/officeDocument/2006/relationships/oleObject" Target="../embeddings/oleObject419.bin"/><Relationship Id="rId3" Type="http://schemas.openxmlformats.org/officeDocument/2006/relationships/oleObject" Target="../embeddings/oleObject414.bin"/><Relationship Id="rId7" Type="http://schemas.openxmlformats.org/officeDocument/2006/relationships/oleObject" Target="../embeddings/oleObject416.bin"/><Relationship Id="rId12" Type="http://schemas.openxmlformats.org/officeDocument/2006/relationships/image" Target="../media/image387.wmf"/><Relationship Id="rId2" Type="http://schemas.openxmlformats.org/officeDocument/2006/relationships/slideLayout" Target="../slideLayouts/slideLayout7.xml"/><Relationship Id="rId1" Type="http://schemas.openxmlformats.org/officeDocument/2006/relationships/vmlDrawing" Target="../drawings/vmlDrawing70.vml"/><Relationship Id="rId6" Type="http://schemas.openxmlformats.org/officeDocument/2006/relationships/image" Target="../media/image384.wmf"/><Relationship Id="rId11" Type="http://schemas.openxmlformats.org/officeDocument/2006/relationships/oleObject" Target="../embeddings/oleObject418.bin"/><Relationship Id="rId5" Type="http://schemas.openxmlformats.org/officeDocument/2006/relationships/oleObject" Target="../embeddings/oleObject415.bin"/><Relationship Id="rId10" Type="http://schemas.openxmlformats.org/officeDocument/2006/relationships/image" Target="../media/image386.wmf"/><Relationship Id="rId4" Type="http://schemas.openxmlformats.org/officeDocument/2006/relationships/image" Target="../media/image383.wmf"/><Relationship Id="rId9" Type="http://schemas.openxmlformats.org/officeDocument/2006/relationships/oleObject" Target="../embeddings/oleObject417.bin"/><Relationship Id="rId14" Type="http://schemas.openxmlformats.org/officeDocument/2006/relationships/image" Target="../media/image388.wm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8" Type="http://schemas.openxmlformats.org/officeDocument/2006/relationships/image" Target="../media/image391.wmf"/><Relationship Id="rId13" Type="http://schemas.openxmlformats.org/officeDocument/2006/relationships/oleObject" Target="../embeddings/oleObject425.bin"/><Relationship Id="rId3" Type="http://schemas.openxmlformats.org/officeDocument/2006/relationships/oleObject" Target="../embeddings/oleObject420.bin"/><Relationship Id="rId7" Type="http://schemas.openxmlformats.org/officeDocument/2006/relationships/oleObject" Target="../embeddings/oleObject422.bin"/><Relationship Id="rId12" Type="http://schemas.openxmlformats.org/officeDocument/2006/relationships/image" Target="../media/image393.emf"/><Relationship Id="rId2" Type="http://schemas.openxmlformats.org/officeDocument/2006/relationships/slideLayout" Target="../slideLayouts/slideLayout6.xml"/><Relationship Id="rId1" Type="http://schemas.openxmlformats.org/officeDocument/2006/relationships/vmlDrawing" Target="../drawings/vmlDrawing71.vml"/><Relationship Id="rId6" Type="http://schemas.openxmlformats.org/officeDocument/2006/relationships/image" Target="../media/image390.wmf"/><Relationship Id="rId11" Type="http://schemas.openxmlformats.org/officeDocument/2006/relationships/oleObject" Target="../embeddings/oleObject424.bin"/><Relationship Id="rId5" Type="http://schemas.openxmlformats.org/officeDocument/2006/relationships/oleObject" Target="../embeddings/oleObject421.bin"/><Relationship Id="rId10" Type="http://schemas.openxmlformats.org/officeDocument/2006/relationships/image" Target="../media/image392.wmf"/><Relationship Id="rId4" Type="http://schemas.openxmlformats.org/officeDocument/2006/relationships/image" Target="../media/image389.wmf"/><Relationship Id="rId9" Type="http://schemas.openxmlformats.org/officeDocument/2006/relationships/oleObject" Target="../embeddings/oleObject423.bin"/><Relationship Id="rId14" Type="http://schemas.openxmlformats.org/officeDocument/2006/relationships/image" Target="../media/image394.wmf"/></Relationships>
</file>

<file path=ppt/slides/_rels/slide81.xml.rels><?xml version="1.0" encoding="UTF-8" standalone="yes"?>
<Relationships xmlns="http://schemas.openxmlformats.org/package/2006/relationships"><Relationship Id="rId8" Type="http://schemas.openxmlformats.org/officeDocument/2006/relationships/image" Target="../media/image397.wmf"/><Relationship Id="rId13" Type="http://schemas.openxmlformats.org/officeDocument/2006/relationships/oleObject" Target="../embeddings/oleObject431.bin"/><Relationship Id="rId3" Type="http://schemas.openxmlformats.org/officeDocument/2006/relationships/oleObject" Target="../embeddings/oleObject426.bin"/><Relationship Id="rId7" Type="http://schemas.openxmlformats.org/officeDocument/2006/relationships/oleObject" Target="../embeddings/oleObject428.bin"/><Relationship Id="rId12" Type="http://schemas.openxmlformats.org/officeDocument/2006/relationships/image" Target="../media/image399.wmf"/><Relationship Id="rId2" Type="http://schemas.openxmlformats.org/officeDocument/2006/relationships/slideLayout" Target="../slideLayouts/slideLayout7.xml"/><Relationship Id="rId16" Type="http://schemas.openxmlformats.org/officeDocument/2006/relationships/image" Target="../media/image401.emf"/><Relationship Id="rId1" Type="http://schemas.openxmlformats.org/officeDocument/2006/relationships/vmlDrawing" Target="../drawings/vmlDrawing72.vml"/><Relationship Id="rId6" Type="http://schemas.openxmlformats.org/officeDocument/2006/relationships/image" Target="../media/image396.wmf"/><Relationship Id="rId11" Type="http://schemas.openxmlformats.org/officeDocument/2006/relationships/oleObject" Target="../embeddings/oleObject430.bin"/><Relationship Id="rId5" Type="http://schemas.openxmlformats.org/officeDocument/2006/relationships/oleObject" Target="../embeddings/oleObject427.bin"/><Relationship Id="rId15" Type="http://schemas.openxmlformats.org/officeDocument/2006/relationships/oleObject" Target="../embeddings/oleObject432.bin"/><Relationship Id="rId10" Type="http://schemas.openxmlformats.org/officeDocument/2006/relationships/image" Target="../media/image398.wmf"/><Relationship Id="rId4" Type="http://schemas.openxmlformats.org/officeDocument/2006/relationships/image" Target="../media/image395.wmf"/><Relationship Id="rId9" Type="http://schemas.openxmlformats.org/officeDocument/2006/relationships/oleObject" Target="../embeddings/oleObject429.bin"/><Relationship Id="rId14" Type="http://schemas.openxmlformats.org/officeDocument/2006/relationships/image" Target="../media/image400.wmf"/></Relationships>
</file>

<file path=ppt/slides/_rels/slide82.xml.rels><?xml version="1.0" encoding="UTF-8" standalone="yes"?>
<Relationships xmlns="http://schemas.openxmlformats.org/package/2006/relationships"><Relationship Id="rId8" Type="http://schemas.openxmlformats.org/officeDocument/2006/relationships/image" Target="../media/image404.wmf"/><Relationship Id="rId3" Type="http://schemas.openxmlformats.org/officeDocument/2006/relationships/oleObject" Target="../embeddings/oleObject433.bin"/><Relationship Id="rId7" Type="http://schemas.openxmlformats.org/officeDocument/2006/relationships/oleObject" Target="../embeddings/oleObject435.bin"/><Relationship Id="rId2" Type="http://schemas.openxmlformats.org/officeDocument/2006/relationships/slideLayout" Target="../slideLayouts/slideLayout7.xml"/><Relationship Id="rId1" Type="http://schemas.openxmlformats.org/officeDocument/2006/relationships/vmlDrawing" Target="../drawings/vmlDrawing73.vml"/><Relationship Id="rId6" Type="http://schemas.openxmlformats.org/officeDocument/2006/relationships/image" Target="../media/image403.wmf"/><Relationship Id="rId5" Type="http://schemas.openxmlformats.org/officeDocument/2006/relationships/oleObject" Target="../embeddings/oleObject434.bin"/><Relationship Id="rId4" Type="http://schemas.openxmlformats.org/officeDocument/2006/relationships/image" Target="../media/image402.wmf"/></Relationships>
</file>

<file path=ppt/slides/_rels/slide83.xml.rels><?xml version="1.0" encoding="UTF-8" standalone="yes"?>
<Relationships xmlns="http://schemas.openxmlformats.org/package/2006/relationships"><Relationship Id="rId8" Type="http://schemas.openxmlformats.org/officeDocument/2006/relationships/image" Target="../media/image407.wmf"/><Relationship Id="rId13" Type="http://schemas.openxmlformats.org/officeDocument/2006/relationships/oleObject" Target="../embeddings/oleObject441.bin"/><Relationship Id="rId3" Type="http://schemas.openxmlformats.org/officeDocument/2006/relationships/oleObject" Target="../embeddings/oleObject436.bin"/><Relationship Id="rId7" Type="http://schemas.openxmlformats.org/officeDocument/2006/relationships/oleObject" Target="../embeddings/oleObject438.bin"/><Relationship Id="rId12" Type="http://schemas.openxmlformats.org/officeDocument/2006/relationships/image" Target="../media/image409.wmf"/><Relationship Id="rId2" Type="http://schemas.openxmlformats.org/officeDocument/2006/relationships/slideLayout" Target="../slideLayouts/slideLayout7.xml"/><Relationship Id="rId16" Type="http://schemas.openxmlformats.org/officeDocument/2006/relationships/image" Target="../media/image411.wmf"/><Relationship Id="rId1" Type="http://schemas.openxmlformats.org/officeDocument/2006/relationships/vmlDrawing" Target="../drawings/vmlDrawing74.vml"/><Relationship Id="rId6" Type="http://schemas.openxmlformats.org/officeDocument/2006/relationships/image" Target="../media/image406.wmf"/><Relationship Id="rId11" Type="http://schemas.openxmlformats.org/officeDocument/2006/relationships/oleObject" Target="../embeddings/oleObject440.bin"/><Relationship Id="rId5" Type="http://schemas.openxmlformats.org/officeDocument/2006/relationships/oleObject" Target="../embeddings/oleObject437.bin"/><Relationship Id="rId15" Type="http://schemas.openxmlformats.org/officeDocument/2006/relationships/oleObject" Target="../embeddings/oleObject442.bin"/><Relationship Id="rId10" Type="http://schemas.openxmlformats.org/officeDocument/2006/relationships/image" Target="../media/image408.wmf"/><Relationship Id="rId4" Type="http://schemas.openxmlformats.org/officeDocument/2006/relationships/image" Target="../media/image405.wmf"/><Relationship Id="rId9" Type="http://schemas.openxmlformats.org/officeDocument/2006/relationships/oleObject" Target="../embeddings/oleObject439.bin"/><Relationship Id="rId14" Type="http://schemas.openxmlformats.org/officeDocument/2006/relationships/image" Target="../media/image410.wmf"/></Relationships>
</file>

<file path=ppt/slides/_rels/slide84.xml.rels><?xml version="1.0" encoding="UTF-8" standalone="yes"?>
<Relationships xmlns="http://schemas.openxmlformats.org/package/2006/relationships"><Relationship Id="rId8" Type="http://schemas.openxmlformats.org/officeDocument/2006/relationships/image" Target="../media/image414.wmf"/><Relationship Id="rId3" Type="http://schemas.openxmlformats.org/officeDocument/2006/relationships/oleObject" Target="../embeddings/oleObject443.bin"/><Relationship Id="rId7" Type="http://schemas.openxmlformats.org/officeDocument/2006/relationships/oleObject" Target="../embeddings/oleObject445.bin"/><Relationship Id="rId2" Type="http://schemas.openxmlformats.org/officeDocument/2006/relationships/slideLayout" Target="../slideLayouts/slideLayout7.xml"/><Relationship Id="rId1" Type="http://schemas.openxmlformats.org/officeDocument/2006/relationships/vmlDrawing" Target="../drawings/vmlDrawing75.vml"/><Relationship Id="rId6" Type="http://schemas.openxmlformats.org/officeDocument/2006/relationships/image" Target="../media/image413.wmf"/><Relationship Id="rId5" Type="http://schemas.openxmlformats.org/officeDocument/2006/relationships/oleObject" Target="../embeddings/oleObject444.bin"/><Relationship Id="rId4" Type="http://schemas.openxmlformats.org/officeDocument/2006/relationships/image" Target="../media/image412.wmf"/></Relationships>
</file>

<file path=ppt/slides/_rels/slide85.xml.rels><?xml version="1.0" encoding="UTF-8" standalone="yes"?>
<Relationships xmlns="http://schemas.openxmlformats.org/package/2006/relationships"><Relationship Id="rId8" Type="http://schemas.openxmlformats.org/officeDocument/2006/relationships/image" Target="../media/image417.wmf"/><Relationship Id="rId3" Type="http://schemas.openxmlformats.org/officeDocument/2006/relationships/oleObject" Target="../embeddings/oleObject446.bin"/><Relationship Id="rId7" Type="http://schemas.openxmlformats.org/officeDocument/2006/relationships/oleObject" Target="../embeddings/oleObject448.bin"/><Relationship Id="rId2" Type="http://schemas.openxmlformats.org/officeDocument/2006/relationships/slideLayout" Target="../slideLayouts/slideLayout7.xml"/><Relationship Id="rId1" Type="http://schemas.openxmlformats.org/officeDocument/2006/relationships/vmlDrawing" Target="../drawings/vmlDrawing76.vml"/><Relationship Id="rId6" Type="http://schemas.openxmlformats.org/officeDocument/2006/relationships/image" Target="../media/image416.wmf"/><Relationship Id="rId5" Type="http://schemas.openxmlformats.org/officeDocument/2006/relationships/oleObject" Target="../embeddings/oleObject447.bin"/><Relationship Id="rId4" Type="http://schemas.openxmlformats.org/officeDocument/2006/relationships/image" Target="../media/image415.wmf"/></Relationships>
</file>

<file path=ppt/slides/_rels/slide86.xml.rels><?xml version="1.0" encoding="UTF-8" standalone="yes"?>
<Relationships xmlns="http://schemas.openxmlformats.org/package/2006/relationships"><Relationship Id="rId8" Type="http://schemas.openxmlformats.org/officeDocument/2006/relationships/image" Target="../media/image420.wmf"/><Relationship Id="rId3" Type="http://schemas.openxmlformats.org/officeDocument/2006/relationships/oleObject" Target="../embeddings/oleObject449.bin"/><Relationship Id="rId7" Type="http://schemas.openxmlformats.org/officeDocument/2006/relationships/oleObject" Target="../embeddings/oleObject451.bin"/><Relationship Id="rId2" Type="http://schemas.openxmlformats.org/officeDocument/2006/relationships/slideLayout" Target="../slideLayouts/slideLayout7.xml"/><Relationship Id="rId1" Type="http://schemas.openxmlformats.org/officeDocument/2006/relationships/vmlDrawing" Target="../drawings/vmlDrawing77.vml"/><Relationship Id="rId6" Type="http://schemas.openxmlformats.org/officeDocument/2006/relationships/image" Target="../media/image419.wmf"/><Relationship Id="rId5" Type="http://schemas.openxmlformats.org/officeDocument/2006/relationships/oleObject" Target="../embeddings/oleObject450.bin"/><Relationship Id="rId10" Type="http://schemas.openxmlformats.org/officeDocument/2006/relationships/image" Target="../media/image421.wmf"/><Relationship Id="rId4" Type="http://schemas.openxmlformats.org/officeDocument/2006/relationships/image" Target="../media/image418.wmf"/><Relationship Id="rId9" Type="http://schemas.openxmlformats.org/officeDocument/2006/relationships/oleObject" Target="../embeddings/oleObject452.bin"/></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8" Type="http://schemas.openxmlformats.org/officeDocument/2006/relationships/image" Target="../media/image424.wmf"/><Relationship Id="rId13" Type="http://schemas.openxmlformats.org/officeDocument/2006/relationships/oleObject" Target="../embeddings/oleObject458.bin"/><Relationship Id="rId18" Type="http://schemas.openxmlformats.org/officeDocument/2006/relationships/image" Target="../media/image429.wmf"/><Relationship Id="rId3" Type="http://schemas.openxmlformats.org/officeDocument/2006/relationships/oleObject" Target="../embeddings/oleObject453.bin"/><Relationship Id="rId21" Type="http://schemas.openxmlformats.org/officeDocument/2006/relationships/oleObject" Target="../embeddings/oleObject462.bin"/><Relationship Id="rId7" Type="http://schemas.openxmlformats.org/officeDocument/2006/relationships/oleObject" Target="../embeddings/oleObject455.bin"/><Relationship Id="rId12" Type="http://schemas.openxmlformats.org/officeDocument/2006/relationships/image" Target="../media/image426.wmf"/><Relationship Id="rId17" Type="http://schemas.openxmlformats.org/officeDocument/2006/relationships/oleObject" Target="../embeddings/oleObject460.bin"/><Relationship Id="rId2" Type="http://schemas.openxmlformats.org/officeDocument/2006/relationships/slideLayout" Target="../slideLayouts/slideLayout6.xml"/><Relationship Id="rId16" Type="http://schemas.openxmlformats.org/officeDocument/2006/relationships/image" Target="../media/image428.wmf"/><Relationship Id="rId20" Type="http://schemas.openxmlformats.org/officeDocument/2006/relationships/image" Target="../media/image430.wmf"/><Relationship Id="rId1" Type="http://schemas.openxmlformats.org/officeDocument/2006/relationships/vmlDrawing" Target="../drawings/vmlDrawing78.vml"/><Relationship Id="rId6" Type="http://schemas.openxmlformats.org/officeDocument/2006/relationships/image" Target="../media/image423.wmf"/><Relationship Id="rId11" Type="http://schemas.openxmlformats.org/officeDocument/2006/relationships/oleObject" Target="../embeddings/oleObject457.bin"/><Relationship Id="rId5" Type="http://schemas.openxmlformats.org/officeDocument/2006/relationships/oleObject" Target="../embeddings/oleObject454.bin"/><Relationship Id="rId15" Type="http://schemas.openxmlformats.org/officeDocument/2006/relationships/oleObject" Target="../embeddings/oleObject459.bin"/><Relationship Id="rId23" Type="http://schemas.openxmlformats.org/officeDocument/2006/relationships/oleObject" Target="../embeddings/oleObject463.bin"/><Relationship Id="rId10" Type="http://schemas.openxmlformats.org/officeDocument/2006/relationships/image" Target="../media/image425.wmf"/><Relationship Id="rId19" Type="http://schemas.openxmlformats.org/officeDocument/2006/relationships/oleObject" Target="../embeddings/oleObject461.bin"/><Relationship Id="rId4" Type="http://schemas.openxmlformats.org/officeDocument/2006/relationships/image" Target="../media/image422.wmf"/><Relationship Id="rId9" Type="http://schemas.openxmlformats.org/officeDocument/2006/relationships/oleObject" Target="../embeddings/oleObject456.bin"/><Relationship Id="rId14" Type="http://schemas.openxmlformats.org/officeDocument/2006/relationships/image" Target="../media/image427.wmf"/><Relationship Id="rId22" Type="http://schemas.openxmlformats.org/officeDocument/2006/relationships/image" Target="../media/image431.wmf"/></Relationships>
</file>

<file path=ppt/slides/_rels/slide89.xml.rels><?xml version="1.0" encoding="UTF-8" standalone="yes"?>
<Relationships xmlns="http://schemas.openxmlformats.org/package/2006/relationships"><Relationship Id="rId8" Type="http://schemas.openxmlformats.org/officeDocument/2006/relationships/oleObject" Target="../embeddings/oleObject467.bin"/><Relationship Id="rId13" Type="http://schemas.openxmlformats.org/officeDocument/2006/relationships/image" Target="../media/image436.wmf"/><Relationship Id="rId18" Type="http://schemas.openxmlformats.org/officeDocument/2006/relationships/oleObject" Target="../embeddings/oleObject472.bin"/><Relationship Id="rId3" Type="http://schemas.openxmlformats.org/officeDocument/2006/relationships/oleObject" Target="../embeddings/oleObject464.bin"/><Relationship Id="rId7" Type="http://schemas.openxmlformats.org/officeDocument/2006/relationships/oleObject" Target="../embeddings/oleObject466.bin"/><Relationship Id="rId12" Type="http://schemas.openxmlformats.org/officeDocument/2006/relationships/oleObject" Target="../embeddings/oleObject469.bin"/><Relationship Id="rId17" Type="http://schemas.openxmlformats.org/officeDocument/2006/relationships/image" Target="../media/image438.wmf"/><Relationship Id="rId2" Type="http://schemas.openxmlformats.org/officeDocument/2006/relationships/slideLayout" Target="../slideLayouts/slideLayout7.xml"/><Relationship Id="rId16" Type="http://schemas.openxmlformats.org/officeDocument/2006/relationships/oleObject" Target="../embeddings/oleObject471.bin"/><Relationship Id="rId1" Type="http://schemas.openxmlformats.org/officeDocument/2006/relationships/vmlDrawing" Target="../drawings/vmlDrawing79.vml"/><Relationship Id="rId6" Type="http://schemas.openxmlformats.org/officeDocument/2006/relationships/image" Target="../media/image433.wmf"/><Relationship Id="rId11" Type="http://schemas.openxmlformats.org/officeDocument/2006/relationships/image" Target="../media/image435.wmf"/><Relationship Id="rId5" Type="http://schemas.openxmlformats.org/officeDocument/2006/relationships/oleObject" Target="../embeddings/oleObject465.bin"/><Relationship Id="rId15" Type="http://schemas.openxmlformats.org/officeDocument/2006/relationships/image" Target="../media/image437.wmf"/><Relationship Id="rId10" Type="http://schemas.openxmlformats.org/officeDocument/2006/relationships/oleObject" Target="../embeddings/oleObject468.bin"/><Relationship Id="rId19" Type="http://schemas.openxmlformats.org/officeDocument/2006/relationships/image" Target="../media/image439.wmf"/><Relationship Id="rId4" Type="http://schemas.openxmlformats.org/officeDocument/2006/relationships/image" Target="../media/image432.wmf"/><Relationship Id="rId9" Type="http://schemas.openxmlformats.org/officeDocument/2006/relationships/image" Target="../media/image434.wmf"/><Relationship Id="rId14" Type="http://schemas.openxmlformats.org/officeDocument/2006/relationships/oleObject" Target="../embeddings/oleObject470.bin"/></Relationships>
</file>

<file path=ppt/slides/_rels/slide90.xml.rels><?xml version="1.0" encoding="UTF-8" standalone="yes"?>
<Relationships xmlns="http://schemas.openxmlformats.org/package/2006/relationships"><Relationship Id="rId8" Type="http://schemas.openxmlformats.org/officeDocument/2006/relationships/image" Target="../media/image442.wmf"/><Relationship Id="rId3" Type="http://schemas.openxmlformats.org/officeDocument/2006/relationships/oleObject" Target="../embeddings/oleObject473.bin"/><Relationship Id="rId7" Type="http://schemas.openxmlformats.org/officeDocument/2006/relationships/oleObject" Target="../embeddings/oleObject475.bin"/><Relationship Id="rId12" Type="http://schemas.openxmlformats.org/officeDocument/2006/relationships/image" Target="../media/image444.wmf"/><Relationship Id="rId2" Type="http://schemas.openxmlformats.org/officeDocument/2006/relationships/slideLayout" Target="../slideLayouts/slideLayout7.xml"/><Relationship Id="rId1" Type="http://schemas.openxmlformats.org/officeDocument/2006/relationships/vmlDrawing" Target="../drawings/vmlDrawing80.vml"/><Relationship Id="rId6" Type="http://schemas.openxmlformats.org/officeDocument/2006/relationships/image" Target="../media/image441.wmf"/><Relationship Id="rId11" Type="http://schemas.openxmlformats.org/officeDocument/2006/relationships/oleObject" Target="../embeddings/oleObject477.bin"/><Relationship Id="rId5" Type="http://schemas.openxmlformats.org/officeDocument/2006/relationships/oleObject" Target="../embeddings/oleObject474.bin"/><Relationship Id="rId10" Type="http://schemas.openxmlformats.org/officeDocument/2006/relationships/image" Target="../media/image443.wmf"/><Relationship Id="rId4" Type="http://schemas.openxmlformats.org/officeDocument/2006/relationships/image" Target="../media/image440.wmf"/><Relationship Id="rId9" Type="http://schemas.openxmlformats.org/officeDocument/2006/relationships/oleObject" Target="../embeddings/oleObject476.bin"/></Relationships>
</file>

<file path=ppt/slides/_rels/slide91.xml.rels><?xml version="1.0" encoding="UTF-8" standalone="yes"?>
<Relationships xmlns="http://schemas.openxmlformats.org/package/2006/relationships"><Relationship Id="rId8" Type="http://schemas.openxmlformats.org/officeDocument/2006/relationships/image" Target="../media/image273.wmf"/><Relationship Id="rId13" Type="http://schemas.openxmlformats.org/officeDocument/2006/relationships/oleObject" Target="../embeddings/oleObject483.bin"/><Relationship Id="rId3" Type="http://schemas.openxmlformats.org/officeDocument/2006/relationships/oleObject" Target="../embeddings/oleObject478.bin"/><Relationship Id="rId7" Type="http://schemas.openxmlformats.org/officeDocument/2006/relationships/oleObject" Target="../embeddings/oleObject480.bin"/><Relationship Id="rId12" Type="http://schemas.openxmlformats.org/officeDocument/2006/relationships/image" Target="../media/image448.wmf"/><Relationship Id="rId2" Type="http://schemas.openxmlformats.org/officeDocument/2006/relationships/slideLayout" Target="../slideLayouts/slideLayout6.xml"/><Relationship Id="rId1" Type="http://schemas.openxmlformats.org/officeDocument/2006/relationships/vmlDrawing" Target="../drawings/vmlDrawing81.vml"/><Relationship Id="rId6" Type="http://schemas.openxmlformats.org/officeDocument/2006/relationships/image" Target="../media/image446.wmf"/><Relationship Id="rId11" Type="http://schemas.openxmlformats.org/officeDocument/2006/relationships/oleObject" Target="../embeddings/oleObject482.bin"/><Relationship Id="rId5" Type="http://schemas.openxmlformats.org/officeDocument/2006/relationships/oleObject" Target="../embeddings/oleObject479.bin"/><Relationship Id="rId10" Type="http://schemas.openxmlformats.org/officeDocument/2006/relationships/image" Target="../media/image447.wmf"/><Relationship Id="rId4" Type="http://schemas.openxmlformats.org/officeDocument/2006/relationships/image" Target="../media/image445.wmf"/><Relationship Id="rId9" Type="http://schemas.openxmlformats.org/officeDocument/2006/relationships/oleObject" Target="../embeddings/oleObject481.bin"/><Relationship Id="rId14" Type="http://schemas.openxmlformats.org/officeDocument/2006/relationships/image" Target="../media/image449.wmf"/></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484.bin"/><Relationship Id="rId2" Type="http://schemas.openxmlformats.org/officeDocument/2006/relationships/slideLayout" Target="../slideLayouts/slideLayout6.xml"/><Relationship Id="rId1" Type="http://schemas.openxmlformats.org/officeDocument/2006/relationships/vmlDrawing" Target="../drawings/vmlDrawing82.vml"/><Relationship Id="rId6" Type="http://schemas.openxmlformats.org/officeDocument/2006/relationships/image" Target="../media/image451.wmf"/><Relationship Id="rId5" Type="http://schemas.openxmlformats.org/officeDocument/2006/relationships/oleObject" Target="../embeddings/oleObject485.bin"/><Relationship Id="rId4" Type="http://schemas.openxmlformats.org/officeDocument/2006/relationships/image" Target="../media/image450.wmf"/></Relationships>
</file>

<file path=ppt/slides/_rels/slide93.xml.rels><?xml version="1.0" encoding="UTF-8" standalone="yes"?>
<Relationships xmlns="http://schemas.openxmlformats.org/package/2006/relationships"><Relationship Id="rId8" Type="http://schemas.openxmlformats.org/officeDocument/2006/relationships/image" Target="../media/image453.wmf"/><Relationship Id="rId3" Type="http://schemas.openxmlformats.org/officeDocument/2006/relationships/oleObject" Target="../embeddings/oleObject486.bin"/><Relationship Id="rId7" Type="http://schemas.openxmlformats.org/officeDocument/2006/relationships/oleObject" Target="../embeddings/oleObject488.bin"/><Relationship Id="rId2" Type="http://schemas.openxmlformats.org/officeDocument/2006/relationships/slideLayout" Target="../slideLayouts/slideLayout6.xml"/><Relationship Id="rId1" Type="http://schemas.openxmlformats.org/officeDocument/2006/relationships/vmlDrawing" Target="../drawings/vmlDrawing83.vml"/><Relationship Id="rId6" Type="http://schemas.openxmlformats.org/officeDocument/2006/relationships/image" Target="../media/image452.wmf"/><Relationship Id="rId11" Type="http://schemas.openxmlformats.org/officeDocument/2006/relationships/oleObject" Target="../embeddings/oleObject490.bin"/><Relationship Id="rId5" Type="http://schemas.openxmlformats.org/officeDocument/2006/relationships/oleObject" Target="../embeddings/oleObject487.bin"/><Relationship Id="rId10" Type="http://schemas.openxmlformats.org/officeDocument/2006/relationships/image" Target="../media/image454.wmf"/><Relationship Id="rId4" Type="http://schemas.openxmlformats.org/officeDocument/2006/relationships/image" Target="../media/image450.wmf"/><Relationship Id="rId9" Type="http://schemas.openxmlformats.org/officeDocument/2006/relationships/oleObject" Target="../embeddings/oleObject489.bin"/></Relationships>
</file>

<file path=ppt/slides/_rels/slide94.xml.rels><?xml version="1.0" encoding="UTF-8" standalone="yes"?>
<Relationships xmlns="http://schemas.openxmlformats.org/package/2006/relationships"><Relationship Id="rId8" Type="http://schemas.openxmlformats.org/officeDocument/2006/relationships/image" Target="../media/image456.wmf"/><Relationship Id="rId13" Type="http://schemas.openxmlformats.org/officeDocument/2006/relationships/oleObject" Target="../embeddings/oleObject496.bin"/><Relationship Id="rId3" Type="http://schemas.openxmlformats.org/officeDocument/2006/relationships/oleObject" Target="../embeddings/oleObject491.bin"/><Relationship Id="rId7" Type="http://schemas.openxmlformats.org/officeDocument/2006/relationships/oleObject" Target="../embeddings/oleObject493.bin"/><Relationship Id="rId12" Type="http://schemas.openxmlformats.org/officeDocument/2006/relationships/image" Target="../media/image458.wmf"/><Relationship Id="rId2" Type="http://schemas.openxmlformats.org/officeDocument/2006/relationships/slideLayout" Target="../slideLayouts/slideLayout7.xml"/><Relationship Id="rId16" Type="http://schemas.openxmlformats.org/officeDocument/2006/relationships/image" Target="../media/image460.wmf"/><Relationship Id="rId1" Type="http://schemas.openxmlformats.org/officeDocument/2006/relationships/vmlDrawing" Target="../drawings/vmlDrawing84.vml"/><Relationship Id="rId6" Type="http://schemas.openxmlformats.org/officeDocument/2006/relationships/image" Target="../media/image455.wmf"/><Relationship Id="rId11" Type="http://schemas.openxmlformats.org/officeDocument/2006/relationships/oleObject" Target="../embeddings/oleObject495.bin"/><Relationship Id="rId5" Type="http://schemas.openxmlformats.org/officeDocument/2006/relationships/oleObject" Target="../embeddings/oleObject492.bin"/><Relationship Id="rId15" Type="http://schemas.openxmlformats.org/officeDocument/2006/relationships/oleObject" Target="../embeddings/oleObject497.bin"/><Relationship Id="rId10" Type="http://schemas.openxmlformats.org/officeDocument/2006/relationships/image" Target="../media/image457.wmf"/><Relationship Id="rId4" Type="http://schemas.openxmlformats.org/officeDocument/2006/relationships/image" Target="../media/image451.wmf"/><Relationship Id="rId9" Type="http://schemas.openxmlformats.org/officeDocument/2006/relationships/oleObject" Target="../embeddings/oleObject494.bin"/><Relationship Id="rId14" Type="http://schemas.openxmlformats.org/officeDocument/2006/relationships/image" Target="../media/image459.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4"/>
          <p:cNvSpPr>
            <a:spLocks noGrp="1" noChangeArrowheads="1"/>
          </p:cNvSpPr>
          <p:nvPr>
            <p:ph type="ctrTitle"/>
          </p:nvPr>
        </p:nvSpPr>
        <p:spPr>
          <a:xfrm>
            <a:off x="685800" y="908050"/>
            <a:ext cx="7772400" cy="1470025"/>
          </a:xfrm>
        </p:spPr>
        <p:txBody>
          <a:bodyPr/>
          <a:lstStyle/>
          <a:p>
            <a:pPr algn="ctr" eaLnBrk="1" hangingPunct="1">
              <a:defRPr/>
            </a:pPr>
            <a:r>
              <a:rPr lang="zh-CN" altLang="en-US" sz="6000"/>
              <a:t>第二章 矩阵代数</a:t>
            </a:r>
          </a:p>
        </p:txBody>
      </p:sp>
      <p:sp>
        <p:nvSpPr>
          <p:cNvPr id="54277" name="Rectangle 5"/>
          <p:cNvSpPr>
            <a:spLocks noGrp="1" noChangeArrowheads="1"/>
          </p:cNvSpPr>
          <p:nvPr>
            <p:ph type="subTitle" idx="1"/>
          </p:nvPr>
        </p:nvSpPr>
        <p:spPr bwMode="auto">
          <a:xfrm>
            <a:off x="1371600" y="2349500"/>
            <a:ext cx="6400800" cy="309721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361950" indent="-361950" eaLnBrk="1" hangingPunct="1"/>
            <a:r>
              <a:rPr lang="zh-CN" altLang="en-US" sz="3600">
                <a:solidFill>
                  <a:srgbClr val="A50021"/>
                </a:solidFill>
                <a:ea typeface="楷体_GB2312" pitchFamily="49" charset="-122"/>
              </a:rPr>
              <a:t>本章主要内容</a:t>
            </a:r>
          </a:p>
          <a:p>
            <a:pPr marL="361950" indent="-361950" algn="l" eaLnBrk="1" hangingPunct="1"/>
            <a:r>
              <a:rPr lang="zh-CN" altLang="en-US" sz="2800">
                <a:solidFill>
                  <a:srgbClr val="A50021"/>
                </a:solidFill>
                <a:latin typeface="黑体" pitchFamily="49" charset="-122"/>
                <a:ea typeface="黑体" pitchFamily="49" charset="-122"/>
              </a:rPr>
              <a:t>*</a:t>
            </a:r>
            <a:r>
              <a:rPr lang="zh-CN" altLang="en-US" sz="2800">
                <a:latin typeface="黑体" pitchFamily="49" charset="-122"/>
                <a:ea typeface="黑体" pitchFamily="49" charset="-122"/>
              </a:rPr>
              <a:t> 矩阵概念及运算：加法、数乘、乘法</a:t>
            </a:r>
          </a:p>
          <a:p>
            <a:pPr marL="361950" indent="-361950" algn="l" eaLnBrk="1" hangingPunct="1"/>
            <a:r>
              <a:rPr lang="zh-CN" altLang="en-US" sz="2800">
                <a:solidFill>
                  <a:srgbClr val="A50021"/>
                </a:solidFill>
                <a:latin typeface="黑体" pitchFamily="49" charset="-122"/>
                <a:ea typeface="黑体" pitchFamily="49" charset="-122"/>
              </a:rPr>
              <a:t>*</a:t>
            </a:r>
            <a:r>
              <a:rPr lang="zh-CN" altLang="en-US" sz="2800">
                <a:latin typeface="黑体" pitchFamily="49" charset="-122"/>
                <a:ea typeface="黑体" pitchFamily="49" charset="-122"/>
              </a:rPr>
              <a:t> 逆矩阵及求取</a:t>
            </a:r>
          </a:p>
          <a:p>
            <a:pPr marL="361950" indent="-361950" algn="l" eaLnBrk="1" hangingPunct="1"/>
            <a:r>
              <a:rPr lang="zh-CN" altLang="en-US" sz="2800">
                <a:solidFill>
                  <a:srgbClr val="A50021"/>
                </a:solidFill>
                <a:latin typeface="黑体" pitchFamily="49" charset="-122"/>
                <a:ea typeface="黑体" pitchFamily="49" charset="-122"/>
              </a:rPr>
              <a:t>*</a:t>
            </a:r>
            <a:r>
              <a:rPr lang="zh-CN" altLang="en-US" sz="2800">
                <a:latin typeface="黑体" pitchFamily="49" charset="-122"/>
                <a:ea typeface="黑体" pitchFamily="49" charset="-122"/>
              </a:rPr>
              <a:t> 矩阵的初等变换</a:t>
            </a:r>
          </a:p>
          <a:p>
            <a:pPr marL="361950" indent="-361950" algn="l" eaLnBrk="1" hangingPunct="1"/>
            <a:r>
              <a:rPr lang="zh-CN" altLang="en-US" sz="2800">
                <a:solidFill>
                  <a:srgbClr val="A50021"/>
                </a:solidFill>
                <a:latin typeface="黑体" pitchFamily="49" charset="-122"/>
                <a:ea typeface="黑体" pitchFamily="49" charset="-122"/>
              </a:rPr>
              <a:t>*</a:t>
            </a:r>
            <a:r>
              <a:rPr lang="zh-CN" altLang="en-US" sz="2800">
                <a:latin typeface="黑体" pitchFamily="49" charset="-122"/>
                <a:ea typeface="黑体" pitchFamily="49" charset="-122"/>
              </a:rPr>
              <a:t> 分块矩阵</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277">
                                            <p:txEl>
                                              <p:pRg st="0" end="0"/>
                                            </p:txEl>
                                          </p:spTgt>
                                        </p:tgtEl>
                                        <p:attrNameLst>
                                          <p:attrName>style.visibility</p:attrName>
                                        </p:attrNameLst>
                                      </p:cBhvr>
                                      <p:to>
                                        <p:strVal val="visible"/>
                                      </p:to>
                                    </p:set>
                                    <p:animEffect transition="in" filter="wipe(left)">
                                      <p:cBhvr>
                                        <p:cTn id="7" dur="500"/>
                                        <p:tgtEl>
                                          <p:spTgt spid="5427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277">
                                            <p:txEl>
                                              <p:pRg st="1" end="1"/>
                                            </p:txEl>
                                          </p:spTgt>
                                        </p:tgtEl>
                                        <p:attrNameLst>
                                          <p:attrName>style.visibility</p:attrName>
                                        </p:attrNameLst>
                                      </p:cBhvr>
                                      <p:to>
                                        <p:strVal val="visible"/>
                                      </p:to>
                                    </p:set>
                                    <p:animEffect transition="in" filter="wipe(left)">
                                      <p:cBhvr>
                                        <p:cTn id="12" dur="500"/>
                                        <p:tgtEl>
                                          <p:spTgt spid="5427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277">
                                            <p:txEl>
                                              <p:pRg st="2" end="2"/>
                                            </p:txEl>
                                          </p:spTgt>
                                        </p:tgtEl>
                                        <p:attrNameLst>
                                          <p:attrName>style.visibility</p:attrName>
                                        </p:attrNameLst>
                                      </p:cBhvr>
                                      <p:to>
                                        <p:strVal val="visible"/>
                                      </p:to>
                                    </p:set>
                                    <p:animEffect transition="in" filter="wipe(left)">
                                      <p:cBhvr>
                                        <p:cTn id="17" dur="500"/>
                                        <p:tgtEl>
                                          <p:spTgt spid="5427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4277">
                                            <p:txEl>
                                              <p:pRg st="3" end="3"/>
                                            </p:txEl>
                                          </p:spTgt>
                                        </p:tgtEl>
                                        <p:attrNameLst>
                                          <p:attrName>style.visibility</p:attrName>
                                        </p:attrNameLst>
                                      </p:cBhvr>
                                      <p:to>
                                        <p:strVal val="visible"/>
                                      </p:to>
                                    </p:set>
                                    <p:animEffect transition="in" filter="wipe(left)">
                                      <p:cBhvr>
                                        <p:cTn id="22" dur="500"/>
                                        <p:tgtEl>
                                          <p:spTgt spid="5427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4277">
                                            <p:txEl>
                                              <p:pRg st="4" end="4"/>
                                            </p:txEl>
                                          </p:spTgt>
                                        </p:tgtEl>
                                        <p:attrNameLst>
                                          <p:attrName>style.visibility</p:attrName>
                                        </p:attrNameLst>
                                      </p:cBhvr>
                                      <p:to>
                                        <p:strVal val="visible"/>
                                      </p:to>
                                    </p:set>
                                    <p:animEffect transition="in" filter="wipe(left)">
                                      <p:cBhvr>
                                        <p:cTn id="27" dur="500"/>
                                        <p:tgtEl>
                                          <p:spTgt spid="5427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7" grpId="0" build="p"/>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2770" name="Object 2"/>
          <p:cNvGraphicFramePr>
            <a:graphicFrameLocks noChangeAspect="1"/>
          </p:cNvGraphicFramePr>
          <p:nvPr/>
        </p:nvGraphicFramePr>
        <p:xfrm>
          <a:off x="3200400" y="1689100"/>
          <a:ext cx="4876800" cy="2209800"/>
        </p:xfrm>
        <a:graphic>
          <a:graphicData uri="http://schemas.openxmlformats.org/presentationml/2006/ole">
            <mc:AlternateContent xmlns:mc="http://schemas.openxmlformats.org/markup-compatibility/2006">
              <mc:Choice xmlns:v="urn:schemas-microsoft-com:vml" Requires="v">
                <p:oleObj spid="_x0000_s3130" name="公式" r:id="rId3" imgW="4876800" imgH="2209800" progId="Equation.3">
                  <p:embed/>
                </p:oleObj>
              </mc:Choice>
              <mc:Fallback>
                <p:oleObj name="公式" r:id="rId3" imgW="4876800" imgH="22098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1689100"/>
                        <a:ext cx="4876800" cy="220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1" name="Text Box 3"/>
          <p:cNvSpPr txBox="1">
            <a:spLocks noChangeArrowheads="1"/>
          </p:cNvSpPr>
          <p:nvPr/>
        </p:nvSpPr>
        <p:spPr bwMode="auto">
          <a:xfrm>
            <a:off x="917575" y="2411413"/>
            <a:ext cx="3582988"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solidFill>
                  <a:schemeClr val="bg2"/>
                </a:solidFill>
                <a:ea typeface="宋体" pitchFamily="2" charset="-122"/>
              </a:rPr>
              <a:t>1. </a:t>
            </a:r>
            <a:r>
              <a:rPr lang="zh-CN" altLang="en-US">
                <a:solidFill>
                  <a:schemeClr val="bg2"/>
                </a:solidFill>
                <a:ea typeface="宋体" pitchFamily="2" charset="-122"/>
              </a:rPr>
              <a:t>线性方程组</a:t>
            </a:r>
          </a:p>
        </p:txBody>
      </p:sp>
      <p:sp>
        <p:nvSpPr>
          <p:cNvPr id="32772" name="Text Box 4"/>
          <p:cNvSpPr txBox="1">
            <a:spLocks noChangeArrowheads="1"/>
          </p:cNvSpPr>
          <p:nvPr/>
        </p:nvSpPr>
        <p:spPr bwMode="auto">
          <a:xfrm>
            <a:off x="917575" y="4541838"/>
            <a:ext cx="3006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的解取决于</a:t>
            </a:r>
          </a:p>
        </p:txBody>
      </p:sp>
      <p:grpSp>
        <p:nvGrpSpPr>
          <p:cNvPr id="32773" name="Group 5"/>
          <p:cNvGrpSpPr>
            <a:grpSpLocks/>
          </p:cNvGrpSpPr>
          <p:nvPr/>
        </p:nvGrpSpPr>
        <p:grpSpPr bwMode="auto">
          <a:xfrm>
            <a:off x="3276600" y="4279900"/>
            <a:ext cx="3754438" cy="557213"/>
            <a:chOff x="2064" y="2832"/>
            <a:chExt cx="2365" cy="351"/>
          </a:xfrm>
        </p:grpSpPr>
        <p:graphicFrame>
          <p:nvGraphicFramePr>
            <p:cNvPr id="3083" name="Object 6"/>
            <p:cNvGraphicFramePr>
              <a:graphicFrameLocks noChangeAspect="1"/>
            </p:cNvGraphicFramePr>
            <p:nvPr/>
          </p:nvGraphicFramePr>
          <p:xfrm>
            <a:off x="2962" y="2888"/>
            <a:ext cx="1467" cy="295"/>
          </p:xfrm>
          <a:graphic>
            <a:graphicData uri="http://schemas.openxmlformats.org/presentationml/2006/ole">
              <mc:AlternateContent xmlns:mc="http://schemas.openxmlformats.org/markup-compatibility/2006">
                <mc:Choice xmlns:v="urn:schemas-microsoft-com:vml" Requires="v">
                  <p:oleObj spid="_x0000_s3131" name="Equation" r:id="rId5" imgW="2692400" imgH="469900" progId="Equation.3">
                    <p:embed/>
                  </p:oleObj>
                </mc:Choice>
                <mc:Fallback>
                  <p:oleObj name="Equation" r:id="rId5" imgW="2692400" imgH="4699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62" y="2888"/>
                          <a:ext cx="1467" cy="2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84" name="Text Box 7"/>
            <p:cNvSpPr txBox="1">
              <a:spLocks noChangeArrowheads="1"/>
            </p:cNvSpPr>
            <p:nvPr/>
          </p:nvSpPr>
          <p:spPr bwMode="auto">
            <a:xfrm>
              <a:off x="2064" y="2832"/>
              <a:ext cx="72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0000FF"/>
                  </a:solidFill>
                  <a:ea typeface="宋体" pitchFamily="2" charset="-122"/>
                </a:rPr>
                <a:t>系数</a:t>
              </a:r>
            </a:p>
          </p:txBody>
        </p:sp>
      </p:grpSp>
      <p:grpSp>
        <p:nvGrpSpPr>
          <p:cNvPr id="32776" name="Group 8"/>
          <p:cNvGrpSpPr>
            <a:grpSpLocks/>
          </p:cNvGrpSpPr>
          <p:nvPr/>
        </p:nvGrpSpPr>
        <p:grpSpPr bwMode="auto">
          <a:xfrm>
            <a:off x="3276600" y="5086350"/>
            <a:ext cx="3387725" cy="519113"/>
            <a:chOff x="2064" y="3184"/>
            <a:chExt cx="2134" cy="327"/>
          </a:xfrm>
        </p:grpSpPr>
        <p:graphicFrame>
          <p:nvGraphicFramePr>
            <p:cNvPr id="3081" name="Object 9"/>
            <p:cNvGraphicFramePr>
              <a:graphicFrameLocks noChangeAspect="1"/>
            </p:cNvGraphicFramePr>
            <p:nvPr/>
          </p:nvGraphicFramePr>
          <p:xfrm>
            <a:off x="2976" y="3204"/>
            <a:ext cx="1222" cy="288"/>
          </p:xfrm>
          <a:graphic>
            <a:graphicData uri="http://schemas.openxmlformats.org/presentationml/2006/ole">
              <mc:AlternateContent xmlns:mc="http://schemas.openxmlformats.org/markup-compatibility/2006">
                <mc:Choice xmlns:v="urn:schemas-microsoft-com:vml" Requires="v">
                  <p:oleObj spid="_x0000_s3132" name="公式" r:id="rId7" imgW="2413000" imgH="457200" progId="Equation.3">
                    <p:embed/>
                  </p:oleObj>
                </mc:Choice>
                <mc:Fallback>
                  <p:oleObj name="公式" r:id="rId7" imgW="2413000" imgH="4572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76" y="3204"/>
                          <a:ext cx="122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82" name="Text Box 10"/>
            <p:cNvSpPr txBox="1">
              <a:spLocks noChangeArrowheads="1"/>
            </p:cNvSpPr>
            <p:nvPr/>
          </p:nvSpPr>
          <p:spPr bwMode="auto">
            <a:xfrm>
              <a:off x="2064" y="3184"/>
              <a:ext cx="110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0000FF"/>
                  </a:solidFill>
                  <a:ea typeface="宋体" pitchFamily="2" charset="-122"/>
                </a:rPr>
                <a:t>常数项</a:t>
              </a:r>
            </a:p>
          </p:txBody>
        </p:sp>
      </p:grpSp>
      <p:sp>
        <p:nvSpPr>
          <p:cNvPr id="32780" name="Rectangle 12"/>
          <p:cNvSpPr>
            <a:spLocks noGrp="1" noChangeArrowheads="1"/>
          </p:cNvSpPr>
          <p:nvPr>
            <p:ph type="title"/>
          </p:nvPr>
        </p:nvSpPr>
        <p:spPr>
          <a:xfrm>
            <a:off x="827088" y="620713"/>
            <a:ext cx="7543800" cy="1143000"/>
          </a:xfrm>
        </p:spPr>
        <p:txBody>
          <a:bodyPr/>
          <a:lstStyle/>
          <a:p>
            <a:pPr eaLnBrk="1" hangingPunct="1">
              <a:defRPr/>
            </a:pPr>
            <a:r>
              <a:rPr lang="zh-CN" altLang="en-US" sz="3200"/>
              <a:t>一、（矩阵概念的）引入</a:t>
            </a:r>
          </a:p>
        </p:txBody>
      </p:sp>
      <p:sp>
        <p:nvSpPr>
          <p:cNvPr id="3080" name="Rectangle 13"/>
          <p:cNvSpPr>
            <a:spLocks noChangeArrowheads="1"/>
          </p:cNvSpPr>
          <p:nvPr/>
        </p:nvSpPr>
        <p:spPr bwMode="auto">
          <a:xfrm>
            <a:off x="2051050" y="188913"/>
            <a:ext cx="63373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sz="4400">
                <a:solidFill>
                  <a:srgbClr val="000099"/>
                </a:solidFill>
                <a:ea typeface="宋体" pitchFamily="2" charset="-122"/>
              </a:rPr>
              <a:t>第一节 矩阵的概念</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32771"/>
                                        </p:tgtEl>
                                        <p:attrNameLst>
                                          <p:attrName>style.visibility</p:attrName>
                                        </p:attrNameLst>
                                      </p:cBhvr>
                                      <p:to>
                                        <p:strVal val="visible"/>
                                      </p:to>
                                    </p:set>
                                    <p:animEffect transition="in" filter="wipe(left)">
                                      <p:cBhvr>
                                        <p:cTn id="7" dur="75"/>
                                        <p:tgtEl>
                                          <p:spTgt spid="327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2770"/>
                                        </p:tgtEl>
                                        <p:attrNameLst>
                                          <p:attrName>style.visibility</p:attrName>
                                        </p:attrNameLst>
                                      </p:cBhvr>
                                      <p:to>
                                        <p:strVal val="visible"/>
                                      </p:to>
                                    </p:set>
                                    <p:animEffect transition="in" filter="wipe(left)">
                                      <p:cBhvr>
                                        <p:cTn id="12" dur="500"/>
                                        <p:tgtEl>
                                          <p:spTgt spid="3277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32772"/>
                                        </p:tgtEl>
                                        <p:attrNameLst>
                                          <p:attrName>style.visibility</p:attrName>
                                        </p:attrNameLst>
                                      </p:cBhvr>
                                      <p:to>
                                        <p:strVal val="visible"/>
                                      </p:to>
                                    </p:set>
                                    <p:animEffect transition="in" filter="wipe(left)">
                                      <p:cBhvr>
                                        <p:cTn id="17" dur="75"/>
                                        <p:tgtEl>
                                          <p:spTgt spid="3277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2773"/>
                                        </p:tgtEl>
                                        <p:attrNameLst>
                                          <p:attrName>style.visibility</p:attrName>
                                        </p:attrNameLst>
                                      </p:cBhvr>
                                      <p:to>
                                        <p:strVal val="visible"/>
                                      </p:to>
                                    </p:set>
                                    <p:animEffect transition="in" filter="wipe(left)">
                                      <p:cBhvr>
                                        <p:cTn id="22" dur="500"/>
                                        <p:tgtEl>
                                          <p:spTgt spid="3277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2776"/>
                                        </p:tgtEl>
                                        <p:attrNameLst>
                                          <p:attrName>style.visibility</p:attrName>
                                        </p:attrNameLst>
                                      </p:cBhvr>
                                      <p:to>
                                        <p:strVal val="visible"/>
                                      </p:to>
                                    </p:set>
                                    <p:animEffect transition="in" filter="wipe(left)">
                                      <p:cBhvr>
                                        <p:cTn id="27" dur="500"/>
                                        <p:tgtEl>
                                          <p:spTgt spid="327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autoUpdateAnimBg="0"/>
      <p:bldP spid="32772"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4" name="Object 1026"/>
          <p:cNvGraphicFramePr>
            <a:graphicFrameLocks noChangeAspect="1"/>
          </p:cNvGraphicFramePr>
          <p:nvPr/>
        </p:nvGraphicFramePr>
        <p:xfrm>
          <a:off x="900113" y="765175"/>
          <a:ext cx="4054475" cy="2363788"/>
        </p:xfrm>
        <a:graphic>
          <a:graphicData uri="http://schemas.openxmlformats.org/presentationml/2006/ole">
            <mc:AlternateContent xmlns:mc="http://schemas.openxmlformats.org/markup-compatibility/2006">
              <mc:Choice xmlns:v="urn:schemas-microsoft-com:vml" Requires="v">
                <p:oleObj spid="_x0000_s4205" name="Equation" r:id="rId3" imgW="1600379" imgH="933279" progId="Equation.DSMT4">
                  <p:embed/>
                </p:oleObj>
              </mc:Choice>
              <mc:Fallback>
                <p:oleObj name="Equation" r:id="rId3" imgW="1600379" imgH="933279" progId="Equation.DSMT4">
                  <p:embed/>
                  <p:pic>
                    <p:nvPicPr>
                      <p:cNvPr id="0" name="Object 10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765175"/>
                        <a:ext cx="4054475" cy="2363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795" name="Rectangle 1027"/>
          <p:cNvSpPr>
            <a:spLocks noChangeArrowheads="1"/>
          </p:cNvSpPr>
          <p:nvPr/>
        </p:nvSpPr>
        <p:spPr bwMode="auto">
          <a:xfrm>
            <a:off x="5364163" y="1123950"/>
            <a:ext cx="2819400" cy="1411288"/>
          </a:xfrm>
          <a:prstGeom prst="rect">
            <a:avLst/>
          </a:prstGeom>
          <a:solidFill>
            <a:srgbClr val="00CC99"/>
          </a:solidFill>
          <a:ln w="38100" cmpd="dbl">
            <a:solidFill>
              <a:srgbClr val="000099"/>
            </a:solidFill>
            <a:miter lim="800000"/>
            <a:headEnd/>
            <a:tailEnd/>
          </a:ln>
          <a:effectLst>
            <a:outerShdw dist="107763" dir="18900000" algn="ctr" rotWithShape="0">
              <a:srgbClr val="808080">
                <a:alpha val="50000"/>
              </a:srgbClr>
            </a:outerShdw>
          </a:effec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楷体_GB2312" pitchFamily="49" charset="-122"/>
              </a:rPr>
              <a:t>对线性方程组的</a:t>
            </a:r>
          </a:p>
          <a:p>
            <a:pPr eaLnBrk="1" hangingPunct="1"/>
            <a:r>
              <a:rPr lang="zh-CN" altLang="en-US">
                <a:solidFill>
                  <a:schemeClr val="bg2"/>
                </a:solidFill>
                <a:ea typeface="楷体_GB2312" pitchFamily="49" charset="-122"/>
              </a:rPr>
              <a:t>研究可转化为对</a:t>
            </a:r>
          </a:p>
          <a:p>
            <a:pPr eaLnBrk="1" hangingPunct="1"/>
            <a:r>
              <a:rPr lang="zh-CN" altLang="en-US">
                <a:solidFill>
                  <a:schemeClr val="bg2"/>
                </a:solidFill>
                <a:ea typeface="楷体_GB2312" pitchFamily="49" charset="-122"/>
              </a:rPr>
              <a:t>这张表的研究</a:t>
            </a:r>
            <a:r>
              <a:rPr lang="en-US" altLang="zh-CN">
                <a:solidFill>
                  <a:schemeClr val="bg2"/>
                </a:solidFill>
                <a:ea typeface="宋体" pitchFamily="2" charset="-122"/>
              </a:rPr>
              <a:t>.</a:t>
            </a:r>
          </a:p>
        </p:txBody>
      </p:sp>
      <p:sp>
        <p:nvSpPr>
          <p:cNvPr id="4100" name="Rectangle 1028"/>
          <p:cNvSpPr>
            <a:spLocks noChangeArrowheads="1"/>
          </p:cNvSpPr>
          <p:nvPr/>
        </p:nvSpPr>
        <p:spPr bwMode="auto">
          <a:xfrm>
            <a:off x="914400" y="115888"/>
            <a:ext cx="7978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线性方程组的系数与常数项按原位置可排为</a:t>
            </a:r>
          </a:p>
        </p:txBody>
      </p:sp>
      <p:sp>
        <p:nvSpPr>
          <p:cNvPr id="33797" name="Text Box 1029"/>
          <p:cNvSpPr txBox="1">
            <a:spLocks noChangeArrowheads="1"/>
          </p:cNvSpPr>
          <p:nvPr/>
        </p:nvSpPr>
        <p:spPr bwMode="auto">
          <a:xfrm>
            <a:off x="838200" y="3240088"/>
            <a:ext cx="44958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spcBef>
                <a:spcPct val="50000"/>
              </a:spcBef>
            </a:pPr>
            <a:r>
              <a:rPr lang="en-US" altLang="zh-CN">
                <a:ea typeface="宋体" pitchFamily="2" charset="-122"/>
              </a:rPr>
              <a:t>2. </a:t>
            </a:r>
            <a:r>
              <a:rPr lang="zh-CN" altLang="en-US">
                <a:ea typeface="宋体" pitchFamily="2" charset="-122"/>
              </a:rPr>
              <a:t>某航空公司在</a:t>
            </a:r>
            <a:r>
              <a:rPr lang="en-US" altLang="zh-CN" i="1">
                <a:ea typeface="宋体" pitchFamily="2" charset="-122"/>
              </a:rPr>
              <a:t>A,B,C,D</a:t>
            </a:r>
            <a:r>
              <a:rPr lang="zh-CN" altLang="en-US">
                <a:ea typeface="宋体" pitchFamily="2" charset="-122"/>
              </a:rPr>
              <a:t>四城市之间开辟了若干航线 </a:t>
            </a:r>
            <a:r>
              <a:rPr lang="en-US" altLang="zh-CN">
                <a:ea typeface="宋体" pitchFamily="2" charset="-122"/>
              </a:rPr>
              <a:t>,</a:t>
            </a:r>
            <a:r>
              <a:rPr lang="zh-CN" altLang="en-US">
                <a:ea typeface="宋体" pitchFamily="2" charset="-122"/>
              </a:rPr>
              <a:t>如图所示，它表示了四城市间的航班图：如果从</a:t>
            </a:r>
            <a:r>
              <a:rPr lang="en-US" altLang="zh-CN" i="1">
                <a:ea typeface="宋体" pitchFamily="2" charset="-122"/>
              </a:rPr>
              <a:t>A</a:t>
            </a:r>
            <a:r>
              <a:rPr lang="zh-CN" altLang="en-US">
                <a:ea typeface="宋体" pitchFamily="2" charset="-122"/>
              </a:rPr>
              <a:t>到</a:t>
            </a:r>
            <a:r>
              <a:rPr lang="en-US" altLang="zh-CN" i="1">
                <a:ea typeface="宋体" pitchFamily="2" charset="-122"/>
              </a:rPr>
              <a:t>B</a:t>
            </a:r>
            <a:r>
              <a:rPr lang="zh-CN" altLang="en-US">
                <a:ea typeface="宋体" pitchFamily="2" charset="-122"/>
              </a:rPr>
              <a:t>有航班，则用带箭头的线连接 </a:t>
            </a:r>
            <a:r>
              <a:rPr lang="en-US" altLang="zh-CN" i="1">
                <a:ea typeface="宋体" pitchFamily="2" charset="-122"/>
              </a:rPr>
              <a:t>A</a:t>
            </a:r>
            <a:r>
              <a:rPr lang="en-US" altLang="zh-CN">
                <a:ea typeface="宋体" pitchFamily="2" charset="-122"/>
              </a:rPr>
              <a:t> </a:t>
            </a:r>
            <a:r>
              <a:rPr lang="zh-CN" altLang="en-US">
                <a:ea typeface="宋体" pitchFamily="2" charset="-122"/>
              </a:rPr>
              <a:t>与</a:t>
            </a:r>
            <a:r>
              <a:rPr lang="en-US" altLang="zh-CN" i="1">
                <a:ea typeface="宋体" pitchFamily="2" charset="-122"/>
              </a:rPr>
              <a:t>B</a:t>
            </a:r>
            <a:r>
              <a:rPr lang="en-US" altLang="zh-CN">
                <a:ea typeface="宋体" pitchFamily="2" charset="-122"/>
              </a:rPr>
              <a:t>.</a:t>
            </a:r>
          </a:p>
        </p:txBody>
      </p:sp>
      <p:grpSp>
        <p:nvGrpSpPr>
          <p:cNvPr id="33798" name="Group 1030"/>
          <p:cNvGrpSpPr>
            <a:grpSpLocks/>
          </p:cNvGrpSpPr>
          <p:nvPr/>
        </p:nvGrpSpPr>
        <p:grpSpPr bwMode="auto">
          <a:xfrm>
            <a:off x="5638800" y="3011488"/>
            <a:ext cx="2654300" cy="2349500"/>
            <a:chOff x="3552" y="2304"/>
            <a:chExt cx="1672" cy="1480"/>
          </a:xfrm>
        </p:grpSpPr>
        <p:graphicFrame>
          <p:nvGraphicFramePr>
            <p:cNvPr id="4111" name="Object 1031"/>
            <p:cNvGraphicFramePr>
              <a:graphicFrameLocks noChangeAspect="1"/>
            </p:cNvGraphicFramePr>
            <p:nvPr/>
          </p:nvGraphicFramePr>
          <p:xfrm>
            <a:off x="3552" y="3024"/>
            <a:ext cx="184" cy="192"/>
          </p:xfrm>
          <a:graphic>
            <a:graphicData uri="http://schemas.openxmlformats.org/presentationml/2006/ole">
              <mc:AlternateContent xmlns:mc="http://schemas.openxmlformats.org/markup-compatibility/2006">
                <mc:Choice xmlns:v="urn:schemas-microsoft-com:vml" Requires="v">
                  <p:oleObj spid="_x0000_s4206" name="Equation" r:id="rId5" imgW="285795" imgH="295130" progId="Equation.3">
                    <p:embed/>
                  </p:oleObj>
                </mc:Choice>
                <mc:Fallback>
                  <p:oleObj name="Equation" r:id="rId5" imgW="285795" imgH="295130" progId="Equation.3">
                    <p:embed/>
                    <p:pic>
                      <p:nvPicPr>
                        <p:cNvPr id="0" name="Object 10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52" y="3024"/>
                          <a:ext cx="184"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12" name="Object 1032"/>
            <p:cNvGraphicFramePr>
              <a:graphicFrameLocks noChangeAspect="1"/>
            </p:cNvGraphicFramePr>
            <p:nvPr/>
          </p:nvGraphicFramePr>
          <p:xfrm>
            <a:off x="4416" y="2304"/>
            <a:ext cx="184" cy="184"/>
          </p:xfrm>
          <a:graphic>
            <a:graphicData uri="http://schemas.openxmlformats.org/presentationml/2006/ole">
              <mc:AlternateContent xmlns:mc="http://schemas.openxmlformats.org/markup-compatibility/2006">
                <mc:Choice xmlns:v="urn:schemas-microsoft-com:vml" Requires="v">
                  <p:oleObj spid="_x0000_s4207" name="Equation" r:id="rId7" imgW="285795" imgH="285908" progId="Equation.3">
                    <p:embed/>
                  </p:oleObj>
                </mc:Choice>
                <mc:Fallback>
                  <p:oleObj name="Equation" r:id="rId7" imgW="285795" imgH="285908" progId="Equation.3">
                    <p:embed/>
                    <p:pic>
                      <p:nvPicPr>
                        <p:cNvPr id="0" name="Object 10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16" y="2304"/>
                          <a:ext cx="184"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13" name="Object 1033"/>
            <p:cNvGraphicFramePr>
              <a:graphicFrameLocks noChangeAspect="1"/>
            </p:cNvGraphicFramePr>
            <p:nvPr/>
          </p:nvGraphicFramePr>
          <p:xfrm>
            <a:off x="5040" y="3072"/>
            <a:ext cx="184" cy="200"/>
          </p:xfrm>
          <a:graphic>
            <a:graphicData uri="http://schemas.openxmlformats.org/presentationml/2006/ole">
              <mc:AlternateContent xmlns:mc="http://schemas.openxmlformats.org/markup-compatibility/2006">
                <mc:Choice xmlns:v="urn:schemas-microsoft-com:vml" Requires="v">
                  <p:oleObj spid="_x0000_s4208" name="Equation" r:id="rId9" imgW="285795" imgH="304708" progId="Equation.3">
                    <p:embed/>
                  </p:oleObj>
                </mc:Choice>
                <mc:Fallback>
                  <p:oleObj name="Equation" r:id="rId9" imgW="285795" imgH="304708" progId="Equation.3">
                    <p:embed/>
                    <p:pic>
                      <p:nvPicPr>
                        <p:cNvPr id="0" name="Object 10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40" y="3072"/>
                          <a:ext cx="184"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14" name="Object 1034"/>
            <p:cNvGraphicFramePr>
              <a:graphicFrameLocks noChangeAspect="1"/>
            </p:cNvGraphicFramePr>
            <p:nvPr/>
          </p:nvGraphicFramePr>
          <p:xfrm>
            <a:off x="4416" y="3600"/>
            <a:ext cx="200" cy="184"/>
          </p:xfrm>
          <a:graphic>
            <a:graphicData uri="http://schemas.openxmlformats.org/presentationml/2006/ole">
              <mc:AlternateContent xmlns:mc="http://schemas.openxmlformats.org/markup-compatibility/2006">
                <mc:Choice xmlns:v="urn:schemas-microsoft-com:vml" Requires="v">
                  <p:oleObj spid="_x0000_s4209" name="Equation" r:id="rId11" imgW="304800" imgH="285908" progId="Equation.3">
                    <p:embed/>
                  </p:oleObj>
                </mc:Choice>
                <mc:Fallback>
                  <p:oleObj name="Equation" r:id="rId11" imgW="304800" imgH="285908" progId="Equation.3">
                    <p:embed/>
                    <p:pic>
                      <p:nvPicPr>
                        <p:cNvPr id="0" name="Object 103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16" y="3600"/>
                          <a:ext cx="200"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3803" name="Line 1035"/>
          <p:cNvSpPr>
            <a:spLocks noChangeShapeType="1"/>
          </p:cNvSpPr>
          <p:nvPr/>
        </p:nvSpPr>
        <p:spPr bwMode="auto">
          <a:xfrm flipH="1">
            <a:off x="6019800" y="3316288"/>
            <a:ext cx="990600" cy="9906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804" name="Line 1036"/>
          <p:cNvSpPr>
            <a:spLocks noChangeShapeType="1"/>
          </p:cNvSpPr>
          <p:nvPr/>
        </p:nvSpPr>
        <p:spPr bwMode="auto">
          <a:xfrm flipH="1">
            <a:off x="6248400" y="3468688"/>
            <a:ext cx="609600" cy="609600"/>
          </a:xfrm>
          <a:prstGeom prst="line">
            <a:avLst/>
          </a:prstGeom>
          <a:noFill/>
          <a:ln w="19050">
            <a:solidFill>
              <a:srgbClr val="0000FF"/>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805" name="Line 1037"/>
          <p:cNvSpPr>
            <a:spLocks noChangeShapeType="1"/>
          </p:cNvSpPr>
          <p:nvPr/>
        </p:nvSpPr>
        <p:spPr bwMode="auto">
          <a:xfrm>
            <a:off x="7239000" y="3316288"/>
            <a:ext cx="762000" cy="1066800"/>
          </a:xfrm>
          <a:prstGeom prst="line">
            <a:avLst/>
          </a:prstGeom>
          <a:noFill/>
          <a:ln w="1905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806" name="Line 1038"/>
          <p:cNvSpPr>
            <a:spLocks noChangeShapeType="1"/>
          </p:cNvSpPr>
          <p:nvPr/>
        </p:nvSpPr>
        <p:spPr bwMode="auto">
          <a:xfrm>
            <a:off x="6096000" y="4383088"/>
            <a:ext cx="1905000"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807" name="Line 1039"/>
          <p:cNvSpPr>
            <a:spLocks noChangeShapeType="1"/>
          </p:cNvSpPr>
          <p:nvPr/>
        </p:nvSpPr>
        <p:spPr bwMode="auto">
          <a:xfrm>
            <a:off x="6477000" y="4383088"/>
            <a:ext cx="1219200" cy="0"/>
          </a:xfrm>
          <a:prstGeom prst="line">
            <a:avLst/>
          </a:prstGeom>
          <a:noFill/>
          <a:ln w="19050">
            <a:solidFill>
              <a:srgbClr val="0000FF"/>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808" name="Line 1040"/>
          <p:cNvSpPr>
            <a:spLocks noChangeShapeType="1"/>
          </p:cNvSpPr>
          <p:nvPr/>
        </p:nvSpPr>
        <p:spPr bwMode="auto">
          <a:xfrm>
            <a:off x="7162800" y="3316288"/>
            <a:ext cx="0" cy="1752600"/>
          </a:xfrm>
          <a:prstGeom prst="line">
            <a:avLst/>
          </a:prstGeom>
          <a:noFill/>
          <a:ln w="19050">
            <a:solidFill>
              <a:srgbClr val="0000FF"/>
            </a:solidFill>
            <a:round/>
            <a:headEnd type="triangl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809" name="Line 1041"/>
          <p:cNvSpPr>
            <a:spLocks noChangeShapeType="1"/>
          </p:cNvSpPr>
          <p:nvPr/>
        </p:nvSpPr>
        <p:spPr bwMode="auto">
          <a:xfrm flipH="1">
            <a:off x="7239000" y="4459288"/>
            <a:ext cx="685800" cy="685800"/>
          </a:xfrm>
          <a:prstGeom prst="line">
            <a:avLst/>
          </a:prstGeom>
          <a:noFill/>
          <a:ln w="1905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4110" name="Object 1042"/>
          <p:cNvGraphicFramePr>
            <a:graphicFrameLocks noChangeAspect="1"/>
          </p:cNvGraphicFramePr>
          <p:nvPr/>
        </p:nvGraphicFramePr>
        <p:xfrm>
          <a:off x="4476750" y="2573338"/>
          <a:ext cx="190500" cy="419100"/>
        </p:xfrm>
        <a:graphic>
          <a:graphicData uri="http://schemas.openxmlformats.org/presentationml/2006/ole">
            <mc:AlternateContent xmlns:mc="http://schemas.openxmlformats.org/markup-compatibility/2006">
              <mc:Choice xmlns:v="urn:schemas-microsoft-com:vml" Requires="v">
                <p:oleObj spid="_x0000_s4210" name="Equation" r:id="rId13" imgW="190500" imgH="419100" progId="Equation.3">
                  <p:embed/>
                </p:oleObj>
              </mc:Choice>
              <mc:Fallback>
                <p:oleObj name="Equation" r:id="rId13" imgW="190500" imgH="419100" progId="Equation.3">
                  <p:embed/>
                  <p:pic>
                    <p:nvPicPr>
                      <p:cNvPr id="0" name="Object 104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76750" y="2573338"/>
                        <a:ext cx="190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3794"/>
                                        </p:tgtEl>
                                        <p:attrNameLst>
                                          <p:attrName>style.visibility</p:attrName>
                                        </p:attrNameLst>
                                      </p:cBhvr>
                                      <p:to>
                                        <p:strVal val="visible"/>
                                      </p:to>
                                    </p:set>
                                    <p:animEffect transition="in" filter="wipe(left)">
                                      <p:cBhvr>
                                        <p:cTn id="7" dur="500"/>
                                        <p:tgtEl>
                                          <p:spTgt spid="337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33795"/>
                                        </p:tgtEl>
                                        <p:attrNameLst>
                                          <p:attrName>style.visibility</p:attrName>
                                        </p:attrNameLst>
                                      </p:cBhvr>
                                      <p:to>
                                        <p:strVal val="visible"/>
                                      </p:to>
                                    </p:set>
                                    <p:animEffect transition="in" filter="wipe(left)">
                                      <p:cBhvr>
                                        <p:cTn id="12" dur="75"/>
                                        <p:tgtEl>
                                          <p:spTgt spid="337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33797"/>
                                        </p:tgtEl>
                                        <p:attrNameLst>
                                          <p:attrName>style.visibility</p:attrName>
                                        </p:attrNameLst>
                                      </p:cBhvr>
                                      <p:to>
                                        <p:strVal val="visible"/>
                                      </p:to>
                                    </p:set>
                                    <p:animEffect transition="in" filter="wipe(left)">
                                      <p:cBhvr>
                                        <p:cTn id="17" dur="75"/>
                                        <p:tgtEl>
                                          <p:spTgt spid="337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33798"/>
                                        </p:tgtEl>
                                        <p:attrNameLst>
                                          <p:attrName>style.visibility</p:attrName>
                                        </p:attrNameLst>
                                      </p:cBhvr>
                                      <p:to>
                                        <p:strVal val="visible"/>
                                      </p:to>
                                    </p:set>
                                    <p:animEffect transition="in" filter="dissolve">
                                      <p:cBhvr>
                                        <p:cTn id="22" dur="500"/>
                                        <p:tgtEl>
                                          <p:spTgt spid="33798"/>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33803"/>
                                        </p:tgtEl>
                                        <p:attrNameLst>
                                          <p:attrName>style.visibility</p:attrName>
                                        </p:attrNameLst>
                                      </p:cBhvr>
                                      <p:to>
                                        <p:strVal val="visible"/>
                                      </p:to>
                                    </p:set>
                                    <p:animEffect transition="in" filter="wipe(left)">
                                      <p:cBhvr>
                                        <p:cTn id="25" dur="500"/>
                                        <p:tgtEl>
                                          <p:spTgt spid="33803"/>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33804"/>
                                        </p:tgtEl>
                                        <p:attrNameLst>
                                          <p:attrName>style.visibility</p:attrName>
                                        </p:attrNameLst>
                                      </p:cBhvr>
                                      <p:to>
                                        <p:strVal val="visible"/>
                                      </p:to>
                                    </p:set>
                                    <p:animEffect transition="in" filter="wipe(left)">
                                      <p:cBhvr>
                                        <p:cTn id="28" dur="500"/>
                                        <p:tgtEl>
                                          <p:spTgt spid="33804"/>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33805"/>
                                        </p:tgtEl>
                                        <p:attrNameLst>
                                          <p:attrName>style.visibility</p:attrName>
                                        </p:attrNameLst>
                                      </p:cBhvr>
                                      <p:to>
                                        <p:strVal val="visible"/>
                                      </p:to>
                                    </p:set>
                                    <p:animEffect transition="in" filter="wipe(left)">
                                      <p:cBhvr>
                                        <p:cTn id="31" dur="500"/>
                                        <p:tgtEl>
                                          <p:spTgt spid="33805"/>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33806"/>
                                        </p:tgtEl>
                                        <p:attrNameLst>
                                          <p:attrName>style.visibility</p:attrName>
                                        </p:attrNameLst>
                                      </p:cBhvr>
                                      <p:to>
                                        <p:strVal val="visible"/>
                                      </p:to>
                                    </p:set>
                                    <p:animEffect transition="in" filter="wipe(left)">
                                      <p:cBhvr>
                                        <p:cTn id="34" dur="500"/>
                                        <p:tgtEl>
                                          <p:spTgt spid="33806"/>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33807"/>
                                        </p:tgtEl>
                                        <p:attrNameLst>
                                          <p:attrName>style.visibility</p:attrName>
                                        </p:attrNameLst>
                                      </p:cBhvr>
                                      <p:to>
                                        <p:strVal val="visible"/>
                                      </p:to>
                                    </p:set>
                                    <p:animEffect transition="in" filter="wipe(left)">
                                      <p:cBhvr>
                                        <p:cTn id="37" dur="500"/>
                                        <p:tgtEl>
                                          <p:spTgt spid="33807"/>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33808"/>
                                        </p:tgtEl>
                                        <p:attrNameLst>
                                          <p:attrName>style.visibility</p:attrName>
                                        </p:attrNameLst>
                                      </p:cBhvr>
                                      <p:to>
                                        <p:strVal val="visible"/>
                                      </p:to>
                                    </p:set>
                                    <p:animEffect transition="in" filter="wipe(left)">
                                      <p:cBhvr>
                                        <p:cTn id="40" dur="500"/>
                                        <p:tgtEl>
                                          <p:spTgt spid="33808"/>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33809"/>
                                        </p:tgtEl>
                                        <p:attrNameLst>
                                          <p:attrName>style.visibility</p:attrName>
                                        </p:attrNameLst>
                                      </p:cBhvr>
                                      <p:to>
                                        <p:strVal val="visible"/>
                                      </p:to>
                                    </p:set>
                                    <p:animEffect transition="in" filter="wipe(left)">
                                      <p:cBhvr>
                                        <p:cTn id="43" dur="500"/>
                                        <p:tgtEl>
                                          <p:spTgt spid="338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animBg="1" autoUpdateAnimBg="0"/>
      <p:bldP spid="33797" grpId="0" autoUpdateAnimBg="0"/>
      <p:bldP spid="33803" grpId="0" animBg="1"/>
      <p:bldP spid="33804" grpId="0" animBg="1"/>
      <p:bldP spid="33805" grpId="0" animBg="1"/>
      <p:bldP spid="33806" grpId="0" animBg="1"/>
      <p:bldP spid="33807" grpId="0" animBg="1"/>
      <p:bldP spid="33808" grpId="0" animBg="1"/>
      <p:bldP spid="3380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1187450" y="260350"/>
            <a:ext cx="6375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四城市间的航班图情况常用表格来表示</a:t>
            </a:r>
            <a:r>
              <a:rPr lang="en-US" altLang="zh-CN">
                <a:ea typeface="宋体" pitchFamily="2" charset="-122"/>
              </a:rPr>
              <a:t>:</a:t>
            </a:r>
          </a:p>
        </p:txBody>
      </p:sp>
      <p:sp>
        <p:nvSpPr>
          <p:cNvPr id="34819" name="Text Box 3"/>
          <p:cNvSpPr txBox="1">
            <a:spLocks noChangeArrowheads="1"/>
          </p:cNvSpPr>
          <p:nvPr/>
        </p:nvSpPr>
        <p:spPr bwMode="auto">
          <a:xfrm>
            <a:off x="755650" y="2205038"/>
            <a:ext cx="476250" cy="955675"/>
          </a:xfrm>
          <a:prstGeom prst="rect">
            <a:avLst/>
          </a:prstGeom>
          <a:solidFill>
            <a:srgbClr val="0000FF"/>
          </a:solidFill>
          <a:ln w="9525">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algn="ctr" eaLnBrk="1" hangingPunct="1"/>
            <a:r>
              <a:rPr lang="zh-CN" altLang="en-US">
                <a:solidFill>
                  <a:srgbClr val="FFFF00"/>
                </a:solidFill>
                <a:ea typeface="宋体" pitchFamily="2" charset="-122"/>
              </a:rPr>
              <a:t>发站</a:t>
            </a:r>
          </a:p>
        </p:txBody>
      </p:sp>
      <p:sp>
        <p:nvSpPr>
          <p:cNvPr id="34820" name="Rectangle 4"/>
          <p:cNvSpPr>
            <a:spLocks noChangeArrowheads="1"/>
          </p:cNvSpPr>
          <p:nvPr/>
        </p:nvSpPr>
        <p:spPr bwMode="auto">
          <a:xfrm>
            <a:off x="3621088" y="884238"/>
            <a:ext cx="1287462" cy="528637"/>
          </a:xfrm>
          <a:prstGeom prst="rect">
            <a:avLst/>
          </a:prstGeom>
          <a:solidFill>
            <a:srgbClr val="0000FF"/>
          </a:solidFill>
          <a:ln w="9525">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algn="ctr" eaLnBrk="1" hangingPunct="1"/>
            <a:r>
              <a:rPr lang="zh-CN" altLang="en-US">
                <a:solidFill>
                  <a:srgbClr val="FFFF00"/>
                </a:solidFill>
                <a:ea typeface="宋体" pitchFamily="2" charset="-122"/>
              </a:rPr>
              <a:t>到站</a:t>
            </a:r>
          </a:p>
        </p:txBody>
      </p:sp>
      <p:grpSp>
        <p:nvGrpSpPr>
          <p:cNvPr id="34821" name="Group 5"/>
          <p:cNvGrpSpPr>
            <a:grpSpLocks/>
          </p:cNvGrpSpPr>
          <p:nvPr/>
        </p:nvGrpSpPr>
        <p:grpSpPr bwMode="auto">
          <a:xfrm>
            <a:off x="1792288" y="1784350"/>
            <a:ext cx="4953000" cy="2133600"/>
            <a:chOff x="1296" y="1824"/>
            <a:chExt cx="3120" cy="1344"/>
          </a:xfrm>
        </p:grpSpPr>
        <p:sp>
          <p:nvSpPr>
            <p:cNvPr id="5163" name="Line 6"/>
            <p:cNvSpPr>
              <a:spLocks noChangeShapeType="1"/>
            </p:cNvSpPr>
            <p:nvPr/>
          </p:nvSpPr>
          <p:spPr bwMode="auto">
            <a:xfrm>
              <a:off x="1296" y="1824"/>
              <a:ext cx="312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64" name="Line 7"/>
            <p:cNvSpPr>
              <a:spLocks noChangeShapeType="1"/>
            </p:cNvSpPr>
            <p:nvPr/>
          </p:nvSpPr>
          <p:spPr bwMode="auto">
            <a:xfrm>
              <a:off x="1296" y="2160"/>
              <a:ext cx="312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65" name="Line 8"/>
            <p:cNvSpPr>
              <a:spLocks noChangeShapeType="1"/>
            </p:cNvSpPr>
            <p:nvPr/>
          </p:nvSpPr>
          <p:spPr bwMode="auto">
            <a:xfrm>
              <a:off x="1296" y="2496"/>
              <a:ext cx="312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66" name="Line 9"/>
            <p:cNvSpPr>
              <a:spLocks noChangeShapeType="1"/>
            </p:cNvSpPr>
            <p:nvPr/>
          </p:nvSpPr>
          <p:spPr bwMode="auto">
            <a:xfrm>
              <a:off x="1296" y="2832"/>
              <a:ext cx="312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67" name="Line 10"/>
            <p:cNvSpPr>
              <a:spLocks noChangeShapeType="1"/>
            </p:cNvSpPr>
            <p:nvPr/>
          </p:nvSpPr>
          <p:spPr bwMode="auto">
            <a:xfrm>
              <a:off x="1296" y="3168"/>
              <a:ext cx="312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68" name="Line 11"/>
            <p:cNvSpPr>
              <a:spLocks noChangeShapeType="1"/>
            </p:cNvSpPr>
            <p:nvPr/>
          </p:nvSpPr>
          <p:spPr bwMode="auto">
            <a:xfrm>
              <a:off x="4416" y="1824"/>
              <a:ext cx="0" cy="1344"/>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69" name="Line 12"/>
            <p:cNvSpPr>
              <a:spLocks noChangeShapeType="1"/>
            </p:cNvSpPr>
            <p:nvPr/>
          </p:nvSpPr>
          <p:spPr bwMode="auto">
            <a:xfrm>
              <a:off x="1296" y="1824"/>
              <a:ext cx="0" cy="1344"/>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70" name="Line 13"/>
            <p:cNvSpPr>
              <a:spLocks noChangeShapeType="1"/>
            </p:cNvSpPr>
            <p:nvPr/>
          </p:nvSpPr>
          <p:spPr bwMode="auto">
            <a:xfrm>
              <a:off x="3696" y="1824"/>
              <a:ext cx="0" cy="1344"/>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71" name="Line 14"/>
            <p:cNvSpPr>
              <a:spLocks noChangeShapeType="1"/>
            </p:cNvSpPr>
            <p:nvPr/>
          </p:nvSpPr>
          <p:spPr bwMode="auto">
            <a:xfrm>
              <a:off x="2880" y="1824"/>
              <a:ext cx="0" cy="1344"/>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72" name="Line 15"/>
            <p:cNvSpPr>
              <a:spLocks noChangeShapeType="1"/>
            </p:cNvSpPr>
            <p:nvPr/>
          </p:nvSpPr>
          <p:spPr bwMode="auto">
            <a:xfrm>
              <a:off x="2064" y="1824"/>
              <a:ext cx="0" cy="1344"/>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34832" name="Group 16"/>
          <p:cNvGrpSpPr>
            <a:grpSpLocks/>
          </p:cNvGrpSpPr>
          <p:nvPr/>
        </p:nvGrpSpPr>
        <p:grpSpPr bwMode="auto">
          <a:xfrm>
            <a:off x="2249488" y="1455738"/>
            <a:ext cx="4127500" cy="317500"/>
            <a:chOff x="2112" y="1152"/>
            <a:chExt cx="2600" cy="200"/>
          </a:xfrm>
        </p:grpSpPr>
        <p:graphicFrame>
          <p:nvGraphicFramePr>
            <p:cNvPr id="5159" name="Object 17"/>
            <p:cNvGraphicFramePr>
              <a:graphicFrameLocks noChangeAspect="1"/>
            </p:cNvGraphicFramePr>
            <p:nvPr/>
          </p:nvGraphicFramePr>
          <p:xfrm>
            <a:off x="2112" y="1152"/>
            <a:ext cx="184" cy="192"/>
          </p:xfrm>
          <a:graphic>
            <a:graphicData uri="http://schemas.openxmlformats.org/presentationml/2006/ole">
              <mc:AlternateContent xmlns:mc="http://schemas.openxmlformats.org/markup-compatibility/2006">
                <mc:Choice xmlns:v="urn:schemas-microsoft-com:vml" Requires="v">
                  <p:oleObj spid="_x0000_s5353" name="Equation" r:id="rId3" imgW="285795" imgH="295130" progId="Equation.3">
                    <p:embed/>
                  </p:oleObj>
                </mc:Choice>
                <mc:Fallback>
                  <p:oleObj name="Equation" r:id="rId3" imgW="285795" imgH="295130" progId="Equation.3">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2" y="1152"/>
                          <a:ext cx="184"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60" name="Object 18"/>
            <p:cNvGraphicFramePr>
              <a:graphicFrameLocks noChangeAspect="1"/>
            </p:cNvGraphicFramePr>
            <p:nvPr/>
          </p:nvGraphicFramePr>
          <p:xfrm>
            <a:off x="2928" y="1152"/>
            <a:ext cx="184" cy="184"/>
          </p:xfrm>
          <a:graphic>
            <a:graphicData uri="http://schemas.openxmlformats.org/presentationml/2006/ole">
              <mc:AlternateContent xmlns:mc="http://schemas.openxmlformats.org/markup-compatibility/2006">
                <mc:Choice xmlns:v="urn:schemas-microsoft-com:vml" Requires="v">
                  <p:oleObj spid="_x0000_s5354" name="Equation" r:id="rId5" imgW="285795" imgH="285908" progId="Equation.3">
                    <p:embed/>
                  </p:oleObj>
                </mc:Choice>
                <mc:Fallback>
                  <p:oleObj name="Equation" r:id="rId5" imgW="285795" imgH="285908" progId="Equation.3">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8" y="1152"/>
                          <a:ext cx="184"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61" name="Object 19"/>
            <p:cNvGraphicFramePr>
              <a:graphicFrameLocks noChangeAspect="1"/>
            </p:cNvGraphicFramePr>
            <p:nvPr/>
          </p:nvGraphicFramePr>
          <p:xfrm>
            <a:off x="3744" y="1152"/>
            <a:ext cx="184" cy="200"/>
          </p:xfrm>
          <a:graphic>
            <a:graphicData uri="http://schemas.openxmlformats.org/presentationml/2006/ole">
              <mc:AlternateContent xmlns:mc="http://schemas.openxmlformats.org/markup-compatibility/2006">
                <mc:Choice xmlns:v="urn:schemas-microsoft-com:vml" Requires="v">
                  <p:oleObj spid="_x0000_s5355" name="Equation" r:id="rId7" imgW="285795" imgH="304708" progId="Equation.3">
                    <p:embed/>
                  </p:oleObj>
                </mc:Choice>
                <mc:Fallback>
                  <p:oleObj name="Equation" r:id="rId7" imgW="285795" imgH="304708"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44" y="1152"/>
                          <a:ext cx="184"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62" name="Object 20"/>
            <p:cNvGraphicFramePr>
              <a:graphicFrameLocks noChangeAspect="1"/>
            </p:cNvGraphicFramePr>
            <p:nvPr/>
          </p:nvGraphicFramePr>
          <p:xfrm>
            <a:off x="4512" y="1152"/>
            <a:ext cx="200" cy="184"/>
          </p:xfrm>
          <a:graphic>
            <a:graphicData uri="http://schemas.openxmlformats.org/presentationml/2006/ole">
              <mc:AlternateContent xmlns:mc="http://schemas.openxmlformats.org/markup-compatibility/2006">
                <mc:Choice xmlns:v="urn:schemas-microsoft-com:vml" Requires="v">
                  <p:oleObj spid="_x0000_s5356" name="Equation" r:id="rId9" imgW="304800" imgH="285908" progId="Equation.3">
                    <p:embed/>
                  </p:oleObj>
                </mc:Choice>
                <mc:Fallback>
                  <p:oleObj name="Equation" r:id="rId9" imgW="304800" imgH="285908" progId="Equation.3">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12" y="1152"/>
                          <a:ext cx="200"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4837" name="Group 21"/>
          <p:cNvGrpSpPr>
            <a:grpSpLocks/>
          </p:cNvGrpSpPr>
          <p:nvPr/>
        </p:nvGrpSpPr>
        <p:grpSpPr bwMode="auto">
          <a:xfrm>
            <a:off x="1258888" y="1936750"/>
            <a:ext cx="368300" cy="1892300"/>
            <a:chOff x="1488" y="1536"/>
            <a:chExt cx="232" cy="1192"/>
          </a:xfrm>
        </p:grpSpPr>
        <p:graphicFrame>
          <p:nvGraphicFramePr>
            <p:cNvPr id="5155" name="Object 22"/>
            <p:cNvGraphicFramePr>
              <a:graphicFrameLocks noChangeAspect="1"/>
            </p:cNvGraphicFramePr>
            <p:nvPr/>
          </p:nvGraphicFramePr>
          <p:xfrm>
            <a:off x="1536" y="1536"/>
            <a:ext cx="184" cy="192"/>
          </p:xfrm>
          <a:graphic>
            <a:graphicData uri="http://schemas.openxmlformats.org/presentationml/2006/ole">
              <mc:AlternateContent xmlns:mc="http://schemas.openxmlformats.org/markup-compatibility/2006">
                <mc:Choice xmlns:v="urn:schemas-microsoft-com:vml" Requires="v">
                  <p:oleObj spid="_x0000_s5357" name="Equation" r:id="rId11" imgW="285795" imgH="295130" progId="Equation.3">
                    <p:embed/>
                  </p:oleObj>
                </mc:Choice>
                <mc:Fallback>
                  <p:oleObj name="Equation" r:id="rId11" imgW="285795" imgH="295130" progId="Equation.3">
                    <p:embed/>
                    <p:pic>
                      <p:nvPicPr>
                        <p:cNvPr id="0"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36" y="1536"/>
                          <a:ext cx="184"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56" name="Object 23"/>
            <p:cNvGraphicFramePr>
              <a:graphicFrameLocks noChangeAspect="1"/>
            </p:cNvGraphicFramePr>
            <p:nvPr/>
          </p:nvGraphicFramePr>
          <p:xfrm>
            <a:off x="1536" y="1872"/>
            <a:ext cx="184" cy="184"/>
          </p:xfrm>
          <a:graphic>
            <a:graphicData uri="http://schemas.openxmlformats.org/presentationml/2006/ole">
              <mc:AlternateContent xmlns:mc="http://schemas.openxmlformats.org/markup-compatibility/2006">
                <mc:Choice xmlns:v="urn:schemas-microsoft-com:vml" Requires="v">
                  <p:oleObj spid="_x0000_s5358" name="Equation" r:id="rId13" imgW="285795" imgH="285908" progId="Equation.3">
                    <p:embed/>
                  </p:oleObj>
                </mc:Choice>
                <mc:Fallback>
                  <p:oleObj name="Equation" r:id="rId13" imgW="285795" imgH="285908" progId="Equation.3">
                    <p:embed/>
                    <p:pic>
                      <p:nvPicPr>
                        <p:cNvPr id="0" name="Object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36" y="1872"/>
                          <a:ext cx="184"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57" name="Object 24"/>
            <p:cNvGraphicFramePr>
              <a:graphicFrameLocks noChangeAspect="1"/>
            </p:cNvGraphicFramePr>
            <p:nvPr/>
          </p:nvGraphicFramePr>
          <p:xfrm>
            <a:off x="1536" y="2208"/>
            <a:ext cx="184" cy="200"/>
          </p:xfrm>
          <a:graphic>
            <a:graphicData uri="http://schemas.openxmlformats.org/presentationml/2006/ole">
              <mc:AlternateContent xmlns:mc="http://schemas.openxmlformats.org/markup-compatibility/2006">
                <mc:Choice xmlns:v="urn:schemas-microsoft-com:vml" Requires="v">
                  <p:oleObj spid="_x0000_s5359" name="Equation" r:id="rId15" imgW="285795" imgH="304708" progId="Equation.3">
                    <p:embed/>
                  </p:oleObj>
                </mc:Choice>
                <mc:Fallback>
                  <p:oleObj name="Equation" r:id="rId15" imgW="285795" imgH="304708" progId="Equation.3">
                    <p:embed/>
                    <p:pic>
                      <p:nvPicPr>
                        <p:cNvPr id="0" name="Object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36" y="2208"/>
                          <a:ext cx="184"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58" name="Object 25"/>
            <p:cNvGraphicFramePr>
              <a:graphicFrameLocks noChangeAspect="1"/>
            </p:cNvGraphicFramePr>
            <p:nvPr/>
          </p:nvGraphicFramePr>
          <p:xfrm>
            <a:off x="1488" y="2544"/>
            <a:ext cx="200" cy="184"/>
          </p:xfrm>
          <a:graphic>
            <a:graphicData uri="http://schemas.openxmlformats.org/presentationml/2006/ole">
              <mc:AlternateContent xmlns:mc="http://schemas.openxmlformats.org/markup-compatibility/2006">
                <mc:Choice xmlns:v="urn:schemas-microsoft-com:vml" Requires="v">
                  <p:oleObj spid="_x0000_s5360" name="Equation" r:id="rId17" imgW="304800" imgH="285908" progId="Equation.3">
                    <p:embed/>
                  </p:oleObj>
                </mc:Choice>
                <mc:Fallback>
                  <p:oleObj name="Equation" r:id="rId17" imgW="304800" imgH="285908" progId="Equation.3">
                    <p:embed/>
                    <p:pic>
                      <p:nvPicPr>
                        <p:cNvPr id="0" name="Object 2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88" y="2544"/>
                          <a:ext cx="200"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4842" name="Freeform 26"/>
          <p:cNvSpPr>
            <a:spLocks/>
          </p:cNvSpPr>
          <p:nvPr/>
        </p:nvSpPr>
        <p:spPr bwMode="auto">
          <a:xfrm>
            <a:off x="3392488" y="2012950"/>
            <a:ext cx="685800" cy="228600"/>
          </a:xfrm>
          <a:custGeom>
            <a:avLst/>
            <a:gdLst>
              <a:gd name="T0" fmla="*/ 0 w 432"/>
              <a:gd name="T1" fmla="*/ 0 h 144"/>
              <a:gd name="T2" fmla="*/ 228600 w 432"/>
              <a:gd name="T3" fmla="*/ 228600 h 144"/>
              <a:gd name="T4" fmla="*/ 685800 w 432"/>
              <a:gd name="T5" fmla="*/ 0 h 144"/>
              <a:gd name="T6" fmla="*/ 0 60000 65536"/>
              <a:gd name="T7" fmla="*/ 0 60000 65536"/>
              <a:gd name="T8" fmla="*/ 0 60000 65536"/>
            </a:gdLst>
            <a:ahLst/>
            <a:cxnLst>
              <a:cxn ang="T6">
                <a:pos x="T0" y="T1"/>
              </a:cxn>
              <a:cxn ang="T7">
                <a:pos x="T2" y="T3"/>
              </a:cxn>
              <a:cxn ang="T8">
                <a:pos x="T4" y="T5"/>
              </a:cxn>
            </a:cxnLst>
            <a:rect l="0" t="0" r="r" b="b"/>
            <a:pathLst>
              <a:path w="432" h="144">
                <a:moveTo>
                  <a:pt x="0" y="0"/>
                </a:moveTo>
                <a:cubicBezTo>
                  <a:pt x="36" y="72"/>
                  <a:pt x="72" y="144"/>
                  <a:pt x="144" y="144"/>
                </a:cubicBezTo>
                <a:cubicBezTo>
                  <a:pt x="216" y="144"/>
                  <a:pt x="384" y="24"/>
                  <a:pt x="432" y="0"/>
                </a:cubicBez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843" name="Freeform 27"/>
          <p:cNvSpPr>
            <a:spLocks/>
          </p:cNvSpPr>
          <p:nvPr/>
        </p:nvSpPr>
        <p:spPr bwMode="auto">
          <a:xfrm>
            <a:off x="2097088" y="2546350"/>
            <a:ext cx="685800" cy="228600"/>
          </a:xfrm>
          <a:custGeom>
            <a:avLst/>
            <a:gdLst>
              <a:gd name="T0" fmla="*/ 0 w 432"/>
              <a:gd name="T1" fmla="*/ 0 h 144"/>
              <a:gd name="T2" fmla="*/ 228600 w 432"/>
              <a:gd name="T3" fmla="*/ 228600 h 144"/>
              <a:gd name="T4" fmla="*/ 685800 w 432"/>
              <a:gd name="T5" fmla="*/ 0 h 144"/>
              <a:gd name="T6" fmla="*/ 0 60000 65536"/>
              <a:gd name="T7" fmla="*/ 0 60000 65536"/>
              <a:gd name="T8" fmla="*/ 0 60000 65536"/>
            </a:gdLst>
            <a:ahLst/>
            <a:cxnLst>
              <a:cxn ang="T6">
                <a:pos x="T0" y="T1"/>
              </a:cxn>
              <a:cxn ang="T7">
                <a:pos x="T2" y="T3"/>
              </a:cxn>
              <a:cxn ang="T8">
                <a:pos x="T4" y="T5"/>
              </a:cxn>
            </a:cxnLst>
            <a:rect l="0" t="0" r="r" b="b"/>
            <a:pathLst>
              <a:path w="432" h="144">
                <a:moveTo>
                  <a:pt x="0" y="0"/>
                </a:moveTo>
                <a:cubicBezTo>
                  <a:pt x="36" y="72"/>
                  <a:pt x="72" y="144"/>
                  <a:pt x="144" y="144"/>
                </a:cubicBezTo>
                <a:cubicBezTo>
                  <a:pt x="216" y="144"/>
                  <a:pt x="384" y="24"/>
                  <a:pt x="432" y="0"/>
                </a:cubicBez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844" name="Freeform 28"/>
          <p:cNvSpPr>
            <a:spLocks/>
          </p:cNvSpPr>
          <p:nvPr/>
        </p:nvSpPr>
        <p:spPr bwMode="auto">
          <a:xfrm>
            <a:off x="4611688" y="2012950"/>
            <a:ext cx="685800" cy="228600"/>
          </a:xfrm>
          <a:custGeom>
            <a:avLst/>
            <a:gdLst>
              <a:gd name="T0" fmla="*/ 0 w 432"/>
              <a:gd name="T1" fmla="*/ 0 h 144"/>
              <a:gd name="T2" fmla="*/ 228600 w 432"/>
              <a:gd name="T3" fmla="*/ 228600 h 144"/>
              <a:gd name="T4" fmla="*/ 685800 w 432"/>
              <a:gd name="T5" fmla="*/ 0 h 144"/>
              <a:gd name="T6" fmla="*/ 0 60000 65536"/>
              <a:gd name="T7" fmla="*/ 0 60000 65536"/>
              <a:gd name="T8" fmla="*/ 0 60000 65536"/>
            </a:gdLst>
            <a:ahLst/>
            <a:cxnLst>
              <a:cxn ang="T6">
                <a:pos x="T0" y="T1"/>
              </a:cxn>
              <a:cxn ang="T7">
                <a:pos x="T2" y="T3"/>
              </a:cxn>
              <a:cxn ang="T8">
                <a:pos x="T4" y="T5"/>
              </a:cxn>
            </a:cxnLst>
            <a:rect l="0" t="0" r="r" b="b"/>
            <a:pathLst>
              <a:path w="432" h="144">
                <a:moveTo>
                  <a:pt x="0" y="0"/>
                </a:moveTo>
                <a:cubicBezTo>
                  <a:pt x="36" y="72"/>
                  <a:pt x="72" y="144"/>
                  <a:pt x="144" y="144"/>
                </a:cubicBezTo>
                <a:cubicBezTo>
                  <a:pt x="216" y="144"/>
                  <a:pt x="384" y="24"/>
                  <a:pt x="432" y="0"/>
                </a:cubicBez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845" name="Freeform 29"/>
          <p:cNvSpPr>
            <a:spLocks/>
          </p:cNvSpPr>
          <p:nvPr/>
        </p:nvSpPr>
        <p:spPr bwMode="auto">
          <a:xfrm>
            <a:off x="4611688" y="2546350"/>
            <a:ext cx="685800" cy="228600"/>
          </a:xfrm>
          <a:custGeom>
            <a:avLst/>
            <a:gdLst>
              <a:gd name="T0" fmla="*/ 0 w 432"/>
              <a:gd name="T1" fmla="*/ 0 h 144"/>
              <a:gd name="T2" fmla="*/ 228600 w 432"/>
              <a:gd name="T3" fmla="*/ 228600 h 144"/>
              <a:gd name="T4" fmla="*/ 685800 w 432"/>
              <a:gd name="T5" fmla="*/ 0 h 144"/>
              <a:gd name="T6" fmla="*/ 0 60000 65536"/>
              <a:gd name="T7" fmla="*/ 0 60000 65536"/>
              <a:gd name="T8" fmla="*/ 0 60000 65536"/>
            </a:gdLst>
            <a:ahLst/>
            <a:cxnLst>
              <a:cxn ang="T6">
                <a:pos x="T0" y="T1"/>
              </a:cxn>
              <a:cxn ang="T7">
                <a:pos x="T2" y="T3"/>
              </a:cxn>
              <a:cxn ang="T8">
                <a:pos x="T4" y="T5"/>
              </a:cxn>
            </a:cxnLst>
            <a:rect l="0" t="0" r="r" b="b"/>
            <a:pathLst>
              <a:path w="432" h="144">
                <a:moveTo>
                  <a:pt x="0" y="0"/>
                </a:moveTo>
                <a:cubicBezTo>
                  <a:pt x="36" y="72"/>
                  <a:pt x="72" y="144"/>
                  <a:pt x="144" y="144"/>
                </a:cubicBezTo>
                <a:cubicBezTo>
                  <a:pt x="216" y="144"/>
                  <a:pt x="384" y="24"/>
                  <a:pt x="432" y="0"/>
                </a:cubicBez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846" name="Freeform 30"/>
          <p:cNvSpPr>
            <a:spLocks/>
          </p:cNvSpPr>
          <p:nvPr/>
        </p:nvSpPr>
        <p:spPr bwMode="auto">
          <a:xfrm>
            <a:off x="5830888" y="3003550"/>
            <a:ext cx="685800" cy="228600"/>
          </a:xfrm>
          <a:custGeom>
            <a:avLst/>
            <a:gdLst>
              <a:gd name="T0" fmla="*/ 0 w 432"/>
              <a:gd name="T1" fmla="*/ 0 h 144"/>
              <a:gd name="T2" fmla="*/ 228600 w 432"/>
              <a:gd name="T3" fmla="*/ 228600 h 144"/>
              <a:gd name="T4" fmla="*/ 685800 w 432"/>
              <a:gd name="T5" fmla="*/ 0 h 144"/>
              <a:gd name="T6" fmla="*/ 0 60000 65536"/>
              <a:gd name="T7" fmla="*/ 0 60000 65536"/>
              <a:gd name="T8" fmla="*/ 0 60000 65536"/>
            </a:gdLst>
            <a:ahLst/>
            <a:cxnLst>
              <a:cxn ang="T6">
                <a:pos x="T0" y="T1"/>
              </a:cxn>
              <a:cxn ang="T7">
                <a:pos x="T2" y="T3"/>
              </a:cxn>
              <a:cxn ang="T8">
                <a:pos x="T4" y="T5"/>
              </a:cxn>
            </a:cxnLst>
            <a:rect l="0" t="0" r="r" b="b"/>
            <a:pathLst>
              <a:path w="432" h="144">
                <a:moveTo>
                  <a:pt x="0" y="0"/>
                </a:moveTo>
                <a:cubicBezTo>
                  <a:pt x="36" y="72"/>
                  <a:pt x="72" y="144"/>
                  <a:pt x="144" y="144"/>
                </a:cubicBezTo>
                <a:cubicBezTo>
                  <a:pt x="216" y="144"/>
                  <a:pt x="384" y="24"/>
                  <a:pt x="432" y="0"/>
                </a:cubicBez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847" name="Freeform 31"/>
          <p:cNvSpPr>
            <a:spLocks/>
          </p:cNvSpPr>
          <p:nvPr/>
        </p:nvSpPr>
        <p:spPr bwMode="auto">
          <a:xfrm>
            <a:off x="3468688" y="3613150"/>
            <a:ext cx="685800" cy="228600"/>
          </a:xfrm>
          <a:custGeom>
            <a:avLst/>
            <a:gdLst>
              <a:gd name="T0" fmla="*/ 0 w 432"/>
              <a:gd name="T1" fmla="*/ 0 h 144"/>
              <a:gd name="T2" fmla="*/ 228600 w 432"/>
              <a:gd name="T3" fmla="*/ 228600 h 144"/>
              <a:gd name="T4" fmla="*/ 685800 w 432"/>
              <a:gd name="T5" fmla="*/ 0 h 144"/>
              <a:gd name="T6" fmla="*/ 0 60000 65536"/>
              <a:gd name="T7" fmla="*/ 0 60000 65536"/>
              <a:gd name="T8" fmla="*/ 0 60000 65536"/>
            </a:gdLst>
            <a:ahLst/>
            <a:cxnLst>
              <a:cxn ang="T6">
                <a:pos x="T0" y="T1"/>
              </a:cxn>
              <a:cxn ang="T7">
                <a:pos x="T2" y="T3"/>
              </a:cxn>
              <a:cxn ang="T8">
                <a:pos x="T4" y="T5"/>
              </a:cxn>
            </a:cxnLst>
            <a:rect l="0" t="0" r="r" b="b"/>
            <a:pathLst>
              <a:path w="432" h="144">
                <a:moveTo>
                  <a:pt x="0" y="0"/>
                </a:moveTo>
                <a:cubicBezTo>
                  <a:pt x="36" y="72"/>
                  <a:pt x="72" y="144"/>
                  <a:pt x="144" y="144"/>
                </a:cubicBezTo>
                <a:cubicBezTo>
                  <a:pt x="216" y="144"/>
                  <a:pt x="384" y="24"/>
                  <a:pt x="432" y="0"/>
                </a:cubicBez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848" name="Freeform 32"/>
          <p:cNvSpPr>
            <a:spLocks/>
          </p:cNvSpPr>
          <p:nvPr/>
        </p:nvSpPr>
        <p:spPr bwMode="auto">
          <a:xfrm>
            <a:off x="2097088" y="3079750"/>
            <a:ext cx="685800" cy="228600"/>
          </a:xfrm>
          <a:custGeom>
            <a:avLst/>
            <a:gdLst>
              <a:gd name="T0" fmla="*/ 0 w 432"/>
              <a:gd name="T1" fmla="*/ 0 h 144"/>
              <a:gd name="T2" fmla="*/ 228600 w 432"/>
              <a:gd name="T3" fmla="*/ 228600 h 144"/>
              <a:gd name="T4" fmla="*/ 685800 w 432"/>
              <a:gd name="T5" fmla="*/ 0 h 144"/>
              <a:gd name="T6" fmla="*/ 0 60000 65536"/>
              <a:gd name="T7" fmla="*/ 0 60000 65536"/>
              <a:gd name="T8" fmla="*/ 0 60000 65536"/>
            </a:gdLst>
            <a:ahLst/>
            <a:cxnLst>
              <a:cxn ang="T6">
                <a:pos x="T0" y="T1"/>
              </a:cxn>
              <a:cxn ang="T7">
                <a:pos x="T2" y="T3"/>
              </a:cxn>
              <a:cxn ang="T8">
                <a:pos x="T4" y="T5"/>
              </a:cxn>
            </a:cxnLst>
            <a:rect l="0" t="0" r="r" b="b"/>
            <a:pathLst>
              <a:path w="432" h="144">
                <a:moveTo>
                  <a:pt x="0" y="0"/>
                </a:moveTo>
                <a:cubicBezTo>
                  <a:pt x="36" y="72"/>
                  <a:pt x="72" y="144"/>
                  <a:pt x="144" y="144"/>
                </a:cubicBezTo>
                <a:cubicBezTo>
                  <a:pt x="216" y="144"/>
                  <a:pt x="384" y="24"/>
                  <a:pt x="432" y="0"/>
                </a:cubicBez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34849" name="Group 33"/>
          <p:cNvGrpSpPr>
            <a:grpSpLocks/>
          </p:cNvGrpSpPr>
          <p:nvPr/>
        </p:nvGrpSpPr>
        <p:grpSpPr bwMode="auto">
          <a:xfrm>
            <a:off x="1258888" y="4149725"/>
            <a:ext cx="3484562" cy="519113"/>
            <a:chOff x="672" y="3086"/>
            <a:chExt cx="2195" cy="327"/>
          </a:xfrm>
        </p:grpSpPr>
        <p:sp>
          <p:nvSpPr>
            <p:cNvPr id="5153" name="Rectangle 34"/>
            <p:cNvSpPr>
              <a:spLocks noChangeArrowheads="1"/>
            </p:cNvSpPr>
            <p:nvPr/>
          </p:nvSpPr>
          <p:spPr bwMode="auto">
            <a:xfrm>
              <a:off x="672" y="3086"/>
              <a:ext cx="219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其中        表示有航班</a:t>
              </a:r>
              <a:r>
                <a:rPr lang="en-US" altLang="zh-CN">
                  <a:ea typeface="宋体" pitchFamily="2" charset="-122"/>
                </a:rPr>
                <a:t>.</a:t>
              </a:r>
            </a:p>
          </p:txBody>
        </p:sp>
        <p:sp>
          <p:nvSpPr>
            <p:cNvPr id="5154" name="Freeform 35"/>
            <p:cNvSpPr>
              <a:spLocks/>
            </p:cNvSpPr>
            <p:nvPr/>
          </p:nvSpPr>
          <p:spPr bwMode="auto">
            <a:xfrm>
              <a:off x="1200" y="3216"/>
              <a:ext cx="432" cy="144"/>
            </a:xfrm>
            <a:custGeom>
              <a:avLst/>
              <a:gdLst>
                <a:gd name="T0" fmla="*/ 0 w 432"/>
                <a:gd name="T1" fmla="*/ 0 h 144"/>
                <a:gd name="T2" fmla="*/ 144 w 432"/>
                <a:gd name="T3" fmla="*/ 144 h 144"/>
                <a:gd name="T4" fmla="*/ 432 w 432"/>
                <a:gd name="T5" fmla="*/ 0 h 144"/>
                <a:gd name="T6" fmla="*/ 0 60000 65536"/>
                <a:gd name="T7" fmla="*/ 0 60000 65536"/>
                <a:gd name="T8" fmla="*/ 0 60000 65536"/>
              </a:gdLst>
              <a:ahLst/>
              <a:cxnLst>
                <a:cxn ang="T6">
                  <a:pos x="T0" y="T1"/>
                </a:cxn>
                <a:cxn ang="T7">
                  <a:pos x="T2" y="T3"/>
                </a:cxn>
                <a:cxn ang="T8">
                  <a:pos x="T4" y="T5"/>
                </a:cxn>
              </a:cxnLst>
              <a:rect l="0" t="0" r="r" b="b"/>
              <a:pathLst>
                <a:path w="432" h="144">
                  <a:moveTo>
                    <a:pt x="0" y="0"/>
                  </a:moveTo>
                  <a:cubicBezTo>
                    <a:pt x="36" y="72"/>
                    <a:pt x="72" y="144"/>
                    <a:pt x="144" y="144"/>
                  </a:cubicBezTo>
                  <a:cubicBezTo>
                    <a:pt x="216" y="144"/>
                    <a:pt x="384" y="24"/>
                    <a:pt x="432" y="0"/>
                  </a:cubicBez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34869" name="Group 53"/>
          <p:cNvGrpSpPr>
            <a:grpSpLocks/>
          </p:cNvGrpSpPr>
          <p:nvPr/>
        </p:nvGrpSpPr>
        <p:grpSpPr bwMode="auto">
          <a:xfrm>
            <a:off x="611188" y="4724400"/>
            <a:ext cx="7991475" cy="946150"/>
            <a:chOff x="385" y="2976"/>
            <a:chExt cx="5034" cy="596"/>
          </a:xfrm>
        </p:grpSpPr>
        <p:sp>
          <p:nvSpPr>
            <p:cNvPr id="5151" name="Text Box 37"/>
            <p:cNvSpPr txBox="1">
              <a:spLocks noChangeArrowheads="1"/>
            </p:cNvSpPr>
            <p:nvPr/>
          </p:nvSpPr>
          <p:spPr bwMode="auto">
            <a:xfrm>
              <a:off x="385" y="2976"/>
              <a:ext cx="5034"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       </a:t>
              </a:r>
              <a:r>
                <a:rPr lang="zh-CN" altLang="en-US">
                  <a:ea typeface="宋体" pitchFamily="2" charset="-122"/>
                </a:rPr>
                <a:t>为便于计算，把表中的          改成</a:t>
              </a:r>
              <a:r>
                <a:rPr lang="en-US" altLang="zh-CN">
                  <a:ea typeface="宋体" pitchFamily="2" charset="-122"/>
                </a:rPr>
                <a:t>1</a:t>
              </a:r>
              <a:r>
                <a:rPr lang="zh-CN" altLang="en-US">
                  <a:ea typeface="宋体" pitchFamily="2" charset="-122"/>
                </a:rPr>
                <a:t>，空白地方填上</a:t>
              </a:r>
              <a:r>
                <a:rPr lang="en-US" altLang="zh-CN">
                  <a:ea typeface="宋体" pitchFamily="2" charset="-122"/>
                </a:rPr>
                <a:t>0</a:t>
              </a:r>
              <a:r>
                <a:rPr lang="zh-CN" altLang="en-US">
                  <a:ea typeface="宋体" pitchFamily="2" charset="-122"/>
                </a:rPr>
                <a:t>，就得到一个数表</a:t>
              </a:r>
              <a:r>
                <a:rPr lang="en-US" altLang="zh-CN">
                  <a:ea typeface="宋体" pitchFamily="2" charset="-122"/>
                </a:rPr>
                <a:t>:</a:t>
              </a:r>
            </a:p>
          </p:txBody>
        </p:sp>
        <p:sp>
          <p:nvSpPr>
            <p:cNvPr id="5152" name="Freeform 38"/>
            <p:cNvSpPr>
              <a:spLocks/>
            </p:cNvSpPr>
            <p:nvPr/>
          </p:nvSpPr>
          <p:spPr bwMode="auto">
            <a:xfrm>
              <a:off x="3128" y="3067"/>
              <a:ext cx="432" cy="144"/>
            </a:xfrm>
            <a:custGeom>
              <a:avLst/>
              <a:gdLst>
                <a:gd name="T0" fmla="*/ 0 w 432"/>
                <a:gd name="T1" fmla="*/ 0 h 144"/>
                <a:gd name="T2" fmla="*/ 144 w 432"/>
                <a:gd name="T3" fmla="*/ 144 h 144"/>
                <a:gd name="T4" fmla="*/ 432 w 432"/>
                <a:gd name="T5" fmla="*/ 0 h 144"/>
                <a:gd name="T6" fmla="*/ 0 60000 65536"/>
                <a:gd name="T7" fmla="*/ 0 60000 65536"/>
                <a:gd name="T8" fmla="*/ 0 60000 65536"/>
              </a:gdLst>
              <a:ahLst/>
              <a:cxnLst>
                <a:cxn ang="T6">
                  <a:pos x="T0" y="T1"/>
                </a:cxn>
                <a:cxn ang="T7">
                  <a:pos x="T2" y="T3"/>
                </a:cxn>
                <a:cxn ang="T8">
                  <a:pos x="T4" y="T5"/>
                </a:cxn>
              </a:cxnLst>
              <a:rect l="0" t="0" r="r" b="b"/>
              <a:pathLst>
                <a:path w="432" h="144">
                  <a:moveTo>
                    <a:pt x="0" y="0"/>
                  </a:moveTo>
                  <a:cubicBezTo>
                    <a:pt x="36" y="72"/>
                    <a:pt x="72" y="144"/>
                    <a:pt x="144" y="144"/>
                  </a:cubicBezTo>
                  <a:cubicBezTo>
                    <a:pt x="216" y="144"/>
                    <a:pt x="384" y="24"/>
                    <a:pt x="432" y="0"/>
                  </a:cubicBez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37" name="Group 51"/>
          <p:cNvGrpSpPr>
            <a:grpSpLocks/>
          </p:cNvGrpSpPr>
          <p:nvPr/>
        </p:nvGrpSpPr>
        <p:grpSpPr bwMode="auto">
          <a:xfrm>
            <a:off x="6732588" y="260350"/>
            <a:ext cx="2330450" cy="1943100"/>
            <a:chOff x="3688" y="2170"/>
            <a:chExt cx="1672" cy="1480"/>
          </a:xfrm>
        </p:grpSpPr>
        <p:grpSp>
          <p:nvGrpSpPr>
            <p:cNvPr id="5139" name="Group 39"/>
            <p:cNvGrpSpPr>
              <a:grpSpLocks/>
            </p:cNvGrpSpPr>
            <p:nvPr/>
          </p:nvGrpSpPr>
          <p:grpSpPr bwMode="auto">
            <a:xfrm>
              <a:off x="3688" y="2170"/>
              <a:ext cx="1672" cy="1480"/>
              <a:chOff x="3552" y="2304"/>
              <a:chExt cx="1672" cy="1480"/>
            </a:xfrm>
          </p:grpSpPr>
          <p:graphicFrame>
            <p:nvGraphicFramePr>
              <p:cNvPr id="5147" name="Object 40"/>
              <p:cNvGraphicFramePr>
                <a:graphicFrameLocks noChangeAspect="1"/>
              </p:cNvGraphicFramePr>
              <p:nvPr/>
            </p:nvGraphicFramePr>
            <p:xfrm>
              <a:off x="3552" y="3024"/>
              <a:ext cx="184" cy="192"/>
            </p:xfrm>
            <a:graphic>
              <a:graphicData uri="http://schemas.openxmlformats.org/presentationml/2006/ole">
                <mc:AlternateContent xmlns:mc="http://schemas.openxmlformats.org/markup-compatibility/2006">
                  <mc:Choice xmlns:v="urn:schemas-microsoft-com:vml" Requires="v">
                    <p:oleObj spid="_x0000_s5361" name="Equation" r:id="rId19" imgW="285795" imgH="295130" progId="Equation.3">
                      <p:embed/>
                    </p:oleObj>
                  </mc:Choice>
                  <mc:Fallback>
                    <p:oleObj name="Equation" r:id="rId19" imgW="285795" imgH="295130" progId="Equation.3">
                      <p:embed/>
                      <p:pic>
                        <p:nvPicPr>
                          <p:cNvPr id="0" name="Object 4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552" y="3024"/>
                            <a:ext cx="184"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48" name="Object 41"/>
              <p:cNvGraphicFramePr>
                <a:graphicFrameLocks noChangeAspect="1"/>
              </p:cNvGraphicFramePr>
              <p:nvPr/>
            </p:nvGraphicFramePr>
            <p:xfrm>
              <a:off x="4416" y="2304"/>
              <a:ext cx="184" cy="184"/>
            </p:xfrm>
            <a:graphic>
              <a:graphicData uri="http://schemas.openxmlformats.org/presentationml/2006/ole">
                <mc:AlternateContent xmlns:mc="http://schemas.openxmlformats.org/markup-compatibility/2006">
                  <mc:Choice xmlns:v="urn:schemas-microsoft-com:vml" Requires="v">
                    <p:oleObj spid="_x0000_s5362" name="Equation" r:id="rId21" imgW="285795" imgH="285908" progId="Equation.3">
                      <p:embed/>
                    </p:oleObj>
                  </mc:Choice>
                  <mc:Fallback>
                    <p:oleObj name="Equation" r:id="rId21" imgW="285795" imgH="285908" progId="Equation.3">
                      <p:embed/>
                      <p:pic>
                        <p:nvPicPr>
                          <p:cNvPr id="0" name="Object 4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416" y="2304"/>
                            <a:ext cx="184"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49" name="Object 42"/>
              <p:cNvGraphicFramePr>
                <a:graphicFrameLocks noChangeAspect="1"/>
              </p:cNvGraphicFramePr>
              <p:nvPr/>
            </p:nvGraphicFramePr>
            <p:xfrm>
              <a:off x="5040" y="3072"/>
              <a:ext cx="184" cy="200"/>
            </p:xfrm>
            <a:graphic>
              <a:graphicData uri="http://schemas.openxmlformats.org/presentationml/2006/ole">
                <mc:AlternateContent xmlns:mc="http://schemas.openxmlformats.org/markup-compatibility/2006">
                  <mc:Choice xmlns:v="urn:schemas-microsoft-com:vml" Requires="v">
                    <p:oleObj spid="_x0000_s5363" name="Equation" r:id="rId23" imgW="285795" imgH="304708" progId="Equation.3">
                      <p:embed/>
                    </p:oleObj>
                  </mc:Choice>
                  <mc:Fallback>
                    <p:oleObj name="Equation" r:id="rId23" imgW="285795" imgH="304708" progId="Equation.3">
                      <p:embed/>
                      <p:pic>
                        <p:nvPicPr>
                          <p:cNvPr id="0" name="Object 4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040" y="3072"/>
                            <a:ext cx="184"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50" name="Object 43"/>
              <p:cNvGraphicFramePr>
                <a:graphicFrameLocks noChangeAspect="1"/>
              </p:cNvGraphicFramePr>
              <p:nvPr/>
            </p:nvGraphicFramePr>
            <p:xfrm>
              <a:off x="4416" y="3600"/>
              <a:ext cx="200" cy="184"/>
            </p:xfrm>
            <a:graphic>
              <a:graphicData uri="http://schemas.openxmlformats.org/presentationml/2006/ole">
                <mc:AlternateContent xmlns:mc="http://schemas.openxmlformats.org/markup-compatibility/2006">
                  <mc:Choice xmlns:v="urn:schemas-microsoft-com:vml" Requires="v">
                    <p:oleObj spid="_x0000_s5364" name="Equation" r:id="rId25" imgW="304800" imgH="285908" progId="Equation.3">
                      <p:embed/>
                    </p:oleObj>
                  </mc:Choice>
                  <mc:Fallback>
                    <p:oleObj name="Equation" r:id="rId25" imgW="304800" imgH="285908" progId="Equation.3">
                      <p:embed/>
                      <p:pic>
                        <p:nvPicPr>
                          <p:cNvPr id="0" name="Object 4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416" y="3600"/>
                            <a:ext cx="200"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140" name="Line 44"/>
            <p:cNvSpPr>
              <a:spLocks noChangeShapeType="1"/>
            </p:cNvSpPr>
            <p:nvPr/>
          </p:nvSpPr>
          <p:spPr bwMode="auto">
            <a:xfrm flipH="1">
              <a:off x="3928" y="2362"/>
              <a:ext cx="624" cy="624"/>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41" name="Line 45"/>
            <p:cNvSpPr>
              <a:spLocks noChangeShapeType="1"/>
            </p:cNvSpPr>
            <p:nvPr/>
          </p:nvSpPr>
          <p:spPr bwMode="auto">
            <a:xfrm flipH="1">
              <a:off x="4072" y="2458"/>
              <a:ext cx="384" cy="384"/>
            </a:xfrm>
            <a:prstGeom prst="line">
              <a:avLst/>
            </a:prstGeom>
            <a:noFill/>
            <a:ln w="19050">
              <a:solidFill>
                <a:srgbClr val="0000FF"/>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42" name="Line 46"/>
            <p:cNvSpPr>
              <a:spLocks noChangeShapeType="1"/>
            </p:cNvSpPr>
            <p:nvPr/>
          </p:nvSpPr>
          <p:spPr bwMode="auto">
            <a:xfrm>
              <a:off x="4696" y="2362"/>
              <a:ext cx="480" cy="672"/>
            </a:xfrm>
            <a:prstGeom prst="line">
              <a:avLst/>
            </a:prstGeom>
            <a:noFill/>
            <a:ln w="1905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43" name="Line 47"/>
            <p:cNvSpPr>
              <a:spLocks noChangeShapeType="1"/>
            </p:cNvSpPr>
            <p:nvPr/>
          </p:nvSpPr>
          <p:spPr bwMode="auto">
            <a:xfrm>
              <a:off x="3976" y="3034"/>
              <a:ext cx="1200"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44" name="Line 48"/>
            <p:cNvSpPr>
              <a:spLocks noChangeShapeType="1"/>
            </p:cNvSpPr>
            <p:nvPr/>
          </p:nvSpPr>
          <p:spPr bwMode="auto">
            <a:xfrm>
              <a:off x="4216" y="3034"/>
              <a:ext cx="768" cy="0"/>
            </a:xfrm>
            <a:prstGeom prst="line">
              <a:avLst/>
            </a:prstGeom>
            <a:noFill/>
            <a:ln w="19050">
              <a:solidFill>
                <a:srgbClr val="0000FF"/>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45" name="Line 49"/>
            <p:cNvSpPr>
              <a:spLocks noChangeShapeType="1"/>
            </p:cNvSpPr>
            <p:nvPr/>
          </p:nvSpPr>
          <p:spPr bwMode="auto">
            <a:xfrm>
              <a:off x="4648" y="2362"/>
              <a:ext cx="0" cy="1104"/>
            </a:xfrm>
            <a:prstGeom prst="line">
              <a:avLst/>
            </a:prstGeom>
            <a:noFill/>
            <a:ln w="19050">
              <a:solidFill>
                <a:srgbClr val="0000FF"/>
              </a:solidFill>
              <a:round/>
              <a:headEnd type="triangl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46" name="Line 50"/>
            <p:cNvSpPr>
              <a:spLocks noChangeShapeType="1"/>
            </p:cNvSpPr>
            <p:nvPr/>
          </p:nvSpPr>
          <p:spPr bwMode="auto">
            <a:xfrm flipH="1">
              <a:off x="4696" y="3082"/>
              <a:ext cx="432" cy="432"/>
            </a:xfrm>
            <a:prstGeom prst="line">
              <a:avLst/>
            </a:prstGeom>
            <a:noFill/>
            <a:ln w="19050">
              <a:solidFill>
                <a:srgbClr val="00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4868" name="Line 52"/>
          <p:cNvSpPr>
            <a:spLocks noChangeShapeType="1"/>
          </p:cNvSpPr>
          <p:nvPr/>
        </p:nvSpPr>
        <p:spPr bwMode="auto">
          <a:xfrm flipV="1">
            <a:off x="7235825" y="549275"/>
            <a:ext cx="649288" cy="647700"/>
          </a:xfrm>
          <a:prstGeom prst="line">
            <a:avLst/>
          </a:prstGeom>
          <a:noFill/>
          <a:ln w="76200">
            <a:solidFill>
              <a:srgbClr val="A5002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34819"/>
                                        </p:tgtEl>
                                        <p:attrNameLst>
                                          <p:attrName>style.visibility</p:attrName>
                                        </p:attrNameLst>
                                      </p:cBhvr>
                                      <p:to>
                                        <p:strVal val="visible"/>
                                      </p:to>
                                    </p:set>
                                    <p:animEffect transition="in" filter="wipe(left)">
                                      <p:cBhvr>
                                        <p:cTn id="7" dur="75"/>
                                        <p:tgtEl>
                                          <p:spTgt spid="34819"/>
                                        </p:tgtEl>
                                      </p:cBhvr>
                                    </p:animEffect>
                                  </p:childTnLst>
                                </p:cTn>
                              </p:par>
                              <p:par>
                                <p:cTn id="8" presetID="22" presetClass="entr" presetSubtype="8" fill="hold" nodeType="withEffect">
                                  <p:stCondLst>
                                    <p:cond delay="0"/>
                                  </p:stCondLst>
                                  <p:childTnLst>
                                    <p:set>
                                      <p:cBhvr>
                                        <p:cTn id="9" dur="1" fill="hold">
                                          <p:stCondLst>
                                            <p:cond delay="0"/>
                                          </p:stCondLst>
                                        </p:cTn>
                                        <p:tgtEl>
                                          <p:spTgt spid="34837"/>
                                        </p:tgtEl>
                                        <p:attrNameLst>
                                          <p:attrName>style.visibility</p:attrName>
                                        </p:attrNameLst>
                                      </p:cBhvr>
                                      <p:to>
                                        <p:strVal val="visible"/>
                                      </p:to>
                                    </p:set>
                                    <p:animEffect transition="in" filter="wipe(left)">
                                      <p:cBhvr>
                                        <p:cTn id="10" dur="500"/>
                                        <p:tgtEl>
                                          <p:spTgt spid="3483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iterate type="lt">
                                    <p:tmPct val="100000"/>
                                  </p:iterate>
                                  <p:childTnLst>
                                    <p:set>
                                      <p:cBhvr>
                                        <p:cTn id="14" dur="1" fill="hold">
                                          <p:stCondLst>
                                            <p:cond delay="0"/>
                                          </p:stCondLst>
                                        </p:cTn>
                                        <p:tgtEl>
                                          <p:spTgt spid="34820"/>
                                        </p:tgtEl>
                                        <p:attrNameLst>
                                          <p:attrName>style.visibility</p:attrName>
                                        </p:attrNameLst>
                                      </p:cBhvr>
                                      <p:to>
                                        <p:strVal val="visible"/>
                                      </p:to>
                                    </p:set>
                                    <p:animEffect transition="in" filter="wipe(left)">
                                      <p:cBhvr>
                                        <p:cTn id="15" dur="75"/>
                                        <p:tgtEl>
                                          <p:spTgt spid="34820"/>
                                        </p:tgtEl>
                                      </p:cBhvr>
                                    </p:animEffect>
                                  </p:childTnLst>
                                </p:cTn>
                              </p:par>
                              <p:par>
                                <p:cTn id="16" presetID="22" presetClass="entr" presetSubtype="8" fill="hold" nodeType="withEffect">
                                  <p:stCondLst>
                                    <p:cond delay="0"/>
                                  </p:stCondLst>
                                  <p:childTnLst>
                                    <p:set>
                                      <p:cBhvr>
                                        <p:cTn id="17" dur="1" fill="hold">
                                          <p:stCondLst>
                                            <p:cond delay="0"/>
                                          </p:stCondLst>
                                        </p:cTn>
                                        <p:tgtEl>
                                          <p:spTgt spid="34832"/>
                                        </p:tgtEl>
                                        <p:attrNameLst>
                                          <p:attrName>style.visibility</p:attrName>
                                        </p:attrNameLst>
                                      </p:cBhvr>
                                      <p:to>
                                        <p:strVal val="visible"/>
                                      </p:to>
                                    </p:set>
                                    <p:animEffect transition="in" filter="wipe(left)">
                                      <p:cBhvr>
                                        <p:cTn id="18" dur="500"/>
                                        <p:tgtEl>
                                          <p:spTgt spid="34832"/>
                                        </p:tgtEl>
                                      </p:cBhvr>
                                    </p:animEffect>
                                  </p:childTnLst>
                                </p:cTn>
                              </p:par>
                              <p:par>
                                <p:cTn id="19" presetID="22" presetClass="entr" presetSubtype="8" fill="hold" nodeType="withEffect">
                                  <p:stCondLst>
                                    <p:cond delay="0"/>
                                  </p:stCondLst>
                                  <p:childTnLst>
                                    <p:set>
                                      <p:cBhvr>
                                        <p:cTn id="20" dur="1" fill="hold">
                                          <p:stCondLst>
                                            <p:cond delay="0"/>
                                          </p:stCondLst>
                                        </p:cTn>
                                        <p:tgtEl>
                                          <p:spTgt spid="34821"/>
                                        </p:tgtEl>
                                        <p:attrNameLst>
                                          <p:attrName>style.visibility</p:attrName>
                                        </p:attrNameLst>
                                      </p:cBhvr>
                                      <p:to>
                                        <p:strVal val="visible"/>
                                      </p:to>
                                    </p:set>
                                    <p:animEffect transition="in" filter="wipe(left)">
                                      <p:cBhvr>
                                        <p:cTn id="21" dur="500"/>
                                        <p:tgtEl>
                                          <p:spTgt spid="3482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4868"/>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4842"/>
                                        </p:tgtEl>
                                        <p:attrNameLst>
                                          <p:attrName>style.visibility</p:attrName>
                                        </p:attrNameLst>
                                      </p:cBhvr>
                                      <p:to>
                                        <p:strVal val="visible"/>
                                      </p:to>
                                    </p:set>
                                    <p:animEffect transition="in" filter="wipe(left)">
                                      <p:cBhvr>
                                        <p:cTn id="30" dur="500"/>
                                        <p:tgtEl>
                                          <p:spTgt spid="3484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4843"/>
                                        </p:tgtEl>
                                        <p:attrNameLst>
                                          <p:attrName>style.visibility</p:attrName>
                                        </p:attrNameLst>
                                      </p:cBhvr>
                                      <p:to>
                                        <p:strVal val="visible"/>
                                      </p:to>
                                    </p:set>
                                    <p:animEffect transition="in" filter="wipe(left)">
                                      <p:cBhvr>
                                        <p:cTn id="35" dur="500"/>
                                        <p:tgtEl>
                                          <p:spTgt spid="3484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xit" presetSubtype="0" fill="hold" grpId="1" nodeType="clickEffect">
                                  <p:stCondLst>
                                    <p:cond delay="0"/>
                                  </p:stCondLst>
                                  <p:childTnLst>
                                    <p:set>
                                      <p:cBhvr>
                                        <p:cTn id="39" dur="1" fill="hold">
                                          <p:stCondLst>
                                            <p:cond delay="0"/>
                                          </p:stCondLst>
                                        </p:cTn>
                                        <p:tgtEl>
                                          <p:spTgt spid="34868"/>
                                        </p:tgtEl>
                                        <p:attrNameLst>
                                          <p:attrName>style.visibility</p:attrName>
                                        </p:attrNameLst>
                                      </p:cBhvr>
                                      <p:to>
                                        <p:strVal val="hidden"/>
                                      </p:to>
                                    </p:set>
                                  </p:childTnLst>
                                </p:cTn>
                              </p:par>
                              <p:par>
                                <p:cTn id="40" presetID="22" presetClass="entr" presetSubtype="8" fill="hold" grpId="0" nodeType="withEffect">
                                  <p:stCondLst>
                                    <p:cond delay="0"/>
                                  </p:stCondLst>
                                  <p:childTnLst>
                                    <p:set>
                                      <p:cBhvr>
                                        <p:cTn id="41" dur="1" fill="hold">
                                          <p:stCondLst>
                                            <p:cond delay="0"/>
                                          </p:stCondLst>
                                        </p:cTn>
                                        <p:tgtEl>
                                          <p:spTgt spid="34844"/>
                                        </p:tgtEl>
                                        <p:attrNameLst>
                                          <p:attrName>style.visibility</p:attrName>
                                        </p:attrNameLst>
                                      </p:cBhvr>
                                      <p:to>
                                        <p:strVal val="visible"/>
                                      </p:to>
                                    </p:set>
                                    <p:animEffect transition="in" filter="wipe(left)">
                                      <p:cBhvr>
                                        <p:cTn id="42" dur="500"/>
                                        <p:tgtEl>
                                          <p:spTgt spid="34844"/>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34845"/>
                                        </p:tgtEl>
                                        <p:attrNameLst>
                                          <p:attrName>style.visibility</p:attrName>
                                        </p:attrNameLst>
                                      </p:cBhvr>
                                      <p:to>
                                        <p:strVal val="visible"/>
                                      </p:to>
                                    </p:set>
                                    <p:animEffect transition="in" filter="wipe(left)">
                                      <p:cBhvr>
                                        <p:cTn id="45" dur="500"/>
                                        <p:tgtEl>
                                          <p:spTgt spid="34845"/>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34846"/>
                                        </p:tgtEl>
                                        <p:attrNameLst>
                                          <p:attrName>style.visibility</p:attrName>
                                        </p:attrNameLst>
                                      </p:cBhvr>
                                      <p:to>
                                        <p:strVal val="visible"/>
                                      </p:to>
                                    </p:set>
                                    <p:animEffect transition="in" filter="wipe(left)">
                                      <p:cBhvr>
                                        <p:cTn id="48" dur="500"/>
                                        <p:tgtEl>
                                          <p:spTgt spid="34846"/>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34847"/>
                                        </p:tgtEl>
                                        <p:attrNameLst>
                                          <p:attrName>style.visibility</p:attrName>
                                        </p:attrNameLst>
                                      </p:cBhvr>
                                      <p:to>
                                        <p:strVal val="visible"/>
                                      </p:to>
                                    </p:set>
                                    <p:animEffect transition="in" filter="wipe(left)">
                                      <p:cBhvr>
                                        <p:cTn id="51" dur="500"/>
                                        <p:tgtEl>
                                          <p:spTgt spid="34847"/>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34848"/>
                                        </p:tgtEl>
                                        <p:attrNameLst>
                                          <p:attrName>style.visibility</p:attrName>
                                        </p:attrNameLst>
                                      </p:cBhvr>
                                      <p:to>
                                        <p:strVal val="visible"/>
                                      </p:to>
                                    </p:set>
                                    <p:animEffect transition="in" filter="wipe(left)">
                                      <p:cBhvr>
                                        <p:cTn id="54" dur="500"/>
                                        <p:tgtEl>
                                          <p:spTgt spid="34848"/>
                                        </p:tgtEl>
                                      </p:cBhvr>
                                    </p:animEffect>
                                  </p:childTnLst>
                                </p:cTn>
                              </p:par>
                              <p:par>
                                <p:cTn id="55" presetID="22" presetClass="entr" presetSubtype="8" fill="hold" nodeType="withEffect">
                                  <p:stCondLst>
                                    <p:cond delay="0"/>
                                  </p:stCondLst>
                                  <p:childTnLst>
                                    <p:set>
                                      <p:cBhvr>
                                        <p:cTn id="56" dur="1" fill="hold">
                                          <p:stCondLst>
                                            <p:cond delay="0"/>
                                          </p:stCondLst>
                                        </p:cTn>
                                        <p:tgtEl>
                                          <p:spTgt spid="34849"/>
                                        </p:tgtEl>
                                        <p:attrNameLst>
                                          <p:attrName>style.visibility</p:attrName>
                                        </p:attrNameLst>
                                      </p:cBhvr>
                                      <p:to>
                                        <p:strVal val="visible"/>
                                      </p:to>
                                    </p:set>
                                    <p:animEffect transition="in" filter="wipe(left)">
                                      <p:cBhvr>
                                        <p:cTn id="57" dur="500"/>
                                        <p:tgtEl>
                                          <p:spTgt spid="3484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nodeType="clickEffect">
                                  <p:stCondLst>
                                    <p:cond delay="0"/>
                                  </p:stCondLst>
                                  <p:childTnLst>
                                    <p:set>
                                      <p:cBhvr>
                                        <p:cTn id="61" dur="1" fill="hold">
                                          <p:stCondLst>
                                            <p:cond delay="0"/>
                                          </p:stCondLst>
                                        </p:cTn>
                                        <p:tgtEl>
                                          <p:spTgt spid="348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animBg="1" autoUpdateAnimBg="0"/>
      <p:bldP spid="34820" grpId="0" animBg="1" autoUpdateAnimBg="0"/>
      <p:bldP spid="34842" grpId="0" animBg="1"/>
      <p:bldP spid="34843" grpId="0" animBg="1"/>
      <p:bldP spid="34844" grpId="0" animBg="1"/>
      <p:bldP spid="34845" grpId="0" animBg="1"/>
      <p:bldP spid="34846" grpId="0" animBg="1"/>
      <p:bldP spid="34847" grpId="0" animBg="1"/>
      <p:bldP spid="34848" grpId="0" animBg="1"/>
      <p:bldP spid="34868" grpId="0" animBg="1"/>
      <p:bldP spid="34868"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2"/>
          <p:cNvGrpSpPr>
            <a:grpSpLocks/>
          </p:cNvGrpSpPr>
          <p:nvPr/>
        </p:nvGrpSpPr>
        <p:grpSpPr bwMode="auto">
          <a:xfrm>
            <a:off x="1219200" y="3003550"/>
            <a:ext cx="6705600" cy="2133600"/>
            <a:chOff x="1296" y="1824"/>
            <a:chExt cx="3120" cy="1344"/>
          </a:xfrm>
        </p:grpSpPr>
        <p:sp>
          <p:nvSpPr>
            <p:cNvPr id="6192" name="Line 3"/>
            <p:cNvSpPr>
              <a:spLocks noChangeShapeType="1"/>
            </p:cNvSpPr>
            <p:nvPr/>
          </p:nvSpPr>
          <p:spPr bwMode="auto">
            <a:xfrm>
              <a:off x="1296" y="1824"/>
              <a:ext cx="312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93" name="Line 4"/>
            <p:cNvSpPr>
              <a:spLocks noChangeShapeType="1"/>
            </p:cNvSpPr>
            <p:nvPr/>
          </p:nvSpPr>
          <p:spPr bwMode="auto">
            <a:xfrm>
              <a:off x="1296" y="2160"/>
              <a:ext cx="312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94" name="Line 5"/>
            <p:cNvSpPr>
              <a:spLocks noChangeShapeType="1"/>
            </p:cNvSpPr>
            <p:nvPr/>
          </p:nvSpPr>
          <p:spPr bwMode="auto">
            <a:xfrm>
              <a:off x="1296" y="2496"/>
              <a:ext cx="312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95" name="Line 6"/>
            <p:cNvSpPr>
              <a:spLocks noChangeShapeType="1"/>
            </p:cNvSpPr>
            <p:nvPr/>
          </p:nvSpPr>
          <p:spPr bwMode="auto">
            <a:xfrm>
              <a:off x="1296" y="2832"/>
              <a:ext cx="312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96" name="Line 7"/>
            <p:cNvSpPr>
              <a:spLocks noChangeShapeType="1"/>
            </p:cNvSpPr>
            <p:nvPr/>
          </p:nvSpPr>
          <p:spPr bwMode="auto">
            <a:xfrm>
              <a:off x="1296" y="3168"/>
              <a:ext cx="312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97" name="Line 8"/>
            <p:cNvSpPr>
              <a:spLocks noChangeShapeType="1"/>
            </p:cNvSpPr>
            <p:nvPr/>
          </p:nvSpPr>
          <p:spPr bwMode="auto">
            <a:xfrm>
              <a:off x="4416" y="1824"/>
              <a:ext cx="0" cy="1344"/>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98" name="Line 9"/>
            <p:cNvSpPr>
              <a:spLocks noChangeShapeType="1"/>
            </p:cNvSpPr>
            <p:nvPr/>
          </p:nvSpPr>
          <p:spPr bwMode="auto">
            <a:xfrm>
              <a:off x="1296" y="1824"/>
              <a:ext cx="0" cy="1344"/>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99" name="Line 10"/>
            <p:cNvSpPr>
              <a:spLocks noChangeShapeType="1"/>
            </p:cNvSpPr>
            <p:nvPr/>
          </p:nvSpPr>
          <p:spPr bwMode="auto">
            <a:xfrm>
              <a:off x="3696" y="1824"/>
              <a:ext cx="0" cy="1344"/>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00" name="Line 11"/>
            <p:cNvSpPr>
              <a:spLocks noChangeShapeType="1"/>
            </p:cNvSpPr>
            <p:nvPr/>
          </p:nvSpPr>
          <p:spPr bwMode="auto">
            <a:xfrm>
              <a:off x="2880" y="1824"/>
              <a:ext cx="0" cy="1344"/>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01" name="Line 12"/>
            <p:cNvSpPr>
              <a:spLocks noChangeShapeType="1"/>
            </p:cNvSpPr>
            <p:nvPr/>
          </p:nvSpPr>
          <p:spPr bwMode="auto">
            <a:xfrm>
              <a:off x="2064" y="1824"/>
              <a:ext cx="0" cy="1344"/>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35853" name="Object 13"/>
          <p:cNvGraphicFramePr>
            <a:graphicFrameLocks noChangeAspect="1"/>
          </p:cNvGraphicFramePr>
          <p:nvPr/>
        </p:nvGraphicFramePr>
        <p:xfrm>
          <a:off x="3657600" y="3155950"/>
          <a:ext cx="177800" cy="304800"/>
        </p:xfrm>
        <a:graphic>
          <a:graphicData uri="http://schemas.openxmlformats.org/presentationml/2006/ole">
            <mc:AlternateContent xmlns:mc="http://schemas.openxmlformats.org/markup-compatibility/2006">
              <mc:Choice xmlns:v="urn:schemas-microsoft-com:vml" Requires="v">
                <p:oleObj spid="_x0000_s6562" name="Equation" r:id="rId3" imgW="177569" imgH="304404" progId="Equation.3">
                  <p:embed/>
                </p:oleObj>
              </mc:Choice>
              <mc:Fallback>
                <p:oleObj name="Equation" r:id="rId3" imgW="177569" imgH="304404"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3155950"/>
                        <a:ext cx="177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54" name="Object 14"/>
          <p:cNvGraphicFramePr>
            <a:graphicFrameLocks noChangeAspect="1"/>
          </p:cNvGraphicFramePr>
          <p:nvPr/>
        </p:nvGraphicFramePr>
        <p:xfrm>
          <a:off x="5486400" y="3155950"/>
          <a:ext cx="177800" cy="304800"/>
        </p:xfrm>
        <a:graphic>
          <a:graphicData uri="http://schemas.openxmlformats.org/presentationml/2006/ole">
            <mc:AlternateContent xmlns:mc="http://schemas.openxmlformats.org/markup-compatibility/2006">
              <mc:Choice xmlns:v="urn:schemas-microsoft-com:vml" Requires="v">
                <p:oleObj spid="_x0000_s6563" name="Equation" r:id="rId5" imgW="177569" imgH="304404" progId="Equation.3">
                  <p:embed/>
                </p:oleObj>
              </mc:Choice>
              <mc:Fallback>
                <p:oleObj name="Equation" r:id="rId5" imgW="177569" imgH="304404"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400" y="3155950"/>
                        <a:ext cx="177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55" name="Object 15"/>
          <p:cNvGraphicFramePr>
            <a:graphicFrameLocks noChangeAspect="1"/>
          </p:cNvGraphicFramePr>
          <p:nvPr/>
        </p:nvGraphicFramePr>
        <p:xfrm>
          <a:off x="1905000" y="3689350"/>
          <a:ext cx="177800" cy="304800"/>
        </p:xfrm>
        <a:graphic>
          <a:graphicData uri="http://schemas.openxmlformats.org/presentationml/2006/ole">
            <mc:AlternateContent xmlns:mc="http://schemas.openxmlformats.org/markup-compatibility/2006">
              <mc:Choice xmlns:v="urn:schemas-microsoft-com:vml" Requires="v">
                <p:oleObj spid="_x0000_s6564" name="Equation" r:id="rId7" imgW="177569" imgH="304404" progId="Equation.3">
                  <p:embed/>
                </p:oleObj>
              </mc:Choice>
              <mc:Fallback>
                <p:oleObj name="Equation" r:id="rId7" imgW="177569" imgH="304404"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3689350"/>
                        <a:ext cx="177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56" name="Object 16"/>
          <p:cNvGraphicFramePr>
            <a:graphicFrameLocks noChangeAspect="1"/>
          </p:cNvGraphicFramePr>
          <p:nvPr/>
        </p:nvGraphicFramePr>
        <p:xfrm>
          <a:off x="5486400" y="3689350"/>
          <a:ext cx="177800" cy="304800"/>
        </p:xfrm>
        <a:graphic>
          <a:graphicData uri="http://schemas.openxmlformats.org/presentationml/2006/ole">
            <mc:AlternateContent xmlns:mc="http://schemas.openxmlformats.org/markup-compatibility/2006">
              <mc:Choice xmlns:v="urn:schemas-microsoft-com:vml" Requires="v">
                <p:oleObj spid="_x0000_s6565" name="Equation" r:id="rId8" imgW="177569" imgH="304404" progId="Equation.3">
                  <p:embed/>
                </p:oleObj>
              </mc:Choice>
              <mc:Fallback>
                <p:oleObj name="Equation" r:id="rId8" imgW="177569" imgH="304404" progId="Equation.3">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400" y="3689350"/>
                        <a:ext cx="177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57" name="Object 17"/>
          <p:cNvGraphicFramePr>
            <a:graphicFrameLocks noChangeAspect="1"/>
          </p:cNvGraphicFramePr>
          <p:nvPr/>
        </p:nvGraphicFramePr>
        <p:xfrm>
          <a:off x="7086600" y="4222750"/>
          <a:ext cx="177800" cy="304800"/>
        </p:xfrm>
        <a:graphic>
          <a:graphicData uri="http://schemas.openxmlformats.org/presentationml/2006/ole">
            <mc:AlternateContent xmlns:mc="http://schemas.openxmlformats.org/markup-compatibility/2006">
              <mc:Choice xmlns:v="urn:schemas-microsoft-com:vml" Requires="v">
                <p:oleObj spid="_x0000_s6566" name="Equation" r:id="rId9" imgW="177569" imgH="304404" progId="Equation.3">
                  <p:embed/>
                </p:oleObj>
              </mc:Choice>
              <mc:Fallback>
                <p:oleObj name="Equation" r:id="rId9" imgW="177569" imgH="304404" progId="Equation.3">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86600" y="4222750"/>
                        <a:ext cx="177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58" name="Object 18"/>
          <p:cNvGraphicFramePr>
            <a:graphicFrameLocks noChangeAspect="1"/>
          </p:cNvGraphicFramePr>
          <p:nvPr/>
        </p:nvGraphicFramePr>
        <p:xfrm>
          <a:off x="1905000" y="4222750"/>
          <a:ext cx="177800" cy="304800"/>
        </p:xfrm>
        <a:graphic>
          <a:graphicData uri="http://schemas.openxmlformats.org/presentationml/2006/ole">
            <mc:AlternateContent xmlns:mc="http://schemas.openxmlformats.org/markup-compatibility/2006">
              <mc:Choice xmlns:v="urn:schemas-microsoft-com:vml" Requires="v">
                <p:oleObj spid="_x0000_s6567" name="Equation" r:id="rId10" imgW="177569" imgH="304404" progId="Equation.3">
                  <p:embed/>
                </p:oleObj>
              </mc:Choice>
              <mc:Fallback>
                <p:oleObj name="Equation" r:id="rId10" imgW="177569" imgH="304404" progId="Equation.3">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4222750"/>
                        <a:ext cx="177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59" name="Object 19"/>
          <p:cNvGraphicFramePr>
            <a:graphicFrameLocks noChangeAspect="1"/>
          </p:cNvGraphicFramePr>
          <p:nvPr/>
        </p:nvGraphicFramePr>
        <p:xfrm>
          <a:off x="3657600" y="4756150"/>
          <a:ext cx="177800" cy="304800"/>
        </p:xfrm>
        <a:graphic>
          <a:graphicData uri="http://schemas.openxmlformats.org/presentationml/2006/ole">
            <mc:AlternateContent xmlns:mc="http://schemas.openxmlformats.org/markup-compatibility/2006">
              <mc:Choice xmlns:v="urn:schemas-microsoft-com:vml" Requires="v">
                <p:oleObj spid="_x0000_s6568" name="Equation" r:id="rId11" imgW="177569" imgH="304404" progId="Equation.3">
                  <p:embed/>
                </p:oleObj>
              </mc:Choice>
              <mc:Fallback>
                <p:oleObj name="Equation" r:id="rId11" imgW="177569" imgH="304404" progId="Equation.3">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600" y="4756150"/>
                        <a:ext cx="177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60" name="Object 20"/>
          <p:cNvGraphicFramePr>
            <a:graphicFrameLocks noChangeAspect="1"/>
          </p:cNvGraphicFramePr>
          <p:nvPr/>
        </p:nvGraphicFramePr>
        <p:xfrm>
          <a:off x="1905000" y="3155950"/>
          <a:ext cx="203200" cy="317500"/>
        </p:xfrm>
        <a:graphic>
          <a:graphicData uri="http://schemas.openxmlformats.org/presentationml/2006/ole">
            <mc:AlternateContent xmlns:mc="http://schemas.openxmlformats.org/markup-compatibility/2006">
              <mc:Choice xmlns:v="urn:schemas-microsoft-com:vml" Requires="v">
                <p:oleObj spid="_x0000_s6569" name="Equation" r:id="rId12" imgW="203024" imgH="317225" progId="Equation.3">
                  <p:embed/>
                </p:oleObj>
              </mc:Choice>
              <mc:Fallback>
                <p:oleObj name="Equation" r:id="rId12" imgW="203024" imgH="317225" progId="Equation.3">
                  <p:embed/>
                  <p:pic>
                    <p:nvPicPr>
                      <p:cNvPr id="0" name="Object 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05000" y="3155950"/>
                        <a:ext cx="2032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5897" name="Group 57"/>
          <p:cNvGrpSpPr>
            <a:grpSpLocks/>
          </p:cNvGrpSpPr>
          <p:nvPr/>
        </p:nvGrpSpPr>
        <p:grpSpPr bwMode="auto">
          <a:xfrm>
            <a:off x="1905000" y="3155950"/>
            <a:ext cx="5384800" cy="1917700"/>
            <a:chOff x="1200" y="2304"/>
            <a:chExt cx="3392" cy="1208"/>
          </a:xfrm>
        </p:grpSpPr>
        <p:graphicFrame>
          <p:nvGraphicFramePr>
            <p:cNvPr id="6184" name="Object 21"/>
            <p:cNvGraphicFramePr>
              <a:graphicFrameLocks noChangeAspect="1"/>
            </p:cNvGraphicFramePr>
            <p:nvPr/>
          </p:nvGraphicFramePr>
          <p:xfrm>
            <a:off x="3456" y="3312"/>
            <a:ext cx="128" cy="200"/>
          </p:xfrm>
          <a:graphic>
            <a:graphicData uri="http://schemas.openxmlformats.org/presentationml/2006/ole">
              <mc:AlternateContent xmlns:mc="http://schemas.openxmlformats.org/markup-compatibility/2006">
                <mc:Choice xmlns:v="urn:schemas-microsoft-com:vml" Requires="v">
                  <p:oleObj spid="_x0000_s6570" name="Equation" r:id="rId14" imgW="203024" imgH="317225" progId="Equation.3">
                    <p:embed/>
                  </p:oleObj>
                </mc:Choice>
                <mc:Fallback>
                  <p:oleObj name="Equation" r:id="rId14" imgW="203024" imgH="317225" progId="Equation.3">
                    <p:embed/>
                    <p:pic>
                      <p:nvPicPr>
                        <p:cNvPr id="0" name="Object 2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56" y="3312"/>
                          <a:ext cx="128"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85" name="Object 22"/>
            <p:cNvGraphicFramePr>
              <a:graphicFrameLocks noChangeAspect="1"/>
            </p:cNvGraphicFramePr>
            <p:nvPr/>
          </p:nvGraphicFramePr>
          <p:xfrm>
            <a:off x="3456" y="2976"/>
            <a:ext cx="128" cy="200"/>
          </p:xfrm>
          <a:graphic>
            <a:graphicData uri="http://schemas.openxmlformats.org/presentationml/2006/ole">
              <mc:AlternateContent xmlns:mc="http://schemas.openxmlformats.org/markup-compatibility/2006">
                <mc:Choice xmlns:v="urn:schemas-microsoft-com:vml" Requires="v">
                  <p:oleObj spid="_x0000_s6571" name="Equation" r:id="rId16" imgW="203024" imgH="317225" progId="Equation.3">
                    <p:embed/>
                  </p:oleObj>
                </mc:Choice>
                <mc:Fallback>
                  <p:oleObj name="Equation" r:id="rId16" imgW="203024" imgH="317225" progId="Equation.3">
                    <p:embed/>
                    <p:pic>
                      <p:nvPicPr>
                        <p:cNvPr id="0" name="Object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56" y="2976"/>
                          <a:ext cx="128"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86" name="Object 23"/>
            <p:cNvGraphicFramePr>
              <a:graphicFrameLocks noChangeAspect="1"/>
            </p:cNvGraphicFramePr>
            <p:nvPr/>
          </p:nvGraphicFramePr>
          <p:xfrm>
            <a:off x="1200" y="3312"/>
            <a:ext cx="128" cy="200"/>
          </p:xfrm>
          <a:graphic>
            <a:graphicData uri="http://schemas.openxmlformats.org/presentationml/2006/ole">
              <mc:AlternateContent xmlns:mc="http://schemas.openxmlformats.org/markup-compatibility/2006">
                <mc:Choice xmlns:v="urn:schemas-microsoft-com:vml" Requires="v">
                  <p:oleObj spid="_x0000_s6572" name="Equation" r:id="rId17" imgW="203024" imgH="317225" progId="Equation.3">
                    <p:embed/>
                  </p:oleObj>
                </mc:Choice>
                <mc:Fallback>
                  <p:oleObj name="Equation" r:id="rId17" imgW="203024" imgH="317225" progId="Equation.3">
                    <p:embed/>
                    <p:pic>
                      <p:nvPicPr>
                        <p:cNvPr id="0" name="Object 2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00" y="3312"/>
                          <a:ext cx="128"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87" name="Object 24"/>
            <p:cNvGraphicFramePr>
              <a:graphicFrameLocks noChangeAspect="1"/>
            </p:cNvGraphicFramePr>
            <p:nvPr/>
          </p:nvGraphicFramePr>
          <p:xfrm>
            <a:off x="2304" y="2976"/>
            <a:ext cx="128" cy="200"/>
          </p:xfrm>
          <a:graphic>
            <a:graphicData uri="http://schemas.openxmlformats.org/presentationml/2006/ole">
              <mc:AlternateContent xmlns:mc="http://schemas.openxmlformats.org/markup-compatibility/2006">
                <mc:Choice xmlns:v="urn:schemas-microsoft-com:vml" Requires="v">
                  <p:oleObj spid="_x0000_s6573" name="Equation" r:id="rId18" imgW="203024" imgH="317225" progId="Equation.3">
                    <p:embed/>
                  </p:oleObj>
                </mc:Choice>
                <mc:Fallback>
                  <p:oleObj name="Equation" r:id="rId18" imgW="203024" imgH="317225" progId="Equation.3">
                    <p:embed/>
                    <p:pic>
                      <p:nvPicPr>
                        <p:cNvPr id="0" name="Object 2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04" y="2976"/>
                          <a:ext cx="128"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88" name="Object 25"/>
            <p:cNvGraphicFramePr>
              <a:graphicFrameLocks noChangeAspect="1"/>
            </p:cNvGraphicFramePr>
            <p:nvPr/>
          </p:nvGraphicFramePr>
          <p:xfrm>
            <a:off x="4464" y="2640"/>
            <a:ext cx="128" cy="200"/>
          </p:xfrm>
          <a:graphic>
            <a:graphicData uri="http://schemas.openxmlformats.org/presentationml/2006/ole">
              <mc:AlternateContent xmlns:mc="http://schemas.openxmlformats.org/markup-compatibility/2006">
                <mc:Choice xmlns:v="urn:schemas-microsoft-com:vml" Requires="v">
                  <p:oleObj spid="_x0000_s6574" name="Equation" r:id="rId19" imgW="203024" imgH="317225" progId="Equation.3">
                    <p:embed/>
                  </p:oleObj>
                </mc:Choice>
                <mc:Fallback>
                  <p:oleObj name="Equation" r:id="rId19" imgW="203024" imgH="317225" progId="Equation.3">
                    <p:embed/>
                    <p:pic>
                      <p:nvPicPr>
                        <p:cNvPr id="0" name="Object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64" y="2640"/>
                          <a:ext cx="128"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89" name="Object 26"/>
            <p:cNvGraphicFramePr>
              <a:graphicFrameLocks noChangeAspect="1"/>
            </p:cNvGraphicFramePr>
            <p:nvPr/>
          </p:nvGraphicFramePr>
          <p:xfrm>
            <a:off x="4464" y="3312"/>
            <a:ext cx="128" cy="200"/>
          </p:xfrm>
          <a:graphic>
            <a:graphicData uri="http://schemas.openxmlformats.org/presentationml/2006/ole">
              <mc:AlternateContent xmlns:mc="http://schemas.openxmlformats.org/markup-compatibility/2006">
                <mc:Choice xmlns:v="urn:schemas-microsoft-com:vml" Requires="v">
                  <p:oleObj spid="_x0000_s6575" name="Equation" r:id="rId20" imgW="203024" imgH="317225" progId="Equation.3">
                    <p:embed/>
                  </p:oleObj>
                </mc:Choice>
                <mc:Fallback>
                  <p:oleObj name="Equation" r:id="rId20" imgW="203024" imgH="317225" progId="Equation.3">
                    <p:embed/>
                    <p:pic>
                      <p:nvPicPr>
                        <p:cNvPr id="0" name="Object 2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64" y="3312"/>
                          <a:ext cx="128"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90" name="Object 27"/>
            <p:cNvGraphicFramePr>
              <a:graphicFrameLocks noChangeAspect="1"/>
            </p:cNvGraphicFramePr>
            <p:nvPr/>
          </p:nvGraphicFramePr>
          <p:xfrm>
            <a:off x="2304" y="2640"/>
            <a:ext cx="128" cy="200"/>
          </p:xfrm>
          <a:graphic>
            <a:graphicData uri="http://schemas.openxmlformats.org/presentationml/2006/ole">
              <mc:AlternateContent xmlns:mc="http://schemas.openxmlformats.org/markup-compatibility/2006">
                <mc:Choice xmlns:v="urn:schemas-microsoft-com:vml" Requires="v">
                  <p:oleObj spid="_x0000_s6576" name="Equation" r:id="rId21" imgW="203024" imgH="317225" progId="Equation.3">
                    <p:embed/>
                  </p:oleObj>
                </mc:Choice>
                <mc:Fallback>
                  <p:oleObj name="Equation" r:id="rId21" imgW="203024" imgH="317225" progId="Equation.3">
                    <p:embed/>
                    <p:pic>
                      <p:nvPicPr>
                        <p:cNvPr id="0" name="Object 2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04" y="2640"/>
                          <a:ext cx="128"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91" name="Object 28"/>
            <p:cNvGraphicFramePr>
              <a:graphicFrameLocks noChangeAspect="1"/>
            </p:cNvGraphicFramePr>
            <p:nvPr/>
          </p:nvGraphicFramePr>
          <p:xfrm>
            <a:off x="4464" y="2304"/>
            <a:ext cx="128" cy="200"/>
          </p:xfrm>
          <a:graphic>
            <a:graphicData uri="http://schemas.openxmlformats.org/presentationml/2006/ole">
              <mc:AlternateContent xmlns:mc="http://schemas.openxmlformats.org/markup-compatibility/2006">
                <mc:Choice xmlns:v="urn:schemas-microsoft-com:vml" Requires="v">
                  <p:oleObj spid="_x0000_s6577" name="Equation" r:id="rId22" imgW="203024" imgH="317225" progId="Equation.3">
                    <p:embed/>
                  </p:oleObj>
                </mc:Choice>
                <mc:Fallback>
                  <p:oleObj name="Equation" r:id="rId22" imgW="203024" imgH="317225" progId="Equation.3">
                    <p:embed/>
                    <p:pic>
                      <p:nvPicPr>
                        <p:cNvPr id="0" name="Object 2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64" y="2304"/>
                          <a:ext cx="128"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5869" name="Rectangle 29"/>
          <p:cNvSpPr>
            <a:spLocks noChangeArrowheads="1"/>
          </p:cNvSpPr>
          <p:nvPr/>
        </p:nvSpPr>
        <p:spPr bwMode="auto">
          <a:xfrm>
            <a:off x="1116013" y="5287963"/>
            <a:ext cx="5988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该数表反映了四城市间交通联接情况</a:t>
            </a:r>
            <a:r>
              <a:rPr lang="en-US" altLang="zh-CN">
                <a:ea typeface="宋体" pitchFamily="2" charset="-122"/>
              </a:rPr>
              <a:t>.</a:t>
            </a:r>
          </a:p>
        </p:txBody>
      </p:sp>
      <p:grpSp>
        <p:nvGrpSpPr>
          <p:cNvPr id="6157" name="Group 30"/>
          <p:cNvGrpSpPr>
            <a:grpSpLocks/>
          </p:cNvGrpSpPr>
          <p:nvPr/>
        </p:nvGrpSpPr>
        <p:grpSpPr bwMode="auto">
          <a:xfrm>
            <a:off x="1905000" y="260350"/>
            <a:ext cx="5410200" cy="2590800"/>
            <a:chOff x="1200" y="480"/>
            <a:chExt cx="3408" cy="1632"/>
          </a:xfrm>
        </p:grpSpPr>
        <p:grpSp>
          <p:nvGrpSpPr>
            <p:cNvPr id="6158" name="Group 31"/>
            <p:cNvGrpSpPr>
              <a:grpSpLocks/>
            </p:cNvGrpSpPr>
            <p:nvPr/>
          </p:nvGrpSpPr>
          <p:grpSpPr bwMode="auto">
            <a:xfrm>
              <a:off x="1488" y="768"/>
              <a:ext cx="3120" cy="1344"/>
              <a:chOff x="1296" y="1824"/>
              <a:chExt cx="3120" cy="1344"/>
            </a:xfrm>
          </p:grpSpPr>
          <p:sp>
            <p:nvSpPr>
              <p:cNvPr id="6174" name="Line 32"/>
              <p:cNvSpPr>
                <a:spLocks noChangeShapeType="1"/>
              </p:cNvSpPr>
              <p:nvPr/>
            </p:nvSpPr>
            <p:spPr bwMode="auto">
              <a:xfrm>
                <a:off x="1296" y="1824"/>
                <a:ext cx="312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75" name="Line 33"/>
              <p:cNvSpPr>
                <a:spLocks noChangeShapeType="1"/>
              </p:cNvSpPr>
              <p:nvPr/>
            </p:nvSpPr>
            <p:spPr bwMode="auto">
              <a:xfrm>
                <a:off x="1296" y="2160"/>
                <a:ext cx="312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76" name="Line 34"/>
              <p:cNvSpPr>
                <a:spLocks noChangeShapeType="1"/>
              </p:cNvSpPr>
              <p:nvPr/>
            </p:nvSpPr>
            <p:spPr bwMode="auto">
              <a:xfrm>
                <a:off x="1296" y="2496"/>
                <a:ext cx="312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77" name="Line 35"/>
              <p:cNvSpPr>
                <a:spLocks noChangeShapeType="1"/>
              </p:cNvSpPr>
              <p:nvPr/>
            </p:nvSpPr>
            <p:spPr bwMode="auto">
              <a:xfrm>
                <a:off x="1296" y="2832"/>
                <a:ext cx="312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78" name="Line 36"/>
              <p:cNvSpPr>
                <a:spLocks noChangeShapeType="1"/>
              </p:cNvSpPr>
              <p:nvPr/>
            </p:nvSpPr>
            <p:spPr bwMode="auto">
              <a:xfrm>
                <a:off x="1296" y="3168"/>
                <a:ext cx="312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79" name="Line 37"/>
              <p:cNvSpPr>
                <a:spLocks noChangeShapeType="1"/>
              </p:cNvSpPr>
              <p:nvPr/>
            </p:nvSpPr>
            <p:spPr bwMode="auto">
              <a:xfrm>
                <a:off x="4416" y="1824"/>
                <a:ext cx="0" cy="1344"/>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80" name="Line 38"/>
              <p:cNvSpPr>
                <a:spLocks noChangeShapeType="1"/>
              </p:cNvSpPr>
              <p:nvPr/>
            </p:nvSpPr>
            <p:spPr bwMode="auto">
              <a:xfrm>
                <a:off x="1296" y="1824"/>
                <a:ext cx="0" cy="1344"/>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81" name="Line 39"/>
              <p:cNvSpPr>
                <a:spLocks noChangeShapeType="1"/>
              </p:cNvSpPr>
              <p:nvPr/>
            </p:nvSpPr>
            <p:spPr bwMode="auto">
              <a:xfrm>
                <a:off x="3696" y="1824"/>
                <a:ext cx="0" cy="1344"/>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82" name="Line 40"/>
              <p:cNvSpPr>
                <a:spLocks noChangeShapeType="1"/>
              </p:cNvSpPr>
              <p:nvPr/>
            </p:nvSpPr>
            <p:spPr bwMode="auto">
              <a:xfrm>
                <a:off x="2880" y="1824"/>
                <a:ext cx="0" cy="1344"/>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83" name="Line 41"/>
              <p:cNvSpPr>
                <a:spLocks noChangeShapeType="1"/>
              </p:cNvSpPr>
              <p:nvPr/>
            </p:nvSpPr>
            <p:spPr bwMode="auto">
              <a:xfrm>
                <a:off x="2064" y="1824"/>
                <a:ext cx="0" cy="1344"/>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6159" name="Object 42"/>
            <p:cNvGraphicFramePr>
              <a:graphicFrameLocks noChangeAspect="1"/>
            </p:cNvGraphicFramePr>
            <p:nvPr/>
          </p:nvGraphicFramePr>
          <p:xfrm>
            <a:off x="1776" y="480"/>
            <a:ext cx="184" cy="192"/>
          </p:xfrm>
          <a:graphic>
            <a:graphicData uri="http://schemas.openxmlformats.org/presentationml/2006/ole">
              <mc:AlternateContent xmlns:mc="http://schemas.openxmlformats.org/markup-compatibility/2006">
                <mc:Choice xmlns:v="urn:schemas-microsoft-com:vml" Requires="v">
                  <p:oleObj spid="_x0000_s6578" name="Equation" r:id="rId23" imgW="285795" imgH="295130" progId="Equation.3">
                    <p:embed/>
                  </p:oleObj>
                </mc:Choice>
                <mc:Fallback>
                  <p:oleObj name="Equation" r:id="rId23" imgW="285795" imgH="295130" progId="Equation.3">
                    <p:embed/>
                    <p:pic>
                      <p:nvPicPr>
                        <p:cNvPr id="0" name="Object 4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776" y="480"/>
                          <a:ext cx="184"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0" name="Object 43"/>
            <p:cNvGraphicFramePr>
              <a:graphicFrameLocks noChangeAspect="1"/>
            </p:cNvGraphicFramePr>
            <p:nvPr/>
          </p:nvGraphicFramePr>
          <p:xfrm>
            <a:off x="2592" y="480"/>
            <a:ext cx="184" cy="184"/>
          </p:xfrm>
          <a:graphic>
            <a:graphicData uri="http://schemas.openxmlformats.org/presentationml/2006/ole">
              <mc:AlternateContent xmlns:mc="http://schemas.openxmlformats.org/markup-compatibility/2006">
                <mc:Choice xmlns:v="urn:schemas-microsoft-com:vml" Requires="v">
                  <p:oleObj spid="_x0000_s6579" name="Equation" r:id="rId25" imgW="285795" imgH="285908" progId="Equation.3">
                    <p:embed/>
                  </p:oleObj>
                </mc:Choice>
                <mc:Fallback>
                  <p:oleObj name="Equation" r:id="rId25" imgW="285795" imgH="285908" progId="Equation.3">
                    <p:embed/>
                    <p:pic>
                      <p:nvPicPr>
                        <p:cNvPr id="0" name="Object 4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592" y="480"/>
                          <a:ext cx="184"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1" name="Object 44"/>
            <p:cNvGraphicFramePr>
              <a:graphicFrameLocks noChangeAspect="1"/>
            </p:cNvGraphicFramePr>
            <p:nvPr/>
          </p:nvGraphicFramePr>
          <p:xfrm>
            <a:off x="3408" y="480"/>
            <a:ext cx="184" cy="200"/>
          </p:xfrm>
          <a:graphic>
            <a:graphicData uri="http://schemas.openxmlformats.org/presentationml/2006/ole">
              <mc:AlternateContent xmlns:mc="http://schemas.openxmlformats.org/markup-compatibility/2006">
                <mc:Choice xmlns:v="urn:schemas-microsoft-com:vml" Requires="v">
                  <p:oleObj spid="_x0000_s6580" name="Equation" r:id="rId27" imgW="285795" imgH="304708" progId="Equation.3">
                    <p:embed/>
                  </p:oleObj>
                </mc:Choice>
                <mc:Fallback>
                  <p:oleObj name="Equation" r:id="rId27" imgW="285795" imgH="304708" progId="Equation.3">
                    <p:embed/>
                    <p:pic>
                      <p:nvPicPr>
                        <p:cNvPr id="0" name="Object 4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408" y="480"/>
                          <a:ext cx="184"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2" name="Object 45"/>
            <p:cNvGraphicFramePr>
              <a:graphicFrameLocks noChangeAspect="1"/>
            </p:cNvGraphicFramePr>
            <p:nvPr/>
          </p:nvGraphicFramePr>
          <p:xfrm>
            <a:off x="4176" y="480"/>
            <a:ext cx="200" cy="184"/>
          </p:xfrm>
          <a:graphic>
            <a:graphicData uri="http://schemas.openxmlformats.org/presentationml/2006/ole">
              <mc:AlternateContent xmlns:mc="http://schemas.openxmlformats.org/markup-compatibility/2006">
                <mc:Choice xmlns:v="urn:schemas-microsoft-com:vml" Requires="v">
                  <p:oleObj spid="_x0000_s6581" name="Equation" r:id="rId29" imgW="304800" imgH="285908" progId="Equation.3">
                    <p:embed/>
                  </p:oleObj>
                </mc:Choice>
                <mc:Fallback>
                  <p:oleObj name="Equation" r:id="rId29" imgW="304800" imgH="285908" progId="Equation.3">
                    <p:embed/>
                    <p:pic>
                      <p:nvPicPr>
                        <p:cNvPr id="0" name="Object 4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176" y="480"/>
                          <a:ext cx="200"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3" name="Object 46"/>
            <p:cNvGraphicFramePr>
              <a:graphicFrameLocks noChangeAspect="1"/>
            </p:cNvGraphicFramePr>
            <p:nvPr/>
          </p:nvGraphicFramePr>
          <p:xfrm>
            <a:off x="1200" y="864"/>
            <a:ext cx="184" cy="192"/>
          </p:xfrm>
          <a:graphic>
            <a:graphicData uri="http://schemas.openxmlformats.org/presentationml/2006/ole">
              <mc:AlternateContent xmlns:mc="http://schemas.openxmlformats.org/markup-compatibility/2006">
                <mc:Choice xmlns:v="urn:schemas-microsoft-com:vml" Requires="v">
                  <p:oleObj spid="_x0000_s6582" name="Equation" r:id="rId31" imgW="285795" imgH="295130" progId="Equation.3">
                    <p:embed/>
                  </p:oleObj>
                </mc:Choice>
                <mc:Fallback>
                  <p:oleObj name="Equation" r:id="rId31" imgW="285795" imgH="295130" progId="Equation.3">
                    <p:embed/>
                    <p:pic>
                      <p:nvPicPr>
                        <p:cNvPr id="0" name="Object 46"/>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200" y="864"/>
                          <a:ext cx="184"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4" name="Object 47"/>
            <p:cNvGraphicFramePr>
              <a:graphicFrameLocks noChangeAspect="1"/>
            </p:cNvGraphicFramePr>
            <p:nvPr/>
          </p:nvGraphicFramePr>
          <p:xfrm>
            <a:off x="1200" y="1200"/>
            <a:ext cx="184" cy="184"/>
          </p:xfrm>
          <a:graphic>
            <a:graphicData uri="http://schemas.openxmlformats.org/presentationml/2006/ole">
              <mc:AlternateContent xmlns:mc="http://schemas.openxmlformats.org/markup-compatibility/2006">
                <mc:Choice xmlns:v="urn:schemas-microsoft-com:vml" Requires="v">
                  <p:oleObj spid="_x0000_s6583" name="Equation" r:id="rId33" imgW="285795" imgH="285908" progId="Equation.3">
                    <p:embed/>
                  </p:oleObj>
                </mc:Choice>
                <mc:Fallback>
                  <p:oleObj name="Equation" r:id="rId33" imgW="285795" imgH="285908" progId="Equation.3">
                    <p:embed/>
                    <p:pic>
                      <p:nvPicPr>
                        <p:cNvPr id="0" name="Object 47"/>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200" y="1200"/>
                          <a:ext cx="184"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5" name="Object 48"/>
            <p:cNvGraphicFramePr>
              <a:graphicFrameLocks noChangeAspect="1"/>
            </p:cNvGraphicFramePr>
            <p:nvPr/>
          </p:nvGraphicFramePr>
          <p:xfrm>
            <a:off x="1200" y="1536"/>
            <a:ext cx="184" cy="200"/>
          </p:xfrm>
          <a:graphic>
            <a:graphicData uri="http://schemas.openxmlformats.org/presentationml/2006/ole">
              <mc:AlternateContent xmlns:mc="http://schemas.openxmlformats.org/markup-compatibility/2006">
                <mc:Choice xmlns:v="urn:schemas-microsoft-com:vml" Requires="v">
                  <p:oleObj spid="_x0000_s6584" name="Equation" r:id="rId35" imgW="285795" imgH="304708" progId="Equation.3">
                    <p:embed/>
                  </p:oleObj>
                </mc:Choice>
                <mc:Fallback>
                  <p:oleObj name="Equation" r:id="rId35" imgW="285795" imgH="304708" progId="Equation.3">
                    <p:embed/>
                    <p:pic>
                      <p:nvPicPr>
                        <p:cNvPr id="0" name="Object 48"/>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1200" y="1536"/>
                          <a:ext cx="184"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6" name="Object 49"/>
            <p:cNvGraphicFramePr>
              <a:graphicFrameLocks noChangeAspect="1"/>
            </p:cNvGraphicFramePr>
            <p:nvPr/>
          </p:nvGraphicFramePr>
          <p:xfrm>
            <a:off x="1200" y="1872"/>
            <a:ext cx="200" cy="184"/>
          </p:xfrm>
          <a:graphic>
            <a:graphicData uri="http://schemas.openxmlformats.org/presentationml/2006/ole">
              <mc:AlternateContent xmlns:mc="http://schemas.openxmlformats.org/markup-compatibility/2006">
                <mc:Choice xmlns:v="urn:schemas-microsoft-com:vml" Requires="v">
                  <p:oleObj spid="_x0000_s6585" name="Equation" r:id="rId37" imgW="304800" imgH="285908" progId="Equation.3">
                    <p:embed/>
                  </p:oleObj>
                </mc:Choice>
                <mc:Fallback>
                  <p:oleObj name="Equation" r:id="rId37" imgW="304800" imgH="285908" progId="Equation.3">
                    <p:embed/>
                    <p:pic>
                      <p:nvPicPr>
                        <p:cNvPr id="0" name="Object 49"/>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1200" y="1872"/>
                          <a:ext cx="200"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67" name="Freeform 50"/>
            <p:cNvSpPr>
              <a:spLocks/>
            </p:cNvSpPr>
            <p:nvPr/>
          </p:nvSpPr>
          <p:spPr bwMode="auto">
            <a:xfrm>
              <a:off x="2496" y="912"/>
              <a:ext cx="432" cy="144"/>
            </a:xfrm>
            <a:custGeom>
              <a:avLst/>
              <a:gdLst>
                <a:gd name="T0" fmla="*/ 0 w 432"/>
                <a:gd name="T1" fmla="*/ 0 h 144"/>
                <a:gd name="T2" fmla="*/ 144 w 432"/>
                <a:gd name="T3" fmla="*/ 144 h 144"/>
                <a:gd name="T4" fmla="*/ 432 w 432"/>
                <a:gd name="T5" fmla="*/ 0 h 144"/>
                <a:gd name="T6" fmla="*/ 0 60000 65536"/>
                <a:gd name="T7" fmla="*/ 0 60000 65536"/>
                <a:gd name="T8" fmla="*/ 0 60000 65536"/>
              </a:gdLst>
              <a:ahLst/>
              <a:cxnLst>
                <a:cxn ang="T6">
                  <a:pos x="T0" y="T1"/>
                </a:cxn>
                <a:cxn ang="T7">
                  <a:pos x="T2" y="T3"/>
                </a:cxn>
                <a:cxn ang="T8">
                  <a:pos x="T4" y="T5"/>
                </a:cxn>
              </a:cxnLst>
              <a:rect l="0" t="0" r="r" b="b"/>
              <a:pathLst>
                <a:path w="432" h="144">
                  <a:moveTo>
                    <a:pt x="0" y="0"/>
                  </a:moveTo>
                  <a:cubicBezTo>
                    <a:pt x="36" y="72"/>
                    <a:pt x="72" y="144"/>
                    <a:pt x="144" y="144"/>
                  </a:cubicBezTo>
                  <a:cubicBezTo>
                    <a:pt x="216" y="144"/>
                    <a:pt x="384" y="24"/>
                    <a:pt x="432" y="0"/>
                  </a:cubicBez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68" name="Freeform 51"/>
            <p:cNvSpPr>
              <a:spLocks/>
            </p:cNvSpPr>
            <p:nvPr/>
          </p:nvSpPr>
          <p:spPr bwMode="auto">
            <a:xfrm>
              <a:off x="1680" y="1248"/>
              <a:ext cx="432" cy="144"/>
            </a:xfrm>
            <a:custGeom>
              <a:avLst/>
              <a:gdLst>
                <a:gd name="T0" fmla="*/ 0 w 432"/>
                <a:gd name="T1" fmla="*/ 0 h 144"/>
                <a:gd name="T2" fmla="*/ 144 w 432"/>
                <a:gd name="T3" fmla="*/ 144 h 144"/>
                <a:gd name="T4" fmla="*/ 432 w 432"/>
                <a:gd name="T5" fmla="*/ 0 h 144"/>
                <a:gd name="T6" fmla="*/ 0 60000 65536"/>
                <a:gd name="T7" fmla="*/ 0 60000 65536"/>
                <a:gd name="T8" fmla="*/ 0 60000 65536"/>
              </a:gdLst>
              <a:ahLst/>
              <a:cxnLst>
                <a:cxn ang="T6">
                  <a:pos x="T0" y="T1"/>
                </a:cxn>
                <a:cxn ang="T7">
                  <a:pos x="T2" y="T3"/>
                </a:cxn>
                <a:cxn ang="T8">
                  <a:pos x="T4" y="T5"/>
                </a:cxn>
              </a:cxnLst>
              <a:rect l="0" t="0" r="r" b="b"/>
              <a:pathLst>
                <a:path w="432" h="144">
                  <a:moveTo>
                    <a:pt x="0" y="0"/>
                  </a:moveTo>
                  <a:cubicBezTo>
                    <a:pt x="36" y="72"/>
                    <a:pt x="72" y="144"/>
                    <a:pt x="144" y="144"/>
                  </a:cubicBezTo>
                  <a:cubicBezTo>
                    <a:pt x="216" y="144"/>
                    <a:pt x="384" y="24"/>
                    <a:pt x="432" y="0"/>
                  </a:cubicBez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69" name="Freeform 52"/>
            <p:cNvSpPr>
              <a:spLocks/>
            </p:cNvSpPr>
            <p:nvPr/>
          </p:nvSpPr>
          <p:spPr bwMode="auto">
            <a:xfrm>
              <a:off x="3264" y="912"/>
              <a:ext cx="432" cy="144"/>
            </a:xfrm>
            <a:custGeom>
              <a:avLst/>
              <a:gdLst>
                <a:gd name="T0" fmla="*/ 0 w 432"/>
                <a:gd name="T1" fmla="*/ 0 h 144"/>
                <a:gd name="T2" fmla="*/ 144 w 432"/>
                <a:gd name="T3" fmla="*/ 144 h 144"/>
                <a:gd name="T4" fmla="*/ 432 w 432"/>
                <a:gd name="T5" fmla="*/ 0 h 144"/>
                <a:gd name="T6" fmla="*/ 0 60000 65536"/>
                <a:gd name="T7" fmla="*/ 0 60000 65536"/>
                <a:gd name="T8" fmla="*/ 0 60000 65536"/>
              </a:gdLst>
              <a:ahLst/>
              <a:cxnLst>
                <a:cxn ang="T6">
                  <a:pos x="T0" y="T1"/>
                </a:cxn>
                <a:cxn ang="T7">
                  <a:pos x="T2" y="T3"/>
                </a:cxn>
                <a:cxn ang="T8">
                  <a:pos x="T4" y="T5"/>
                </a:cxn>
              </a:cxnLst>
              <a:rect l="0" t="0" r="r" b="b"/>
              <a:pathLst>
                <a:path w="432" h="144">
                  <a:moveTo>
                    <a:pt x="0" y="0"/>
                  </a:moveTo>
                  <a:cubicBezTo>
                    <a:pt x="36" y="72"/>
                    <a:pt x="72" y="144"/>
                    <a:pt x="144" y="144"/>
                  </a:cubicBezTo>
                  <a:cubicBezTo>
                    <a:pt x="216" y="144"/>
                    <a:pt x="384" y="24"/>
                    <a:pt x="432" y="0"/>
                  </a:cubicBez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70" name="Freeform 53"/>
            <p:cNvSpPr>
              <a:spLocks/>
            </p:cNvSpPr>
            <p:nvPr/>
          </p:nvSpPr>
          <p:spPr bwMode="auto">
            <a:xfrm>
              <a:off x="3264" y="1248"/>
              <a:ext cx="432" cy="144"/>
            </a:xfrm>
            <a:custGeom>
              <a:avLst/>
              <a:gdLst>
                <a:gd name="T0" fmla="*/ 0 w 432"/>
                <a:gd name="T1" fmla="*/ 0 h 144"/>
                <a:gd name="T2" fmla="*/ 144 w 432"/>
                <a:gd name="T3" fmla="*/ 144 h 144"/>
                <a:gd name="T4" fmla="*/ 432 w 432"/>
                <a:gd name="T5" fmla="*/ 0 h 144"/>
                <a:gd name="T6" fmla="*/ 0 60000 65536"/>
                <a:gd name="T7" fmla="*/ 0 60000 65536"/>
                <a:gd name="T8" fmla="*/ 0 60000 65536"/>
              </a:gdLst>
              <a:ahLst/>
              <a:cxnLst>
                <a:cxn ang="T6">
                  <a:pos x="T0" y="T1"/>
                </a:cxn>
                <a:cxn ang="T7">
                  <a:pos x="T2" y="T3"/>
                </a:cxn>
                <a:cxn ang="T8">
                  <a:pos x="T4" y="T5"/>
                </a:cxn>
              </a:cxnLst>
              <a:rect l="0" t="0" r="r" b="b"/>
              <a:pathLst>
                <a:path w="432" h="144">
                  <a:moveTo>
                    <a:pt x="0" y="0"/>
                  </a:moveTo>
                  <a:cubicBezTo>
                    <a:pt x="36" y="72"/>
                    <a:pt x="72" y="144"/>
                    <a:pt x="144" y="144"/>
                  </a:cubicBezTo>
                  <a:cubicBezTo>
                    <a:pt x="216" y="144"/>
                    <a:pt x="384" y="24"/>
                    <a:pt x="432" y="0"/>
                  </a:cubicBez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71" name="Freeform 54"/>
            <p:cNvSpPr>
              <a:spLocks/>
            </p:cNvSpPr>
            <p:nvPr/>
          </p:nvSpPr>
          <p:spPr bwMode="auto">
            <a:xfrm>
              <a:off x="4032" y="1536"/>
              <a:ext cx="432" cy="144"/>
            </a:xfrm>
            <a:custGeom>
              <a:avLst/>
              <a:gdLst>
                <a:gd name="T0" fmla="*/ 0 w 432"/>
                <a:gd name="T1" fmla="*/ 0 h 144"/>
                <a:gd name="T2" fmla="*/ 144 w 432"/>
                <a:gd name="T3" fmla="*/ 144 h 144"/>
                <a:gd name="T4" fmla="*/ 432 w 432"/>
                <a:gd name="T5" fmla="*/ 0 h 144"/>
                <a:gd name="T6" fmla="*/ 0 60000 65536"/>
                <a:gd name="T7" fmla="*/ 0 60000 65536"/>
                <a:gd name="T8" fmla="*/ 0 60000 65536"/>
              </a:gdLst>
              <a:ahLst/>
              <a:cxnLst>
                <a:cxn ang="T6">
                  <a:pos x="T0" y="T1"/>
                </a:cxn>
                <a:cxn ang="T7">
                  <a:pos x="T2" y="T3"/>
                </a:cxn>
                <a:cxn ang="T8">
                  <a:pos x="T4" y="T5"/>
                </a:cxn>
              </a:cxnLst>
              <a:rect l="0" t="0" r="r" b="b"/>
              <a:pathLst>
                <a:path w="432" h="144">
                  <a:moveTo>
                    <a:pt x="0" y="0"/>
                  </a:moveTo>
                  <a:cubicBezTo>
                    <a:pt x="36" y="72"/>
                    <a:pt x="72" y="144"/>
                    <a:pt x="144" y="144"/>
                  </a:cubicBezTo>
                  <a:cubicBezTo>
                    <a:pt x="216" y="144"/>
                    <a:pt x="384" y="24"/>
                    <a:pt x="432" y="0"/>
                  </a:cubicBez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72" name="Freeform 55"/>
            <p:cNvSpPr>
              <a:spLocks/>
            </p:cNvSpPr>
            <p:nvPr/>
          </p:nvSpPr>
          <p:spPr bwMode="auto">
            <a:xfrm>
              <a:off x="2544" y="1872"/>
              <a:ext cx="432" cy="144"/>
            </a:xfrm>
            <a:custGeom>
              <a:avLst/>
              <a:gdLst>
                <a:gd name="T0" fmla="*/ 0 w 432"/>
                <a:gd name="T1" fmla="*/ 0 h 144"/>
                <a:gd name="T2" fmla="*/ 144 w 432"/>
                <a:gd name="T3" fmla="*/ 144 h 144"/>
                <a:gd name="T4" fmla="*/ 432 w 432"/>
                <a:gd name="T5" fmla="*/ 0 h 144"/>
                <a:gd name="T6" fmla="*/ 0 60000 65536"/>
                <a:gd name="T7" fmla="*/ 0 60000 65536"/>
                <a:gd name="T8" fmla="*/ 0 60000 65536"/>
              </a:gdLst>
              <a:ahLst/>
              <a:cxnLst>
                <a:cxn ang="T6">
                  <a:pos x="T0" y="T1"/>
                </a:cxn>
                <a:cxn ang="T7">
                  <a:pos x="T2" y="T3"/>
                </a:cxn>
                <a:cxn ang="T8">
                  <a:pos x="T4" y="T5"/>
                </a:cxn>
              </a:cxnLst>
              <a:rect l="0" t="0" r="r" b="b"/>
              <a:pathLst>
                <a:path w="432" h="144">
                  <a:moveTo>
                    <a:pt x="0" y="0"/>
                  </a:moveTo>
                  <a:cubicBezTo>
                    <a:pt x="36" y="72"/>
                    <a:pt x="72" y="144"/>
                    <a:pt x="144" y="144"/>
                  </a:cubicBezTo>
                  <a:cubicBezTo>
                    <a:pt x="216" y="144"/>
                    <a:pt x="384" y="24"/>
                    <a:pt x="432" y="0"/>
                  </a:cubicBez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73" name="Freeform 56"/>
            <p:cNvSpPr>
              <a:spLocks/>
            </p:cNvSpPr>
            <p:nvPr/>
          </p:nvSpPr>
          <p:spPr bwMode="auto">
            <a:xfrm>
              <a:off x="1680" y="1584"/>
              <a:ext cx="432" cy="144"/>
            </a:xfrm>
            <a:custGeom>
              <a:avLst/>
              <a:gdLst>
                <a:gd name="T0" fmla="*/ 0 w 432"/>
                <a:gd name="T1" fmla="*/ 0 h 144"/>
                <a:gd name="T2" fmla="*/ 144 w 432"/>
                <a:gd name="T3" fmla="*/ 144 h 144"/>
                <a:gd name="T4" fmla="*/ 432 w 432"/>
                <a:gd name="T5" fmla="*/ 0 h 144"/>
                <a:gd name="T6" fmla="*/ 0 60000 65536"/>
                <a:gd name="T7" fmla="*/ 0 60000 65536"/>
                <a:gd name="T8" fmla="*/ 0 60000 65536"/>
              </a:gdLst>
              <a:ahLst/>
              <a:cxnLst>
                <a:cxn ang="T6">
                  <a:pos x="T0" y="T1"/>
                </a:cxn>
                <a:cxn ang="T7">
                  <a:pos x="T2" y="T3"/>
                </a:cxn>
                <a:cxn ang="T8">
                  <a:pos x="T4" y="T5"/>
                </a:cxn>
              </a:cxnLst>
              <a:rect l="0" t="0" r="r" b="b"/>
              <a:pathLst>
                <a:path w="432" h="144">
                  <a:moveTo>
                    <a:pt x="0" y="0"/>
                  </a:moveTo>
                  <a:cubicBezTo>
                    <a:pt x="36" y="72"/>
                    <a:pt x="72" y="144"/>
                    <a:pt x="144" y="144"/>
                  </a:cubicBezTo>
                  <a:cubicBezTo>
                    <a:pt x="216" y="144"/>
                    <a:pt x="384" y="24"/>
                    <a:pt x="432" y="0"/>
                  </a:cubicBez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5853"/>
                                        </p:tgtEl>
                                        <p:attrNameLst>
                                          <p:attrName>style.visibility</p:attrName>
                                        </p:attrNameLst>
                                      </p:cBhvr>
                                      <p:to>
                                        <p:strVal val="visible"/>
                                      </p:to>
                                    </p:set>
                                    <p:animEffect transition="in" filter="wipe(left)">
                                      <p:cBhvr>
                                        <p:cTn id="7" dur="500"/>
                                        <p:tgtEl>
                                          <p:spTgt spid="358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5854"/>
                                        </p:tgtEl>
                                        <p:attrNameLst>
                                          <p:attrName>style.visibility</p:attrName>
                                        </p:attrNameLst>
                                      </p:cBhvr>
                                      <p:to>
                                        <p:strVal val="visible"/>
                                      </p:to>
                                    </p:set>
                                    <p:animEffect transition="in" filter="wipe(left)">
                                      <p:cBhvr>
                                        <p:cTn id="12" dur="500"/>
                                        <p:tgtEl>
                                          <p:spTgt spid="358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5855"/>
                                        </p:tgtEl>
                                        <p:attrNameLst>
                                          <p:attrName>style.visibility</p:attrName>
                                        </p:attrNameLst>
                                      </p:cBhvr>
                                      <p:to>
                                        <p:strVal val="visible"/>
                                      </p:to>
                                    </p:set>
                                    <p:animEffect transition="in" filter="wipe(left)">
                                      <p:cBhvr>
                                        <p:cTn id="17" dur="500"/>
                                        <p:tgtEl>
                                          <p:spTgt spid="35855"/>
                                        </p:tgtEl>
                                      </p:cBhvr>
                                    </p:animEffect>
                                  </p:childTnLst>
                                </p:cTn>
                              </p:par>
                              <p:par>
                                <p:cTn id="18" presetID="22" presetClass="entr" presetSubtype="8" fill="hold" nodeType="withEffect">
                                  <p:stCondLst>
                                    <p:cond delay="0"/>
                                  </p:stCondLst>
                                  <p:childTnLst>
                                    <p:set>
                                      <p:cBhvr>
                                        <p:cTn id="19" dur="1" fill="hold">
                                          <p:stCondLst>
                                            <p:cond delay="0"/>
                                          </p:stCondLst>
                                        </p:cTn>
                                        <p:tgtEl>
                                          <p:spTgt spid="35856"/>
                                        </p:tgtEl>
                                        <p:attrNameLst>
                                          <p:attrName>style.visibility</p:attrName>
                                        </p:attrNameLst>
                                      </p:cBhvr>
                                      <p:to>
                                        <p:strVal val="visible"/>
                                      </p:to>
                                    </p:set>
                                    <p:animEffect transition="in" filter="wipe(left)">
                                      <p:cBhvr>
                                        <p:cTn id="20" dur="500"/>
                                        <p:tgtEl>
                                          <p:spTgt spid="35856"/>
                                        </p:tgtEl>
                                      </p:cBhvr>
                                    </p:animEffect>
                                  </p:childTnLst>
                                </p:cTn>
                              </p:par>
                              <p:par>
                                <p:cTn id="21" presetID="22" presetClass="entr" presetSubtype="8" fill="hold" nodeType="withEffect">
                                  <p:stCondLst>
                                    <p:cond delay="0"/>
                                  </p:stCondLst>
                                  <p:childTnLst>
                                    <p:set>
                                      <p:cBhvr>
                                        <p:cTn id="22" dur="1" fill="hold">
                                          <p:stCondLst>
                                            <p:cond delay="0"/>
                                          </p:stCondLst>
                                        </p:cTn>
                                        <p:tgtEl>
                                          <p:spTgt spid="35857"/>
                                        </p:tgtEl>
                                        <p:attrNameLst>
                                          <p:attrName>style.visibility</p:attrName>
                                        </p:attrNameLst>
                                      </p:cBhvr>
                                      <p:to>
                                        <p:strVal val="visible"/>
                                      </p:to>
                                    </p:set>
                                    <p:animEffect transition="in" filter="wipe(left)">
                                      <p:cBhvr>
                                        <p:cTn id="23" dur="500"/>
                                        <p:tgtEl>
                                          <p:spTgt spid="35857"/>
                                        </p:tgtEl>
                                      </p:cBhvr>
                                    </p:animEffect>
                                  </p:childTnLst>
                                </p:cTn>
                              </p:par>
                              <p:par>
                                <p:cTn id="24" presetID="22" presetClass="entr" presetSubtype="8" fill="hold" nodeType="withEffect">
                                  <p:stCondLst>
                                    <p:cond delay="0"/>
                                  </p:stCondLst>
                                  <p:childTnLst>
                                    <p:set>
                                      <p:cBhvr>
                                        <p:cTn id="25" dur="1" fill="hold">
                                          <p:stCondLst>
                                            <p:cond delay="0"/>
                                          </p:stCondLst>
                                        </p:cTn>
                                        <p:tgtEl>
                                          <p:spTgt spid="35858"/>
                                        </p:tgtEl>
                                        <p:attrNameLst>
                                          <p:attrName>style.visibility</p:attrName>
                                        </p:attrNameLst>
                                      </p:cBhvr>
                                      <p:to>
                                        <p:strVal val="visible"/>
                                      </p:to>
                                    </p:set>
                                    <p:animEffect transition="in" filter="wipe(left)">
                                      <p:cBhvr>
                                        <p:cTn id="26" dur="500"/>
                                        <p:tgtEl>
                                          <p:spTgt spid="35858"/>
                                        </p:tgtEl>
                                      </p:cBhvr>
                                    </p:animEffect>
                                  </p:childTnLst>
                                </p:cTn>
                              </p:par>
                              <p:par>
                                <p:cTn id="27" presetID="22" presetClass="entr" presetSubtype="8" fill="hold" nodeType="withEffect">
                                  <p:stCondLst>
                                    <p:cond delay="0"/>
                                  </p:stCondLst>
                                  <p:childTnLst>
                                    <p:set>
                                      <p:cBhvr>
                                        <p:cTn id="28" dur="1" fill="hold">
                                          <p:stCondLst>
                                            <p:cond delay="0"/>
                                          </p:stCondLst>
                                        </p:cTn>
                                        <p:tgtEl>
                                          <p:spTgt spid="35859"/>
                                        </p:tgtEl>
                                        <p:attrNameLst>
                                          <p:attrName>style.visibility</p:attrName>
                                        </p:attrNameLst>
                                      </p:cBhvr>
                                      <p:to>
                                        <p:strVal val="visible"/>
                                      </p:to>
                                    </p:set>
                                    <p:animEffect transition="in" filter="wipe(left)">
                                      <p:cBhvr>
                                        <p:cTn id="29" dur="500"/>
                                        <p:tgtEl>
                                          <p:spTgt spid="3585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35860"/>
                                        </p:tgtEl>
                                        <p:attrNameLst>
                                          <p:attrName>style.visibility</p:attrName>
                                        </p:attrNameLst>
                                      </p:cBhvr>
                                      <p:to>
                                        <p:strVal val="visible"/>
                                      </p:to>
                                    </p:set>
                                    <p:animEffect transition="in" filter="wipe(left)">
                                      <p:cBhvr>
                                        <p:cTn id="34" dur="500"/>
                                        <p:tgtEl>
                                          <p:spTgt spid="3586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35897"/>
                                        </p:tgtEl>
                                        <p:attrNameLst>
                                          <p:attrName>style.visibility</p:attrName>
                                        </p:attrNameLst>
                                      </p:cBhvr>
                                      <p:to>
                                        <p:strVal val="visible"/>
                                      </p:to>
                                    </p:set>
                                    <p:animEffect transition="in" filter="wipe(left)">
                                      <p:cBhvr>
                                        <p:cTn id="39" dur="500"/>
                                        <p:tgtEl>
                                          <p:spTgt spid="35897"/>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iterate type="lt">
                                    <p:tmPct val="100000"/>
                                  </p:iterate>
                                  <p:childTnLst>
                                    <p:set>
                                      <p:cBhvr>
                                        <p:cTn id="43" dur="1" fill="hold">
                                          <p:stCondLst>
                                            <p:cond delay="0"/>
                                          </p:stCondLst>
                                        </p:cTn>
                                        <p:tgtEl>
                                          <p:spTgt spid="35869"/>
                                        </p:tgtEl>
                                        <p:attrNameLst>
                                          <p:attrName>style.visibility</p:attrName>
                                        </p:attrNameLst>
                                      </p:cBhvr>
                                      <p:to>
                                        <p:strVal val="visible"/>
                                      </p:to>
                                    </p:set>
                                    <p:animEffect transition="in" filter="wipe(left)">
                                      <p:cBhvr>
                                        <p:cTn id="44" dur="75"/>
                                        <p:tgtEl>
                                          <p:spTgt spid="358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69"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9" name="Rectangle 15"/>
          <p:cNvSpPr>
            <a:spLocks noGrp="1" noChangeArrowheads="1"/>
          </p:cNvSpPr>
          <p:nvPr>
            <p:ph type="title"/>
          </p:nvPr>
        </p:nvSpPr>
        <p:spPr>
          <a:xfrm>
            <a:off x="755650" y="44450"/>
            <a:ext cx="7543800" cy="782638"/>
          </a:xfrm>
        </p:spPr>
        <p:txBody>
          <a:bodyPr/>
          <a:lstStyle/>
          <a:p>
            <a:pPr eaLnBrk="1" hangingPunct="1">
              <a:defRPr/>
            </a:pPr>
            <a:r>
              <a:rPr lang="zh-CN" altLang="en-US"/>
              <a:t>二、矩阵的定义</a:t>
            </a:r>
          </a:p>
        </p:txBody>
      </p:sp>
      <p:sp>
        <p:nvSpPr>
          <p:cNvPr id="7171" name="Text Box 4"/>
          <p:cNvSpPr txBox="1">
            <a:spLocks noChangeArrowheads="1"/>
          </p:cNvSpPr>
          <p:nvPr/>
        </p:nvSpPr>
        <p:spPr bwMode="auto">
          <a:xfrm>
            <a:off x="684213" y="908050"/>
            <a:ext cx="8459787" cy="13731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895350" indent="-895350"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A50021"/>
                </a:solidFill>
                <a:latin typeface="黑体" pitchFamily="49" charset="-122"/>
              </a:rPr>
              <a:t>定义</a:t>
            </a:r>
            <a:r>
              <a:rPr lang="en-US" altLang="zh-CN">
                <a:solidFill>
                  <a:srgbClr val="A50021"/>
                </a:solidFill>
                <a:latin typeface="黑体" pitchFamily="49" charset="-122"/>
              </a:rPr>
              <a:t>1</a:t>
            </a:r>
            <a:r>
              <a:rPr lang="zh-CN" altLang="en-US">
                <a:solidFill>
                  <a:schemeClr val="bg2"/>
                </a:solidFill>
                <a:latin typeface="黑体" pitchFamily="49" charset="-122"/>
              </a:rPr>
              <a:t>由</a:t>
            </a:r>
            <a:r>
              <a:rPr lang="en-US" altLang="zh-CN" i="1">
                <a:solidFill>
                  <a:schemeClr val="bg2"/>
                </a:solidFill>
              </a:rPr>
              <a:t>mn</a:t>
            </a:r>
            <a:r>
              <a:rPr lang="zh-CN" altLang="en-US">
                <a:solidFill>
                  <a:schemeClr val="bg2"/>
                </a:solidFill>
                <a:latin typeface="黑体" pitchFamily="49" charset="-122"/>
              </a:rPr>
              <a:t>个</a:t>
            </a:r>
            <a:r>
              <a:rPr lang="en-US" altLang="zh-CN">
                <a:solidFill>
                  <a:schemeClr val="bg2"/>
                </a:solidFill>
                <a:latin typeface="黑体" pitchFamily="49" charset="-122"/>
              </a:rPr>
              <a:t>(</a:t>
            </a:r>
            <a:r>
              <a:rPr lang="zh-CN" altLang="en-US">
                <a:solidFill>
                  <a:schemeClr val="bg2"/>
                </a:solidFill>
                <a:latin typeface="黑体" pitchFamily="49" charset="-122"/>
              </a:rPr>
              <a:t>实或复</a:t>
            </a:r>
            <a:r>
              <a:rPr lang="en-US" altLang="zh-CN">
                <a:solidFill>
                  <a:schemeClr val="bg2"/>
                </a:solidFill>
                <a:latin typeface="黑体" pitchFamily="49" charset="-122"/>
              </a:rPr>
              <a:t>)</a:t>
            </a:r>
            <a:r>
              <a:rPr lang="zh-CN" altLang="en-US">
                <a:solidFill>
                  <a:schemeClr val="bg2"/>
                </a:solidFill>
                <a:latin typeface="黑体" pitchFamily="49" charset="-122"/>
              </a:rPr>
              <a:t>数</a:t>
            </a:r>
          </a:p>
          <a:p>
            <a:pPr eaLnBrk="1" hangingPunct="1"/>
            <a:r>
              <a:rPr lang="zh-CN" altLang="en-US">
                <a:solidFill>
                  <a:schemeClr val="bg2"/>
                </a:solidFill>
                <a:latin typeface="黑体" pitchFamily="49" charset="-122"/>
              </a:rPr>
              <a:t>     排成</a:t>
            </a:r>
            <a:r>
              <a:rPr lang="en-US" altLang="zh-CN" i="1">
                <a:solidFill>
                  <a:schemeClr val="bg2"/>
                </a:solidFill>
                <a:ea typeface="宋体" pitchFamily="2" charset="-122"/>
              </a:rPr>
              <a:t>m</a:t>
            </a:r>
            <a:r>
              <a:rPr lang="zh-CN" altLang="en-US">
                <a:solidFill>
                  <a:schemeClr val="bg2"/>
                </a:solidFill>
                <a:latin typeface="黑体" pitchFamily="49" charset="-122"/>
              </a:rPr>
              <a:t>行</a:t>
            </a:r>
            <a:r>
              <a:rPr lang="en-US" altLang="zh-CN" i="1">
                <a:solidFill>
                  <a:schemeClr val="bg2"/>
                </a:solidFill>
                <a:ea typeface="宋体" pitchFamily="2" charset="-122"/>
              </a:rPr>
              <a:t>n</a:t>
            </a:r>
            <a:r>
              <a:rPr lang="zh-CN" altLang="en-US">
                <a:solidFill>
                  <a:schemeClr val="bg2"/>
                </a:solidFill>
                <a:latin typeface="黑体" pitchFamily="49" charset="-122"/>
              </a:rPr>
              <a:t>列的</a:t>
            </a:r>
            <a:r>
              <a:rPr lang="zh-CN" altLang="en-US">
                <a:solidFill>
                  <a:srgbClr val="FF3300"/>
                </a:solidFill>
                <a:latin typeface="黑体" pitchFamily="49" charset="-122"/>
              </a:rPr>
              <a:t>阵式</a:t>
            </a:r>
            <a:r>
              <a:rPr lang="en-US" altLang="zh-CN">
                <a:solidFill>
                  <a:schemeClr val="bg2"/>
                </a:solidFill>
                <a:latin typeface="黑体" pitchFamily="49" charset="-122"/>
              </a:rPr>
              <a:t>(</a:t>
            </a:r>
            <a:r>
              <a:rPr lang="zh-CN" altLang="en-US">
                <a:solidFill>
                  <a:srgbClr val="FF3300"/>
                </a:solidFill>
                <a:latin typeface="黑体" pitchFamily="49" charset="-122"/>
              </a:rPr>
              <a:t>矩形表</a:t>
            </a:r>
            <a:r>
              <a:rPr lang="en-US" altLang="zh-CN">
                <a:solidFill>
                  <a:schemeClr val="bg2"/>
                </a:solidFill>
                <a:latin typeface="黑体" pitchFamily="49" charset="-122"/>
              </a:rPr>
              <a:t>)</a:t>
            </a:r>
            <a:r>
              <a:rPr lang="zh-CN" altLang="en-US">
                <a:solidFill>
                  <a:schemeClr val="bg2"/>
                </a:solidFill>
                <a:latin typeface="黑体" pitchFamily="49" charset="-122"/>
              </a:rPr>
              <a:t>，称为</a:t>
            </a:r>
            <a:r>
              <a:rPr lang="en-US" altLang="zh-CN" i="1">
                <a:solidFill>
                  <a:schemeClr val="bg2"/>
                </a:solidFill>
                <a:ea typeface="宋体" pitchFamily="2" charset="-122"/>
              </a:rPr>
              <a:t>m</a:t>
            </a:r>
            <a:r>
              <a:rPr lang="en-US" altLang="zh-CN" sz="2400">
                <a:solidFill>
                  <a:schemeClr val="bg2"/>
                </a:solidFill>
                <a:ea typeface="宋体" pitchFamily="2" charset="-122"/>
              </a:rPr>
              <a:t>×</a:t>
            </a:r>
            <a:r>
              <a:rPr lang="en-US" altLang="zh-CN" i="1">
                <a:solidFill>
                  <a:schemeClr val="bg2"/>
                </a:solidFill>
                <a:ea typeface="宋体" pitchFamily="2" charset="-122"/>
              </a:rPr>
              <a:t>n</a:t>
            </a:r>
            <a:r>
              <a:rPr lang="zh-CN" altLang="en-US">
                <a:solidFill>
                  <a:schemeClr val="bg2"/>
                </a:solidFill>
                <a:latin typeface="黑体" pitchFamily="49" charset="-122"/>
              </a:rPr>
              <a:t>矩阵，简称</a:t>
            </a:r>
            <a:r>
              <a:rPr lang="zh-CN" altLang="en-US">
                <a:solidFill>
                  <a:srgbClr val="0000CC"/>
                </a:solidFill>
                <a:latin typeface="黑体" pitchFamily="49" charset="-122"/>
              </a:rPr>
              <a:t>矩阵</a:t>
            </a:r>
            <a:r>
              <a:rPr lang="zh-CN" altLang="en-US">
                <a:solidFill>
                  <a:schemeClr val="bg2"/>
                </a:solidFill>
                <a:latin typeface="黑体" pitchFamily="49" charset="-122"/>
              </a:rPr>
              <a:t>，记为</a:t>
            </a:r>
            <a:r>
              <a:rPr lang="en-US" altLang="zh-CN">
                <a:solidFill>
                  <a:schemeClr val="bg2"/>
                </a:solidFill>
                <a:latin typeface="黑体" pitchFamily="49" charset="-122"/>
              </a:rPr>
              <a:t>:</a:t>
            </a:r>
          </a:p>
        </p:txBody>
      </p:sp>
      <p:graphicFrame>
        <p:nvGraphicFramePr>
          <p:cNvPr id="7172" name="Object 8"/>
          <p:cNvGraphicFramePr>
            <a:graphicFrameLocks noChangeAspect="1"/>
          </p:cNvGraphicFramePr>
          <p:nvPr/>
        </p:nvGraphicFramePr>
        <p:xfrm>
          <a:off x="4716463" y="981075"/>
          <a:ext cx="4105275" cy="434975"/>
        </p:xfrm>
        <a:graphic>
          <a:graphicData uri="http://schemas.openxmlformats.org/presentationml/2006/ole">
            <mc:AlternateContent xmlns:mc="http://schemas.openxmlformats.org/markup-compatibility/2006">
              <mc:Choice xmlns:v="urn:schemas-microsoft-com:vml" Requires="v">
                <p:oleObj spid="_x0000_s7206" name="Equation" r:id="rId3" imgW="4432300" imgH="469900" progId="Equation.3">
                  <p:embed/>
                </p:oleObj>
              </mc:Choice>
              <mc:Fallback>
                <p:oleObj name="Equation" r:id="rId3" imgW="4432300" imgH="4699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463" y="981075"/>
                        <a:ext cx="4105275"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3" name="Object 9"/>
          <p:cNvGraphicFramePr>
            <a:graphicFrameLocks noChangeAspect="1"/>
          </p:cNvGraphicFramePr>
          <p:nvPr/>
        </p:nvGraphicFramePr>
        <p:xfrm>
          <a:off x="4500563" y="1916113"/>
          <a:ext cx="3362325" cy="2239962"/>
        </p:xfrm>
        <a:graphic>
          <a:graphicData uri="http://schemas.openxmlformats.org/presentationml/2006/ole">
            <mc:AlternateContent xmlns:mc="http://schemas.openxmlformats.org/markup-compatibility/2006">
              <mc:Choice xmlns:v="urn:schemas-microsoft-com:vml" Requires="v">
                <p:oleObj spid="_x0000_s7207" name="Equation" r:id="rId5" imgW="1409700" imgH="939800" progId="Equation.DSMT4">
                  <p:embed/>
                </p:oleObj>
              </mc:Choice>
              <mc:Fallback>
                <p:oleObj name="Equation" r:id="rId5" imgW="1409700" imgH="9398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0563" y="1916113"/>
                        <a:ext cx="3362325" cy="2239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80" name="Text Box 16"/>
          <p:cNvSpPr txBox="1">
            <a:spLocks noChangeArrowheads="1"/>
          </p:cNvSpPr>
          <p:nvPr/>
        </p:nvSpPr>
        <p:spPr bwMode="auto">
          <a:xfrm>
            <a:off x="1403350" y="4221163"/>
            <a:ext cx="4022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数</a:t>
            </a:r>
            <a:r>
              <a:rPr lang="en-US" altLang="zh-CN" i="1">
                <a:ea typeface="宋体" pitchFamily="2" charset="-122"/>
              </a:rPr>
              <a:t>a</a:t>
            </a:r>
            <a:r>
              <a:rPr lang="en-US" altLang="zh-CN" i="1" baseline="-25000">
                <a:ea typeface="宋体" pitchFamily="2" charset="-122"/>
              </a:rPr>
              <a:t>ij</a:t>
            </a:r>
            <a:r>
              <a:rPr lang="zh-CN" altLang="en-US"/>
              <a:t>称为矩阵的</a:t>
            </a:r>
            <a:r>
              <a:rPr lang="zh-CN" altLang="en-US">
                <a:solidFill>
                  <a:srgbClr val="000099"/>
                </a:solidFill>
              </a:rPr>
              <a:t>元</a:t>
            </a:r>
            <a:r>
              <a:rPr lang="en-US" altLang="zh-CN"/>
              <a:t>(</a:t>
            </a:r>
            <a:r>
              <a:rPr lang="zh-CN" altLang="en-US">
                <a:solidFill>
                  <a:srgbClr val="000099"/>
                </a:solidFill>
              </a:rPr>
              <a:t>元素</a:t>
            </a:r>
            <a:r>
              <a:rPr lang="en-US" altLang="zh-CN"/>
              <a:t>).</a:t>
            </a:r>
          </a:p>
        </p:txBody>
      </p:sp>
      <p:sp>
        <p:nvSpPr>
          <p:cNvPr id="36881" name="Text Box 17"/>
          <p:cNvSpPr txBox="1">
            <a:spLocks noChangeArrowheads="1"/>
          </p:cNvSpPr>
          <p:nvPr/>
        </p:nvSpPr>
        <p:spPr bwMode="auto">
          <a:xfrm>
            <a:off x="1476375" y="4868863"/>
            <a:ext cx="69834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A50021"/>
                </a:solidFill>
              </a:rPr>
              <a:t>表示</a:t>
            </a:r>
            <a:r>
              <a:rPr lang="zh-CN" altLang="en-US"/>
              <a:t>：大写字母</a:t>
            </a:r>
            <a:r>
              <a:rPr lang="en-US" altLang="zh-CN" i="1"/>
              <a:t>A, B, …</a:t>
            </a:r>
            <a:r>
              <a:rPr lang="zh-CN" altLang="en-US"/>
              <a:t>，</a:t>
            </a:r>
          </a:p>
          <a:p>
            <a:pPr eaLnBrk="1" hangingPunct="1"/>
            <a:r>
              <a:rPr lang="zh-CN" altLang="en-US"/>
              <a:t>            或 </a:t>
            </a:r>
            <a:r>
              <a:rPr lang="en-US" altLang="zh-CN" i="1"/>
              <a:t>A=</a:t>
            </a:r>
            <a:r>
              <a:rPr lang="en-US" altLang="zh-CN"/>
              <a:t>(</a:t>
            </a:r>
            <a:r>
              <a:rPr lang="en-US" altLang="zh-CN" i="1"/>
              <a:t>a</a:t>
            </a:r>
            <a:r>
              <a:rPr lang="en-US" altLang="zh-CN" i="1" baseline="-25000"/>
              <a:t>ij</a:t>
            </a:r>
            <a:r>
              <a:rPr lang="en-US" altLang="zh-CN"/>
              <a:t>)</a:t>
            </a:r>
            <a:r>
              <a:rPr lang="en-US" altLang="zh-CN" i="1"/>
              <a:t>, </a:t>
            </a:r>
            <a:r>
              <a:rPr lang="en-US" altLang="zh-CN"/>
              <a:t>(</a:t>
            </a:r>
            <a:r>
              <a:rPr lang="en-US" altLang="zh-CN" i="1"/>
              <a:t>a</a:t>
            </a:r>
            <a:r>
              <a:rPr lang="en-US" altLang="zh-CN" i="1" baseline="-25000"/>
              <a:t>ij</a:t>
            </a:r>
            <a:r>
              <a:rPr lang="en-US" altLang="zh-CN"/>
              <a:t>)</a:t>
            </a:r>
            <a:r>
              <a:rPr lang="en-US" altLang="zh-CN" i="1" baseline="-25000"/>
              <a:t>mn</a:t>
            </a:r>
            <a:r>
              <a:rPr lang="en-US" altLang="zh-CN" i="1"/>
              <a:t>,   </a:t>
            </a:r>
            <a:r>
              <a:rPr lang="en-US" altLang="zh-CN"/>
              <a:t>(</a:t>
            </a:r>
            <a:r>
              <a:rPr lang="en-US" altLang="zh-CN" i="1"/>
              <a:t>a</a:t>
            </a:r>
            <a:r>
              <a:rPr lang="en-US" altLang="zh-CN" i="1" baseline="-25000"/>
              <a:t>ij</a:t>
            </a:r>
            <a:r>
              <a:rPr lang="en-US" altLang="zh-CN"/>
              <a:t>)</a:t>
            </a:r>
            <a:r>
              <a:rPr lang="en-US" altLang="zh-CN" i="1" baseline="-25000"/>
              <a:t>m</a:t>
            </a:r>
            <a:r>
              <a:rPr lang="en-US" altLang="zh-CN" sz="2400" baseline="-25000"/>
              <a:t>×</a:t>
            </a:r>
            <a:r>
              <a:rPr lang="en-US" altLang="zh-CN" i="1" baseline="-25000"/>
              <a:t>n</a:t>
            </a:r>
            <a:r>
              <a:rPr lang="zh-CN" altLang="en-US"/>
              <a:t>等</a:t>
            </a:r>
            <a:r>
              <a:rPr lang="en-US" altLang="zh-CN"/>
              <a:t>.</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880"/>
                                        </p:tgtEl>
                                        <p:attrNameLst>
                                          <p:attrName>style.visibility</p:attrName>
                                        </p:attrNameLst>
                                      </p:cBhvr>
                                      <p:to>
                                        <p:strVal val="visible"/>
                                      </p:to>
                                    </p:set>
                                    <p:animEffect transition="in" filter="wipe(left)">
                                      <p:cBhvr>
                                        <p:cTn id="7" dur="500"/>
                                        <p:tgtEl>
                                          <p:spTgt spid="368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881"/>
                                        </p:tgtEl>
                                        <p:attrNameLst>
                                          <p:attrName>style.visibility</p:attrName>
                                        </p:attrNameLst>
                                      </p:cBhvr>
                                      <p:to>
                                        <p:strVal val="visible"/>
                                      </p:to>
                                    </p:set>
                                    <p:animEffect transition="in" filter="wipe(left)">
                                      <p:cBhvr>
                                        <p:cTn id="12" dur="500"/>
                                        <p:tgtEl>
                                          <p:spTgt spid="368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80" grpId="0"/>
      <p:bldP spid="3688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36" name="Group 24"/>
          <p:cNvGrpSpPr>
            <a:grpSpLocks/>
          </p:cNvGrpSpPr>
          <p:nvPr/>
        </p:nvGrpSpPr>
        <p:grpSpPr bwMode="auto">
          <a:xfrm>
            <a:off x="914400" y="1371600"/>
            <a:ext cx="3816350" cy="977900"/>
            <a:chOff x="576" y="644"/>
            <a:chExt cx="2404" cy="616"/>
          </a:xfrm>
        </p:grpSpPr>
        <p:sp>
          <p:nvSpPr>
            <p:cNvPr id="8217" name="Text Box 2"/>
            <p:cNvSpPr txBox="1">
              <a:spLocks noChangeArrowheads="1"/>
            </p:cNvSpPr>
            <p:nvPr/>
          </p:nvSpPr>
          <p:spPr bwMode="auto">
            <a:xfrm>
              <a:off x="576" y="720"/>
              <a:ext cx="566"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例如</a:t>
              </a:r>
            </a:p>
          </p:txBody>
        </p:sp>
        <p:graphicFrame>
          <p:nvGraphicFramePr>
            <p:cNvPr id="8218" name="Object 3"/>
            <p:cNvGraphicFramePr>
              <a:graphicFrameLocks noChangeAspect="1"/>
            </p:cNvGraphicFramePr>
            <p:nvPr/>
          </p:nvGraphicFramePr>
          <p:xfrm>
            <a:off x="1492" y="644"/>
            <a:ext cx="1488" cy="616"/>
          </p:xfrm>
          <a:graphic>
            <a:graphicData uri="http://schemas.openxmlformats.org/presentationml/2006/ole">
              <mc:AlternateContent xmlns:mc="http://schemas.openxmlformats.org/markup-compatibility/2006">
                <mc:Choice xmlns:v="urn:schemas-microsoft-com:vml" Requires="v">
                  <p:oleObj spid="_x0000_s8369" name="Equation" r:id="rId3" imgW="2362200" imgH="977900" progId="Equation.3">
                    <p:embed/>
                  </p:oleObj>
                </mc:Choice>
                <mc:Fallback>
                  <p:oleObj name="Equation" r:id="rId3" imgW="2362200" imgH="9779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2" y="644"/>
                          <a:ext cx="1488" cy="6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8916" name="Group 4"/>
          <p:cNvGrpSpPr>
            <a:grpSpLocks/>
          </p:cNvGrpSpPr>
          <p:nvPr/>
        </p:nvGrpSpPr>
        <p:grpSpPr bwMode="auto">
          <a:xfrm>
            <a:off x="4876800" y="1614488"/>
            <a:ext cx="3394075" cy="519112"/>
            <a:chOff x="3295" y="816"/>
            <a:chExt cx="2138" cy="327"/>
          </a:xfrm>
        </p:grpSpPr>
        <p:sp>
          <p:nvSpPr>
            <p:cNvPr id="8215" name="Text Box 5"/>
            <p:cNvSpPr txBox="1">
              <a:spLocks noChangeArrowheads="1"/>
            </p:cNvSpPr>
            <p:nvPr/>
          </p:nvSpPr>
          <p:spPr bwMode="auto">
            <a:xfrm>
              <a:off x="3295" y="816"/>
              <a:ext cx="2138"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是一个           实矩阵</a:t>
              </a:r>
              <a:r>
                <a:rPr lang="en-US" altLang="zh-CN">
                  <a:solidFill>
                    <a:schemeClr val="bg2"/>
                  </a:solidFill>
                  <a:ea typeface="宋体" pitchFamily="2" charset="-122"/>
                </a:rPr>
                <a:t>,</a:t>
              </a:r>
            </a:p>
          </p:txBody>
        </p:sp>
        <p:graphicFrame>
          <p:nvGraphicFramePr>
            <p:cNvPr id="8216" name="Object 6"/>
            <p:cNvGraphicFramePr>
              <a:graphicFrameLocks noChangeAspect="1"/>
            </p:cNvGraphicFramePr>
            <p:nvPr/>
          </p:nvGraphicFramePr>
          <p:xfrm>
            <a:off x="4133" y="874"/>
            <a:ext cx="424" cy="191"/>
          </p:xfrm>
          <a:graphic>
            <a:graphicData uri="http://schemas.openxmlformats.org/presentationml/2006/ole">
              <mc:AlternateContent xmlns:mc="http://schemas.openxmlformats.org/markup-compatibility/2006">
                <mc:Choice xmlns:v="urn:schemas-microsoft-com:vml" Requires="v">
                  <p:oleObj spid="_x0000_s8370" name="Equation" r:id="rId5" imgW="672808" imgH="304668" progId="Equation.3">
                    <p:embed/>
                  </p:oleObj>
                </mc:Choice>
                <mc:Fallback>
                  <p:oleObj name="Equation" r:id="rId5" imgW="672808" imgH="304668"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33" y="874"/>
                          <a:ext cx="424"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8919" name="Object 7"/>
          <p:cNvGraphicFramePr>
            <a:graphicFrameLocks noChangeAspect="1"/>
          </p:cNvGraphicFramePr>
          <p:nvPr/>
        </p:nvGraphicFramePr>
        <p:xfrm>
          <a:off x="2411413" y="2420938"/>
          <a:ext cx="2006600" cy="1625600"/>
        </p:xfrm>
        <a:graphic>
          <a:graphicData uri="http://schemas.openxmlformats.org/presentationml/2006/ole">
            <mc:AlternateContent xmlns:mc="http://schemas.openxmlformats.org/markup-compatibility/2006">
              <mc:Choice xmlns:v="urn:schemas-microsoft-com:vml" Requires="v">
                <p:oleObj spid="_x0000_s8371" name="公式" r:id="rId7" imgW="2006600" imgH="1625600" progId="Equation.3">
                  <p:embed/>
                </p:oleObj>
              </mc:Choice>
              <mc:Fallback>
                <p:oleObj name="公式" r:id="rId7" imgW="2006600" imgH="16256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11413" y="2420938"/>
                        <a:ext cx="2006600" cy="162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8920" name="Group 8"/>
          <p:cNvGrpSpPr>
            <a:grpSpLocks/>
          </p:cNvGrpSpPr>
          <p:nvPr/>
        </p:nvGrpSpPr>
        <p:grpSpPr bwMode="auto">
          <a:xfrm>
            <a:off x="4500563" y="2781300"/>
            <a:ext cx="3384550" cy="519113"/>
            <a:chOff x="3072" y="3552"/>
            <a:chExt cx="2132" cy="327"/>
          </a:xfrm>
        </p:grpSpPr>
        <p:sp>
          <p:nvSpPr>
            <p:cNvPr id="8213" name="Rectangle 9"/>
            <p:cNvSpPr>
              <a:spLocks noChangeArrowheads="1"/>
            </p:cNvSpPr>
            <p:nvPr/>
          </p:nvSpPr>
          <p:spPr bwMode="auto">
            <a:xfrm>
              <a:off x="3072" y="3552"/>
              <a:ext cx="2132"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是一个           复矩阵</a:t>
              </a:r>
              <a:r>
                <a:rPr lang="en-US" altLang="zh-CN">
                  <a:solidFill>
                    <a:schemeClr val="bg2"/>
                  </a:solidFill>
                  <a:ea typeface="宋体" pitchFamily="2" charset="-122"/>
                </a:rPr>
                <a:t>,</a:t>
              </a:r>
            </a:p>
          </p:txBody>
        </p:sp>
        <p:graphicFrame>
          <p:nvGraphicFramePr>
            <p:cNvPr id="8214" name="Object 10"/>
            <p:cNvGraphicFramePr>
              <a:graphicFrameLocks noChangeAspect="1"/>
            </p:cNvGraphicFramePr>
            <p:nvPr/>
          </p:nvGraphicFramePr>
          <p:xfrm>
            <a:off x="3888" y="3600"/>
            <a:ext cx="455" cy="208"/>
          </p:xfrm>
          <a:graphic>
            <a:graphicData uri="http://schemas.openxmlformats.org/presentationml/2006/ole">
              <mc:AlternateContent xmlns:mc="http://schemas.openxmlformats.org/markup-compatibility/2006">
                <mc:Choice xmlns:v="urn:schemas-microsoft-com:vml" Requires="v">
                  <p:oleObj spid="_x0000_s8372" name="公式" r:id="rId9" imgW="723586" imgH="330057" progId="Equation.3">
                    <p:embed/>
                  </p:oleObj>
                </mc:Choice>
                <mc:Fallback>
                  <p:oleObj name="公式" r:id="rId9" imgW="723586" imgH="330057"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88" y="3600"/>
                          <a:ext cx="455"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8923" name="Object 11"/>
          <p:cNvGraphicFramePr>
            <a:graphicFrameLocks noChangeAspect="1"/>
          </p:cNvGraphicFramePr>
          <p:nvPr/>
        </p:nvGraphicFramePr>
        <p:xfrm>
          <a:off x="1116013" y="3644900"/>
          <a:ext cx="571500" cy="1511300"/>
        </p:xfrm>
        <a:graphic>
          <a:graphicData uri="http://schemas.openxmlformats.org/presentationml/2006/ole">
            <mc:AlternateContent xmlns:mc="http://schemas.openxmlformats.org/markup-compatibility/2006">
              <mc:Choice xmlns:v="urn:schemas-microsoft-com:vml" Requires="v">
                <p:oleObj spid="_x0000_s8373" name="Equation" r:id="rId11" imgW="571500" imgH="1511300" progId="Equation.3">
                  <p:embed/>
                </p:oleObj>
              </mc:Choice>
              <mc:Fallback>
                <p:oleObj name="Equation" r:id="rId11" imgW="571500" imgH="15113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6013" y="3644900"/>
                        <a:ext cx="571500" cy="151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8924" name="Group 12"/>
          <p:cNvGrpSpPr>
            <a:grpSpLocks/>
          </p:cNvGrpSpPr>
          <p:nvPr/>
        </p:nvGrpSpPr>
        <p:grpSpPr bwMode="auto">
          <a:xfrm>
            <a:off x="1692275" y="4149725"/>
            <a:ext cx="2851150" cy="519113"/>
            <a:chOff x="1056" y="3120"/>
            <a:chExt cx="1796" cy="327"/>
          </a:xfrm>
        </p:grpSpPr>
        <p:sp>
          <p:nvSpPr>
            <p:cNvPr id="8211" name="Rectangle 13"/>
            <p:cNvSpPr>
              <a:spLocks noChangeArrowheads="1"/>
            </p:cNvSpPr>
            <p:nvPr/>
          </p:nvSpPr>
          <p:spPr bwMode="auto">
            <a:xfrm>
              <a:off x="1056" y="3120"/>
              <a:ext cx="1796"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是一个         矩阵</a:t>
              </a:r>
              <a:r>
                <a:rPr lang="en-US" altLang="zh-CN">
                  <a:solidFill>
                    <a:schemeClr val="bg2"/>
                  </a:solidFill>
                  <a:ea typeface="宋体" pitchFamily="2" charset="-122"/>
                </a:rPr>
                <a:t>,</a:t>
              </a:r>
            </a:p>
          </p:txBody>
        </p:sp>
        <p:graphicFrame>
          <p:nvGraphicFramePr>
            <p:cNvPr id="8212" name="Object 14"/>
            <p:cNvGraphicFramePr>
              <a:graphicFrameLocks noChangeAspect="1"/>
            </p:cNvGraphicFramePr>
            <p:nvPr/>
          </p:nvGraphicFramePr>
          <p:xfrm>
            <a:off x="1824" y="3168"/>
            <a:ext cx="407" cy="200"/>
          </p:xfrm>
          <a:graphic>
            <a:graphicData uri="http://schemas.openxmlformats.org/presentationml/2006/ole">
              <mc:AlternateContent xmlns:mc="http://schemas.openxmlformats.org/markup-compatibility/2006">
                <mc:Choice xmlns:v="urn:schemas-microsoft-com:vml" Requires="v">
                  <p:oleObj spid="_x0000_s8374" name="Equation" r:id="rId13" imgW="647419" imgH="317362" progId="Equation.3">
                    <p:embed/>
                  </p:oleObj>
                </mc:Choice>
                <mc:Fallback>
                  <p:oleObj name="Equation" r:id="rId13" imgW="647419" imgH="317362"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24" y="3168"/>
                          <a:ext cx="407"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8927" name="Object 15"/>
          <p:cNvGraphicFramePr>
            <a:graphicFrameLocks noChangeAspect="1"/>
          </p:cNvGraphicFramePr>
          <p:nvPr/>
        </p:nvGraphicFramePr>
        <p:xfrm>
          <a:off x="1835150" y="5300663"/>
          <a:ext cx="1968500" cy="419100"/>
        </p:xfrm>
        <a:graphic>
          <a:graphicData uri="http://schemas.openxmlformats.org/presentationml/2006/ole">
            <mc:AlternateContent xmlns:mc="http://schemas.openxmlformats.org/markup-compatibility/2006">
              <mc:Choice xmlns:v="urn:schemas-microsoft-com:vml" Requires="v">
                <p:oleObj spid="_x0000_s8375" name="Equation" r:id="rId15" imgW="1968500" imgH="419100" progId="Equation.3">
                  <p:embed/>
                </p:oleObj>
              </mc:Choice>
              <mc:Fallback>
                <p:oleObj name="Equation" r:id="rId15" imgW="1968500" imgH="419100" progId="Equation.3">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35150" y="5300663"/>
                        <a:ext cx="1968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8928" name="Group 16"/>
          <p:cNvGrpSpPr>
            <a:grpSpLocks/>
          </p:cNvGrpSpPr>
          <p:nvPr/>
        </p:nvGrpSpPr>
        <p:grpSpPr bwMode="auto">
          <a:xfrm>
            <a:off x="3995738" y="5229225"/>
            <a:ext cx="2851150" cy="519113"/>
            <a:chOff x="3168" y="3312"/>
            <a:chExt cx="1796" cy="327"/>
          </a:xfrm>
        </p:grpSpPr>
        <p:sp>
          <p:nvSpPr>
            <p:cNvPr id="8209" name="Rectangle 17"/>
            <p:cNvSpPr>
              <a:spLocks noChangeArrowheads="1"/>
            </p:cNvSpPr>
            <p:nvPr/>
          </p:nvSpPr>
          <p:spPr bwMode="auto">
            <a:xfrm>
              <a:off x="3168" y="3312"/>
              <a:ext cx="1796"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是一个         矩阵</a:t>
              </a:r>
              <a:r>
                <a:rPr lang="en-US" altLang="zh-CN">
                  <a:solidFill>
                    <a:schemeClr val="bg2"/>
                  </a:solidFill>
                  <a:ea typeface="宋体" pitchFamily="2" charset="-122"/>
                </a:rPr>
                <a:t>.</a:t>
              </a:r>
            </a:p>
          </p:txBody>
        </p:sp>
        <p:graphicFrame>
          <p:nvGraphicFramePr>
            <p:cNvPr id="8210" name="Object 18"/>
            <p:cNvGraphicFramePr>
              <a:graphicFrameLocks noChangeAspect="1"/>
            </p:cNvGraphicFramePr>
            <p:nvPr/>
          </p:nvGraphicFramePr>
          <p:xfrm>
            <a:off x="3940" y="3364"/>
            <a:ext cx="399" cy="192"/>
          </p:xfrm>
          <a:graphic>
            <a:graphicData uri="http://schemas.openxmlformats.org/presentationml/2006/ole">
              <mc:AlternateContent xmlns:mc="http://schemas.openxmlformats.org/markup-compatibility/2006">
                <mc:Choice xmlns:v="urn:schemas-microsoft-com:vml" Requires="v">
                  <p:oleObj spid="_x0000_s8376" name="Equation" r:id="rId17" imgW="634725" imgH="304668" progId="Equation.3">
                    <p:embed/>
                  </p:oleObj>
                </mc:Choice>
                <mc:Fallback>
                  <p:oleObj name="Equation" r:id="rId17" imgW="634725" imgH="304668" progId="Equation.3">
                    <p:embed/>
                    <p:pic>
                      <p:nvPicPr>
                        <p:cNvPr id="0"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40" y="3364"/>
                          <a:ext cx="399"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8931" name="Object 19"/>
          <p:cNvGraphicFramePr>
            <a:graphicFrameLocks noChangeAspect="1"/>
          </p:cNvGraphicFramePr>
          <p:nvPr/>
        </p:nvGraphicFramePr>
        <p:xfrm>
          <a:off x="5219700" y="4149725"/>
          <a:ext cx="444500" cy="406400"/>
        </p:xfrm>
        <a:graphic>
          <a:graphicData uri="http://schemas.openxmlformats.org/presentationml/2006/ole">
            <mc:AlternateContent xmlns:mc="http://schemas.openxmlformats.org/markup-compatibility/2006">
              <mc:Choice xmlns:v="urn:schemas-microsoft-com:vml" Requires="v">
                <p:oleObj spid="_x0000_s8377" name="Equation" r:id="rId19" imgW="444114" imgH="406048" progId="Equation.3">
                  <p:embed/>
                </p:oleObj>
              </mc:Choice>
              <mc:Fallback>
                <p:oleObj name="Equation" r:id="rId19" imgW="444114" imgH="406048" progId="Equation.3">
                  <p:embed/>
                  <p:pic>
                    <p:nvPicPr>
                      <p:cNvPr id="0" name="Object 1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219700" y="4149725"/>
                        <a:ext cx="4445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8935" name="Group 23"/>
          <p:cNvGrpSpPr>
            <a:grpSpLocks/>
          </p:cNvGrpSpPr>
          <p:nvPr/>
        </p:nvGrpSpPr>
        <p:grpSpPr bwMode="auto">
          <a:xfrm>
            <a:off x="5724525" y="4076700"/>
            <a:ext cx="3117850" cy="519113"/>
            <a:chOff x="2976" y="3360"/>
            <a:chExt cx="1964" cy="327"/>
          </a:xfrm>
        </p:grpSpPr>
        <p:sp>
          <p:nvSpPr>
            <p:cNvPr id="8207" name="Rectangle 21"/>
            <p:cNvSpPr>
              <a:spLocks noChangeArrowheads="1"/>
            </p:cNvSpPr>
            <p:nvPr/>
          </p:nvSpPr>
          <p:spPr bwMode="auto">
            <a:xfrm>
              <a:off x="2976" y="3360"/>
              <a:ext cx="1964"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是一个         矩阵，</a:t>
              </a:r>
            </a:p>
          </p:txBody>
        </p:sp>
        <p:graphicFrame>
          <p:nvGraphicFramePr>
            <p:cNvPr id="8208" name="Object 22"/>
            <p:cNvGraphicFramePr>
              <a:graphicFrameLocks noChangeAspect="1"/>
            </p:cNvGraphicFramePr>
            <p:nvPr/>
          </p:nvGraphicFramePr>
          <p:xfrm>
            <a:off x="3756" y="3412"/>
            <a:ext cx="383" cy="192"/>
          </p:xfrm>
          <a:graphic>
            <a:graphicData uri="http://schemas.openxmlformats.org/presentationml/2006/ole">
              <mc:AlternateContent xmlns:mc="http://schemas.openxmlformats.org/markup-compatibility/2006">
                <mc:Choice xmlns:v="urn:schemas-microsoft-com:vml" Requires="v">
                  <p:oleObj spid="_x0000_s8378" name="Equation" r:id="rId21" imgW="609336" imgH="304668" progId="Equation.3">
                    <p:embed/>
                  </p:oleObj>
                </mc:Choice>
                <mc:Fallback>
                  <p:oleObj name="Equation" r:id="rId21" imgW="609336" imgH="304668" progId="Equation.3">
                    <p:embed/>
                    <p:pic>
                      <p:nvPicPr>
                        <p:cNvPr id="0" name="Object 2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756" y="3412"/>
                          <a:ext cx="383"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8937" name="Text Box 25"/>
          <p:cNvSpPr txBox="1">
            <a:spLocks noChangeArrowheads="1"/>
          </p:cNvSpPr>
          <p:nvPr/>
        </p:nvSpPr>
        <p:spPr bwMode="auto">
          <a:xfrm>
            <a:off x="1835150" y="260350"/>
            <a:ext cx="45593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元是实数的矩阵称为</a:t>
            </a:r>
            <a:r>
              <a:rPr lang="zh-CN" altLang="en-US">
                <a:solidFill>
                  <a:srgbClr val="0000FF"/>
                </a:solidFill>
              </a:rPr>
              <a:t>实矩阵</a:t>
            </a:r>
            <a:r>
              <a:rPr lang="en-US" altLang="zh-CN">
                <a:ea typeface="宋体" pitchFamily="2" charset="-122"/>
              </a:rPr>
              <a:t>.</a:t>
            </a:r>
          </a:p>
        </p:txBody>
      </p:sp>
      <p:sp>
        <p:nvSpPr>
          <p:cNvPr id="38938" name="Rectangle 26"/>
          <p:cNvSpPr>
            <a:spLocks noChangeArrowheads="1"/>
          </p:cNvSpPr>
          <p:nvPr/>
        </p:nvSpPr>
        <p:spPr bwMode="auto">
          <a:xfrm>
            <a:off x="1835150" y="765175"/>
            <a:ext cx="45593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元是复数的矩阵称为</a:t>
            </a:r>
            <a:r>
              <a:rPr lang="zh-CN" altLang="en-US">
                <a:solidFill>
                  <a:srgbClr val="0000FF"/>
                </a:solidFill>
              </a:rPr>
              <a:t>复矩阵</a:t>
            </a:r>
            <a:r>
              <a:rPr lang="en-US" altLang="zh-CN">
                <a:ea typeface="宋体" pitchFamily="2" charset="-122"/>
              </a:rPr>
              <a:t>.</a:t>
            </a:r>
          </a:p>
        </p:txBody>
      </p:sp>
      <p:sp>
        <p:nvSpPr>
          <p:cNvPr id="8206" name="Text Box 28"/>
          <p:cNvSpPr txBox="1">
            <a:spLocks noChangeArrowheads="1"/>
          </p:cNvSpPr>
          <p:nvPr/>
        </p:nvSpPr>
        <p:spPr bwMode="auto">
          <a:xfrm>
            <a:off x="684213" y="388938"/>
            <a:ext cx="12557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A50021"/>
                </a:solidFill>
              </a:rPr>
              <a:t>分类：</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937"/>
                                        </p:tgtEl>
                                        <p:attrNameLst>
                                          <p:attrName>style.visibility</p:attrName>
                                        </p:attrNameLst>
                                      </p:cBhvr>
                                      <p:to>
                                        <p:strVal val="visible"/>
                                      </p:to>
                                    </p:set>
                                    <p:animEffect transition="in" filter="wipe(left)">
                                      <p:cBhvr>
                                        <p:cTn id="7" dur="500"/>
                                        <p:tgtEl>
                                          <p:spTgt spid="3893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8938"/>
                                        </p:tgtEl>
                                        <p:attrNameLst>
                                          <p:attrName>style.visibility</p:attrName>
                                        </p:attrNameLst>
                                      </p:cBhvr>
                                      <p:to>
                                        <p:strVal val="visible"/>
                                      </p:to>
                                    </p:set>
                                    <p:animEffect transition="in" filter="wipe(left)">
                                      <p:cBhvr>
                                        <p:cTn id="10" dur="500"/>
                                        <p:tgtEl>
                                          <p:spTgt spid="3893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38936"/>
                                        </p:tgtEl>
                                        <p:attrNameLst>
                                          <p:attrName>style.visibility</p:attrName>
                                        </p:attrNameLst>
                                      </p:cBhvr>
                                      <p:to>
                                        <p:strVal val="visible"/>
                                      </p:to>
                                    </p:set>
                                    <p:animEffect transition="in" filter="wipe(left)">
                                      <p:cBhvr>
                                        <p:cTn id="15" dur="500"/>
                                        <p:tgtEl>
                                          <p:spTgt spid="3893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38916"/>
                                        </p:tgtEl>
                                        <p:attrNameLst>
                                          <p:attrName>style.visibility</p:attrName>
                                        </p:attrNameLst>
                                      </p:cBhvr>
                                      <p:to>
                                        <p:strVal val="visible"/>
                                      </p:to>
                                    </p:set>
                                    <p:animEffect transition="in" filter="wipe(left)">
                                      <p:cBhvr>
                                        <p:cTn id="20" dur="500"/>
                                        <p:tgtEl>
                                          <p:spTgt spid="3891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38919"/>
                                        </p:tgtEl>
                                        <p:attrNameLst>
                                          <p:attrName>style.visibility</p:attrName>
                                        </p:attrNameLst>
                                      </p:cBhvr>
                                      <p:to>
                                        <p:strVal val="visible"/>
                                      </p:to>
                                    </p:set>
                                    <p:animEffect transition="in" filter="wipe(left)">
                                      <p:cBhvr>
                                        <p:cTn id="25" dur="500"/>
                                        <p:tgtEl>
                                          <p:spTgt spid="3891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38920"/>
                                        </p:tgtEl>
                                        <p:attrNameLst>
                                          <p:attrName>style.visibility</p:attrName>
                                        </p:attrNameLst>
                                      </p:cBhvr>
                                      <p:to>
                                        <p:strVal val="visible"/>
                                      </p:to>
                                    </p:set>
                                    <p:animEffect transition="in" filter="wipe(left)">
                                      <p:cBhvr>
                                        <p:cTn id="30" dur="500"/>
                                        <p:tgtEl>
                                          <p:spTgt spid="3892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38923"/>
                                        </p:tgtEl>
                                        <p:attrNameLst>
                                          <p:attrName>style.visibility</p:attrName>
                                        </p:attrNameLst>
                                      </p:cBhvr>
                                      <p:to>
                                        <p:strVal val="visible"/>
                                      </p:to>
                                    </p:set>
                                    <p:animEffect transition="in" filter="wipe(left)">
                                      <p:cBhvr>
                                        <p:cTn id="35" dur="500"/>
                                        <p:tgtEl>
                                          <p:spTgt spid="3892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38924"/>
                                        </p:tgtEl>
                                        <p:attrNameLst>
                                          <p:attrName>style.visibility</p:attrName>
                                        </p:attrNameLst>
                                      </p:cBhvr>
                                      <p:to>
                                        <p:strVal val="visible"/>
                                      </p:to>
                                    </p:set>
                                    <p:animEffect transition="in" filter="wipe(left)">
                                      <p:cBhvr>
                                        <p:cTn id="40" dur="500"/>
                                        <p:tgtEl>
                                          <p:spTgt spid="3892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38931"/>
                                        </p:tgtEl>
                                        <p:attrNameLst>
                                          <p:attrName>style.visibility</p:attrName>
                                        </p:attrNameLst>
                                      </p:cBhvr>
                                      <p:to>
                                        <p:strVal val="visible"/>
                                      </p:to>
                                    </p:set>
                                    <p:animEffect transition="in" filter="wipe(left)">
                                      <p:cBhvr>
                                        <p:cTn id="45" dur="500"/>
                                        <p:tgtEl>
                                          <p:spTgt spid="38931"/>
                                        </p:tgtEl>
                                      </p:cBhvr>
                                    </p:animEffect>
                                  </p:childTnLst>
                                </p:cTn>
                              </p:par>
                              <p:par>
                                <p:cTn id="46" presetID="22" presetClass="entr" presetSubtype="8" fill="hold" nodeType="withEffect">
                                  <p:stCondLst>
                                    <p:cond delay="0"/>
                                  </p:stCondLst>
                                  <p:childTnLst>
                                    <p:set>
                                      <p:cBhvr>
                                        <p:cTn id="47" dur="1" fill="hold">
                                          <p:stCondLst>
                                            <p:cond delay="0"/>
                                          </p:stCondLst>
                                        </p:cTn>
                                        <p:tgtEl>
                                          <p:spTgt spid="38935"/>
                                        </p:tgtEl>
                                        <p:attrNameLst>
                                          <p:attrName>style.visibility</p:attrName>
                                        </p:attrNameLst>
                                      </p:cBhvr>
                                      <p:to>
                                        <p:strVal val="visible"/>
                                      </p:to>
                                    </p:set>
                                    <p:animEffect transition="in" filter="wipe(left)">
                                      <p:cBhvr>
                                        <p:cTn id="48" dur="500"/>
                                        <p:tgtEl>
                                          <p:spTgt spid="3893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38927"/>
                                        </p:tgtEl>
                                        <p:attrNameLst>
                                          <p:attrName>style.visibility</p:attrName>
                                        </p:attrNameLst>
                                      </p:cBhvr>
                                      <p:to>
                                        <p:strVal val="visible"/>
                                      </p:to>
                                    </p:set>
                                    <p:animEffect transition="in" filter="wipe(left)">
                                      <p:cBhvr>
                                        <p:cTn id="53" dur="500"/>
                                        <p:tgtEl>
                                          <p:spTgt spid="3892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38928"/>
                                        </p:tgtEl>
                                        <p:attrNameLst>
                                          <p:attrName>style.visibility</p:attrName>
                                        </p:attrNameLst>
                                      </p:cBhvr>
                                      <p:to>
                                        <p:strVal val="visible"/>
                                      </p:to>
                                    </p:set>
                                    <p:animEffect transition="in" filter="wipe(left)">
                                      <p:cBhvr>
                                        <p:cTn id="58" dur="500"/>
                                        <p:tgtEl>
                                          <p:spTgt spid="389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37" grpId="0"/>
      <p:bldP spid="3893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4" name="Rectangle 8"/>
          <p:cNvSpPr>
            <a:spLocks noChangeArrowheads="1"/>
          </p:cNvSpPr>
          <p:nvPr/>
        </p:nvSpPr>
        <p:spPr bwMode="auto">
          <a:xfrm>
            <a:off x="1403350" y="2349500"/>
            <a:ext cx="898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例如</a:t>
            </a:r>
          </a:p>
        </p:txBody>
      </p:sp>
      <p:graphicFrame>
        <p:nvGraphicFramePr>
          <p:cNvPr id="39945" name="Object 9"/>
          <p:cNvGraphicFramePr>
            <a:graphicFrameLocks noChangeAspect="1"/>
          </p:cNvGraphicFramePr>
          <p:nvPr/>
        </p:nvGraphicFramePr>
        <p:xfrm>
          <a:off x="2554288" y="1989138"/>
          <a:ext cx="2006600" cy="1625600"/>
        </p:xfrm>
        <a:graphic>
          <a:graphicData uri="http://schemas.openxmlformats.org/presentationml/2006/ole">
            <mc:AlternateContent xmlns:mc="http://schemas.openxmlformats.org/markup-compatibility/2006">
              <mc:Choice xmlns:v="urn:schemas-microsoft-com:vml" Requires="v">
                <p:oleObj spid="_x0000_s9277" name="公式" r:id="rId3" imgW="2006600" imgH="1625600" progId="Equation.3">
                  <p:embed/>
                </p:oleObj>
              </mc:Choice>
              <mc:Fallback>
                <p:oleObj name="公式" r:id="rId3" imgW="2006600" imgH="16256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4288" y="1989138"/>
                        <a:ext cx="2006600" cy="162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6" name="Rectangle 10"/>
          <p:cNvSpPr>
            <a:spLocks noChangeArrowheads="1"/>
          </p:cNvSpPr>
          <p:nvPr/>
        </p:nvSpPr>
        <p:spPr bwMode="auto">
          <a:xfrm>
            <a:off x="4570413" y="2405063"/>
            <a:ext cx="2684462"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是一个</a:t>
            </a:r>
            <a:r>
              <a:rPr lang="en-US" altLang="zh-CN">
                <a:solidFill>
                  <a:schemeClr val="bg2"/>
                </a:solidFill>
                <a:ea typeface="宋体" pitchFamily="2" charset="-122"/>
              </a:rPr>
              <a:t>3 </a:t>
            </a:r>
            <a:r>
              <a:rPr lang="zh-CN" altLang="en-US">
                <a:solidFill>
                  <a:schemeClr val="bg2"/>
                </a:solidFill>
                <a:ea typeface="宋体" pitchFamily="2" charset="-122"/>
              </a:rPr>
              <a:t>阶方阵</a:t>
            </a:r>
            <a:r>
              <a:rPr lang="en-US" altLang="zh-CN">
                <a:solidFill>
                  <a:schemeClr val="bg2"/>
                </a:solidFill>
                <a:ea typeface="宋体" pitchFamily="2" charset="-122"/>
              </a:rPr>
              <a:t>.</a:t>
            </a:r>
          </a:p>
        </p:txBody>
      </p:sp>
      <p:sp>
        <p:nvSpPr>
          <p:cNvPr id="9221" name="Rectangle 11"/>
          <p:cNvSpPr>
            <a:spLocks noChangeArrowheads="1"/>
          </p:cNvSpPr>
          <p:nvPr/>
        </p:nvSpPr>
        <p:spPr bwMode="auto">
          <a:xfrm>
            <a:off x="625475" y="115888"/>
            <a:ext cx="2794000" cy="655637"/>
          </a:xfrm>
          <a:prstGeom prst="rect">
            <a:avLst/>
          </a:prstGeom>
          <a:noFill/>
          <a:ln w="76200" cmpd="tri">
            <a:solidFill>
              <a:srgbClr val="A50021"/>
            </a:solidFill>
            <a:miter lim="800000"/>
            <a:headEnd/>
            <a:tailEnd/>
          </a:ln>
          <a:effectLst/>
          <a:extLst>
            <a:ext uri="{909E8E84-426E-40DD-AFC4-6F175D3DCCD1}">
              <a14:hiddenFill xmlns:a14="http://schemas.microsoft.com/office/drawing/2010/main">
                <a:solidFill>
                  <a:srgbClr val="00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sz="3200">
                <a:solidFill>
                  <a:srgbClr val="0000FF"/>
                </a:solidFill>
              </a:rPr>
              <a:t>几种特殊矩阵</a:t>
            </a:r>
          </a:p>
        </p:txBody>
      </p:sp>
      <p:sp>
        <p:nvSpPr>
          <p:cNvPr id="39955" name="Text Box 19"/>
          <p:cNvSpPr txBox="1">
            <a:spLocks noChangeArrowheads="1"/>
          </p:cNvSpPr>
          <p:nvPr/>
        </p:nvSpPr>
        <p:spPr bwMode="auto">
          <a:xfrm>
            <a:off x="1158875" y="3595688"/>
            <a:ext cx="21717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solidFill>
                  <a:schemeClr val="bg2"/>
                </a:solidFill>
                <a:latin typeface="黑体" pitchFamily="49" charset="-122"/>
              </a:rPr>
              <a:t>(2)1×</a:t>
            </a:r>
            <a:r>
              <a:rPr lang="en-US" altLang="zh-CN" i="1">
                <a:solidFill>
                  <a:schemeClr val="bg2"/>
                </a:solidFill>
              </a:rPr>
              <a:t>n</a:t>
            </a:r>
            <a:r>
              <a:rPr lang="zh-CN" altLang="en-US">
                <a:solidFill>
                  <a:schemeClr val="bg2"/>
                </a:solidFill>
                <a:latin typeface="黑体" pitchFamily="49" charset="-122"/>
              </a:rPr>
              <a:t>矩阵</a:t>
            </a:r>
          </a:p>
        </p:txBody>
      </p:sp>
      <p:graphicFrame>
        <p:nvGraphicFramePr>
          <p:cNvPr id="39956" name="Object 20"/>
          <p:cNvGraphicFramePr>
            <a:graphicFrameLocks noChangeAspect="1"/>
          </p:cNvGraphicFramePr>
          <p:nvPr/>
        </p:nvGraphicFramePr>
        <p:xfrm>
          <a:off x="3346450" y="3644900"/>
          <a:ext cx="2641600" cy="431800"/>
        </p:xfrm>
        <a:graphic>
          <a:graphicData uri="http://schemas.openxmlformats.org/presentationml/2006/ole">
            <mc:AlternateContent xmlns:mc="http://schemas.openxmlformats.org/markup-compatibility/2006">
              <mc:Choice xmlns:v="urn:schemas-microsoft-com:vml" Requires="v">
                <p:oleObj spid="_x0000_s9278" name="Equation" r:id="rId5" imgW="2641600" imgH="431800" progId="Equation.3">
                  <p:embed/>
                </p:oleObj>
              </mc:Choice>
              <mc:Fallback>
                <p:oleObj name="Equation" r:id="rId5" imgW="2641600" imgH="431800" progId="Equation.3">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6450" y="3644900"/>
                        <a:ext cx="26416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57" name="Text Box 21"/>
          <p:cNvSpPr txBox="1">
            <a:spLocks noChangeArrowheads="1"/>
          </p:cNvSpPr>
          <p:nvPr/>
        </p:nvSpPr>
        <p:spPr bwMode="auto">
          <a:xfrm>
            <a:off x="611188" y="4149725"/>
            <a:ext cx="2974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latin typeface="黑体" pitchFamily="49" charset="-122"/>
              </a:rPr>
              <a:t>(</a:t>
            </a:r>
            <a:r>
              <a:rPr lang="zh-CN" altLang="en-US">
                <a:latin typeface="黑体" pitchFamily="49" charset="-122"/>
              </a:rPr>
              <a:t>或</a:t>
            </a:r>
            <a:r>
              <a:rPr lang="en-US" altLang="zh-CN">
                <a:solidFill>
                  <a:srgbClr val="0000CC"/>
                </a:solidFill>
                <a:latin typeface="黑体" pitchFamily="49" charset="-122"/>
              </a:rPr>
              <a:t>[</a:t>
            </a:r>
            <a:r>
              <a:rPr lang="en-US" altLang="zh-CN" i="1">
                <a:solidFill>
                  <a:srgbClr val="0000CC"/>
                </a:solidFill>
              </a:rPr>
              <a:t>n</a:t>
            </a:r>
            <a:r>
              <a:rPr lang="zh-CN" altLang="en-US">
                <a:solidFill>
                  <a:srgbClr val="0000CC"/>
                </a:solidFill>
                <a:latin typeface="黑体" pitchFamily="49" charset="-122"/>
              </a:rPr>
              <a:t>维</a:t>
            </a:r>
            <a:r>
              <a:rPr lang="en-US" altLang="zh-CN">
                <a:solidFill>
                  <a:srgbClr val="0000CC"/>
                </a:solidFill>
                <a:latin typeface="黑体" pitchFamily="49" charset="-122"/>
              </a:rPr>
              <a:t>]</a:t>
            </a:r>
            <a:r>
              <a:rPr lang="zh-CN" altLang="en-US">
                <a:solidFill>
                  <a:srgbClr val="0000FF"/>
                </a:solidFill>
                <a:latin typeface="黑体" pitchFamily="49" charset="-122"/>
              </a:rPr>
              <a:t>行向量</a:t>
            </a:r>
            <a:r>
              <a:rPr lang="en-US" altLang="zh-CN">
                <a:latin typeface="黑体" pitchFamily="49" charset="-122"/>
              </a:rPr>
              <a:t>)</a:t>
            </a:r>
            <a:r>
              <a:rPr lang="en-US" altLang="zh-CN">
                <a:solidFill>
                  <a:schemeClr val="bg2"/>
                </a:solidFill>
                <a:ea typeface="宋体" pitchFamily="2" charset="-122"/>
              </a:rPr>
              <a:t>.</a:t>
            </a:r>
            <a:endParaRPr lang="en-US" altLang="zh-CN">
              <a:ea typeface="宋体" pitchFamily="2" charset="-122"/>
            </a:endParaRPr>
          </a:p>
        </p:txBody>
      </p:sp>
      <p:grpSp>
        <p:nvGrpSpPr>
          <p:cNvPr id="39965" name="Group 29"/>
          <p:cNvGrpSpPr>
            <a:grpSpLocks/>
          </p:cNvGrpSpPr>
          <p:nvPr/>
        </p:nvGrpSpPr>
        <p:grpSpPr bwMode="auto">
          <a:xfrm>
            <a:off x="625475" y="803275"/>
            <a:ext cx="8001000" cy="1030288"/>
            <a:chOff x="576" y="506"/>
            <a:chExt cx="5040" cy="649"/>
          </a:xfrm>
        </p:grpSpPr>
        <p:sp>
          <p:nvSpPr>
            <p:cNvPr id="9230" name="Rectangle 12"/>
            <p:cNvSpPr>
              <a:spLocks noChangeArrowheads="1"/>
            </p:cNvSpPr>
            <p:nvPr/>
          </p:nvSpPr>
          <p:spPr bwMode="auto">
            <a:xfrm>
              <a:off x="960" y="506"/>
              <a:ext cx="46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2800" b="1">
                  <a:solidFill>
                    <a:schemeClr val="tx1"/>
                  </a:solidFill>
                  <a:latin typeface="Times New Roman" pitchFamily="18" charset="0"/>
                  <a:ea typeface="黑体" pitchFamily="49" charset="-122"/>
                </a:defRPr>
              </a:lvl1pPr>
              <a:lvl2pPr marL="914400" indent="-457200" eaLnBrk="0" hangingPunct="0">
                <a:defRPr kumimoji="1" sz="2800" b="1">
                  <a:solidFill>
                    <a:schemeClr val="tx1"/>
                  </a:solidFill>
                  <a:latin typeface="Times New Roman" pitchFamily="18" charset="0"/>
                  <a:ea typeface="黑体" pitchFamily="49" charset="-122"/>
                </a:defRPr>
              </a:lvl2pPr>
              <a:lvl3pPr marL="1371600" indent="-457200" eaLnBrk="0" hangingPunct="0">
                <a:defRPr kumimoji="1" sz="2800" b="1">
                  <a:solidFill>
                    <a:schemeClr val="tx1"/>
                  </a:solidFill>
                  <a:latin typeface="Times New Roman" pitchFamily="18" charset="0"/>
                  <a:ea typeface="黑体" pitchFamily="49" charset="-122"/>
                </a:defRPr>
              </a:lvl3pPr>
              <a:lvl4pPr marL="1828800" indent="-457200" eaLnBrk="0" hangingPunct="0">
                <a:defRPr kumimoji="1" sz="2800" b="1">
                  <a:solidFill>
                    <a:schemeClr val="tx1"/>
                  </a:solidFill>
                  <a:latin typeface="Times New Roman" pitchFamily="18" charset="0"/>
                  <a:ea typeface="黑体" pitchFamily="49" charset="-122"/>
                </a:defRPr>
              </a:lvl4pPr>
              <a:lvl5pPr marL="2286000" indent="-457200" eaLnBrk="0" hangingPunct="0">
                <a:defRPr kumimoji="1" sz="2800" b="1">
                  <a:solidFill>
                    <a:schemeClr val="tx1"/>
                  </a:solidFill>
                  <a:latin typeface="Times New Roman" pitchFamily="18" charset="0"/>
                  <a:ea typeface="黑体" pitchFamily="49" charset="-122"/>
                </a:defRPr>
              </a:lvl5pPr>
              <a:lvl6pPr marL="2743200" indent="-4572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3200400" indent="-4572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657600" indent="-4572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4114800" indent="-4572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buFontTx/>
                <a:buAutoNum type="arabicParenBoth"/>
              </a:pPr>
              <a:r>
                <a:rPr lang="zh-CN" altLang="en-US">
                  <a:solidFill>
                    <a:schemeClr val="bg2"/>
                  </a:solidFill>
                  <a:latin typeface="黑体" pitchFamily="49" charset="-122"/>
                </a:rPr>
                <a:t>行数与列数都等于</a:t>
              </a:r>
              <a:r>
                <a:rPr lang="en-US" altLang="zh-CN" i="1">
                  <a:solidFill>
                    <a:schemeClr val="bg2"/>
                  </a:solidFill>
                </a:rPr>
                <a:t>n</a:t>
              </a:r>
              <a:r>
                <a:rPr lang="zh-CN" altLang="en-US">
                  <a:solidFill>
                    <a:schemeClr val="bg2"/>
                  </a:solidFill>
                  <a:latin typeface="黑体" pitchFamily="49" charset="-122"/>
                </a:rPr>
                <a:t>的矩阵</a:t>
              </a:r>
              <a:r>
                <a:rPr lang="en-US" altLang="zh-CN" i="1">
                  <a:solidFill>
                    <a:schemeClr val="bg2"/>
                  </a:solidFill>
                </a:rPr>
                <a:t>A</a:t>
              </a:r>
              <a:r>
                <a:rPr lang="zh-CN" altLang="en-US">
                  <a:solidFill>
                    <a:schemeClr val="bg2"/>
                  </a:solidFill>
                  <a:latin typeface="黑体" pitchFamily="49" charset="-122"/>
                </a:rPr>
                <a:t>，称为</a:t>
              </a:r>
              <a:r>
                <a:rPr lang="en-US" altLang="zh-CN" i="1">
                  <a:solidFill>
                    <a:schemeClr val="bg2"/>
                  </a:solidFill>
                </a:rPr>
                <a:t>n</a:t>
              </a:r>
              <a:r>
                <a:rPr lang="zh-CN" altLang="en-US">
                  <a:solidFill>
                    <a:schemeClr val="bg2"/>
                  </a:solidFill>
                  <a:latin typeface="黑体" pitchFamily="49" charset="-122"/>
                </a:rPr>
                <a:t>阶</a:t>
              </a:r>
            </a:p>
          </p:txBody>
        </p:sp>
        <p:sp>
          <p:nvSpPr>
            <p:cNvPr id="9231" name="Rectangle 22"/>
            <p:cNvSpPr>
              <a:spLocks noChangeArrowheads="1"/>
            </p:cNvSpPr>
            <p:nvPr/>
          </p:nvSpPr>
          <p:spPr bwMode="auto">
            <a:xfrm>
              <a:off x="576" y="828"/>
              <a:ext cx="225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0000FF"/>
                  </a:solidFill>
                  <a:latin typeface="黑体" pitchFamily="49" charset="-122"/>
                </a:rPr>
                <a:t>方阵</a:t>
              </a:r>
              <a:r>
                <a:rPr lang="en-US" altLang="zh-CN">
                  <a:solidFill>
                    <a:schemeClr val="bg2"/>
                  </a:solidFill>
                </a:rPr>
                <a:t>. </a:t>
              </a:r>
              <a:r>
                <a:rPr lang="zh-CN" altLang="en-US">
                  <a:solidFill>
                    <a:schemeClr val="bg2"/>
                  </a:solidFill>
                  <a:latin typeface="黑体" pitchFamily="49" charset="-122"/>
                </a:rPr>
                <a:t>也记作</a:t>
              </a:r>
              <a:r>
                <a:rPr lang="en-US" altLang="zh-CN" i="1">
                  <a:solidFill>
                    <a:schemeClr val="bg2"/>
                  </a:solidFill>
                </a:rPr>
                <a:t>A</a:t>
              </a:r>
              <a:r>
                <a:rPr lang="en-US" altLang="zh-CN" i="1" baseline="-25000">
                  <a:solidFill>
                    <a:schemeClr val="bg2"/>
                  </a:solidFill>
                </a:rPr>
                <a:t>n </a:t>
              </a:r>
              <a:r>
                <a:rPr lang="en-US" altLang="zh-CN">
                  <a:solidFill>
                    <a:schemeClr val="bg2"/>
                  </a:solidFill>
                </a:rPr>
                <a:t>.</a:t>
              </a:r>
            </a:p>
          </p:txBody>
        </p:sp>
      </p:grpSp>
      <p:sp>
        <p:nvSpPr>
          <p:cNvPr id="39961" name="Rectangle 25"/>
          <p:cNvSpPr>
            <a:spLocks noChangeArrowheads="1"/>
          </p:cNvSpPr>
          <p:nvPr/>
        </p:nvSpPr>
        <p:spPr bwMode="auto">
          <a:xfrm>
            <a:off x="6083300" y="3573463"/>
            <a:ext cx="28813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rPr>
              <a:t>称为</a:t>
            </a:r>
            <a:r>
              <a:rPr lang="zh-CN" altLang="en-US">
                <a:solidFill>
                  <a:srgbClr val="0000FF"/>
                </a:solidFill>
              </a:rPr>
              <a:t>行矩阵</a:t>
            </a:r>
          </a:p>
        </p:txBody>
      </p:sp>
      <p:graphicFrame>
        <p:nvGraphicFramePr>
          <p:cNvPr id="39962" name="Object 26"/>
          <p:cNvGraphicFramePr>
            <a:graphicFrameLocks noChangeAspect="1"/>
          </p:cNvGraphicFramePr>
          <p:nvPr/>
        </p:nvGraphicFramePr>
        <p:xfrm>
          <a:off x="2843213" y="4365625"/>
          <a:ext cx="1447800" cy="2057400"/>
        </p:xfrm>
        <a:graphic>
          <a:graphicData uri="http://schemas.openxmlformats.org/presentationml/2006/ole">
            <mc:AlternateContent xmlns:mc="http://schemas.openxmlformats.org/markup-compatibility/2006">
              <mc:Choice xmlns:v="urn:schemas-microsoft-com:vml" Requires="v">
                <p:oleObj spid="_x0000_s9279" name="Equation" r:id="rId7" imgW="1447800" imgH="2057400" progId="Equation.3">
                  <p:embed/>
                </p:oleObj>
              </mc:Choice>
              <mc:Fallback>
                <p:oleObj name="Equation" r:id="rId7" imgW="1447800" imgH="2057400" progId="Equation.3">
                  <p:embed/>
                  <p:pic>
                    <p:nvPicPr>
                      <p:cNvPr id="0" name="Object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43213" y="4365625"/>
                        <a:ext cx="1447800" cy="205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63" name="Rectangle 27"/>
          <p:cNvSpPr>
            <a:spLocks noChangeArrowheads="1"/>
          </p:cNvSpPr>
          <p:nvPr/>
        </p:nvSpPr>
        <p:spPr bwMode="auto">
          <a:xfrm>
            <a:off x="1258888" y="5084763"/>
            <a:ext cx="163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i="1">
                <a:solidFill>
                  <a:schemeClr val="bg2"/>
                </a:solidFill>
              </a:rPr>
              <a:t>n</a:t>
            </a:r>
            <a:r>
              <a:rPr lang="en-US" altLang="zh-CN">
                <a:solidFill>
                  <a:schemeClr val="bg2"/>
                </a:solidFill>
              </a:rPr>
              <a:t>×1</a:t>
            </a:r>
            <a:r>
              <a:rPr lang="zh-CN" altLang="en-US">
                <a:solidFill>
                  <a:schemeClr val="bg2"/>
                </a:solidFill>
              </a:rPr>
              <a:t>矩阵</a:t>
            </a:r>
          </a:p>
        </p:txBody>
      </p:sp>
      <p:sp>
        <p:nvSpPr>
          <p:cNvPr id="39964" name="Rectangle 28"/>
          <p:cNvSpPr>
            <a:spLocks noChangeArrowheads="1"/>
          </p:cNvSpPr>
          <p:nvPr/>
        </p:nvSpPr>
        <p:spPr bwMode="auto">
          <a:xfrm>
            <a:off x="4283075" y="5106988"/>
            <a:ext cx="4730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latin typeface="黑体" pitchFamily="49" charset="-122"/>
              </a:rPr>
              <a:t>称为</a:t>
            </a:r>
            <a:r>
              <a:rPr lang="zh-CN" altLang="en-US">
                <a:solidFill>
                  <a:srgbClr val="0000FF"/>
                </a:solidFill>
                <a:latin typeface="黑体" pitchFamily="49" charset="-122"/>
              </a:rPr>
              <a:t>列矩阵</a:t>
            </a:r>
            <a:r>
              <a:rPr lang="en-US" altLang="zh-CN">
                <a:latin typeface="黑体" pitchFamily="49" charset="-122"/>
              </a:rPr>
              <a:t>(</a:t>
            </a:r>
            <a:r>
              <a:rPr lang="zh-CN" altLang="en-US">
                <a:latin typeface="黑体" pitchFamily="49" charset="-122"/>
              </a:rPr>
              <a:t>或</a:t>
            </a:r>
            <a:r>
              <a:rPr lang="en-US" altLang="zh-CN">
                <a:solidFill>
                  <a:srgbClr val="0000CC"/>
                </a:solidFill>
              </a:rPr>
              <a:t>[</a:t>
            </a:r>
            <a:r>
              <a:rPr lang="en-US" altLang="zh-CN" i="1">
                <a:solidFill>
                  <a:srgbClr val="0000CC"/>
                </a:solidFill>
              </a:rPr>
              <a:t>n</a:t>
            </a:r>
            <a:r>
              <a:rPr lang="zh-CN" altLang="en-US">
                <a:solidFill>
                  <a:srgbClr val="0000CC"/>
                </a:solidFill>
              </a:rPr>
              <a:t>维</a:t>
            </a:r>
            <a:r>
              <a:rPr lang="en-US" altLang="zh-CN">
                <a:solidFill>
                  <a:srgbClr val="0000CC"/>
                </a:solidFill>
              </a:rPr>
              <a:t>]</a:t>
            </a:r>
            <a:r>
              <a:rPr lang="zh-CN" altLang="en-US">
                <a:solidFill>
                  <a:srgbClr val="0000FF"/>
                </a:solidFill>
                <a:latin typeface="黑体" pitchFamily="49" charset="-122"/>
              </a:rPr>
              <a:t>列向量</a:t>
            </a:r>
            <a:r>
              <a:rPr lang="en-US" altLang="zh-CN">
                <a:latin typeface="黑体" pitchFamily="49" charset="-122"/>
              </a:rPr>
              <a:t>).</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9965"/>
                                        </p:tgtEl>
                                        <p:attrNameLst>
                                          <p:attrName>style.visibility</p:attrName>
                                        </p:attrNameLst>
                                      </p:cBhvr>
                                      <p:to>
                                        <p:strVal val="visible"/>
                                      </p:to>
                                    </p:set>
                                    <p:animEffect transition="in" filter="wipe(left)">
                                      <p:cBhvr>
                                        <p:cTn id="7" dur="500"/>
                                        <p:tgtEl>
                                          <p:spTgt spid="399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39944"/>
                                        </p:tgtEl>
                                        <p:attrNameLst>
                                          <p:attrName>style.visibility</p:attrName>
                                        </p:attrNameLst>
                                      </p:cBhvr>
                                      <p:to>
                                        <p:strVal val="visible"/>
                                      </p:to>
                                    </p:set>
                                    <p:animEffect transition="in" filter="wipe(left)">
                                      <p:cBhvr>
                                        <p:cTn id="12" dur="75"/>
                                        <p:tgtEl>
                                          <p:spTgt spid="399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9945"/>
                                        </p:tgtEl>
                                        <p:attrNameLst>
                                          <p:attrName>style.visibility</p:attrName>
                                        </p:attrNameLst>
                                      </p:cBhvr>
                                      <p:to>
                                        <p:strVal val="visible"/>
                                      </p:to>
                                    </p:set>
                                    <p:animEffect transition="in" filter="wipe(left)">
                                      <p:cBhvr>
                                        <p:cTn id="17" dur="500"/>
                                        <p:tgtEl>
                                          <p:spTgt spid="3994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39946"/>
                                        </p:tgtEl>
                                        <p:attrNameLst>
                                          <p:attrName>style.visibility</p:attrName>
                                        </p:attrNameLst>
                                      </p:cBhvr>
                                      <p:to>
                                        <p:strVal val="visible"/>
                                      </p:to>
                                    </p:set>
                                    <p:animEffect transition="in" filter="wipe(left)">
                                      <p:cBhvr>
                                        <p:cTn id="22" dur="75"/>
                                        <p:tgtEl>
                                          <p:spTgt spid="3994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39955"/>
                                        </p:tgtEl>
                                        <p:attrNameLst>
                                          <p:attrName>style.visibility</p:attrName>
                                        </p:attrNameLst>
                                      </p:cBhvr>
                                      <p:to>
                                        <p:strVal val="visible"/>
                                      </p:to>
                                    </p:set>
                                    <p:animEffect transition="in" filter="wipe(left)">
                                      <p:cBhvr>
                                        <p:cTn id="27" dur="75"/>
                                        <p:tgtEl>
                                          <p:spTgt spid="3995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9956"/>
                                        </p:tgtEl>
                                        <p:attrNameLst>
                                          <p:attrName>style.visibility</p:attrName>
                                        </p:attrNameLst>
                                      </p:cBhvr>
                                      <p:to>
                                        <p:strVal val="visible"/>
                                      </p:to>
                                    </p:set>
                                    <p:animEffect transition="in" filter="wipe(left)">
                                      <p:cBhvr>
                                        <p:cTn id="32" dur="500"/>
                                        <p:tgtEl>
                                          <p:spTgt spid="3995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9961"/>
                                        </p:tgtEl>
                                        <p:attrNameLst>
                                          <p:attrName>style.visibility</p:attrName>
                                        </p:attrNameLst>
                                      </p:cBhvr>
                                      <p:to>
                                        <p:strVal val="visible"/>
                                      </p:to>
                                    </p:set>
                                  </p:childTnLst>
                                </p:cTn>
                              </p:par>
                              <p:par>
                                <p:cTn id="37" presetID="22" presetClass="entr" presetSubtype="8" fill="hold" grpId="0" nodeType="withEffect">
                                  <p:stCondLst>
                                    <p:cond delay="0"/>
                                  </p:stCondLst>
                                  <p:iterate type="lt">
                                    <p:tmPct val="100000"/>
                                  </p:iterate>
                                  <p:childTnLst>
                                    <p:set>
                                      <p:cBhvr>
                                        <p:cTn id="38" dur="1" fill="hold">
                                          <p:stCondLst>
                                            <p:cond delay="0"/>
                                          </p:stCondLst>
                                        </p:cTn>
                                        <p:tgtEl>
                                          <p:spTgt spid="39957"/>
                                        </p:tgtEl>
                                        <p:attrNameLst>
                                          <p:attrName>style.visibility</p:attrName>
                                        </p:attrNameLst>
                                      </p:cBhvr>
                                      <p:to>
                                        <p:strVal val="visible"/>
                                      </p:to>
                                    </p:set>
                                    <p:animEffect transition="in" filter="wipe(left)">
                                      <p:cBhvr>
                                        <p:cTn id="39" dur="75"/>
                                        <p:tgtEl>
                                          <p:spTgt spid="39957"/>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39962"/>
                                        </p:tgtEl>
                                        <p:attrNameLst>
                                          <p:attrName>style.visibility</p:attrName>
                                        </p:attrNameLst>
                                      </p:cBhvr>
                                      <p:to>
                                        <p:strVal val="visible"/>
                                      </p:to>
                                    </p:set>
                                    <p:animEffect transition="in" filter="wipe(left)">
                                      <p:cBhvr>
                                        <p:cTn id="44" dur="500"/>
                                        <p:tgtEl>
                                          <p:spTgt spid="39962"/>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39963"/>
                                        </p:tgtEl>
                                        <p:attrNameLst>
                                          <p:attrName>style.visibility</p:attrName>
                                        </p:attrNameLst>
                                      </p:cBhvr>
                                      <p:to>
                                        <p:strVal val="visible"/>
                                      </p:to>
                                    </p:set>
                                    <p:animEffect transition="in" filter="wipe(left)">
                                      <p:cBhvr>
                                        <p:cTn id="47" dur="500"/>
                                        <p:tgtEl>
                                          <p:spTgt spid="3996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iterate type="lt">
                                    <p:tmPct val="100000"/>
                                  </p:iterate>
                                  <p:childTnLst>
                                    <p:set>
                                      <p:cBhvr>
                                        <p:cTn id="51" dur="1" fill="hold">
                                          <p:stCondLst>
                                            <p:cond delay="0"/>
                                          </p:stCondLst>
                                        </p:cTn>
                                        <p:tgtEl>
                                          <p:spTgt spid="39964"/>
                                        </p:tgtEl>
                                        <p:attrNameLst>
                                          <p:attrName>style.visibility</p:attrName>
                                        </p:attrNameLst>
                                      </p:cBhvr>
                                      <p:to>
                                        <p:strVal val="visible"/>
                                      </p:to>
                                    </p:set>
                                    <p:animEffect transition="in" filter="wipe(left)">
                                      <p:cBhvr>
                                        <p:cTn id="52" dur="75"/>
                                        <p:tgtEl>
                                          <p:spTgt spid="39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4" grpId="0" autoUpdateAnimBg="0"/>
      <p:bldP spid="39946" grpId="0" autoUpdateAnimBg="0"/>
      <p:bldP spid="39955" grpId="0" autoUpdateAnimBg="0"/>
      <p:bldP spid="39957" grpId="0" autoUpdateAnimBg="0"/>
      <p:bldP spid="39961" grpId="0"/>
      <p:bldP spid="39963" grpId="0"/>
      <p:bldP spid="39964"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13"/>
          <p:cNvGraphicFramePr>
            <a:graphicFrameLocks noChangeAspect="1"/>
          </p:cNvGraphicFramePr>
          <p:nvPr/>
        </p:nvGraphicFramePr>
        <p:xfrm>
          <a:off x="1547813" y="908050"/>
          <a:ext cx="2641600" cy="431800"/>
        </p:xfrm>
        <a:graphic>
          <a:graphicData uri="http://schemas.openxmlformats.org/presentationml/2006/ole">
            <mc:AlternateContent xmlns:mc="http://schemas.openxmlformats.org/markup-compatibility/2006">
              <mc:Choice xmlns:v="urn:schemas-microsoft-com:vml" Requires="v">
                <p:oleObj spid="_x0000_s10281" name="Equation" r:id="rId3" imgW="2641600" imgH="431800" progId="Equation.3">
                  <p:embed/>
                </p:oleObj>
              </mc:Choice>
              <mc:Fallback>
                <p:oleObj name="Equation" r:id="rId3" imgW="2641600" imgH="4318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908050"/>
                        <a:ext cx="26416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3" name="Object 14"/>
          <p:cNvGraphicFramePr>
            <a:graphicFrameLocks noChangeAspect="1"/>
          </p:cNvGraphicFramePr>
          <p:nvPr/>
        </p:nvGraphicFramePr>
        <p:xfrm>
          <a:off x="4787900" y="74613"/>
          <a:ext cx="1447800" cy="2057400"/>
        </p:xfrm>
        <a:graphic>
          <a:graphicData uri="http://schemas.openxmlformats.org/presentationml/2006/ole">
            <mc:AlternateContent xmlns:mc="http://schemas.openxmlformats.org/markup-compatibility/2006">
              <mc:Choice xmlns:v="urn:schemas-microsoft-com:vml" Requires="v">
                <p:oleObj spid="_x0000_s10282" name="Equation" r:id="rId5" imgW="1447800" imgH="2057400" progId="Equation.3">
                  <p:embed/>
                </p:oleObj>
              </mc:Choice>
              <mc:Fallback>
                <p:oleObj name="Equation" r:id="rId5" imgW="1447800" imgH="2057400"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7900" y="74613"/>
                        <a:ext cx="1447800" cy="205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4" name="Rectangle 15"/>
          <p:cNvSpPr>
            <a:spLocks noChangeArrowheads="1"/>
          </p:cNvSpPr>
          <p:nvPr/>
        </p:nvSpPr>
        <p:spPr bwMode="auto">
          <a:xfrm>
            <a:off x="900113" y="2132013"/>
            <a:ext cx="77755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i="1"/>
              <a:t>        n</a:t>
            </a:r>
            <a:r>
              <a:rPr lang="zh-CN" altLang="en-US"/>
              <a:t>维行向量和</a:t>
            </a:r>
            <a:r>
              <a:rPr lang="en-US" altLang="zh-CN" i="1"/>
              <a:t>n</a:t>
            </a:r>
            <a:r>
              <a:rPr lang="zh-CN" altLang="en-US"/>
              <a:t>维列向量统称为</a:t>
            </a:r>
            <a:r>
              <a:rPr lang="en-US" altLang="zh-CN" i="1">
                <a:solidFill>
                  <a:srgbClr val="0000CC"/>
                </a:solidFill>
              </a:rPr>
              <a:t>n</a:t>
            </a:r>
            <a:r>
              <a:rPr lang="zh-CN" altLang="en-US">
                <a:solidFill>
                  <a:srgbClr val="0000CC"/>
                </a:solidFill>
              </a:rPr>
              <a:t>维向量</a:t>
            </a:r>
            <a:r>
              <a:rPr lang="zh-CN" altLang="en-US"/>
              <a:t>，它们的元称为</a:t>
            </a:r>
            <a:r>
              <a:rPr lang="zh-CN" altLang="en-US">
                <a:solidFill>
                  <a:srgbClr val="0000CC"/>
                </a:solidFill>
              </a:rPr>
              <a:t>分量</a:t>
            </a:r>
            <a:r>
              <a:rPr lang="zh-CN" altLang="en-US"/>
              <a:t>。 </a:t>
            </a:r>
          </a:p>
        </p:txBody>
      </p:sp>
      <p:sp>
        <p:nvSpPr>
          <p:cNvPr id="10245" name="Text Box 16"/>
          <p:cNvSpPr txBox="1">
            <a:spLocks noChangeArrowheads="1"/>
          </p:cNvSpPr>
          <p:nvPr/>
        </p:nvSpPr>
        <p:spPr bwMode="auto">
          <a:xfrm>
            <a:off x="827088" y="185738"/>
            <a:ext cx="1403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sz="3200">
                <a:solidFill>
                  <a:srgbClr val="A50021"/>
                </a:solidFill>
              </a:rPr>
              <a:t>说明：</a:t>
            </a:r>
          </a:p>
        </p:txBody>
      </p:sp>
      <p:sp>
        <p:nvSpPr>
          <p:cNvPr id="42001" name="Rectangle 17"/>
          <p:cNvSpPr>
            <a:spLocks noChangeArrowheads="1"/>
          </p:cNvSpPr>
          <p:nvPr/>
        </p:nvSpPr>
        <p:spPr bwMode="auto">
          <a:xfrm>
            <a:off x="1331913" y="3284538"/>
            <a:ext cx="75612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注：在具体场合下，</a:t>
            </a:r>
            <a:r>
              <a:rPr lang="en-US" altLang="zh-CN" i="1"/>
              <a:t>n</a:t>
            </a:r>
            <a:r>
              <a:rPr lang="zh-CN" altLang="en-US"/>
              <a:t>维向量是指行向量还是列</a:t>
            </a:r>
          </a:p>
        </p:txBody>
      </p:sp>
      <p:sp>
        <p:nvSpPr>
          <p:cNvPr id="42002" name="Rectangle 18"/>
          <p:cNvSpPr>
            <a:spLocks noChangeArrowheads="1"/>
          </p:cNvSpPr>
          <p:nvPr/>
        </p:nvSpPr>
        <p:spPr bwMode="auto">
          <a:xfrm>
            <a:off x="874713" y="3787775"/>
            <a:ext cx="4184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向量将</a:t>
            </a:r>
            <a:r>
              <a:rPr lang="zh-CN" altLang="en-US">
                <a:solidFill>
                  <a:srgbClr val="0000CC"/>
                </a:solidFill>
              </a:rPr>
              <a:t>由上下文来确定</a:t>
            </a:r>
            <a:r>
              <a:rPr lang="zh-CN" altLang="en-US"/>
              <a:t>。 </a:t>
            </a:r>
          </a:p>
        </p:txBody>
      </p:sp>
      <p:sp>
        <p:nvSpPr>
          <p:cNvPr id="42003" name="Rectangle 19"/>
          <p:cNvSpPr>
            <a:spLocks noChangeArrowheads="1"/>
          </p:cNvSpPr>
          <p:nvPr/>
        </p:nvSpPr>
        <p:spPr bwMode="auto">
          <a:xfrm>
            <a:off x="4716463" y="3787775"/>
            <a:ext cx="3740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如果二者皆可，为书写</a:t>
            </a:r>
          </a:p>
        </p:txBody>
      </p:sp>
      <p:sp>
        <p:nvSpPr>
          <p:cNvPr id="42004" name="Rectangle 20"/>
          <p:cNvSpPr>
            <a:spLocks noChangeArrowheads="1"/>
          </p:cNvSpPr>
          <p:nvPr/>
        </p:nvSpPr>
        <p:spPr bwMode="auto">
          <a:xfrm>
            <a:off x="827088" y="4364038"/>
            <a:ext cx="5607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方便，本书常写成</a:t>
            </a:r>
            <a:r>
              <a:rPr lang="zh-CN" altLang="en-US">
                <a:solidFill>
                  <a:srgbClr val="0000CC"/>
                </a:solidFill>
              </a:rPr>
              <a:t>行</a:t>
            </a:r>
            <a:r>
              <a:rPr lang="zh-CN" altLang="en-US"/>
              <a:t>向量的形式。 </a:t>
            </a:r>
          </a:p>
        </p:txBody>
      </p:sp>
      <p:sp>
        <p:nvSpPr>
          <p:cNvPr id="42005" name="Rectangle 21"/>
          <p:cNvSpPr>
            <a:spLocks noChangeArrowheads="1"/>
          </p:cNvSpPr>
          <p:nvPr/>
        </p:nvSpPr>
        <p:spPr bwMode="auto">
          <a:xfrm>
            <a:off x="2051050" y="5016500"/>
            <a:ext cx="3960813" cy="1003300"/>
          </a:xfrm>
          <a:prstGeom prst="rect">
            <a:avLst/>
          </a:prstGeom>
          <a:solidFill>
            <a:schemeClr val="accent1"/>
          </a:solidFill>
          <a:ln w="57150" cmpd="thinThick" algn="ctr">
            <a:solidFill>
              <a:srgbClr val="0000CC"/>
            </a:solidFill>
            <a:miter lim="800000"/>
            <a:headEnd/>
            <a:tailEnd/>
          </a:ln>
          <a:effectLst>
            <a:outerShdw dist="107763" dir="18900000" algn="ctr" rotWithShape="0">
              <a:schemeClr val="bg2">
                <a:alpha val="50000"/>
              </a:schemeClr>
            </a:outerShdw>
          </a:effectLst>
        </p:spPr>
        <p:txBody>
          <a:bodyPr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楷体_GB2312" pitchFamily="49" charset="-122"/>
                <a:ea typeface="楷体_GB2312" pitchFamily="49" charset="-122"/>
              </a:rPr>
              <a:t>但是，在多数文献资料中的向量一般指列向量</a:t>
            </a:r>
            <a:r>
              <a:rPr lang="en-US" altLang="zh-CN">
                <a:latin typeface="楷体_GB2312" pitchFamily="49" charset="-122"/>
                <a:ea typeface="楷体_GB2312" pitchFamily="49" charset="-122"/>
              </a:rPr>
              <a:t>.</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2001"/>
                                        </p:tgtEl>
                                        <p:attrNameLst>
                                          <p:attrName>style.visibility</p:attrName>
                                        </p:attrNameLst>
                                      </p:cBhvr>
                                      <p:to>
                                        <p:strVal val="visible"/>
                                      </p:to>
                                    </p:set>
                                    <p:animEffect transition="in" filter="wipe(left)">
                                      <p:cBhvr>
                                        <p:cTn id="7" dur="500"/>
                                        <p:tgtEl>
                                          <p:spTgt spid="4200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2002"/>
                                        </p:tgtEl>
                                        <p:attrNameLst>
                                          <p:attrName>style.visibility</p:attrName>
                                        </p:attrNameLst>
                                      </p:cBhvr>
                                      <p:to>
                                        <p:strVal val="visible"/>
                                      </p:to>
                                    </p:set>
                                    <p:animEffect transition="in" filter="wipe(left)">
                                      <p:cBhvr>
                                        <p:cTn id="10" dur="500"/>
                                        <p:tgtEl>
                                          <p:spTgt spid="4200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2003"/>
                                        </p:tgtEl>
                                        <p:attrNameLst>
                                          <p:attrName>style.visibility</p:attrName>
                                        </p:attrNameLst>
                                      </p:cBhvr>
                                      <p:to>
                                        <p:strVal val="visible"/>
                                      </p:to>
                                    </p:set>
                                    <p:animEffect transition="in" filter="wipe(left)">
                                      <p:cBhvr>
                                        <p:cTn id="15" dur="500"/>
                                        <p:tgtEl>
                                          <p:spTgt spid="42003"/>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2004"/>
                                        </p:tgtEl>
                                        <p:attrNameLst>
                                          <p:attrName>style.visibility</p:attrName>
                                        </p:attrNameLst>
                                      </p:cBhvr>
                                      <p:to>
                                        <p:strVal val="visible"/>
                                      </p:to>
                                    </p:set>
                                    <p:animEffect transition="in" filter="wipe(left)">
                                      <p:cBhvr>
                                        <p:cTn id="18" dur="500"/>
                                        <p:tgtEl>
                                          <p:spTgt spid="4200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42005"/>
                                        </p:tgtEl>
                                        <p:attrNameLst>
                                          <p:attrName>style.visibility</p:attrName>
                                        </p:attrNameLst>
                                      </p:cBhvr>
                                      <p:to>
                                        <p:strVal val="visible"/>
                                      </p:to>
                                    </p:set>
                                    <p:animEffect transition="in" filter="wipe(left)">
                                      <p:cBhvr>
                                        <p:cTn id="23" dur="500"/>
                                        <p:tgtEl>
                                          <p:spTgt spid="42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01" grpId="0"/>
      <p:bldP spid="42002" grpId="0"/>
      <p:bldP spid="42003" grpId="0"/>
      <p:bldP spid="42004" grpId="0"/>
      <p:bldP spid="4200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9" name="Rectangle 9"/>
          <p:cNvSpPr>
            <a:spLocks noChangeArrowheads="1"/>
          </p:cNvSpPr>
          <p:nvPr/>
        </p:nvSpPr>
        <p:spPr bwMode="auto">
          <a:xfrm>
            <a:off x="5602288" y="1266825"/>
            <a:ext cx="3311525" cy="94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defRPr/>
            </a:pPr>
            <a:r>
              <a:rPr lang="en-US" altLang="zh-CN">
                <a:solidFill>
                  <a:schemeClr val="bg2"/>
                </a:solidFill>
                <a:ea typeface="宋体" pitchFamily="2" charset="-122"/>
              </a:rPr>
              <a:t>             </a:t>
            </a:r>
            <a:r>
              <a:rPr lang="zh-CN" altLang="en-US">
                <a:solidFill>
                  <a:schemeClr val="bg2"/>
                </a:solidFill>
                <a:latin typeface="黑体" pitchFamily="2" charset="-122"/>
                <a:ea typeface="黑体" pitchFamily="2" charset="-122"/>
              </a:rPr>
              <a:t>称为</a:t>
            </a:r>
            <a:r>
              <a:rPr lang="zh-CN" altLang="en-US">
                <a:solidFill>
                  <a:srgbClr val="0000FF"/>
                </a:solidFill>
                <a:effectLst>
                  <a:outerShdw blurRad="38100" dist="38100" dir="2700000" algn="tl">
                    <a:srgbClr val="C0C0C0"/>
                  </a:outerShdw>
                </a:effectLst>
                <a:latin typeface="黑体" pitchFamily="2" charset="-122"/>
                <a:ea typeface="黑体" pitchFamily="2" charset="-122"/>
              </a:rPr>
              <a:t>对角</a:t>
            </a:r>
          </a:p>
          <a:p>
            <a:pPr>
              <a:defRPr/>
            </a:pPr>
            <a:r>
              <a:rPr lang="zh-CN" altLang="en-US">
                <a:solidFill>
                  <a:srgbClr val="0000FF"/>
                </a:solidFill>
                <a:effectLst>
                  <a:outerShdw blurRad="38100" dist="38100" dir="2700000" algn="tl">
                    <a:srgbClr val="C0C0C0"/>
                  </a:outerShdw>
                </a:effectLst>
                <a:latin typeface="黑体" pitchFamily="2" charset="-122"/>
                <a:ea typeface="黑体" pitchFamily="2" charset="-122"/>
              </a:rPr>
              <a:t>矩阵</a:t>
            </a:r>
            <a:r>
              <a:rPr lang="en-US" altLang="zh-CN">
                <a:solidFill>
                  <a:schemeClr val="bg2"/>
                </a:solidFill>
                <a:latin typeface="黑体" pitchFamily="2" charset="-122"/>
                <a:ea typeface="黑体" pitchFamily="2" charset="-122"/>
              </a:rPr>
              <a:t>(</a:t>
            </a:r>
            <a:r>
              <a:rPr lang="zh-CN" altLang="en-US">
                <a:solidFill>
                  <a:schemeClr val="bg2"/>
                </a:solidFill>
                <a:latin typeface="黑体" pitchFamily="2" charset="-122"/>
                <a:ea typeface="黑体" pitchFamily="2" charset="-122"/>
              </a:rPr>
              <a:t>或</a:t>
            </a:r>
            <a:r>
              <a:rPr lang="zh-CN" altLang="en-US">
                <a:solidFill>
                  <a:srgbClr val="0000FF"/>
                </a:solidFill>
                <a:effectLst>
                  <a:outerShdw blurRad="38100" dist="38100" dir="2700000" algn="tl">
                    <a:srgbClr val="C0C0C0"/>
                  </a:outerShdw>
                </a:effectLst>
                <a:latin typeface="黑体" pitchFamily="2" charset="-122"/>
                <a:ea typeface="黑体" pitchFamily="2" charset="-122"/>
              </a:rPr>
              <a:t>对角阵</a:t>
            </a:r>
            <a:r>
              <a:rPr lang="zh-CN" altLang="en-US">
                <a:solidFill>
                  <a:schemeClr val="bg2"/>
                </a:solidFill>
                <a:latin typeface="黑体" pitchFamily="2" charset="-122"/>
                <a:ea typeface="黑体" pitchFamily="2" charset="-122"/>
              </a:rPr>
              <a:t>）</a:t>
            </a:r>
            <a:r>
              <a:rPr lang="en-US" altLang="zh-CN">
                <a:solidFill>
                  <a:schemeClr val="bg2"/>
                </a:solidFill>
                <a:ea typeface="宋体" pitchFamily="2" charset="-122"/>
              </a:rPr>
              <a:t>.</a:t>
            </a:r>
            <a:endParaRPr lang="en-US" altLang="zh-CN">
              <a:ea typeface="宋体" pitchFamily="2" charset="-122"/>
            </a:endParaRPr>
          </a:p>
        </p:txBody>
      </p:sp>
      <p:grpSp>
        <p:nvGrpSpPr>
          <p:cNvPr id="11267" name="Group 13"/>
          <p:cNvGrpSpPr>
            <a:grpSpLocks/>
          </p:cNvGrpSpPr>
          <p:nvPr/>
        </p:nvGrpSpPr>
        <p:grpSpPr bwMode="auto">
          <a:xfrm>
            <a:off x="1106488" y="669925"/>
            <a:ext cx="5857875" cy="2044700"/>
            <a:chOff x="864" y="2552"/>
            <a:chExt cx="3690" cy="1288"/>
          </a:xfrm>
        </p:grpSpPr>
        <p:graphicFrame>
          <p:nvGraphicFramePr>
            <p:cNvPr id="11289" name="Object 8"/>
            <p:cNvGraphicFramePr>
              <a:graphicFrameLocks noChangeAspect="1"/>
            </p:cNvGraphicFramePr>
            <p:nvPr/>
          </p:nvGraphicFramePr>
          <p:xfrm>
            <a:off x="1968" y="2552"/>
            <a:ext cx="1680" cy="1288"/>
          </p:xfrm>
          <a:graphic>
            <a:graphicData uri="http://schemas.openxmlformats.org/presentationml/2006/ole">
              <mc:AlternateContent xmlns:mc="http://schemas.openxmlformats.org/markup-compatibility/2006">
                <mc:Choice xmlns:v="urn:schemas-microsoft-com:vml" Requires="v">
                  <p:oleObj spid="_x0000_s11412" name="公式" r:id="rId3" imgW="2882900" imgH="2209800" progId="Equation.3">
                    <p:embed/>
                  </p:oleObj>
                </mc:Choice>
                <mc:Fallback>
                  <p:oleObj name="公式" r:id="rId3" imgW="2882900" imgH="22098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8" y="2552"/>
                          <a:ext cx="1680" cy="1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90" name="Rectangle 10"/>
            <p:cNvSpPr>
              <a:spLocks noChangeArrowheads="1"/>
            </p:cNvSpPr>
            <p:nvPr/>
          </p:nvSpPr>
          <p:spPr bwMode="auto">
            <a:xfrm>
              <a:off x="864" y="2976"/>
              <a:ext cx="6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a:t>
              </a:r>
              <a:r>
                <a:rPr lang="en-US" altLang="zh-CN">
                  <a:solidFill>
                    <a:schemeClr val="bg2"/>
                  </a:solidFill>
                  <a:ea typeface="宋体" pitchFamily="2" charset="-122"/>
                </a:rPr>
                <a:t>3</a:t>
              </a:r>
              <a:r>
                <a:rPr lang="zh-CN" altLang="en-US">
                  <a:solidFill>
                    <a:schemeClr val="bg2"/>
                  </a:solidFill>
                  <a:ea typeface="宋体" pitchFamily="2" charset="-122"/>
                </a:rPr>
                <a:t>）</a:t>
              </a:r>
            </a:p>
          </p:txBody>
        </p:sp>
        <p:sp>
          <p:nvSpPr>
            <p:cNvPr id="11291" name="Text Box 12"/>
            <p:cNvSpPr txBox="1">
              <a:spLocks noChangeArrowheads="1"/>
            </p:cNvSpPr>
            <p:nvPr/>
          </p:nvSpPr>
          <p:spPr bwMode="auto">
            <a:xfrm>
              <a:off x="1392" y="2928"/>
              <a:ext cx="316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rPr>
                <a:t>形如                的方阵</a:t>
              </a:r>
              <a:r>
                <a:rPr lang="en-US" altLang="zh-CN">
                  <a:latin typeface="黑体" pitchFamily="49" charset="-122"/>
                </a:rPr>
                <a:t>,</a:t>
              </a:r>
            </a:p>
          </p:txBody>
        </p:sp>
      </p:grpSp>
      <p:grpSp>
        <p:nvGrpSpPr>
          <p:cNvPr id="40974" name="Group 14"/>
          <p:cNvGrpSpPr>
            <a:grpSpLocks/>
          </p:cNvGrpSpPr>
          <p:nvPr/>
        </p:nvGrpSpPr>
        <p:grpSpPr bwMode="auto">
          <a:xfrm>
            <a:off x="3111500" y="1190625"/>
            <a:ext cx="2057400" cy="1524000"/>
            <a:chOff x="2304" y="1056"/>
            <a:chExt cx="1296" cy="960"/>
          </a:xfrm>
        </p:grpSpPr>
        <p:sp>
          <p:nvSpPr>
            <p:cNvPr id="11287" name="AutoShape 15"/>
            <p:cNvSpPr>
              <a:spLocks noChangeArrowheads="1"/>
            </p:cNvSpPr>
            <p:nvPr/>
          </p:nvSpPr>
          <p:spPr bwMode="auto">
            <a:xfrm>
              <a:off x="2304" y="1056"/>
              <a:ext cx="1296" cy="960"/>
            </a:xfrm>
            <a:prstGeom prst="rtTriangle">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p>
          </p:txBody>
        </p:sp>
        <p:graphicFrame>
          <p:nvGraphicFramePr>
            <p:cNvPr id="11288" name="Object 16"/>
            <p:cNvGraphicFramePr>
              <a:graphicFrameLocks noChangeAspect="1"/>
            </p:cNvGraphicFramePr>
            <p:nvPr/>
          </p:nvGraphicFramePr>
          <p:xfrm>
            <a:off x="2592" y="1584"/>
            <a:ext cx="184" cy="200"/>
          </p:xfrm>
          <a:graphic>
            <a:graphicData uri="http://schemas.openxmlformats.org/presentationml/2006/ole">
              <mc:AlternateContent xmlns:mc="http://schemas.openxmlformats.org/markup-compatibility/2006">
                <mc:Choice xmlns:v="urn:schemas-microsoft-com:vml" Requires="v">
                  <p:oleObj spid="_x0000_s11413" name="Equation" r:id="rId5" imgW="285795" imgH="304708" progId="Equation.3">
                    <p:embed/>
                  </p:oleObj>
                </mc:Choice>
                <mc:Fallback>
                  <p:oleObj name="Equation" r:id="rId5" imgW="285795" imgH="304708" progId="Equation.3">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2" y="1584"/>
                          <a:ext cx="184"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0977" name="Group 17"/>
          <p:cNvGrpSpPr>
            <a:grpSpLocks/>
          </p:cNvGrpSpPr>
          <p:nvPr/>
        </p:nvGrpSpPr>
        <p:grpSpPr bwMode="auto">
          <a:xfrm>
            <a:off x="3392488" y="733425"/>
            <a:ext cx="2057400" cy="1600200"/>
            <a:chOff x="3888" y="1152"/>
            <a:chExt cx="1296" cy="1008"/>
          </a:xfrm>
        </p:grpSpPr>
        <p:sp>
          <p:nvSpPr>
            <p:cNvPr id="11285" name="AutoShape 18"/>
            <p:cNvSpPr>
              <a:spLocks noChangeArrowheads="1"/>
            </p:cNvSpPr>
            <p:nvPr/>
          </p:nvSpPr>
          <p:spPr bwMode="auto">
            <a:xfrm rot="10800000">
              <a:off x="3888" y="1152"/>
              <a:ext cx="1296" cy="1008"/>
            </a:xfrm>
            <a:prstGeom prst="rtTriangle">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p>
          </p:txBody>
        </p:sp>
        <p:graphicFrame>
          <p:nvGraphicFramePr>
            <p:cNvPr id="11286" name="Object 19"/>
            <p:cNvGraphicFramePr>
              <a:graphicFrameLocks noChangeAspect="1"/>
            </p:cNvGraphicFramePr>
            <p:nvPr/>
          </p:nvGraphicFramePr>
          <p:xfrm>
            <a:off x="4752" y="1344"/>
            <a:ext cx="184" cy="200"/>
          </p:xfrm>
          <a:graphic>
            <a:graphicData uri="http://schemas.openxmlformats.org/presentationml/2006/ole">
              <mc:AlternateContent xmlns:mc="http://schemas.openxmlformats.org/markup-compatibility/2006">
                <mc:Choice xmlns:v="urn:schemas-microsoft-com:vml" Requires="v">
                  <p:oleObj spid="_x0000_s11414" name="Equation" r:id="rId7" imgW="285795" imgH="304708" progId="Equation.3">
                    <p:embed/>
                  </p:oleObj>
                </mc:Choice>
                <mc:Fallback>
                  <p:oleObj name="Equation" r:id="rId7" imgW="285795" imgH="304708"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52" y="1344"/>
                          <a:ext cx="184"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0980" name="Oval 20"/>
          <p:cNvSpPr>
            <a:spLocks noChangeArrowheads="1"/>
          </p:cNvSpPr>
          <p:nvPr/>
        </p:nvSpPr>
        <p:spPr bwMode="auto">
          <a:xfrm rot="2524426">
            <a:off x="2576513" y="1352550"/>
            <a:ext cx="3221037" cy="685800"/>
          </a:xfrm>
          <a:prstGeom prst="ellipse">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p>
        </p:txBody>
      </p:sp>
      <p:grpSp>
        <p:nvGrpSpPr>
          <p:cNvPr id="40983" name="Group 23"/>
          <p:cNvGrpSpPr>
            <a:grpSpLocks/>
          </p:cNvGrpSpPr>
          <p:nvPr/>
        </p:nvGrpSpPr>
        <p:grpSpPr bwMode="auto">
          <a:xfrm>
            <a:off x="3282950" y="150813"/>
            <a:ext cx="1814513" cy="541337"/>
            <a:chOff x="2112" y="2112"/>
            <a:chExt cx="1143" cy="432"/>
          </a:xfrm>
        </p:grpSpPr>
        <p:sp>
          <p:nvSpPr>
            <p:cNvPr id="11283" name="Line 21"/>
            <p:cNvSpPr>
              <a:spLocks noChangeShapeType="1"/>
            </p:cNvSpPr>
            <p:nvPr/>
          </p:nvSpPr>
          <p:spPr bwMode="auto">
            <a:xfrm flipV="1">
              <a:off x="2112" y="2352"/>
              <a:ext cx="336" cy="19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84" name="Text Box 22"/>
            <p:cNvSpPr txBox="1">
              <a:spLocks noChangeArrowheads="1"/>
            </p:cNvSpPr>
            <p:nvPr/>
          </p:nvSpPr>
          <p:spPr bwMode="auto">
            <a:xfrm>
              <a:off x="2352" y="2112"/>
              <a:ext cx="903" cy="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不全为</a:t>
              </a:r>
              <a:r>
                <a:rPr lang="en-US" altLang="zh-CN">
                  <a:ea typeface="宋体" pitchFamily="2" charset="-122"/>
                </a:rPr>
                <a:t>0</a:t>
              </a:r>
            </a:p>
          </p:txBody>
        </p:sp>
      </p:grpSp>
      <p:sp>
        <p:nvSpPr>
          <p:cNvPr id="40984" name="Text Box 24"/>
          <p:cNvSpPr txBox="1">
            <a:spLocks noChangeArrowheads="1"/>
          </p:cNvSpPr>
          <p:nvPr/>
        </p:nvSpPr>
        <p:spPr bwMode="auto">
          <a:xfrm>
            <a:off x="920750" y="2765425"/>
            <a:ext cx="898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记作</a:t>
            </a:r>
          </a:p>
        </p:txBody>
      </p:sp>
      <p:graphicFrame>
        <p:nvGraphicFramePr>
          <p:cNvPr id="40985" name="Object 25"/>
          <p:cNvGraphicFramePr>
            <a:graphicFrameLocks noChangeAspect="1"/>
          </p:cNvGraphicFramePr>
          <p:nvPr/>
        </p:nvGraphicFramePr>
        <p:xfrm>
          <a:off x="1855788" y="2852738"/>
          <a:ext cx="3340100" cy="431800"/>
        </p:xfrm>
        <a:graphic>
          <a:graphicData uri="http://schemas.openxmlformats.org/presentationml/2006/ole">
            <mc:AlternateContent xmlns:mc="http://schemas.openxmlformats.org/markup-compatibility/2006">
              <mc:Choice xmlns:v="urn:schemas-microsoft-com:vml" Requires="v">
                <p:oleObj spid="_x0000_s11415" name="Equation" r:id="rId9" imgW="3333795" imgH="418929" progId="Equation.3">
                  <p:embed/>
                </p:oleObj>
              </mc:Choice>
              <mc:Fallback>
                <p:oleObj name="Equation" r:id="rId9" imgW="3333795" imgH="418929" progId="Equation.3">
                  <p:embed/>
                  <p:pic>
                    <p:nvPicPr>
                      <p:cNvPr id="0"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55788" y="2852738"/>
                        <a:ext cx="33401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0986" name="Group 26"/>
          <p:cNvGrpSpPr>
            <a:grpSpLocks/>
          </p:cNvGrpSpPr>
          <p:nvPr/>
        </p:nvGrpSpPr>
        <p:grpSpPr bwMode="auto">
          <a:xfrm>
            <a:off x="611188" y="3281363"/>
            <a:ext cx="7864475" cy="946150"/>
            <a:chOff x="576" y="2544"/>
            <a:chExt cx="4954" cy="596"/>
          </a:xfrm>
        </p:grpSpPr>
        <p:sp>
          <p:nvSpPr>
            <p:cNvPr id="11279" name="Rectangle 27"/>
            <p:cNvSpPr>
              <a:spLocks noChangeArrowheads="1"/>
            </p:cNvSpPr>
            <p:nvPr/>
          </p:nvSpPr>
          <p:spPr bwMode="auto">
            <a:xfrm>
              <a:off x="576" y="2544"/>
              <a:ext cx="4954" cy="5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solidFill>
                    <a:schemeClr val="bg2"/>
                  </a:solidFill>
                  <a:ea typeface="宋体" pitchFamily="2" charset="-122"/>
                </a:rPr>
                <a:t>      </a:t>
              </a:r>
              <a:r>
                <a:rPr lang="zh-CN" altLang="en-US">
                  <a:solidFill>
                    <a:schemeClr val="bg2"/>
                  </a:solidFill>
                  <a:ea typeface="宋体" pitchFamily="2" charset="-122"/>
                </a:rPr>
                <a:t>（</a:t>
              </a:r>
              <a:r>
                <a:rPr lang="en-US" altLang="zh-CN">
                  <a:solidFill>
                    <a:schemeClr val="bg2"/>
                  </a:solidFill>
                  <a:ea typeface="宋体" pitchFamily="2" charset="-122"/>
                </a:rPr>
                <a:t>4</a:t>
              </a:r>
              <a:r>
                <a:rPr lang="zh-CN" altLang="en-US">
                  <a:solidFill>
                    <a:schemeClr val="bg2"/>
                  </a:solidFill>
                  <a:ea typeface="宋体" pitchFamily="2" charset="-122"/>
                </a:rPr>
                <a:t>）</a:t>
              </a:r>
              <a:r>
                <a:rPr lang="zh-CN" altLang="en-US">
                  <a:solidFill>
                    <a:schemeClr val="bg2"/>
                  </a:solidFill>
                  <a:latin typeface="黑体" pitchFamily="49" charset="-122"/>
                </a:rPr>
                <a:t>元素全为零的矩阵称为</a:t>
              </a:r>
              <a:r>
                <a:rPr lang="zh-CN" altLang="en-US">
                  <a:solidFill>
                    <a:srgbClr val="0000FF"/>
                  </a:solidFill>
                  <a:latin typeface="黑体" pitchFamily="49" charset="-122"/>
                </a:rPr>
                <a:t>零矩阵</a:t>
              </a:r>
              <a:r>
                <a:rPr lang="zh-CN" altLang="en-US">
                  <a:solidFill>
                    <a:schemeClr val="bg2"/>
                  </a:solidFill>
                  <a:latin typeface="黑体" pitchFamily="49" charset="-122"/>
                </a:rPr>
                <a:t>，     零</a:t>
              </a:r>
            </a:p>
            <a:p>
              <a:pPr eaLnBrk="1" hangingPunct="1"/>
              <a:r>
                <a:rPr lang="zh-CN" altLang="en-US">
                  <a:solidFill>
                    <a:schemeClr val="bg2"/>
                  </a:solidFill>
                  <a:latin typeface="黑体" pitchFamily="49" charset="-122"/>
                </a:rPr>
                <a:t>矩阵记作     或   </a:t>
              </a:r>
              <a:r>
                <a:rPr lang="en-US" altLang="zh-CN">
                  <a:solidFill>
                    <a:schemeClr val="bg2"/>
                  </a:solidFill>
                  <a:latin typeface="黑体" pitchFamily="49" charset="-122"/>
                </a:rPr>
                <a:t>.</a:t>
              </a:r>
            </a:p>
          </p:txBody>
        </p:sp>
        <p:graphicFrame>
          <p:nvGraphicFramePr>
            <p:cNvPr id="11280" name="Object 28"/>
            <p:cNvGraphicFramePr>
              <a:graphicFrameLocks noChangeAspect="1"/>
            </p:cNvGraphicFramePr>
            <p:nvPr/>
          </p:nvGraphicFramePr>
          <p:xfrm>
            <a:off x="4608" y="2640"/>
            <a:ext cx="552" cy="159"/>
          </p:xfrm>
          <a:graphic>
            <a:graphicData uri="http://schemas.openxmlformats.org/presentationml/2006/ole">
              <mc:AlternateContent xmlns:mc="http://schemas.openxmlformats.org/markup-compatibility/2006">
                <mc:Choice xmlns:v="urn:schemas-microsoft-com:vml" Requires="v">
                  <p:oleObj spid="_x0000_s11416" name="公式" r:id="rId11" imgW="875920" imgH="253890" progId="Equation.3">
                    <p:embed/>
                  </p:oleObj>
                </mc:Choice>
                <mc:Fallback>
                  <p:oleObj name="公式" r:id="rId11" imgW="875920" imgH="253890" progId="Equation.3">
                    <p:embed/>
                    <p:pic>
                      <p:nvPicPr>
                        <p:cNvPr id="0" name="Object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08" y="2640"/>
                          <a:ext cx="552"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1" name="Object 29"/>
            <p:cNvGraphicFramePr>
              <a:graphicFrameLocks noChangeAspect="1"/>
            </p:cNvGraphicFramePr>
            <p:nvPr/>
          </p:nvGraphicFramePr>
          <p:xfrm>
            <a:off x="1611" y="2805"/>
            <a:ext cx="450" cy="312"/>
          </p:xfrm>
          <a:graphic>
            <a:graphicData uri="http://schemas.openxmlformats.org/presentationml/2006/ole">
              <mc:AlternateContent xmlns:mc="http://schemas.openxmlformats.org/markup-compatibility/2006">
                <mc:Choice xmlns:v="urn:schemas-microsoft-com:vml" Requires="v">
                  <p:oleObj spid="_x0000_s11417" name="Equation" r:id="rId13" imgW="622030" imgH="431613" progId="Equation.3">
                    <p:embed/>
                  </p:oleObj>
                </mc:Choice>
                <mc:Fallback>
                  <p:oleObj name="Equation" r:id="rId13" imgW="622030" imgH="431613" progId="Equation.3">
                    <p:embed/>
                    <p:pic>
                      <p:nvPicPr>
                        <p:cNvPr id="0" name="Object 2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11" y="2805"/>
                          <a:ext cx="450"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2" name="Object 30"/>
            <p:cNvGraphicFramePr>
              <a:graphicFrameLocks noChangeAspect="1"/>
            </p:cNvGraphicFramePr>
            <p:nvPr/>
          </p:nvGraphicFramePr>
          <p:xfrm>
            <a:off x="2429" y="2885"/>
            <a:ext cx="192" cy="213"/>
          </p:xfrm>
          <a:graphic>
            <a:graphicData uri="http://schemas.openxmlformats.org/presentationml/2006/ole">
              <mc:AlternateContent xmlns:mc="http://schemas.openxmlformats.org/markup-compatibility/2006">
                <mc:Choice xmlns:v="urn:schemas-microsoft-com:vml" Requires="v">
                  <p:oleObj spid="_x0000_s11418" name="Equation" r:id="rId15" imgW="215713" imgH="241091" progId="Equation.3">
                    <p:embed/>
                  </p:oleObj>
                </mc:Choice>
                <mc:Fallback>
                  <p:oleObj name="Equation" r:id="rId15" imgW="215713" imgH="241091" progId="Equation.3">
                    <p:embed/>
                    <p:pic>
                      <p:nvPicPr>
                        <p:cNvPr id="0" name="Object 3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29" y="2885"/>
                          <a:ext cx="192"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0991" name="Text Box 31"/>
          <p:cNvSpPr txBox="1">
            <a:spLocks noChangeArrowheads="1"/>
          </p:cNvSpPr>
          <p:nvPr/>
        </p:nvSpPr>
        <p:spPr bwMode="auto">
          <a:xfrm>
            <a:off x="1316038" y="4278313"/>
            <a:ext cx="89852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0000FF"/>
                </a:solidFill>
              </a:rPr>
              <a:t>注意</a:t>
            </a:r>
          </a:p>
        </p:txBody>
      </p:sp>
      <p:graphicFrame>
        <p:nvGraphicFramePr>
          <p:cNvPr id="40992" name="Object 32"/>
          <p:cNvGraphicFramePr>
            <a:graphicFrameLocks noChangeAspect="1"/>
          </p:cNvGraphicFramePr>
          <p:nvPr/>
        </p:nvGraphicFramePr>
        <p:xfrm>
          <a:off x="2360613" y="4797425"/>
          <a:ext cx="3960812" cy="1816100"/>
        </p:xfrm>
        <a:graphic>
          <a:graphicData uri="http://schemas.openxmlformats.org/presentationml/2006/ole">
            <mc:AlternateContent xmlns:mc="http://schemas.openxmlformats.org/markup-compatibility/2006">
              <mc:Choice xmlns:v="urn:schemas-microsoft-com:vml" Requires="v">
                <p:oleObj spid="_x0000_s11419" name="Equation" r:id="rId17" imgW="4457700" imgH="2044700" progId="Equation.3">
                  <p:embed/>
                </p:oleObj>
              </mc:Choice>
              <mc:Fallback>
                <p:oleObj name="Equation" r:id="rId17" imgW="4457700" imgH="2044700" progId="Equation.3">
                  <p:embed/>
                  <p:pic>
                    <p:nvPicPr>
                      <p:cNvPr id="0" name="Object 3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60613" y="4797425"/>
                        <a:ext cx="3960812" cy="181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93" name="Rectangle 33"/>
          <p:cNvSpPr>
            <a:spLocks noChangeArrowheads="1"/>
          </p:cNvSpPr>
          <p:nvPr/>
        </p:nvSpPr>
        <p:spPr bwMode="auto">
          <a:xfrm>
            <a:off x="2266950" y="4292600"/>
            <a:ext cx="525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spcBef>
                <a:spcPct val="50000"/>
              </a:spcBef>
            </a:pPr>
            <a:r>
              <a:rPr lang="zh-CN" altLang="en-US">
                <a:solidFill>
                  <a:schemeClr val="bg2"/>
                </a:solidFill>
                <a:ea typeface="宋体" pitchFamily="2" charset="-122"/>
              </a:rPr>
              <a:t>不同阶数的零矩阵是不相等的</a:t>
            </a:r>
            <a:r>
              <a:rPr lang="en-US" altLang="zh-CN">
                <a:solidFill>
                  <a:schemeClr val="bg2"/>
                </a:solidFill>
                <a:ea typeface="宋体" pitchFamily="2" charset="-122"/>
              </a:rPr>
              <a:t>.</a:t>
            </a:r>
          </a:p>
        </p:txBody>
      </p:sp>
      <p:sp>
        <p:nvSpPr>
          <p:cNvPr id="40994" name="Rectangle 34"/>
          <p:cNvSpPr>
            <a:spLocks noChangeArrowheads="1"/>
          </p:cNvSpPr>
          <p:nvPr/>
        </p:nvSpPr>
        <p:spPr bwMode="auto">
          <a:xfrm>
            <a:off x="1281113" y="5300663"/>
            <a:ext cx="898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例如</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40969"/>
                                        </p:tgtEl>
                                        <p:attrNameLst>
                                          <p:attrName>style.visibility</p:attrName>
                                        </p:attrNameLst>
                                      </p:cBhvr>
                                      <p:to>
                                        <p:strVal val="visible"/>
                                      </p:to>
                                    </p:set>
                                    <p:animEffect transition="in" filter="wipe(left)">
                                      <p:cBhvr>
                                        <p:cTn id="7" dur="75"/>
                                        <p:tgtEl>
                                          <p:spTgt spid="409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0974"/>
                                        </p:tgtEl>
                                        <p:attrNameLst>
                                          <p:attrName>style.visibility</p:attrName>
                                        </p:attrNameLst>
                                      </p:cBhvr>
                                      <p:to>
                                        <p:strVal val="visible"/>
                                      </p:to>
                                    </p:set>
                                    <p:animEffect transition="in" filter="wipe(left)">
                                      <p:cBhvr>
                                        <p:cTn id="12" dur="500"/>
                                        <p:tgtEl>
                                          <p:spTgt spid="40974"/>
                                        </p:tgtEl>
                                      </p:cBhvr>
                                    </p:animEffect>
                                  </p:childTnLst>
                                  <p:subTnLst>
                                    <p:set>
                                      <p:cBhvr override="childStyle">
                                        <p:cTn dur="1" fill="hold" display="0" masterRel="nextClick" afterEffect="1"/>
                                        <p:tgtEl>
                                          <p:spTgt spid="40974"/>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0977"/>
                                        </p:tgtEl>
                                        <p:attrNameLst>
                                          <p:attrName>style.visibility</p:attrName>
                                        </p:attrNameLst>
                                      </p:cBhvr>
                                      <p:to>
                                        <p:strVal val="visible"/>
                                      </p:to>
                                    </p:set>
                                    <p:animEffect transition="in" filter="wipe(left)">
                                      <p:cBhvr>
                                        <p:cTn id="17" dur="500"/>
                                        <p:tgtEl>
                                          <p:spTgt spid="40977"/>
                                        </p:tgtEl>
                                      </p:cBhvr>
                                    </p:animEffect>
                                  </p:childTnLst>
                                  <p:subTnLst>
                                    <p:set>
                                      <p:cBhvr override="childStyle">
                                        <p:cTn dur="1" fill="hold" display="0" masterRel="sameClick" afterEffect="1">
                                          <p:stCondLst>
                                            <p:cond evt="end" delay="0">
                                              <p:tn val="15"/>
                                            </p:cond>
                                          </p:stCondLst>
                                        </p:cTn>
                                        <p:tgtEl>
                                          <p:spTgt spid="40977"/>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0980"/>
                                        </p:tgtEl>
                                        <p:attrNameLst>
                                          <p:attrName>style.visibility</p:attrName>
                                        </p:attrNameLst>
                                      </p:cBhvr>
                                      <p:to>
                                        <p:strVal val="visible"/>
                                      </p:to>
                                    </p:set>
                                    <p:animEffect transition="in" filter="wipe(left)">
                                      <p:cBhvr>
                                        <p:cTn id="22" dur="500"/>
                                        <p:tgtEl>
                                          <p:spTgt spid="4098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0983"/>
                                        </p:tgtEl>
                                        <p:attrNameLst>
                                          <p:attrName>style.visibility</p:attrName>
                                        </p:attrNameLst>
                                      </p:cBhvr>
                                      <p:to>
                                        <p:strVal val="visible"/>
                                      </p:to>
                                    </p:set>
                                    <p:animEffect transition="in" filter="wipe(left)">
                                      <p:cBhvr>
                                        <p:cTn id="27" dur="500"/>
                                        <p:tgtEl>
                                          <p:spTgt spid="4098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0984"/>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40985"/>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40986"/>
                                        </p:tgtEl>
                                        <p:attrNameLst>
                                          <p:attrName>style.visibility</p:attrName>
                                        </p:attrNameLst>
                                      </p:cBhvr>
                                      <p:to>
                                        <p:strVal val="visible"/>
                                      </p:to>
                                    </p:set>
                                    <p:animEffect transition="in" filter="wipe(left)">
                                      <p:cBhvr>
                                        <p:cTn id="38" dur="500"/>
                                        <p:tgtEl>
                                          <p:spTgt spid="4098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iterate type="wd">
                                    <p:tmPct val="100000"/>
                                  </p:iterate>
                                  <p:childTnLst>
                                    <p:set>
                                      <p:cBhvr>
                                        <p:cTn id="42" dur="1" fill="hold">
                                          <p:stCondLst>
                                            <p:cond delay="0"/>
                                          </p:stCondLst>
                                        </p:cTn>
                                        <p:tgtEl>
                                          <p:spTgt spid="40991"/>
                                        </p:tgtEl>
                                        <p:attrNameLst>
                                          <p:attrName>style.visibility</p:attrName>
                                        </p:attrNameLst>
                                      </p:cBhvr>
                                      <p:to>
                                        <p:strVal val="visible"/>
                                      </p:to>
                                    </p:set>
                                    <p:animEffect transition="in" filter="wipe(left)">
                                      <p:cBhvr>
                                        <p:cTn id="43" dur="300"/>
                                        <p:tgtEl>
                                          <p:spTgt spid="4099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iterate type="lt">
                                    <p:tmPct val="100000"/>
                                  </p:iterate>
                                  <p:childTnLst>
                                    <p:set>
                                      <p:cBhvr>
                                        <p:cTn id="47" dur="1" fill="hold">
                                          <p:stCondLst>
                                            <p:cond delay="0"/>
                                          </p:stCondLst>
                                        </p:cTn>
                                        <p:tgtEl>
                                          <p:spTgt spid="40993"/>
                                        </p:tgtEl>
                                        <p:attrNameLst>
                                          <p:attrName>style.visibility</p:attrName>
                                        </p:attrNameLst>
                                      </p:cBhvr>
                                      <p:to>
                                        <p:strVal val="visible"/>
                                      </p:to>
                                    </p:set>
                                    <p:animEffect transition="in" filter="wipe(left)">
                                      <p:cBhvr>
                                        <p:cTn id="48" dur="75"/>
                                        <p:tgtEl>
                                          <p:spTgt spid="4099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iterate type="lt">
                                    <p:tmPct val="100000"/>
                                  </p:iterate>
                                  <p:childTnLst>
                                    <p:set>
                                      <p:cBhvr>
                                        <p:cTn id="52" dur="1" fill="hold">
                                          <p:stCondLst>
                                            <p:cond delay="0"/>
                                          </p:stCondLst>
                                        </p:cTn>
                                        <p:tgtEl>
                                          <p:spTgt spid="40994"/>
                                        </p:tgtEl>
                                        <p:attrNameLst>
                                          <p:attrName>style.visibility</p:attrName>
                                        </p:attrNameLst>
                                      </p:cBhvr>
                                      <p:to>
                                        <p:strVal val="visible"/>
                                      </p:to>
                                    </p:set>
                                    <p:animEffect transition="in" filter="wipe(left)">
                                      <p:cBhvr>
                                        <p:cTn id="53" dur="75"/>
                                        <p:tgtEl>
                                          <p:spTgt spid="40994"/>
                                        </p:tgtEl>
                                      </p:cBhvr>
                                    </p:animEffect>
                                  </p:childTnLst>
                                </p:cTn>
                              </p:par>
                              <p:par>
                                <p:cTn id="54" presetID="22" presetClass="entr" presetSubtype="8" fill="hold" nodeType="withEffect">
                                  <p:stCondLst>
                                    <p:cond delay="0"/>
                                  </p:stCondLst>
                                  <p:childTnLst>
                                    <p:set>
                                      <p:cBhvr>
                                        <p:cTn id="55" dur="1" fill="hold">
                                          <p:stCondLst>
                                            <p:cond delay="0"/>
                                          </p:stCondLst>
                                        </p:cTn>
                                        <p:tgtEl>
                                          <p:spTgt spid="40992"/>
                                        </p:tgtEl>
                                        <p:attrNameLst>
                                          <p:attrName>style.visibility</p:attrName>
                                        </p:attrNameLst>
                                      </p:cBhvr>
                                      <p:to>
                                        <p:strVal val="visible"/>
                                      </p:to>
                                    </p:set>
                                    <p:animEffect transition="in" filter="wipe(left)">
                                      <p:cBhvr>
                                        <p:cTn id="56" dur="500"/>
                                        <p:tgtEl>
                                          <p:spTgt spid="409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9" grpId="0" autoUpdateAnimBg="0"/>
      <p:bldP spid="40980" grpId="0" animBg="1"/>
      <p:bldP spid="40984" grpId="0"/>
      <p:bldP spid="40991" grpId="0" autoUpdateAnimBg="0"/>
      <p:bldP spid="40993" grpId="0" autoUpdateAnimBg="0"/>
      <p:bldP spid="40994"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1217613" y="620713"/>
            <a:ext cx="13144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solidFill>
                  <a:schemeClr val="bg2"/>
                </a:solidFill>
                <a:ea typeface="宋体" pitchFamily="2" charset="-122"/>
              </a:rPr>
              <a:t>(5)</a:t>
            </a:r>
            <a:r>
              <a:rPr lang="zh-CN" altLang="en-US">
                <a:solidFill>
                  <a:schemeClr val="bg2"/>
                </a:solidFill>
              </a:rPr>
              <a:t>方阵</a:t>
            </a:r>
          </a:p>
        </p:txBody>
      </p:sp>
      <p:graphicFrame>
        <p:nvGraphicFramePr>
          <p:cNvPr id="43011" name="Object 3"/>
          <p:cNvGraphicFramePr>
            <a:graphicFrameLocks noChangeAspect="1"/>
          </p:cNvGraphicFramePr>
          <p:nvPr/>
        </p:nvGraphicFramePr>
        <p:xfrm>
          <a:off x="1903413" y="979488"/>
          <a:ext cx="4000500" cy="2035175"/>
        </p:xfrm>
        <a:graphic>
          <a:graphicData uri="http://schemas.openxmlformats.org/presentationml/2006/ole">
            <mc:AlternateContent xmlns:mc="http://schemas.openxmlformats.org/markup-compatibility/2006">
              <mc:Choice xmlns:v="urn:schemas-microsoft-com:vml" Requires="v">
                <p:oleObj spid="_x0000_s12350" name="公式" r:id="rId3" imgW="4292600" imgH="2184400" progId="Equation.3">
                  <p:embed/>
                </p:oleObj>
              </mc:Choice>
              <mc:Fallback>
                <p:oleObj name="公式" r:id="rId3" imgW="4292600" imgH="21844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3413" y="979488"/>
                        <a:ext cx="4000500" cy="203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2" name="Rectangle 4"/>
          <p:cNvSpPr>
            <a:spLocks noChangeArrowheads="1"/>
          </p:cNvSpPr>
          <p:nvPr/>
        </p:nvSpPr>
        <p:spPr bwMode="auto">
          <a:xfrm>
            <a:off x="1835150" y="3284538"/>
            <a:ext cx="4649788"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latin typeface="黑体" pitchFamily="49" charset="-122"/>
              </a:rPr>
              <a:t>称为</a:t>
            </a:r>
            <a:r>
              <a:rPr lang="zh-CN" altLang="en-US">
                <a:solidFill>
                  <a:srgbClr val="0000FF"/>
                </a:solidFill>
                <a:latin typeface="黑体" pitchFamily="49" charset="-122"/>
              </a:rPr>
              <a:t>单位矩阵</a:t>
            </a:r>
            <a:r>
              <a:rPr lang="zh-CN" altLang="en-US">
                <a:solidFill>
                  <a:schemeClr val="bg2"/>
                </a:solidFill>
                <a:latin typeface="黑体" pitchFamily="49" charset="-122"/>
              </a:rPr>
              <a:t>（或</a:t>
            </a:r>
            <a:r>
              <a:rPr lang="zh-CN" altLang="en-US">
                <a:solidFill>
                  <a:srgbClr val="0000FF"/>
                </a:solidFill>
                <a:latin typeface="黑体" pitchFamily="49" charset="-122"/>
              </a:rPr>
              <a:t>单位阵</a:t>
            </a:r>
            <a:r>
              <a:rPr lang="zh-CN" altLang="en-US">
                <a:solidFill>
                  <a:schemeClr val="bg2"/>
                </a:solidFill>
                <a:latin typeface="黑体" pitchFamily="49" charset="-122"/>
              </a:rPr>
              <a:t>）</a:t>
            </a:r>
            <a:r>
              <a:rPr lang="en-US" altLang="zh-CN">
                <a:solidFill>
                  <a:schemeClr val="bg2"/>
                </a:solidFill>
                <a:latin typeface="黑体" pitchFamily="49" charset="-122"/>
              </a:rPr>
              <a:t>.</a:t>
            </a:r>
          </a:p>
        </p:txBody>
      </p:sp>
      <p:grpSp>
        <p:nvGrpSpPr>
          <p:cNvPr id="43022" name="Group 14"/>
          <p:cNvGrpSpPr>
            <a:grpSpLocks/>
          </p:cNvGrpSpPr>
          <p:nvPr/>
        </p:nvGrpSpPr>
        <p:grpSpPr bwMode="auto">
          <a:xfrm>
            <a:off x="3427413" y="1436688"/>
            <a:ext cx="2057400" cy="1524000"/>
            <a:chOff x="2304" y="1056"/>
            <a:chExt cx="1296" cy="960"/>
          </a:xfrm>
        </p:grpSpPr>
        <p:sp>
          <p:nvSpPr>
            <p:cNvPr id="12303" name="AutoShape 9"/>
            <p:cNvSpPr>
              <a:spLocks noChangeArrowheads="1"/>
            </p:cNvSpPr>
            <p:nvPr/>
          </p:nvSpPr>
          <p:spPr bwMode="auto">
            <a:xfrm>
              <a:off x="2304" y="1056"/>
              <a:ext cx="1296" cy="960"/>
            </a:xfrm>
            <a:prstGeom prst="rtTriangle">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p>
          </p:txBody>
        </p:sp>
        <p:graphicFrame>
          <p:nvGraphicFramePr>
            <p:cNvPr id="12304" name="Object 11"/>
            <p:cNvGraphicFramePr>
              <a:graphicFrameLocks noChangeAspect="1"/>
            </p:cNvGraphicFramePr>
            <p:nvPr/>
          </p:nvGraphicFramePr>
          <p:xfrm>
            <a:off x="2592" y="1584"/>
            <a:ext cx="184" cy="200"/>
          </p:xfrm>
          <a:graphic>
            <a:graphicData uri="http://schemas.openxmlformats.org/presentationml/2006/ole">
              <mc:AlternateContent xmlns:mc="http://schemas.openxmlformats.org/markup-compatibility/2006">
                <mc:Choice xmlns:v="urn:schemas-microsoft-com:vml" Requires="v">
                  <p:oleObj spid="_x0000_s12351" name="Equation" r:id="rId5" imgW="285795" imgH="304708" progId="Equation.3">
                    <p:embed/>
                  </p:oleObj>
                </mc:Choice>
                <mc:Fallback>
                  <p:oleObj name="Equation" r:id="rId5" imgW="285795" imgH="304708"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2" y="1584"/>
                          <a:ext cx="184"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3023" name="Group 15"/>
          <p:cNvGrpSpPr>
            <a:grpSpLocks/>
          </p:cNvGrpSpPr>
          <p:nvPr/>
        </p:nvGrpSpPr>
        <p:grpSpPr bwMode="auto">
          <a:xfrm>
            <a:off x="3732213" y="1055688"/>
            <a:ext cx="2057400" cy="1600200"/>
            <a:chOff x="3888" y="1152"/>
            <a:chExt cx="1296" cy="1008"/>
          </a:xfrm>
        </p:grpSpPr>
        <p:sp>
          <p:nvSpPr>
            <p:cNvPr id="12301" name="AutoShape 10"/>
            <p:cNvSpPr>
              <a:spLocks noChangeArrowheads="1"/>
            </p:cNvSpPr>
            <p:nvPr/>
          </p:nvSpPr>
          <p:spPr bwMode="auto">
            <a:xfrm rot="10800000">
              <a:off x="3888" y="1152"/>
              <a:ext cx="1296" cy="1008"/>
            </a:xfrm>
            <a:prstGeom prst="rtTriangle">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p>
          </p:txBody>
        </p:sp>
        <p:graphicFrame>
          <p:nvGraphicFramePr>
            <p:cNvPr id="12302" name="Object 12"/>
            <p:cNvGraphicFramePr>
              <a:graphicFrameLocks noChangeAspect="1"/>
            </p:cNvGraphicFramePr>
            <p:nvPr/>
          </p:nvGraphicFramePr>
          <p:xfrm>
            <a:off x="4752" y="1344"/>
            <a:ext cx="184" cy="200"/>
          </p:xfrm>
          <a:graphic>
            <a:graphicData uri="http://schemas.openxmlformats.org/presentationml/2006/ole">
              <mc:AlternateContent xmlns:mc="http://schemas.openxmlformats.org/markup-compatibility/2006">
                <mc:Choice xmlns:v="urn:schemas-microsoft-com:vml" Requires="v">
                  <p:oleObj spid="_x0000_s12352" name="Equation" r:id="rId7" imgW="285795" imgH="304708" progId="Equation.3">
                    <p:embed/>
                  </p:oleObj>
                </mc:Choice>
                <mc:Fallback>
                  <p:oleObj name="Equation" r:id="rId7" imgW="285795" imgH="304708"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52" y="1344"/>
                          <a:ext cx="184"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3030" name="Group 22"/>
          <p:cNvGrpSpPr>
            <a:grpSpLocks/>
          </p:cNvGrpSpPr>
          <p:nvPr/>
        </p:nvGrpSpPr>
        <p:grpSpPr bwMode="auto">
          <a:xfrm>
            <a:off x="3046413" y="1665288"/>
            <a:ext cx="4352925" cy="1371600"/>
            <a:chOff x="2064" y="1200"/>
            <a:chExt cx="2742" cy="864"/>
          </a:xfrm>
        </p:grpSpPr>
        <p:sp>
          <p:nvSpPr>
            <p:cNvPr id="12297" name="Oval 17"/>
            <p:cNvSpPr>
              <a:spLocks noChangeArrowheads="1"/>
            </p:cNvSpPr>
            <p:nvPr/>
          </p:nvSpPr>
          <p:spPr bwMode="auto">
            <a:xfrm rot="2524426">
              <a:off x="2064" y="1200"/>
              <a:ext cx="2029" cy="432"/>
            </a:xfrm>
            <a:prstGeom prst="ellipse">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p>
          </p:txBody>
        </p:sp>
        <p:grpSp>
          <p:nvGrpSpPr>
            <p:cNvPr id="12298" name="Group 18"/>
            <p:cNvGrpSpPr>
              <a:grpSpLocks/>
            </p:cNvGrpSpPr>
            <p:nvPr/>
          </p:nvGrpSpPr>
          <p:grpSpPr bwMode="auto">
            <a:xfrm>
              <a:off x="3888" y="1632"/>
              <a:ext cx="918" cy="432"/>
              <a:chOff x="2112" y="2112"/>
              <a:chExt cx="918" cy="432"/>
            </a:xfrm>
          </p:grpSpPr>
          <p:sp>
            <p:nvSpPr>
              <p:cNvPr id="12299" name="Line 19"/>
              <p:cNvSpPr>
                <a:spLocks noChangeShapeType="1"/>
              </p:cNvSpPr>
              <p:nvPr/>
            </p:nvSpPr>
            <p:spPr bwMode="auto">
              <a:xfrm flipV="1">
                <a:off x="2112" y="2352"/>
                <a:ext cx="336" cy="19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300" name="Text Box 20"/>
              <p:cNvSpPr txBox="1">
                <a:spLocks noChangeArrowheads="1"/>
              </p:cNvSpPr>
              <p:nvPr/>
            </p:nvSpPr>
            <p:spPr bwMode="auto">
              <a:xfrm>
                <a:off x="2352" y="2112"/>
                <a:ext cx="6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全为</a:t>
                </a:r>
                <a:r>
                  <a:rPr lang="en-US" altLang="zh-CN">
                    <a:ea typeface="宋体" pitchFamily="2" charset="-122"/>
                  </a:rPr>
                  <a:t>1</a:t>
                </a:r>
              </a:p>
            </p:txBody>
          </p:sp>
        </p:grpSp>
      </p:grpSp>
      <p:sp>
        <p:nvSpPr>
          <p:cNvPr id="43031" name="Text Box 23"/>
          <p:cNvSpPr txBox="1">
            <a:spLocks noChangeArrowheads="1"/>
          </p:cNvSpPr>
          <p:nvPr/>
        </p:nvSpPr>
        <p:spPr bwMode="auto">
          <a:xfrm>
            <a:off x="1835150" y="3933825"/>
            <a:ext cx="34512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有的书上也记为</a:t>
            </a:r>
            <a:r>
              <a:rPr lang="en-US" altLang="zh-CN" i="1"/>
              <a:t>I</a:t>
            </a:r>
            <a:r>
              <a:rPr lang="en-US" altLang="zh-CN"/>
              <a:t>,  </a:t>
            </a:r>
            <a:r>
              <a:rPr lang="en-US" altLang="zh-CN" i="1"/>
              <a:t>I</a:t>
            </a:r>
            <a:r>
              <a:rPr lang="en-US" altLang="zh-CN" i="1" baseline="-25000"/>
              <a:t>n</a:t>
            </a:r>
            <a:r>
              <a:rPr lang="en-US" altLang="zh-CN"/>
              <a:t>.</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3011"/>
                                        </p:tgtEl>
                                        <p:attrNameLst>
                                          <p:attrName>style.visibility</p:attrName>
                                        </p:attrNameLst>
                                      </p:cBhvr>
                                      <p:to>
                                        <p:strVal val="visible"/>
                                      </p:to>
                                    </p:set>
                                    <p:animEffect transition="in" filter="wipe(left)">
                                      <p:cBhvr>
                                        <p:cTn id="7" dur="500"/>
                                        <p:tgtEl>
                                          <p:spTgt spid="43011"/>
                                        </p:tgtEl>
                                      </p:cBhvr>
                                    </p:animEffect>
                                  </p:childTnLst>
                                </p:cTn>
                              </p:par>
                              <p:par>
                                <p:cTn id="8" presetID="22" presetClass="entr" presetSubtype="8" fill="hold" grpId="0" nodeType="withEffect">
                                  <p:stCondLst>
                                    <p:cond delay="0"/>
                                  </p:stCondLst>
                                  <p:iterate type="lt">
                                    <p:tmPct val="100000"/>
                                  </p:iterate>
                                  <p:childTnLst>
                                    <p:set>
                                      <p:cBhvr>
                                        <p:cTn id="9" dur="1" fill="hold">
                                          <p:stCondLst>
                                            <p:cond delay="0"/>
                                          </p:stCondLst>
                                        </p:cTn>
                                        <p:tgtEl>
                                          <p:spTgt spid="43012"/>
                                        </p:tgtEl>
                                        <p:attrNameLst>
                                          <p:attrName>style.visibility</p:attrName>
                                        </p:attrNameLst>
                                      </p:cBhvr>
                                      <p:to>
                                        <p:strVal val="visible"/>
                                      </p:to>
                                    </p:set>
                                    <p:animEffect transition="in" filter="wipe(left)">
                                      <p:cBhvr>
                                        <p:cTn id="10" dur="75"/>
                                        <p:tgtEl>
                                          <p:spTgt spid="4301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43022"/>
                                        </p:tgtEl>
                                        <p:attrNameLst>
                                          <p:attrName>style.visibility</p:attrName>
                                        </p:attrNameLst>
                                      </p:cBhvr>
                                      <p:to>
                                        <p:strVal val="visible"/>
                                      </p:to>
                                    </p:set>
                                    <p:animEffect transition="in" filter="wipe(left)">
                                      <p:cBhvr>
                                        <p:cTn id="15" dur="500"/>
                                        <p:tgtEl>
                                          <p:spTgt spid="43022"/>
                                        </p:tgtEl>
                                      </p:cBhvr>
                                    </p:animEffect>
                                  </p:childTnLst>
                                  <p:subTnLst>
                                    <p:set>
                                      <p:cBhvr override="childStyle">
                                        <p:cTn dur="1" fill="hold" display="0" masterRel="nextClick" afterEffect="1"/>
                                        <p:tgtEl>
                                          <p:spTgt spid="43022"/>
                                        </p:tgtEl>
                                        <p:attrNameLst>
                                          <p:attrName>style.visibility</p:attrName>
                                        </p:attrNameLst>
                                      </p:cBhvr>
                                      <p:to>
                                        <p:strVal val="hidden"/>
                                      </p:to>
                                    </p:set>
                                  </p:sub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43023"/>
                                        </p:tgtEl>
                                        <p:attrNameLst>
                                          <p:attrName>style.visibility</p:attrName>
                                        </p:attrNameLst>
                                      </p:cBhvr>
                                      <p:to>
                                        <p:strVal val="visible"/>
                                      </p:to>
                                    </p:set>
                                    <p:animEffect transition="in" filter="wipe(left)">
                                      <p:cBhvr>
                                        <p:cTn id="20" dur="500"/>
                                        <p:tgtEl>
                                          <p:spTgt spid="43023"/>
                                        </p:tgtEl>
                                      </p:cBhvr>
                                    </p:animEffect>
                                  </p:childTnLst>
                                  <p:subTnLst>
                                    <p:set>
                                      <p:cBhvr override="childStyle">
                                        <p:cTn dur="1" fill="hold" display="0" masterRel="nextClick" afterEffect="1"/>
                                        <p:tgtEl>
                                          <p:spTgt spid="43023"/>
                                        </p:tgtEl>
                                        <p:attrNameLst>
                                          <p:attrName>style.visibility</p:attrName>
                                        </p:attrNameLst>
                                      </p:cBhvr>
                                      <p:to>
                                        <p:strVal val="hidden"/>
                                      </p:to>
                                    </p:set>
                                  </p:sub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43030"/>
                                        </p:tgtEl>
                                        <p:attrNameLst>
                                          <p:attrName>style.visibility</p:attrName>
                                        </p:attrNameLst>
                                      </p:cBhvr>
                                      <p:to>
                                        <p:strVal val="visible"/>
                                      </p:to>
                                    </p:set>
                                    <p:animEffect transition="in" filter="wipe(left)">
                                      <p:cBhvr>
                                        <p:cTn id="25" dur="500"/>
                                        <p:tgtEl>
                                          <p:spTgt spid="43030"/>
                                        </p:tgtEl>
                                      </p:cBhvr>
                                    </p:animEffect>
                                  </p:childTnLst>
                                  <p:subTnLst>
                                    <p:set>
                                      <p:cBhvr override="childStyle">
                                        <p:cTn dur="1" fill="hold" display="0" masterRel="nextClick" afterEffect="1"/>
                                        <p:tgtEl>
                                          <p:spTgt spid="43030"/>
                                        </p:tgtEl>
                                        <p:attrNameLst>
                                          <p:attrName>style.visibility</p:attrName>
                                        </p:attrNameLst>
                                      </p:cBhvr>
                                      <p:to>
                                        <p:strVal val="hidden"/>
                                      </p:to>
                                    </p:set>
                                  </p:sub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430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autoUpdateAnimBg="0"/>
      <p:bldP spid="4303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050" name="Group 18"/>
          <p:cNvGrpSpPr>
            <a:grpSpLocks/>
          </p:cNvGrpSpPr>
          <p:nvPr/>
        </p:nvGrpSpPr>
        <p:grpSpPr bwMode="auto">
          <a:xfrm>
            <a:off x="852488" y="3452813"/>
            <a:ext cx="7924800" cy="946150"/>
            <a:chOff x="569" y="2175"/>
            <a:chExt cx="4992" cy="596"/>
          </a:xfrm>
        </p:grpSpPr>
        <p:sp>
          <p:nvSpPr>
            <p:cNvPr id="13322" name="Rectangle 4"/>
            <p:cNvSpPr>
              <a:spLocks noChangeArrowheads="1"/>
            </p:cNvSpPr>
            <p:nvPr/>
          </p:nvSpPr>
          <p:spPr bwMode="auto">
            <a:xfrm>
              <a:off x="569" y="2175"/>
              <a:ext cx="4992"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spcBef>
                  <a:spcPct val="50000"/>
                </a:spcBef>
              </a:pPr>
              <a:r>
                <a:rPr lang="en-US" altLang="zh-CN">
                  <a:latin typeface="黑体" pitchFamily="49" charset="-122"/>
                </a:rPr>
                <a:t>   (2)</a:t>
              </a:r>
              <a:r>
                <a:rPr lang="zh-CN" altLang="en-US">
                  <a:latin typeface="黑体" pitchFamily="49" charset="-122"/>
                </a:rPr>
                <a:t>两个矩阵              为</a:t>
              </a:r>
              <a:r>
                <a:rPr lang="zh-CN" altLang="en-US">
                  <a:solidFill>
                    <a:srgbClr val="A50021"/>
                  </a:solidFill>
                </a:rPr>
                <a:t>同型</a:t>
              </a:r>
              <a:r>
                <a:rPr lang="zh-CN" altLang="en-US"/>
                <a:t>矩阵</a:t>
              </a:r>
              <a:r>
                <a:rPr lang="en-US" altLang="zh-CN"/>
                <a:t>,</a:t>
              </a:r>
              <a:r>
                <a:rPr lang="zh-CN" altLang="en-US"/>
                <a:t>并且</a:t>
              </a:r>
              <a:r>
                <a:rPr lang="zh-CN" altLang="en-US">
                  <a:solidFill>
                    <a:srgbClr val="A50021"/>
                  </a:solidFill>
                </a:rPr>
                <a:t>对应元相等</a:t>
              </a:r>
              <a:r>
                <a:rPr lang="en-US" altLang="zh-CN"/>
                <a:t>, </a:t>
              </a:r>
              <a:r>
                <a:rPr lang="zh-CN" altLang="en-US"/>
                <a:t>即</a:t>
              </a:r>
            </a:p>
          </p:txBody>
        </p:sp>
        <p:graphicFrame>
          <p:nvGraphicFramePr>
            <p:cNvPr id="13323" name="Object 5"/>
            <p:cNvGraphicFramePr>
              <a:graphicFrameLocks noChangeAspect="1"/>
            </p:cNvGraphicFramePr>
            <p:nvPr/>
          </p:nvGraphicFramePr>
          <p:xfrm>
            <a:off x="2118" y="2205"/>
            <a:ext cx="1706" cy="345"/>
          </p:xfrm>
          <a:graphic>
            <a:graphicData uri="http://schemas.openxmlformats.org/presentationml/2006/ole">
              <mc:AlternateContent xmlns:mc="http://schemas.openxmlformats.org/markup-compatibility/2006">
                <mc:Choice xmlns:v="urn:schemas-microsoft-com:vml" Requires="v">
                  <p:oleObj spid="_x0000_s13369" name="公式" r:id="rId3" imgW="1193800" imgH="241300" progId="Equation.3">
                    <p:embed/>
                  </p:oleObj>
                </mc:Choice>
                <mc:Fallback>
                  <p:oleObj name="公式" r:id="rId3" imgW="1193800" imgH="2413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8" y="2205"/>
                          <a:ext cx="1706"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44038" name="Object 6"/>
          <p:cNvGraphicFramePr>
            <a:graphicFrameLocks noChangeAspect="1"/>
          </p:cNvGraphicFramePr>
          <p:nvPr/>
        </p:nvGraphicFramePr>
        <p:xfrm>
          <a:off x="2071688" y="4437063"/>
          <a:ext cx="5156200" cy="469900"/>
        </p:xfrm>
        <a:graphic>
          <a:graphicData uri="http://schemas.openxmlformats.org/presentationml/2006/ole">
            <mc:AlternateContent xmlns:mc="http://schemas.openxmlformats.org/markup-compatibility/2006">
              <mc:Choice xmlns:v="urn:schemas-microsoft-com:vml" Requires="v">
                <p:oleObj spid="_x0000_s13370" name="Equation" r:id="rId5" imgW="5156200" imgH="469900" progId="Equation.DSMT4">
                  <p:embed/>
                </p:oleObj>
              </mc:Choice>
              <mc:Fallback>
                <p:oleObj name="Equation" r:id="rId5" imgW="5156200" imgH="4699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1688" y="4437063"/>
                        <a:ext cx="51562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9" name="Rectangle 7"/>
          <p:cNvSpPr>
            <a:spLocks noChangeArrowheads="1"/>
          </p:cNvSpPr>
          <p:nvPr/>
        </p:nvSpPr>
        <p:spPr bwMode="auto">
          <a:xfrm>
            <a:off x="776288" y="4941888"/>
            <a:ext cx="7543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spcBef>
                <a:spcPct val="50000"/>
              </a:spcBef>
            </a:pPr>
            <a:r>
              <a:rPr lang="zh-CN" altLang="en-US">
                <a:latin typeface="黑体" pitchFamily="49" charset="-122"/>
              </a:rPr>
              <a:t>则称</a:t>
            </a:r>
            <a:r>
              <a:rPr lang="zh-CN" altLang="en-US">
                <a:solidFill>
                  <a:srgbClr val="0000FF"/>
                </a:solidFill>
                <a:latin typeface="黑体" pitchFamily="49" charset="-122"/>
              </a:rPr>
              <a:t>矩阵</a:t>
            </a:r>
            <a:r>
              <a:rPr lang="en-US" altLang="zh-CN" i="1">
                <a:solidFill>
                  <a:srgbClr val="0000FF"/>
                </a:solidFill>
              </a:rPr>
              <a:t>A</a:t>
            </a:r>
            <a:r>
              <a:rPr lang="zh-CN" altLang="en-US">
                <a:solidFill>
                  <a:srgbClr val="0000FF"/>
                </a:solidFill>
                <a:latin typeface="黑体" pitchFamily="49" charset="-122"/>
              </a:rPr>
              <a:t>与</a:t>
            </a:r>
            <a:r>
              <a:rPr lang="en-US" altLang="zh-CN" i="1">
                <a:solidFill>
                  <a:srgbClr val="0000FF"/>
                </a:solidFill>
              </a:rPr>
              <a:t>B</a:t>
            </a:r>
            <a:r>
              <a:rPr lang="zh-CN" altLang="en-US">
                <a:solidFill>
                  <a:srgbClr val="0000FF"/>
                </a:solidFill>
              </a:rPr>
              <a:t>相等</a:t>
            </a:r>
            <a:r>
              <a:rPr lang="en-US" altLang="zh-CN"/>
              <a:t>, </a:t>
            </a:r>
            <a:r>
              <a:rPr lang="zh-CN" altLang="en-US"/>
              <a:t>记作</a:t>
            </a:r>
            <a:r>
              <a:rPr lang="en-US" altLang="zh-CN" i="1">
                <a:solidFill>
                  <a:srgbClr val="0000FF"/>
                </a:solidFill>
              </a:rPr>
              <a:t>A=B</a:t>
            </a:r>
            <a:r>
              <a:rPr lang="en-US" altLang="zh-CN"/>
              <a:t>.</a:t>
            </a:r>
          </a:p>
        </p:txBody>
      </p:sp>
      <p:sp>
        <p:nvSpPr>
          <p:cNvPr id="44042" name="Rectangle 10"/>
          <p:cNvSpPr>
            <a:spLocks noChangeArrowheads="1"/>
          </p:cNvSpPr>
          <p:nvPr/>
        </p:nvSpPr>
        <p:spPr bwMode="auto">
          <a:xfrm>
            <a:off x="1316038" y="2157413"/>
            <a:ext cx="898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例如</a:t>
            </a:r>
          </a:p>
        </p:txBody>
      </p:sp>
      <p:graphicFrame>
        <p:nvGraphicFramePr>
          <p:cNvPr id="44043" name="Object 11"/>
          <p:cNvGraphicFramePr>
            <a:graphicFrameLocks noChangeAspect="1"/>
          </p:cNvGraphicFramePr>
          <p:nvPr/>
        </p:nvGraphicFramePr>
        <p:xfrm>
          <a:off x="2382838" y="1700213"/>
          <a:ext cx="2603500" cy="1511300"/>
        </p:xfrm>
        <a:graphic>
          <a:graphicData uri="http://schemas.openxmlformats.org/presentationml/2006/ole">
            <mc:AlternateContent xmlns:mc="http://schemas.openxmlformats.org/markup-compatibility/2006">
              <mc:Choice xmlns:v="urn:schemas-microsoft-com:vml" Requires="v">
                <p:oleObj spid="_x0000_s13371" name="Equation" r:id="rId7" imgW="2603500" imgH="1511300" progId="Equation.3">
                  <p:embed/>
                </p:oleObj>
              </mc:Choice>
              <mc:Fallback>
                <p:oleObj name="Equation" r:id="rId7" imgW="2603500" imgH="15113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82838" y="1700213"/>
                        <a:ext cx="2603500" cy="151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44" name="Rectangle 12"/>
          <p:cNvSpPr>
            <a:spLocks noChangeArrowheads="1"/>
          </p:cNvSpPr>
          <p:nvPr/>
        </p:nvSpPr>
        <p:spPr bwMode="auto">
          <a:xfrm>
            <a:off x="5126038" y="2103438"/>
            <a:ext cx="20589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ea typeface="宋体" pitchFamily="2" charset="-122"/>
              </a:rPr>
              <a:t>为</a:t>
            </a:r>
            <a:r>
              <a:rPr lang="zh-CN" altLang="en-US">
                <a:ea typeface="宋体" pitchFamily="2" charset="-122"/>
              </a:rPr>
              <a:t>同型矩阵</a:t>
            </a:r>
            <a:r>
              <a:rPr lang="en-US" altLang="zh-CN">
                <a:ea typeface="宋体" pitchFamily="2" charset="-122"/>
              </a:rPr>
              <a:t>.</a:t>
            </a:r>
          </a:p>
        </p:txBody>
      </p:sp>
      <p:sp>
        <p:nvSpPr>
          <p:cNvPr id="13320" name="Rectangle 16"/>
          <p:cNvSpPr>
            <a:spLocks noChangeArrowheads="1"/>
          </p:cNvSpPr>
          <p:nvPr/>
        </p:nvSpPr>
        <p:spPr bwMode="auto">
          <a:xfrm>
            <a:off x="684213" y="260350"/>
            <a:ext cx="2036762" cy="655638"/>
          </a:xfrm>
          <a:prstGeom prst="rect">
            <a:avLst/>
          </a:prstGeom>
          <a:noFill/>
          <a:ln w="76200" cmpd="tri">
            <a:solidFill>
              <a:srgbClr val="A5002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algn="ctr" eaLnBrk="1" hangingPunct="1">
              <a:spcBef>
                <a:spcPct val="50000"/>
              </a:spcBef>
            </a:pPr>
            <a:r>
              <a:rPr lang="zh-CN" altLang="en-US" sz="3200">
                <a:solidFill>
                  <a:srgbClr val="000099"/>
                </a:solidFill>
              </a:rPr>
              <a:t>几个概念</a:t>
            </a:r>
            <a:endParaRPr lang="zh-CN" altLang="en-US" sz="3200" b="0">
              <a:solidFill>
                <a:srgbClr val="000099"/>
              </a:solidFill>
              <a:ea typeface="宋体" pitchFamily="2" charset="-122"/>
            </a:endParaRPr>
          </a:p>
        </p:txBody>
      </p:sp>
      <p:sp>
        <p:nvSpPr>
          <p:cNvPr id="44049" name="Rectangle 17"/>
          <p:cNvSpPr>
            <a:spLocks noChangeArrowheads="1"/>
          </p:cNvSpPr>
          <p:nvPr/>
        </p:nvSpPr>
        <p:spPr bwMode="auto">
          <a:xfrm>
            <a:off x="849313" y="981075"/>
            <a:ext cx="8001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spcBef>
                <a:spcPct val="50000"/>
              </a:spcBef>
            </a:pPr>
            <a:r>
              <a:rPr lang="en-US" altLang="zh-CN">
                <a:latin typeface="黑体" pitchFamily="49" charset="-122"/>
              </a:rPr>
              <a:t>   (1)</a:t>
            </a:r>
            <a:r>
              <a:rPr lang="zh-CN" altLang="en-US">
                <a:latin typeface="黑体" pitchFamily="49" charset="-122"/>
              </a:rPr>
              <a:t>两个矩阵的行数列数分别相等时</a:t>
            </a:r>
            <a:r>
              <a:rPr lang="en-US" altLang="zh-CN">
                <a:latin typeface="黑体" pitchFamily="49" charset="-122"/>
              </a:rPr>
              <a:t>,</a:t>
            </a:r>
            <a:r>
              <a:rPr lang="zh-CN" altLang="en-US">
                <a:latin typeface="黑体" pitchFamily="49" charset="-122"/>
              </a:rPr>
              <a:t>称为</a:t>
            </a:r>
            <a:r>
              <a:rPr lang="zh-CN" altLang="en-US">
                <a:solidFill>
                  <a:srgbClr val="0000FF"/>
                </a:solidFill>
              </a:rPr>
              <a:t>同型矩阵</a:t>
            </a:r>
            <a:r>
              <a:rPr lang="en-US" altLang="zh-CN">
                <a:ea typeface="宋体" pitchFamily="2" charset="-122"/>
              </a:rPr>
              <a:t>.</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44049"/>
                                        </p:tgtEl>
                                        <p:attrNameLst>
                                          <p:attrName>style.visibility</p:attrName>
                                        </p:attrNameLst>
                                      </p:cBhvr>
                                      <p:to>
                                        <p:strVal val="visible"/>
                                      </p:to>
                                    </p:set>
                                    <p:animEffect transition="in" filter="wipe(left)">
                                      <p:cBhvr>
                                        <p:cTn id="7" dur="75"/>
                                        <p:tgtEl>
                                          <p:spTgt spid="440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4042"/>
                                        </p:tgtEl>
                                        <p:attrNameLst>
                                          <p:attrName>style.visibility</p:attrName>
                                        </p:attrNameLst>
                                      </p:cBhvr>
                                      <p:to>
                                        <p:strVal val="visible"/>
                                      </p:to>
                                    </p:set>
                                    <p:animEffect transition="in" filter="box(in)">
                                      <p:cBhvr>
                                        <p:cTn id="12" dur="500"/>
                                        <p:tgtEl>
                                          <p:spTgt spid="44042"/>
                                        </p:tgtEl>
                                      </p:cBhvr>
                                    </p:animEffect>
                                  </p:childTnLst>
                                </p:cTn>
                              </p:par>
                              <p:par>
                                <p:cTn id="13" presetID="4" presetClass="entr" presetSubtype="16" fill="hold" nodeType="withEffect">
                                  <p:stCondLst>
                                    <p:cond delay="0"/>
                                  </p:stCondLst>
                                  <p:childTnLst>
                                    <p:set>
                                      <p:cBhvr>
                                        <p:cTn id="14" dur="1" fill="hold">
                                          <p:stCondLst>
                                            <p:cond delay="0"/>
                                          </p:stCondLst>
                                        </p:cTn>
                                        <p:tgtEl>
                                          <p:spTgt spid="44043"/>
                                        </p:tgtEl>
                                        <p:attrNameLst>
                                          <p:attrName>style.visibility</p:attrName>
                                        </p:attrNameLst>
                                      </p:cBhvr>
                                      <p:to>
                                        <p:strVal val="visible"/>
                                      </p:to>
                                    </p:set>
                                    <p:animEffect transition="in" filter="box(in)">
                                      <p:cBhvr>
                                        <p:cTn id="15" dur="500"/>
                                        <p:tgtEl>
                                          <p:spTgt spid="44043"/>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44044"/>
                                        </p:tgtEl>
                                        <p:attrNameLst>
                                          <p:attrName>style.visibility</p:attrName>
                                        </p:attrNameLst>
                                      </p:cBhvr>
                                      <p:to>
                                        <p:strVal val="visible"/>
                                      </p:to>
                                    </p:set>
                                    <p:animEffect transition="in" filter="box(in)">
                                      <p:cBhvr>
                                        <p:cTn id="18" dur="500"/>
                                        <p:tgtEl>
                                          <p:spTgt spid="4404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44050"/>
                                        </p:tgtEl>
                                        <p:attrNameLst>
                                          <p:attrName>style.visibility</p:attrName>
                                        </p:attrNameLst>
                                      </p:cBhvr>
                                      <p:to>
                                        <p:strVal val="visible"/>
                                      </p:to>
                                    </p:set>
                                    <p:animEffect transition="in" filter="wipe(left)">
                                      <p:cBhvr>
                                        <p:cTn id="23" dur="500"/>
                                        <p:tgtEl>
                                          <p:spTgt spid="4405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44038"/>
                                        </p:tgtEl>
                                        <p:attrNameLst>
                                          <p:attrName>style.visibility</p:attrName>
                                        </p:attrNameLst>
                                      </p:cBhvr>
                                      <p:to>
                                        <p:strVal val="visible"/>
                                      </p:to>
                                    </p:set>
                                    <p:animEffect transition="in" filter="wipe(left)">
                                      <p:cBhvr>
                                        <p:cTn id="28" dur="500"/>
                                        <p:tgtEl>
                                          <p:spTgt spid="44038"/>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44039"/>
                                        </p:tgtEl>
                                        <p:attrNameLst>
                                          <p:attrName>style.visibility</p:attrName>
                                        </p:attrNameLst>
                                      </p:cBhvr>
                                      <p:to>
                                        <p:strVal val="visible"/>
                                      </p:to>
                                    </p:set>
                                    <p:animEffect transition="in" filter="wipe(left)">
                                      <p:cBhvr>
                                        <p:cTn id="31" dur="500"/>
                                        <p:tgtEl>
                                          <p:spTgt spid="440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9" grpId="0"/>
      <p:bldP spid="44042" grpId="0"/>
      <p:bldP spid="44044" grpId="0"/>
      <p:bldP spid="44049"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914400" y="333375"/>
            <a:ext cx="13430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例     </a:t>
            </a:r>
            <a:r>
              <a:rPr lang="zh-CN" altLang="en-US">
                <a:ea typeface="宋体" pitchFamily="2" charset="-122"/>
              </a:rPr>
              <a:t>设</a:t>
            </a:r>
          </a:p>
        </p:txBody>
      </p:sp>
      <p:graphicFrame>
        <p:nvGraphicFramePr>
          <p:cNvPr id="14339" name="Object 3"/>
          <p:cNvGraphicFramePr>
            <a:graphicFrameLocks noChangeAspect="1"/>
          </p:cNvGraphicFramePr>
          <p:nvPr/>
        </p:nvGraphicFramePr>
        <p:xfrm>
          <a:off x="1752600" y="1095375"/>
          <a:ext cx="5359400" cy="977900"/>
        </p:xfrm>
        <a:graphic>
          <a:graphicData uri="http://schemas.openxmlformats.org/presentationml/2006/ole">
            <mc:AlternateContent xmlns:mc="http://schemas.openxmlformats.org/markup-compatibility/2006">
              <mc:Choice xmlns:v="urn:schemas-microsoft-com:vml" Requires="v">
                <p:oleObj spid="_x0000_s14408" name="Equation" r:id="rId3" imgW="5359400" imgH="977900" progId="Equation.3">
                  <p:embed/>
                </p:oleObj>
              </mc:Choice>
              <mc:Fallback>
                <p:oleObj name="Equation" r:id="rId3" imgW="5359400" imgH="9779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1095375"/>
                        <a:ext cx="53594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0" name="Object 4"/>
          <p:cNvGraphicFramePr>
            <a:graphicFrameLocks noChangeAspect="1"/>
          </p:cNvGraphicFramePr>
          <p:nvPr/>
        </p:nvGraphicFramePr>
        <p:xfrm>
          <a:off x="990600" y="2565400"/>
          <a:ext cx="3327400" cy="431800"/>
        </p:xfrm>
        <a:graphic>
          <a:graphicData uri="http://schemas.openxmlformats.org/presentationml/2006/ole">
            <mc:AlternateContent xmlns:mc="http://schemas.openxmlformats.org/markup-compatibility/2006">
              <mc:Choice xmlns:v="urn:schemas-microsoft-com:vml" Requires="v">
                <p:oleObj spid="_x0000_s14409" name="Equation" r:id="rId5" imgW="3327400" imgH="431800" progId="Equation.3">
                  <p:embed/>
                </p:oleObj>
              </mc:Choice>
              <mc:Fallback>
                <p:oleObj name="Equation" r:id="rId5" imgW="3327400" imgH="4318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2565400"/>
                        <a:ext cx="33274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29" name="Text Box 5"/>
          <p:cNvSpPr txBox="1">
            <a:spLocks noChangeArrowheads="1"/>
          </p:cNvSpPr>
          <p:nvPr/>
        </p:nvSpPr>
        <p:spPr bwMode="auto">
          <a:xfrm>
            <a:off x="914400" y="3194050"/>
            <a:ext cx="66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解</a:t>
            </a:r>
            <a:r>
              <a:rPr lang="en-US" altLang="zh-CN"/>
              <a:t>:</a:t>
            </a:r>
          </a:p>
        </p:txBody>
      </p:sp>
      <p:graphicFrame>
        <p:nvGraphicFramePr>
          <p:cNvPr id="52230" name="Object 6"/>
          <p:cNvGraphicFramePr>
            <a:graphicFrameLocks noChangeAspect="1"/>
          </p:cNvGraphicFramePr>
          <p:nvPr/>
        </p:nvGraphicFramePr>
        <p:xfrm>
          <a:off x="1905000" y="3324225"/>
          <a:ext cx="1397000" cy="393700"/>
        </p:xfrm>
        <a:graphic>
          <a:graphicData uri="http://schemas.openxmlformats.org/presentationml/2006/ole">
            <mc:AlternateContent xmlns:mc="http://schemas.openxmlformats.org/markup-compatibility/2006">
              <mc:Choice xmlns:v="urn:schemas-microsoft-com:vml" Requires="v">
                <p:oleObj spid="_x0000_s14410" name="Equation" r:id="rId7" imgW="1396394" imgH="393529" progId="Equation.3">
                  <p:embed/>
                </p:oleObj>
              </mc:Choice>
              <mc:Fallback>
                <p:oleObj name="Equation" r:id="rId7" imgW="1396394" imgH="393529"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3324225"/>
                        <a:ext cx="13970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31" name="Object 7"/>
          <p:cNvGraphicFramePr>
            <a:graphicFrameLocks noChangeAspect="1"/>
          </p:cNvGraphicFramePr>
          <p:nvPr/>
        </p:nvGraphicFramePr>
        <p:xfrm>
          <a:off x="1905000" y="3717925"/>
          <a:ext cx="3187700" cy="393700"/>
        </p:xfrm>
        <a:graphic>
          <a:graphicData uri="http://schemas.openxmlformats.org/presentationml/2006/ole">
            <mc:AlternateContent xmlns:mc="http://schemas.openxmlformats.org/markup-compatibility/2006">
              <mc:Choice xmlns:v="urn:schemas-microsoft-com:vml" Requires="v">
                <p:oleObj spid="_x0000_s14411" name="Equation" r:id="rId9" imgW="3187700" imgH="393700" progId="Equation.3">
                  <p:embed/>
                </p:oleObj>
              </mc:Choice>
              <mc:Fallback>
                <p:oleObj name="Equation" r:id="rId9" imgW="3187700" imgH="3937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05000" y="3717925"/>
                        <a:ext cx="31877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32" name="Freeform 8"/>
          <p:cNvSpPr>
            <a:spLocks/>
          </p:cNvSpPr>
          <p:nvPr/>
        </p:nvSpPr>
        <p:spPr bwMode="auto">
          <a:xfrm>
            <a:off x="3276600" y="790575"/>
            <a:ext cx="2895600" cy="558800"/>
          </a:xfrm>
          <a:custGeom>
            <a:avLst/>
            <a:gdLst>
              <a:gd name="T0" fmla="*/ 0 w 1824"/>
              <a:gd name="T1" fmla="*/ 406400 h 352"/>
              <a:gd name="T2" fmla="*/ 1371600 w 1824"/>
              <a:gd name="T3" fmla="*/ 25400 h 352"/>
              <a:gd name="T4" fmla="*/ 2895600 w 1824"/>
              <a:gd name="T5" fmla="*/ 558800 h 352"/>
              <a:gd name="T6" fmla="*/ 0 60000 65536"/>
              <a:gd name="T7" fmla="*/ 0 60000 65536"/>
              <a:gd name="T8" fmla="*/ 0 60000 65536"/>
            </a:gdLst>
            <a:ahLst/>
            <a:cxnLst>
              <a:cxn ang="T6">
                <a:pos x="T0" y="T1"/>
              </a:cxn>
              <a:cxn ang="T7">
                <a:pos x="T2" y="T3"/>
              </a:cxn>
              <a:cxn ang="T8">
                <a:pos x="T4" y="T5"/>
              </a:cxn>
            </a:cxnLst>
            <a:rect l="0" t="0" r="r" b="b"/>
            <a:pathLst>
              <a:path w="1824" h="352">
                <a:moveTo>
                  <a:pt x="0" y="256"/>
                </a:moveTo>
                <a:cubicBezTo>
                  <a:pt x="280" y="128"/>
                  <a:pt x="560" y="0"/>
                  <a:pt x="864" y="16"/>
                </a:cubicBezTo>
                <a:cubicBezTo>
                  <a:pt x="1168" y="32"/>
                  <a:pt x="1656" y="296"/>
                  <a:pt x="1824" y="352"/>
                </a:cubicBez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233" name="Freeform 9"/>
          <p:cNvSpPr>
            <a:spLocks/>
          </p:cNvSpPr>
          <p:nvPr/>
        </p:nvSpPr>
        <p:spPr bwMode="auto">
          <a:xfrm>
            <a:off x="2590800" y="1857375"/>
            <a:ext cx="3048000" cy="711200"/>
          </a:xfrm>
          <a:custGeom>
            <a:avLst/>
            <a:gdLst>
              <a:gd name="T0" fmla="*/ 0 w 1920"/>
              <a:gd name="T1" fmla="*/ 0 h 448"/>
              <a:gd name="T2" fmla="*/ 1676400 w 1920"/>
              <a:gd name="T3" fmla="*/ 685800 h 448"/>
              <a:gd name="T4" fmla="*/ 3048000 w 1920"/>
              <a:gd name="T5" fmla="*/ 152400 h 448"/>
              <a:gd name="T6" fmla="*/ 0 60000 65536"/>
              <a:gd name="T7" fmla="*/ 0 60000 65536"/>
              <a:gd name="T8" fmla="*/ 0 60000 65536"/>
            </a:gdLst>
            <a:ahLst/>
            <a:cxnLst>
              <a:cxn ang="T6">
                <a:pos x="T0" y="T1"/>
              </a:cxn>
              <a:cxn ang="T7">
                <a:pos x="T2" y="T3"/>
              </a:cxn>
              <a:cxn ang="T8">
                <a:pos x="T4" y="T5"/>
              </a:cxn>
            </a:cxnLst>
            <a:rect l="0" t="0" r="r" b="b"/>
            <a:pathLst>
              <a:path w="1920" h="448">
                <a:moveTo>
                  <a:pt x="0" y="0"/>
                </a:moveTo>
                <a:cubicBezTo>
                  <a:pt x="368" y="208"/>
                  <a:pt x="736" y="416"/>
                  <a:pt x="1056" y="432"/>
                </a:cubicBezTo>
                <a:cubicBezTo>
                  <a:pt x="1376" y="448"/>
                  <a:pt x="1776" y="152"/>
                  <a:pt x="1920" y="96"/>
                </a:cubicBez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234" name="Freeform 10"/>
          <p:cNvSpPr>
            <a:spLocks/>
          </p:cNvSpPr>
          <p:nvPr/>
        </p:nvSpPr>
        <p:spPr bwMode="auto">
          <a:xfrm>
            <a:off x="3733800" y="1933575"/>
            <a:ext cx="3048000" cy="622300"/>
          </a:xfrm>
          <a:custGeom>
            <a:avLst/>
            <a:gdLst>
              <a:gd name="T0" fmla="*/ 0 w 1920"/>
              <a:gd name="T1" fmla="*/ 0 h 392"/>
              <a:gd name="T2" fmla="*/ 1905000 w 1920"/>
              <a:gd name="T3" fmla="*/ 609600 h 392"/>
              <a:gd name="T4" fmla="*/ 3048000 w 1920"/>
              <a:gd name="T5" fmla="*/ 76200 h 392"/>
              <a:gd name="T6" fmla="*/ 0 60000 65536"/>
              <a:gd name="T7" fmla="*/ 0 60000 65536"/>
              <a:gd name="T8" fmla="*/ 0 60000 65536"/>
            </a:gdLst>
            <a:ahLst/>
            <a:cxnLst>
              <a:cxn ang="T6">
                <a:pos x="T0" y="T1"/>
              </a:cxn>
              <a:cxn ang="T7">
                <a:pos x="T2" y="T3"/>
              </a:cxn>
              <a:cxn ang="T8">
                <a:pos x="T4" y="T5"/>
              </a:cxn>
            </a:cxnLst>
            <a:rect l="0" t="0" r="r" b="b"/>
            <a:pathLst>
              <a:path w="1920" h="392">
                <a:moveTo>
                  <a:pt x="0" y="0"/>
                </a:moveTo>
                <a:cubicBezTo>
                  <a:pt x="440" y="188"/>
                  <a:pt x="880" y="376"/>
                  <a:pt x="1200" y="384"/>
                </a:cubicBezTo>
                <a:cubicBezTo>
                  <a:pt x="1520" y="392"/>
                  <a:pt x="1800" y="104"/>
                  <a:pt x="1920" y="48"/>
                </a:cubicBez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237" name="Rectangle 13"/>
          <p:cNvSpPr>
            <a:spLocks noChangeArrowheads="1"/>
          </p:cNvSpPr>
          <p:nvPr/>
        </p:nvSpPr>
        <p:spPr bwMode="auto">
          <a:xfrm>
            <a:off x="827088" y="4427538"/>
            <a:ext cx="77771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spcBef>
                <a:spcPct val="50000"/>
              </a:spcBef>
            </a:pPr>
            <a:r>
              <a:rPr lang="en-US" altLang="zh-CN"/>
              <a:t>       (3) </a:t>
            </a:r>
            <a:r>
              <a:rPr lang="zh-CN" altLang="en-US"/>
              <a:t>设阵</a:t>
            </a:r>
            <a:r>
              <a:rPr lang="en-US" altLang="zh-CN" i="1"/>
              <a:t>A</a:t>
            </a:r>
            <a:r>
              <a:rPr lang="en-US" altLang="zh-CN"/>
              <a:t>=(</a:t>
            </a:r>
            <a:r>
              <a:rPr lang="en-US" altLang="zh-CN" i="1"/>
              <a:t>a</a:t>
            </a:r>
            <a:r>
              <a:rPr lang="en-US" altLang="zh-CN" i="1" baseline="-25000"/>
              <a:t>ij</a:t>
            </a:r>
            <a:r>
              <a:rPr lang="en-US" altLang="zh-CN"/>
              <a:t>)</a:t>
            </a:r>
            <a:r>
              <a:rPr lang="en-US" altLang="zh-CN" i="1" baseline="-25000"/>
              <a:t>m</a:t>
            </a:r>
            <a:r>
              <a:rPr lang="en-US" altLang="zh-CN" sz="2400" baseline="-25000"/>
              <a:t>×</a:t>
            </a:r>
            <a:r>
              <a:rPr lang="en-US" altLang="zh-CN" i="1" baseline="-25000"/>
              <a:t>n</a:t>
            </a:r>
            <a:r>
              <a:rPr lang="en-US" altLang="zh-CN"/>
              <a:t>, </a:t>
            </a:r>
            <a:r>
              <a:rPr lang="zh-CN" altLang="en-US"/>
              <a:t>则矩阵</a:t>
            </a:r>
            <a:r>
              <a:rPr lang="en-US" altLang="zh-CN"/>
              <a:t>(</a:t>
            </a:r>
            <a:r>
              <a:rPr lang="en-US" altLang="zh-CN">
                <a:cs typeface="Times New Roman" pitchFamily="18" charset="0"/>
              </a:rPr>
              <a:t>−</a:t>
            </a:r>
            <a:r>
              <a:rPr lang="en-US" altLang="zh-CN" i="1"/>
              <a:t>a</a:t>
            </a:r>
            <a:r>
              <a:rPr lang="en-US" altLang="zh-CN" i="1" baseline="-25000"/>
              <a:t>ij</a:t>
            </a:r>
            <a:r>
              <a:rPr lang="en-US" altLang="zh-CN"/>
              <a:t>)</a:t>
            </a:r>
            <a:r>
              <a:rPr lang="en-US" altLang="zh-CN" i="1" baseline="-25000"/>
              <a:t>m</a:t>
            </a:r>
            <a:r>
              <a:rPr lang="en-US" altLang="zh-CN" sz="2400" baseline="-25000"/>
              <a:t>×</a:t>
            </a:r>
            <a:r>
              <a:rPr lang="en-US" altLang="zh-CN" i="1" baseline="-25000"/>
              <a:t>n</a:t>
            </a:r>
            <a:r>
              <a:rPr lang="zh-CN" altLang="en-US"/>
              <a:t>称为</a:t>
            </a:r>
            <a:r>
              <a:rPr lang="en-US" altLang="zh-CN" i="1"/>
              <a:t>A</a:t>
            </a:r>
            <a:r>
              <a:rPr lang="zh-CN" altLang="en-US"/>
              <a:t>的</a:t>
            </a:r>
            <a:r>
              <a:rPr lang="zh-CN" altLang="en-US">
                <a:solidFill>
                  <a:srgbClr val="0000CC"/>
                </a:solidFill>
              </a:rPr>
              <a:t>负矩阵</a:t>
            </a:r>
            <a:r>
              <a:rPr lang="en-US" altLang="zh-CN"/>
              <a:t>, </a:t>
            </a:r>
            <a:r>
              <a:rPr lang="zh-CN" altLang="en-US"/>
              <a:t>记为 −</a:t>
            </a:r>
            <a:r>
              <a:rPr lang="en-US" altLang="zh-CN" i="1"/>
              <a:t>A</a:t>
            </a:r>
            <a:r>
              <a:rPr lang="en-US" altLang="zh-CN"/>
              <a:t>.</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229"/>
                                        </p:tgtEl>
                                        <p:attrNameLst>
                                          <p:attrName>style.visibility</p:attrName>
                                        </p:attrNameLst>
                                      </p:cBhvr>
                                      <p:to>
                                        <p:strVal val="visible"/>
                                      </p:to>
                                    </p:set>
                                    <p:animEffect transition="in" filter="wipe(left)">
                                      <p:cBhvr>
                                        <p:cTn id="7" dur="500"/>
                                        <p:tgtEl>
                                          <p:spTgt spid="522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2230"/>
                                        </p:tgtEl>
                                        <p:attrNameLst>
                                          <p:attrName>style.visibility</p:attrName>
                                        </p:attrNameLst>
                                      </p:cBhvr>
                                      <p:to>
                                        <p:strVal val="visible"/>
                                      </p:to>
                                    </p:set>
                                    <p:animEffect transition="in" filter="wipe(left)">
                                      <p:cBhvr>
                                        <p:cTn id="12" dur="500"/>
                                        <p:tgtEl>
                                          <p:spTgt spid="522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2232"/>
                                        </p:tgtEl>
                                        <p:attrNameLst>
                                          <p:attrName>style.visibility</p:attrName>
                                        </p:attrNameLst>
                                      </p:cBhvr>
                                      <p:to>
                                        <p:strVal val="visible"/>
                                      </p:to>
                                    </p:set>
                                    <p:animEffect transition="in" filter="wipe(left)">
                                      <p:cBhvr>
                                        <p:cTn id="17" dur="500"/>
                                        <p:tgtEl>
                                          <p:spTgt spid="522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2233"/>
                                        </p:tgtEl>
                                        <p:attrNameLst>
                                          <p:attrName>style.visibility</p:attrName>
                                        </p:attrNameLst>
                                      </p:cBhvr>
                                      <p:to>
                                        <p:strVal val="visible"/>
                                      </p:to>
                                    </p:set>
                                    <p:animEffect transition="in" filter="wipe(left)">
                                      <p:cBhvr>
                                        <p:cTn id="22" dur="500"/>
                                        <p:tgtEl>
                                          <p:spTgt spid="5223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2234"/>
                                        </p:tgtEl>
                                        <p:attrNameLst>
                                          <p:attrName>style.visibility</p:attrName>
                                        </p:attrNameLst>
                                      </p:cBhvr>
                                      <p:to>
                                        <p:strVal val="visible"/>
                                      </p:to>
                                    </p:set>
                                    <p:animEffect transition="in" filter="wipe(left)">
                                      <p:cBhvr>
                                        <p:cTn id="27" dur="500"/>
                                        <p:tgtEl>
                                          <p:spTgt spid="5223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2231"/>
                                        </p:tgtEl>
                                        <p:attrNameLst>
                                          <p:attrName>style.visibility</p:attrName>
                                        </p:attrNameLst>
                                      </p:cBhvr>
                                      <p:to>
                                        <p:strVal val="visible"/>
                                      </p:to>
                                    </p:set>
                                    <p:animEffect transition="in" filter="wipe(left)">
                                      <p:cBhvr>
                                        <p:cTn id="32" dur="500"/>
                                        <p:tgtEl>
                                          <p:spTgt spid="5223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2237"/>
                                        </p:tgtEl>
                                        <p:attrNameLst>
                                          <p:attrName>style.visibility</p:attrName>
                                        </p:attrNameLst>
                                      </p:cBhvr>
                                      <p:to>
                                        <p:strVal val="visible"/>
                                      </p:to>
                                    </p:set>
                                    <p:animEffect transition="in" filter="wipe(left)">
                                      <p:cBhvr>
                                        <p:cTn id="37" dur="500"/>
                                        <p:tgtEl>
                                          <p:spTgt spid="52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autoUpdateAnimBg="0"/>
      <p:bldP spid="52232" grpId="0" animBg="1"/>
      <p:bldP spid="52233" grpId="0" animBg="1"/>
      <p:bldP spid="52234" grpId="0" animBg="1"/>
      <p:bldP spid="5223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366838" y="188913"/>
            <a:ext cx="7054850" cy="576262"/>
          </a:xfrm>
        </p:spPr>
        <p:txBody>
          <a:bodyPr/>
          <a:lstStyle/>
          <a:p>
            <a:pPr eaLnBrk="1" hangingPunct="1">
              <a:defRPr/>
            </a:pPr>
            <a:r>
              <a:rPr lang="zh-CN" altLang="en-US" sz="2800">
                <a:solidFill>
                  <a:schemeClr val="tx1"/>
                </a:solidFill>
              </a:rPr>
              <a:t>另外，对于前面的</a:t>
            </a:r>
            <a:r>
              <a:rPr lang="zh-CN" altLang="en-US" sz="2800">
                <a:solidFill>
                  <a:schemeClr val="tx1"/>
                </a:solidFill>
                <a:effectLst/>
              </a:rPr>
              <a:t>线性方程组</a:t>
            </a:r>
          </a:p>
        </p:txBody>
      </p:sp>
      <p:graphicFrame>
        <p:nvGraphicFramePr>
          <p:cNvPr id="15363" name="Object 4"/>
          <p:cNvGraphicFramePr>
            <a:graphicFrameLocks noChangeAspect="1"/>
          </p:cNvGraphicFramePr>
          <p:nvPr/>
        </p:nvGraphicFramePr>
        <p:xfrm>
          <a:off x="2073275" y="754063"/>
          <a:ext cx="4370388" cy="1981200"/>
        </p:xfrm>
        <a:graphic>
          <a:graphicData uri="http://schemas.openxmlformats.org/presentationml/2006/ole">
            <mc:AlternateContent xmlns:mc="http://schemas.openxmlformats.org/markup-compatibility/2006">
              <mc:Choice xmlns:v="urn:schemas-microsoft-com:vml" Requires="v">
                <p:oleObj spid="_x0000_s15448" name="Equation" r:id="rId3" imgW="2070100" imgH="939800" progId="Equation.DSMT4">
                  <p:embed/>
                </p:oleObj>
              </mc:Choice>
              <mc:Fallback>
                <p:oleObj name="Equation" r:id="rId3" imgW="2070100" imgH="9398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3275" y="754063"/>
                        <a:ext cx="4370388" cy="198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8" name="Object 6"/>
          <p:cNvGraphicFramePr>
            <a:graphicFrameLocks noChangeAspect="1"/>
          </p:cNvGraphicFramePr>
          <p:nvPr/>
        </p:nvGraphicFramePr>
        <p:xfrm>
          <a:off x="611188" y="3500438"/>
          <a:ext cx="3097212" cy="1677987"/>
        </p:xfrm>
        <a:graphic>
          <a:graphicData uri="http://schemas.openxmlformats.org/presentationml/2006/ole">
            <mc:AlternateContent xmlns:mc="http://schemas.openxmlformats.org/markup-compatibility/2006">
              <mc:Choice xmlns:v="urn:schemas-microsoft-com:vml" Requires="v">
                <p:oleObj spid="_x0000_s15449" name="Equation" r:id="rId5" imgW="1727200" imgH="939800" progId="Equation.DSMT4">
                  <p:embed/>
                </p:oleObj>
              </mc:Choice>
              <mc:Fallback>
                <p:oleObj name="Equation" r:id="rId5" imgW="1727200" imgH="9398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188" y="3500438"/>
                        <a:ext cx="3097212" cy="167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400" name="Text Box 8"/>
          <p:cNvSpPr txBox="1">
            <a:spLocks noChangeArrowheads="1"/>
          </p:cNvSpPr>
          <p:nvPr/>
        </p:nvSpPr>
        <p:spPr bwMode="auto">
          <a:xfrm>
            <a:off x="574675" y="2333625"/>
            <a:ext cx="898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定义</a:t>
            </a:r>
          </a:p>
        </p:txBody>
      </p:sp>
      <p:sp>
        <p:nvSpPr>
          <p:cNvPr id="59401" name="Text Box 9"/>
          <p:cNvSpPr txBox="1">
            <a:spLocks noChangeArrowheads="1"/>
          </p:cNvSpPr>
          <p:nvPr/>
        </p:nvSpPr>
        <p:spPr bwMode="auto">
          <a:xfrm>
            <a:off x="1295400" y="2781300"/>
            <a:ext cx="16129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0000CC"/>
                </a:solidFill>
              </a:rPr>
              <a:t>系数矩阵</a:t>
            </a:r>
          </a:p>
        </p:txBody>
      </p:sp>
      <p:sp>
        <p:nvSpPr>
          <p:cNvPr id="59402" name="Rectangle 10"/>
          <p:cNvSpPr>
            <a:spLocks noChangeArrowheads="1"/>
          </p:cNvSpPr>
          <p:nvPr/>
        </p:nvSpPr>
        <p:spPr bwMode="auto">
          <a:xfrm>
            <a:off x="3598863" y="2781300"/>
            <a:ext cx="20589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0000CC"/>
                </a:solidFill>
              </a:rPr>
              <a:t>常数列矩阵 </a:t>
            </a:r>
          </a:p>
        </p:txBody>
      </p:sp>
      <p:graphicFrame>
        <p:nvGraphicFramePr>
          <p:cNvPr id="59403" name="Object 11"/>
          <p:cNvGraphicFramePr>
            <a:graphicFrameLocks noChangeAspect="1"/>
          </p:cNvGraphicFramePr>
          <p:nvPr/>
        </p:nvGraphicFramePr>
        <p:xfrm>
          <a:off x="3779838" y="3429000"/>
          <a:ext cx="1225550" cy="1800225"/>
        </p:xfrm>
        <a:graphic>
          <a:graphicData uri="http://schemas.openxmlformats.org/presentationml/2006/ole">
            <mc:AlternateContent xmlns:mc="http://schemas.openxmlformats.org/markup-compatibility/2006">
              <mc:Choice xmlns:v="urn:schemas-microsoft-com:vml" Requires="v">
                <p:oleObj spid="_x0000_s15450" name="Equation" r:id="rId7" imgW="647419" imgH="952087" progId="Equation.DSMT4">
                  <p:embed/>
                </p:oleObj>
              </mc:Choice>
              <mc:Fallback>
                <p:oleObj name="Equation" r:id="rId7" imgW="647419" imgH="952087"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79838" y="3429000"/>
                        <a:ext cx="12255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405" name="Rectangle 13"/>
          <p:cNvSpPr>
            <a:spLocks noChangeArrowheads="1"/>
          </p:cNvSpPr>
          <p:nvPr/>
        </p:nvSpPr>
        <p:spPr bwMode="auto">
          <a:xfrm>
            <a:off x="6119813" y="2781300"/>
            <a:ext cx="1701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0000CC"/>
                </a:solidFill>
              </a:rPr>
              <a:t>增广矩阵 </a:t>
            </a:r>
          </a:p>
        </p:txBody>
      </p:sp>
      <p:graphicFrame>
        <p:nvGraphicFramePr>
          <p:cNvPr id="59406" name="Object 14"/>
          <p:cNvGraphicFramePr>
            <a:graphicFrameLocks noChangeAspect="1"/>
          </p:cNvGraphicFramePr>
          <p:nvPr/>
        </p:nvGraphicFramePr>
        <p:xfrm>
          <a:off x="5292725" y="3429000"/>
          <a:ext cx="3600450" cy="2130425"/>
        </p:xfrm>
        <a:graphic>
          <a:graphicData uri="http://schemas.openxmlformats.org/presentationml/2006/ole">
            <mc:AlternateContent xmlns:mc="http://schemas.openxmlformats.org/markup-compatibility/2006">
              <mc:Choice xmlns:v="urn:schemas-microsoft-com:vml" Requires="v">
                <p:oleObj spid="_x0000_s15451" name="Equation" r:id="rId9" imgW="1968500" imgH="1168400" progId="Equation.DSMT4">
                  <p:embed/>
                </p:oleObj>
              </mc:Choice>
              <mc:Fallback>
                <p:oleObj name="Equation" r:id="rId9" imgW="1968500" imgH="1168400" progId="Equation.DSMT4">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92725" y="3429000"/>
                        <a:ext cx="3600450" cy="213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408" name="Text Box 16"/>
          <p:cNvSpPr txBox="1">
            <a:spLocks noChangeArrowheads="1"/>
          </p:cNvSpPr>
          <p:nvPr/>
        </p:nvSpPr>
        <p:spPr bwMode="auto">
          <a:xfrm>
            <a:off x="1130300" y="5557838"/>
            <a:ext cx="50339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注</a:t>
            </a:r>
            <a:r>
              <a:rPr lang="en-US" altLang="zh-CN"/>
              <a:t>:</a:t>
            </a:r>
            <a:r>
              <a:rPr lang="zh-CN" altLang="en-US"/>
              <a:t>有的书上用    表示增广矩阵</a:t>
            </a:r>
            <a:r>
              <a:rPr lang="en-US" altLang="zh-CN"/>
              <a:t>.</a:t>
            </a:r>
          </a:p>
        </p:txBody>
      </p:sp>
      <p:graphicFrame>
        <p:nvGraphicFramePr>
          <p:cNvPr id="59409" name="Object 17"/>
          <p:cNvGraphicFramePr>
            <a:graphicFrameLocks noChangeAspect="1"/>
          </p:cNvGraphicFramePr>
          <p:nvPr/>
        </p:nvGraphicFramePr>
        <p:xfrm>
          <a:off x="3527425" y="5589588"/>
          <a:ext cx="333375" cy="433387"/>
        </p:xfrm>
        <a:graphic>
          <a:graphicData uri="http://schemas.openxmlformats.org/presentationml/2006/ole">
            <mc:AlternateContent xmlns:mc="http://schemas.openxmlformats.org/markup-compatibility/2006">
              <mc:Choice xmlns:v="urn:schemas-microsoft-com:vml" Requires="v">
                <p:oleObj spid="_x0000_s15452" name="Equation" r:id="rId11" imgW="164885" imgH="215619" progId="Equation.DSMT4">
                  <p:embed/>
                </p:oleObj>
              </mc:Choice>
              <mc:Fallback>
                <p:oleObj name="Equation" r:id="rId11" imgW="164885" imgH="215619" progId="Equation.DSMT4">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27425" y="5589588"/>
                        <a:ext cx="33337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40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939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59401"/>
                                        </p:tgtEl>
                                        <p:attrNameLst>
                                          <p:attrName>style.visibility</p:attrName>
                                        </p:attrNameLst>
                                      </p:cBhvr>
                                      <p:to>
                                        <p:strVal val="visible"/>
                                      </p:to>
                                    </p:set>
                                    <p:animEffect transition="in" filter="diamond(in)">
                                      <p:cBhvr>
                                        <p:cTn id="15" dur="500"/>
                                        <p:tgtEl>
                                          <p:spTgt spid="5940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59403"/>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8" presetClass="entr" presetSubtype="16" fill="hold" grpId="0" nodeType="clickEffect">
                                  <p:stCondLst>
                                    <p:cond delay="0"/>
                                  </p:stCondLst>
                                  <p:childTnLst>
                                    <p:set>
                                      <p:cBhvr>
                                        <p:cTn id="23" dur="1" fill="hold">
                                          <p:stCondLst>
                                            <p:cond delay="0"/>
                                          </p:stCondLst>
                                        </p:cTn>
                                        <p:tgtEl>
                                          <p:spTgt spid="59402"/>
                                        </p:tgtEl>
                                        <p:attrNameLst>
                                          <p:attrName>style.visibility</p:attrName>
                                        </p:attrNameLst>
                                      </p:cBhvr>
                                      <p:to>
                                        <p:strVal val="visible"/>
                                      </p:to>
                                    </p:set>
                                    <p:animEffect transition="in" filter="diamond(in)">
                                      <p:cBhvr>
                                        <p:cTn id="24" dur="500"/>
                                        <p:tgtEl>
                                          <p:spTgt spid="5940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9406"/>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8" presetClass="entr" presetSubtype="16" fill="hold" grpId="0" nodeType="clickEffect">
                                  <p:stCondLst>
                                    <p:cond delay="0"/>
                                  </p:stCondLst>
                                  <p:childTnLst>
                                    <p:set>
                                      <p:cBhvr>
                                        <p:cTn id="32" dur="1" fill="hold">
                                          <p:stCondLst>
                                            <p:cond delay="0"/>
                                          </p:stCondLst>
                                        </p:cTn>
                                        <p:tgtEl>
                                          <p:spTgt spid="59405"/>
                                        </p:tgtEl>
                                        <p:attrNameLst>
                                          <p:attrName>style.visibility</p:attrName>
                                        </p:attrNameLst>
                                      </p:cBhvr>
                                      <p:to>
                                        <p:strVal val="visible"/>
                                      </p:to>
                                    </p:set>
                                    <p:animEffect transition="in" filter="diamond(in)">
                                      <p:cBhvr>
                                        <p:cTn id="33" dur="500"/>
                                        <p:tgtEl>
                                          <p:spTgt spid="5940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59408"/>
                                        </p:tgtEl>
                                        <p:attrNameLst>
                                          <p:attrName>style.visibility</p:attrName>
                                        </p:attrNameLst>
                                      </p:cBhvr>
                                      <p:to>
                                        <p:strVal val="visible"/>
                                      </p:to>
                                    </p:set>
                                    <p:animEffect transition="in" filter="box(in)">
                                      <p:cBhvr>
                                        <p:cTn id="38" dur="500"/>
                                        <p:tgtEl>
                                          <p:spTgt spid="59408"/>
                                        </p:tgtEl>
                                      </p:cBhvr>
                                    </p:animEffect>
                                  </p:childTnLst>
                                </p:cTn>
                              </p:par>
                              <p:par>
                                <p:cTn id="39" presetID="1" presetClass="entr" presetSubtype="0" fill="hold" nodeType="withEffect">
                                  <p:stCondLst>
                                    <p:cond delay="0"/>
                                  </p:stCondLst>
                                  <p:childTnLst>
                                    <p:set>
                                      <p:cBhvr>
                                        <p:cTn id="40" dur="1" fill="hold">
                                          <p:stCondLst>
                                            <p:cond delay="0"/>
                                          </p:stCondLst>
                                        </p:cTn>
                                        <p:tgtEl>
                                          <p:spTgt spid="594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00" grpId="0"/>
      <p:bldP spid="59401" grpId="0"/>
      <p:bldP spid="59402" grpId="0"/>
      <p:bldP spid="59405" grpId="0"/>
      <p:bldP spid="5940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2" name="Rectangle 6"/>
          <p:cNvSpPr>
            <a:spLocks noGrp="1" noChangeArrowheads="1"/>
          </p:cNvSpPr>
          <p:nvPr>
            <p:ph type="title"/>
          </p:nvPr>
        </p:nvSpPr>
        <p:spPr>
          <a:xfrm>
            <a:off x="900113" y="549275"/>
            <a:ext cx="7543800" cy="1143000"/>
          </a:xfrm>
        </p:spPr>
        <p:txBody>
          <a:bodyPr/>
          <a:lstStyle/>
          <a:p>
            <a:pPr eaLnBrk="1" hangingPunct="1">
              <a:defRPr/>
            </a:pPr>
            <a:r>
              <a:rPr lang="zh-CN" altLang="en-US"/>
              <a:t>小结</a:t>
            </a:r>
          </a:p>
        </p:txBody>
      </p:sp>
      <p:sp>
        <p:nvSpPr>
          <p:cNvPr id="45060" name="Rectangle 4"/>
          <p:cNvSpPr>
            <a:spLocks noChangeArrowheads="1"/>
          </p:cNvSpPr>
          <p:nvPr/>
        </p:nvSpPr>
        <p:spPr bwMode="auto">
          <a:xfrm>
            <a:off x="900113" y="2051050"/>
            <a:ext cx="2663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solidFill>
                  <a:schemeClr val="bg2"/>
                </a:solidFill>
                <a:latin typeface="宋体" pitchFamily="2" charset="-122"/>
                <a:ea typeface="宋体" pitchFamily="2" charset="-122"/>
              </a:rPr>
              <a:t>(1)</a:t>
            </a:r>
            <a:r>
              <a:rPr lang="zh-CN" altLang="en-US">
                <a:solidFill>
                  <a:schemeClr val="bg2"/>
                </a:solidFill>
                <a:latin typeface="宋体" pitchFamily="2" charset="-122"/>
                <a:ea typeface="宋体" pitchFamily="2" charset="-122"/>
              </a:rPr>
              <a:t>矩阵的概念</a:t>
            </a:r>
          </a:p>
        </p:txBody>
      </p:sp>
      <p:graphicFrame>
        <p:nvGraphicFramePr>
          <p:cNvPr id="45065" name="Object 9"/>
          <p:cNvGraphicFramePr>
            <a:graphicFrameLocks noChangeAspect="1"/>
          </p:cNvGraphicFramePr>
          <p:nvPr/>
        </p:nvGraphicFramePr>
        <p:xfrm>
          <a:off x="1814513" y="2987675"/>
          <a:ext cx="3987800" cy="2209800"/>
        </p:xfrm>
        <a:graphic>
          <a:graphicData uri="http://schemas.openxmlformats.org/presentationml/2006/ole">
            <mc:AlternateContent xmlns:mc="http://schemas.openxmlformats.org/markup-compatibility/2006">
              <mc:Choice xmlns:v="urn:schemas-microsoft-com:vml" Requires="v">
                <p:oleObj spid="_x0000_s16420" name="公式" r:id="rId3" imgW="3987800" imgH="2209800" progId="Equation.3">
                  <p:embed/>
                </p:oleObj>
              </mc:Choice>
              <mc:Fallback>
                <p:oleObj name="公式" r:id="rId3" imgW="3987800" imgH="22098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4513" y="2987675"/>
                        <a:ext cx="3987800" cy="220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6" name="Object 10"/>
          <p:cNvGraphicFramePr>
            <a:graphicFrameLocks noChangeAspect="1"/>
          </p:cNvGraphicFramePr>
          <p:nvPr/>
        </p:nvGraphicFramePr>
        <p:xfrm>
          <a:off x="3567113" y="2149475"/>
          <a:ext cx="3048000" cy="406400"/>
        </p:xfrm>
        <a:graphic>
          <a:graphicData uri="http://schemas.openxmlformats.org/presentationml/2006/ole">
            <mc:AlternateContent xmlns:mc="http://schemas.openxmlformats.org/markup-compatibility/2006">
              <mc:Choice xmlns:v="urn:schemas-microsoft-com:vml" Requires="v">
                <p:oleObj spid="_x0000_s16421" name="Equation" r:id="rId5" imgW="3038318" imgH="400129" progId="Equation.3">
                  <p:embed/>
                </p:oleObj>
              </mc:Choice>
              <mc:Fallback>
                <p:oleObj name="Equation" r:id="rId5" imgW="3038318" imgH="400129"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67113" y="2149475"/>
                        <a:ext cx="30480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45060"/>
                                        </p:tgtEl>
                                        <p:attrNameLst>
                                          <p:attrName>style.visibility</p:attrName>
                                        </p:attrNameLst>
                                      </p:cBhvr>
                                      <p:to>
                                        <p:strVal val="visible"/>
                                      </p:to>
                                    </p:set>
                                    <p:animEffect transition="in" filter="wipe(left)">
                                      <p:cBhvr>
                                        <p:cTn id="7" dur="75"/>
                                        <p:tgtEl>
                                          <p:spTgt spid="450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5066"/>
                                        </p:tgtEl>
                                        <p:attrNameLst>
                                          <p:attrName>style.visibility</p:attrName>
                                        </p:attrNameLst>
                                      </p:cBhvr>
                                      <p:to>
                                        <p:strVal val="visible"/>
                                      </p:to>
                                    </p:set>
                                    <p:animEffect transition="in" filter="wipe(left)">
                                      <p:cBhvr>
                                        <p:cTn id="12" dur="500"/>
                                        <p:tgtEl>
                                          <p:spTgt spid="450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5065"/>
                                        </p:tgtEl>
                                        <p:attrNameLst>
                                          <p:attrName>style.visibility</p:attrName>
                                        </p:attrNameLst>
                                      </p:cBhvr>
                                      <p:to>
                                        <p:strVal val="visible"/>
                                      </p:to>
                                    </p:set>
                                    <p:animEffect transition="in" filter="wipe(left)">
                                      <p:cBhvr>
                                        <p:cTn id="17" dur="500"/>
                                        <p:tgtEl>
                                          <p:spTgt spid="450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ChangeArrowheads="1"/>
          </p:cNvSpPr>
          <p:nvPr/>
        </p:nvSpPr>
        <p:spPr bwMode="auto">
          <a:xfrm>
            <a:off x="831850" y="2360613"/>
            <a:ext cx="2117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(2) </a:t>
            </a:r>
            <a:r>
              <a:rPr lang="zh-CN" altLang="en-US"/>
              <a:t>特殊矩阵</a:t>
            </a:r>
          </a:p>
        </p:txBody>
      </p:sp>
      <p:graphicFrame>
        <p:nvGraphicFramePr>
          <p:cNvPr id="53252" name="Object 4"/>
          <p:cNvGraphicFramePr>
            <a:graphicFrameLocks noChangeAspect="1"/>
          </p:cNvGraphicFramePr>
          <p:nvPr/>
        </p:nvGraphicFramePr>
        <p:xfrm>
          <a:off x="2889250" y="836613"/>
          <a:ext cx="427038" cy="3581400"/>
        </p:xfrm>
        <a:graphic>
          <a:graphicData uri="http://schemas.openxmlformats.org/presentationml/2006/ole">
            <mc:AlternateContent xmlns:mc="http://schemas.openxmlformats.org/markup-compatibility/2006">
              <mc:Choice xmlns:v="urn:schemas-microsoft-com:vml" Requires="v">
                <p:oleObj spid="_x0000_s17513" name="Equation" r:id="rId3" imgW="381000" imgH="2044700" progId="Equation.3">
                  <p:embed/>
                </p:oleObj>
              </mc:Choice>
              <mc:Fallback>
                <p:oleObj name="Equation" r:id="rId3" imgW="381000" imgH="20447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9250" y="836613"/>
                        <a:ext cx="427038" cy="358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53" name="Rectangle 5"/>
          <p:cNvSpPr>
            <a:spLocks noChangeArrowheads="1"/>
          </p:cNvSpPr>
          <p:nvPr/>
        </p:nvSpPr>
        <p:spPr bwMode="auto">
          <a:xfrm>
            <a:off x="3194050" y="836613"/>
            <a:ext cx="898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rPr>
              <a:t>方阵</a:t>
            </a:r>
          </a:p>
        </p:txBody>
      </p:sp>
      <p:graphicFrame>
        <p:nvGraphicFramePr>
          <p:cNvPr id="53254" name="Object 6"/>
          <p:cNvGraphicFramePr>
            <a:graphicFrameLocks noChangeAspect="1"/>
          </p:cNvGraphicFramePr>
          <p:nvPr/>
        </p:nvGraphicFramePr>
        <p:xfrm>
          <a:off x="4216400" y="912813"/>
          <a:ext cx="1219200" cy="406400"/>
        </p:xfrm>
        <a:graphic>
          <a:graphicData uri="http://schemas.openxmlformats.org/presentationml/2006/ole">
            <mc:AlternateContent xmlns:mc="http://schemas.openxmlformats.org/markup-compatibility/2006">
              <mc:Choice xmlns:v="urn:schemas-microsoft-com:vml" Requires="v">
                <p:oleObj spid="_x0000_s17514" name="Equation" r:id="rId5" imgW="1218671" imgH="406224" progId="Equation.3">
                  <p:embed/>
                </p:oleObj>
              </mc:Choice>
              <mc:Fallback>
                <p:oleObj name="Equation" r:id="rId5" imgW="1218671" imgH="406224"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6400" y="912813"/>
                        <a:ext cx="12192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55" name="Rectangle 7"/>
          <p:cNvSpPr>
            <a:spLocks noChangeArrowheads="1"/>
          </p:cNvSpPr>
          <p:nvPr/>
        </p:nvSpPr>
        <p:spPr bwMode="auto">
          <a:xfrm>
            <a:off x="3194050" y="1620838"/>
            <a:ext cx="2803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行矩阵与列矩阵</a:t>
            </a:r>
            <a:r>
              <a:rPr lang="en-US" altLang="zh-CN">
                <a:ea typeface="宋体" pitchFamily="2" charset="-122"/>
              </a:rPr>
              <a:t>;</a:t>
            </a:r>
          </a:p>
        </p:txBody>
      </p:sp>
      <p:sp>
        <p:nvSpPr>
          <p:cNvPr id="53256" name="Rectangle 8"/>
          <p:cNvSpPr>
            <a:spLocks noChangeArrowheads="1"/>
          </p:cNvSpPr>
          <p:nvPr/>
        </p:nvSpPr>
        <p:spPr bwMode="auto">
          <a:xfrm>
            <a:off x="3194050" y="2284413"/>
            <a:ext cx="19700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rPr>
              <a:t>单位矩阵；</a:t>
            </a:r>
          </a:p>
        </p:txBody>
      </p:sp>
      <p:sp>
        <p:nvSpPr>
          <p:cNvPr id="53257" name="Rectangle 9"/>
          <p:cNvSpPr>
            <a:spLocks noChangeArrowheads="1"/>
          </p:cNvSpPr>
          <p:nvPr/>
        </p:nvSpPr>
        <p:spPr bwMode="auto">
          <a:xfrm>
            <a:off x="3194050" y="3046413"/>
            <a:ext cx="4572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a:effectLst>
                  <a:outerShdw blurRad="38100" dist="38100" dir="2700000" algn="tl">
                    <a:srgbClr val="C0C0C0"/>
                  </a:outerShdw>
                </a:effectLst>
                <a:ea typeface="黑体" pitchFamily="2" charset="-122"/>
              </a:rPr>
              <a:t>对角矩阵</a:t>
            </a:r>
            <a:r>
              <a:rPr lang="en-US" altLang="zh-CN">
                <a:ea typeface="宋体" pitchFamily="2" charset="-122"/>
              </a:rPr>
              <a:t>;</a:t>
            </a:r>
          </a:p>
        </p:txBody>
      </p:sp>
      <p:sp>
        <p:nvSpPr>
          <p:cNvPr id="53258" name="Rectangle 10"/>
          <p:cNvSpPr>
            <a:spLocks noChangeArrowheads="1"/>
          </p:cNvSpPr>
          <p:nvPr/>
        </p:nvSpPr>
        <p:spPr bwMode="auto">
          <a:xfrm>
            <a:off x="3194050" y="3830638"/>
            <a:ext cx="13446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零矩阵</a:t>
            </a:r>
            <a:r>
              <a:rPr lang="en-US" altLang="zh-CN">
                <a:ea typeface="宋体" pitchFamily="2" charset="-122"/>
              </a:rPr>
              <a:t>.</a:t>
            </a:r>
          </a:p>
        </p:txBody>
      </p:sp>
      <p:graphicFrame>
        <p:nvGraphicFramePr>
          <p:cNvPr id="53259" name="Object 11"/>
          <p:cNvGraphicFramePr>
            <a:graphicFrameLocks noChangeAspect="1"/>
          </p:cNvGraphicFramePr>
          <p:nvPr/>
        </p:nvGraphicFramePr>
        <p:xfrm>
          <a:off x="5403850" y="2132013"/>
          <a:ext cx="2498725" cy="1905000"/>
        </p:xfrm>
        <a:graphic>
          <a:graphicData uri="http://schemas.openxmlformats.org/presentationml/2006/ole">
            <mc:AlternateContent xmlns:mc="http://schemas.openxmlformats.org/markup-compatibility/2006">
              <mc:Choice xmlns:v="urn:schemas-microsoft-com:vml" Requires="v">
                <p:oleObj spid="_x0000_s17515" name="Equation" r:id="rId7" imgW="2667179" imgH="2038245" progId="Equation.3">
                  <p:embed/>
                </p:oleObj>
              </mc:Choice>
              <mc:Fallback>
                <p:oleObj name="Equation" r:id="rId7" imgW="2667179" imgH="2038245"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03850" y="2132013"/>
                        <a:ext cx="2498725" cy="190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60" name="Object 12"/>
          <p:cNvGraphicFramePr>
            <a:graphicFrameLocks noChangeAspect="1"/>
          </p:cNvGraphicFramePr>
          <p:nvPr/>
        </p:nvGraphicFramePr>
        <p:xfrm>
          <a:off x="6699250" y="912813"/>
          <a:ext cx="1447800" cy="2057400"/>
        </p:xfrm>
        <a:graphic>
          <a:graphicData uri="http://schemas.openxmlformats.org/presentationml/2006/ole">
            <mc:AlternateContent xmlns:mc="http://schemas.openxmlformats.org/markup-compatibility/2006">
              <mc:Choice xmlns:v="urn:schemas-microsoft-com:vml" Requires="v">
                <p:oleObj spid="_x0000_s17516" name="Equation" r:id="rId9" imgW="1438297" imgH="2047822" progId="Equation.3">
                  <p:embed/>
                </p:oleObj>
              </mc:Choice>
              <mc:Fallback>
                <p:oleObj name="Equation" r:id="rId9" imgW="1438297" imgH="2047822"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99250" y="912813"/>
                        <a:ext cx="1447800" cy="205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61" name="Object 13"/>
          <p:cNvGraphicFramePr>
            <a:graphicFrameLocks noChangeAspect="1"/>
          </p:cNvGraphicFramePr>
          <p:nvPr/>
        </p:nvGraphicFramePr>
        <p:xfrm>
          <a:off x="5962650" y="1674813"/>
          <a:ext cx="2641600" cy="431800"/>
        </p:xfrm>
        <a:graphic>
          <a:graphicData uri="http://schemas.openxmlformats.org/presentationml/2006/ole">
            <mc:AlternateContent xmlns:mc="http://schemas.openxmlformats.org/markup-compatibility/2006">
              <mc:Choice xmlns:v="urn:schemas-microsoft-com:vml" Requires="v">
                <p:oleObj spid="_x0000_s17517" name="Equation" r:id="rId11" imgW="2628810" imgH="418929" progId="Equation.3">
                  <p:embed/>
                </p:oleObj>
              </mc:Choice>
              <mc:Fallback>
                <p:oleObj name="Equation" r:id="rId11" imgW="2628810" imgH="418929"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62650" y="1674813"/>
                        <a:ext cx="26416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63" name="Object 15"/>
          <p:cNvGraphicFramePr>
            <a:graphicFrameLocks noChangeAspect="1"/>
          </p:cNvGraphicFramePr>
          <p:nvPr/>
        </p:nvGraphicFramePr>
        <p:xfrm>
          <a:off x="5251450" y="2055813"/>
          <a:ext cx="2667000" cy="2044700"/>
        </p:xfrm>
        <a:graphic>
          <a:graphicData uri="http://schemas.openxmlformats.org/presentationml/2006/ole">
            <mc:AlternateContent xmlns:mc="http://schemas.openxmlformats.org/markup-compatibility/2006">
              <mc:Choice xmlns:v="urn:schemas-microsoft-com:vml" Requires="v">
                <p:oleObj spid="_x0000_s17518" name="公式" r:id="rId13" imgW="2876595" imgH="2200354" progId="Equation.3">
                  <p:embed/>
                </p:oleObj>
              </mc:Choice>
              <mc:Fallback>
                <p:oleObj name="公式" r:id="rId13" imgW="2876595" imgH="2200354"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51450" y="2055813"/>
                        <a:ext cx="2667000" cy="204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46" name="Text Box 2"/>
          <p:cNvSpPr txBox="1">
            <a:spLocks noChangeArrowheads="1"/>
          </p:cNvSpPr>
          <p:nvPr/>
        </p:nvSpPr>
        <p:spPr bwMode="auto">
          <a:xfrm>
            <a:off x="820738" y="4765675"/>
            <a:ext cx="74152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(3) </a:t>
            </a:r>
            <a:r>
              <a:rPr lang="zh-CN" altLang="en-US"/>
              <a:t>一些概念</a:t>
            </a:r>
            <a:r>
              <a:rPr lang="en-US" altLang="zh-CN"/>
              <a:t>: </a:t>
            </a:r>
            <a:r>
              <a:rPr lang="zh-CN" altLang="en-US"/>
              <a:t>同型矩阵、矩阵相等、负矩阵等</a:t>
            </a:r>
            <a:r>
              <a:rPr lang="en-US" altLang="zh-CN"/>
              <a:t>.</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3252"/>
                                        </p:tgtEl>
                                        <p:attrNameLst>
                                          <p:attrName>style.visibility</p:attrName>
                                        </p:attrNameLst>
                                      </p:cBhvr>
                                      <p:to>
                                        <p:strVal val="visible"/>
                                      </p:to>
                                    </p:set>
                                    <p:animEffect transition="in" filter="wipe(left)">
                                      <p:cBhvr>
                                        <p:cTn id="7" dur="500"/>
                                        <p:tgtEl>
                                          <p:spTgt spid="532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253"/>
                                        </p:tgtEl>
                                        <p:attrNameLst>
                                          <p:attrName>style.visibility</p:attrName>
                                        </p:attrNameLst>
                                      </p:cBhvr>
                                      <p:to>
                                        <p:strVal val="visible"/>
                                      </p:to>
                                    </p:set>
                                    <p:animEffect transition="in" filter="wipe(left)">
                                      <p:cBhvr>
                                        <p:cTn id="12" dur="500"/>
                                        <p:tgtEl>
                                          <p:spTgt spid="532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3254"/>
                                        </p:tgtEl>
                                        <p:attrNameLst>
                                          <p:attrName>style.visibility</p:attrName>
                                        </p:attrNameLst>
                                      </p:cBhvr>
                                      <p:to>
                                        <p:strVal val="visible"/>
                                      </p:to>
                                    </p:set>
                                    <p:animEffect transition="in" filter="wipe(left)">
                                      <p:cBhvr>
                                        <p:cTn id="17" dur="500"/>
                                        <p:tgtEl>
                                          <p:spTgt spid="532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3255"/>
                                        </p:tgtEl>
                                        <p:attrNameLst>
                                          <p:attrName>style.visibility</p:attrName>
                                        </p:attrNameLst>
                                      </p:cBhvr>
                                      <p:to>
                                        <p:strVal val="visible"/>
                                      </p:to>
                                    </p:set>
                                    <p:animEffect transition="in" filter="wipe(left)">
                                      <p:cBhvr>
                                        <p:cTn id="22" dur="500"/>
                                        <p:tgtEl>
                                          <p:spTgt spid="5325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3261"/>
                                        </p:tgtEl>
                                        <p:attrNameLst>
                                          <p:attrName>style.visibility</p:attrName>
                                        </p:attrNameLst>
                                      </p:cBhvr>
                                      <p:to>
                                        <p:strVal val="visible"/>
                                      </p:to>
                                    </p:set>
                                    <p:animEffect transition="in" filter="wipe(left)">
                                      <p:cBhvr>
                                        <p:cTn id="27" dur="500"/>
                                        <p:tgtEl>
                                          <p:spTgt spid="53261"/>
                                        </p:tgtEl>
                                      </p:cBhvr>
                                    </p:animEffect>
                                  </p:childTnLst>
                                  <p:subTnLst>
                                    <p:set>
                                      <p:cBhvr override="childStyle">
                                        <p:cTn dur="1" fill="hold" display="0" masterRel="nextClick" afterEffect="1"/>
                                        <p:tgtEl>
                                          <p:spTgt spid="53261"/>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3260"/>
                                        </p:tgtEl>
                                        <p:attrNameLst>
                                          <p:attrName>style.visibility</p:attrName>
                                        </p:attrNameLst>
                                      </p:cBhvr>
                                      <p:to>
                                        <p:strVal val="visible"/>
                                      </p:to>
                                    </p:set>
                                    <p:animEffect transition="in" filter="wipe(left)">
                                      <p:cBhvr>
                                        <p:cTn id="32" dur="500"/>
                                        <p:tgtEl>
                                          <p:spTgt spid="53260"/>
                                        </p:tgtEl>
                                      </p:cBhvr>
                                    </p:animEffect>
                                  </p:childTnLst>
                                  <p:subTnLst>
                                    <p:set>
                                      <p:cBhvr override="childStyle">
                                        <p:cTn dur="1" fill="hold" display="0" masterRel="nextClick" afterEffect="1"/>
                                        <p:tgtEl>
                                          <p:spTgt spid="53260"/>
                                        </p:tgtEl>
                                        <p:attrNameLst>
                                          <p:attrName>style.visibility</p:attrName>
                                        </p:attrNameLst>
                                      </p:cBhvr>
                                      <p:to>
                                        <p:strVal val="hidden"/>
                                      </p:to>
                                    </p:set>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lt">
                                    <p:tmPct val="100000"/>
                                  </p:iterate>
                                  <p:childTnLst>
                                    <p:set>
                                      <p:cBhvr>
                                        <p:cTn id="36" dur="1" fill="hold">
                                          <p:stCondLst>
                                            <p:cond delay="0"/>
                                          </p:stCondLst>
                                        </p:cTn>
                                        <p:tgtEl>
                                          <p:spTgt spid="53256"/>
                                        </p:tgtEl>
                                        <p:attrNameLst>
                                          <p:attrName>style.visibility</p:attrName>
                                        </p:attrNameLst>
                                      </p:cBhvr>
                                      <p:to>
                                        <p:strVal val="visible"/>
                                      </p:to>
                                    </p:set>
                                    <p:animEffect transition="in" filter="wipe(left)">
                                      <p:cBhvr>
                                        <p:cTn id="37" dur="75"/>
                                        <p:tgtEl>
                                          <p:spTgt spid="5325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3259"/>
                                        </p:tgtEl>
                                        <p:attrNameLst>
                                          <p:attrName>style.visibility</p:attrName>
                                        </p:attrNameLst>
                                      </p:cBhvr>
                                      <p:to>
                                        <p:strVal val="visible"/>
                                      </p:to>
                                    </p:set>
                                    <p:animEffect transition="in" filter="wipe(left)">
                                      <p:cBhvr>
                                        <p:cTn id="42" dur="500"/>
                                        <p:tgtEl>
                                          <p:spTgt spid="53259"/>
                                        </p:tgtEl>
                                      </p:cBhvr>
                                    </p:animEffect>
                                  </p:childTnLst>
                                  <p:subTnLst>
                                    <p:set>
                                      <p:cBhvr override="childStyle">
                                        <p:cTn dur="1" fill="hold" display="0" masterRel="nextClick" afterEffect="1"/>
                                        <p:tgtEl>
                                          <p:spTgt spid="53259"/>
                                        </p:tgtEl>
                                        <p:attrNameLst>
                                          <p:attrName>style.visibility</p:attrName>
                                        </p:attrNameLst>
                                      </p:cBhvr>
                                      <p:to>
                                        <p:strVal val="hidden"/>
                                      </p:to>
                                    </p:set>
                                  </p:sub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iterate type="lt">
                                    <p:tmPct val="100000"/>
                                  </p:iterate>
                                  <p:childTnLst>
                                    <p:set>
                                      <p:cBhvr>
                                        <p:cTn id="46" dur="1" fill="hold">
                                          <p:stCondLst>
                                            <p:cond delay="0"/>
                                          </p:stCondLst>
                                        </p:cTn>
                                        <p:tgtEl>
                                          <p:spTgt spid="53257"/>
                                        </p:tgtEl>
                                        <p:attrNameLst>
                                          <p:attrName>style.visibility</p:attrName>
                                        </p:attrNameLst>
                                      </p:cBhvr>
                                      <p:to>
                                        <p:strVal val="visible"/>
                                      </p:to>
                                    </p:set>
                                    <p:animEffect transition="in" filter="wipe(left)">
                                      <p:cBhvr>
                                        <p:cTn id="47" dur="75"/>
                                        <p:tgtEl>
                                          <p:spTgt spid="5325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53263"/>
                                        </p:tgtEl>
                                        <p:attrNameLst>
                                          <p:attrName>style.visibility</p:attrName>
                                        </p:attrNameLst>
                                      </p:cBhvr>
                                      <p:to>
                                        <p:strVal val="visible"/>
                                      </p:to>
                                    </p:set>
                                    <p:animEffect transition="in" filter="wipe(left)">
                                      <p:cBhvr>
                                        <p:cTn id="52" dur="500"/>
                                        <p:tgtEl>
                                          <p:spTgt spid="53263"/>
                                        </p:tgtEl>
                                      </p:cBhvr>
                                    </p:animEffect>
                                  </p:childTnLst>
                                  <p:subTnLst>
                                    <p:set>
                                      <p:cBhvr override="childStyle">
                                        <p:cTn dur="1" fill="hold" display="0" masterRel="nextClick" afterEffect="1"/>
                                        <p:tgtEl>
                                          <p:spTgt spid="53263"/>
                                        </p:tgtEl>
                                        <p:attrNameLst>
                                          <p:attrName>style.visibility</p:attrName>
                                        </p:attrNameLst>
                                      </p:cBhvr>
                                      <p:to>
                                        <p:strVal val="hidden"/>
                                      </p:to>
                                    </p:set>
                                  </p:sub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iterate type="lt">
                                    <p:tmPct val="100000"/>
                                  </p:iterate>
                                  <p:childTnLst>
                                    <p:set>
                                      <p:cBhvr>
                                        <p:cTn id="56" dur="1" fill="hold">
                                          <p:stCondLst>
                                            <p:cond delay="0"/>
                                          </p:stCondLst>
                                        </p:cTn>
                                        <p:tgtEl>
                                          <p:spTgt spid="53258"/>
                                        </p:tgtEl>
                                        <p:attrNameLst>
                                          <p:attrName>style.visibility</p:attrName>
                                        </p:attrNameLst>
                                      </p:cBhvr>
                                      <p:to>
                                        <p:strVal val="visible"/>
                                      </p:to>
                                    </p:set>
                                    <p:animEffect transition="in" filter="wipe(left)">
                                      <p:cBhvr>
                                        <p:cTn id="57" dur="75"/>
                                        <p:tgtEl>
                                          <p:spTgt spid="5325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573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3" grpId="0" autoUpdateAnimBg="0"/>
      <p:bldP spid="53255" grpId="0" autoUpdateAnimBg="0"/>
      <p:bldP spid="53256" grpId="0" autoUpdateAnimBg="0"/>
      <p:bldP spid="53257" grpId="0" autoUpdateAnimBg="0"/>
      <p:bldP spid="53258" grpId="0" autoUpdateAnimBg="0"/>
      <p:bldP spid="5734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defRPr/>
            </a:pPr>
            <a:r>
              <a:rPr lang="zh-CN" altLang="en-US"/>
              <a:t>思考题</a:t>
            </a:r>
          </a:p>
        </p:txBody>
      </p:sp>
      <p:sp>
        <p:nvSpPr>
          <p:cNvPr id="18435" name="Rectangle 5"/>
          <p:cNvSpPr>
            <a:spLocks noChangeArrowheads="1"/>
          </p:cNvSpPr>
          <p:nvPr/>
        </p:nvSpPr>
        <p:spPr bwMode="auto">
          <a:xfrm>
            <a:off x="1752600" y="1647825"/>
            <a:ext cx="5461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sz="3600">
                <a:solidFill>
                  <a:schemeClr val="bg2"/>
                </a:solidFill>
                <a:latin typeface="宋体" pitchFamily="2" charset="-122"/>
                <a:ea typeface="宋体" pitchFamily="2" charset="-122"/>
              </a:rPr>
              <a:t>矩阵与行列式的有何区别</a:t>
            </a:r>
            <a:r>
              <a:rPr lang="en-US" altLang="zh-CN" sz="3600">
                <a:solidFill>
                  <a:schemeClr val="bg2"/>
                </a:solidFill>
                <a:latin typeface="宋体" pitchFamily="2" charset="-122"/>
                <a:ea typeface="宋体" pitchFamily="2" charset="-122"/>
              </a:rPr>
              <a:t>?</a:t>
            </a:r>
          </a:p>
        </p:txBody>
      </p:sp>
    </p:spTree>
  </p:cSld>
  <p:clrMapOvr>
    <a:masterClrMapping/>
  </p:clrMapOvr>
  <p:transition>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971550" y="260350"/>
            <a:ext cx="7543800" cy="1143000"/>
          </a:xfrm>
        </p:spPr>
        <p:txBody>
          <a:bodyPr/>
          <a:lstStyle/>
          <a:p>
            <a:pPr eaLnBrk="1" hangingPunct="1">
              <a:defRPr/>
            </a:pPr>
            <a:r>
              <a:rPr lang="zh-CN" altLang="en-US"/>
              <a:t>思考题解答</a:t>
            </a:r>
          </a:p>
        </p:txBody>
      </p:sp>
      <p:sp>
        <p:nvSpPr>
          <p:cNvPr id="47109" name="Rectangle 5"/>
          <p:cNvSpPr>
            <a:spLocks noGrp="1" noChangeArrowheads="1"/>
          </p:cNvSpPr>
          <p:nvPr>
            <p:ph type="body" idx="1"/>
          </p:nvPr>
        </p:nvSpPr>
        <p:spPr bwMode="auto">
          <a:xfrm>
            <a:off x="815975" y="1600200"/>
            <a:ext cx="7859713" cy="452596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609600" indent="-609600" algn="ctr" eaLnBrk="1" hangingPunct="1">
              <a:lnSpc>
                <a:spcPct val="90000"/>
              </a:lnSpc>
              <a:buFontTx/>
              <a:buNone/>
            </a:pPr>
            <a:r>
              <a:rPr lang="en-US" altLang="zh-CN" sz="2800">
                <a:latin typeface="黑体" pitchFamily="49" charset="-122"/>
                <a:ea typeface="黑体" pitchFamily="49" charset="-122"/>
              </a:rPr>
              <a:t> </a:t>
            </a:r>
            <a:r>
              <a:rPr lang="zh-CN" altLang="en-US">
                <a:solidFill>
                  <a:schemeClr val="bg2"/>
                </a:solidFill>
                <a:latin typeface="黑体" pitchFamily="49" charset="-122"/>
                <a:ea typeface="黑体" pitchFamily="49" charset="-122"/>
              </a:rPr>
              <a:t>矩阵与行列式有</a:t>
            </a:r>
            <a:r>
              <a:rPr lang="zh-CN" altLang="en-US">
                <a:solidFill>
                  <a:srgbClr val="A50021"/>
                </a:solidFill>
                <a:latin typeface="黑体" pitchFamily="49" charset="-122"/>
                <a:ea typeface="黑体" pitchFamily="49" charset="-122"/>
              </a:rPr>
              <a:t>本质</a:t>
            </a:r>
            <a:r>
              <a:rPr lang="zh-CN" altLang="en-US">
                <a:solidFill>
                  <a:schemeClr val="bg2"/>
                </a:solidFill>
                <a:latin typeface="黑体" pitchFamily="49" charset="-122"/>
                <a:ea typeface="黑体" pitchFamily="49" charset="-122"/>
              </a:rPr>
              <a:t>的区别</a:t>
            </a:r>
          </a:p>
          <a:p>
            <a:pPr marL="609600" indent="-609600" eaLnBrk="1" hangingPunct="1">
              <a:lnSpc>
                <a:spcPct val="90000"/>
              </a:lnSpc>
            </a:pPr>
            <a:endParaRPr lang="zh-CN" altLang="en-US">
              <a:solidFill>
                <a:schemeClr val="bg2"/>
              </a:solidFill>
              <a:latin typeface="黑体" pitchFamily="49" charset="-122"/>
              <a:ea typeface="黑体" pitchFamily="49" charset="-122"/>
            </a:endParaRPr>
          </a:p>
          <a:p>
            <a:pPr marL="609600" indent="-609600" eaLnBrk="1" hangingPunct="1">
              <a:lnSpc>
                <a:spcPct val="90000"/>
              </a:lnSpc>
              <a:buFontTx/>
              <a:buAutoNum type="circleNumDbPlain"/>
            </a:pPr>
            <a:r>
              <a:rPr lang="zh-CN" altLang="en-US" sz="2800">
                <a:solidFill>
                  <a:schemeClr val="bg2"/>
                </a:solidFill>
                <a:latin typeface="楷体_GB2312" pitchFamily="49" charset="-122"/>
                <a:ea typeface="楷体_GB2312" pitchFamily="49" charset="-122"/>
              </a:rPr>
              <a:t>行列式是一个</a:t>
            </a:r>
            <a:r>
              <a:rPr lang="zh-CN" altLang="en-US" sz="2800">
                <a:solidFill>
                  <a:srgbClr val="0000FF"/>
                </a:solidFill>
                <a:latin typeface="楷体_GB2312" pitchFamily="49" charset="-122"/>
                <a:ea typeface="楷体_GB2312" pitchFamily="49" charset="-122"/>
              </a:rPr>
              <a:t>算式</a:t>
            </a:r>
            <a:r>
              <a:rPr lang="zh-CN" altLang="en-US" sz="2800">
                <a:solidFill>
                  <a:schemeClr val="bg2"/>
                </a:solidFill>
                <a:latin typeface="楷体_GB2312" pitchFamily="49" charset="-122"/>
                <a:ea typeface="楷体_GB2312" pitchFamily="49" charset="-122"/>
              </a:rPr>
              <a:t>，一个数字行列式经过计算可求得其值，而矩阵仅仅是一个</a:t>
            </a:r>
            <a:r>
              <a:rPr lang="zh-CN" altLang="en-US" sz="2800">
                <a:solidFill>
                  <a:srgbClr val="0000FF"/>
                </a:solidFill>
                <a:latin typeface="楷体_GB2312" pitchFamily="49" charset="-122"/>
                <a:ea typeface="楷体_GB2312" pitchFamily="49" charset="-122"/>
              </a:rPr>
              <a:t>数表</a:t>
            </a:r>
            <a:r>
              <a:rPr lang="en-US" altLang="zh-CN" sz="2800">
                <a:solidFill>
                  <a:srgbClr val="0000FF"/>
                </a:solidFill>
                <a:latin typeface="楷体_GB2312" pitchFamily="49" charset="-122"/>
                <a:ea typeface="楷体_GB2312" pitchFamily="49" charset="-122"/>
              </a:rPr>
              <a:t>.</a:t>
            </a:r>
          </a:p>
          <a:p>
            <a:pPr marL="609600" indent="-609600" eaLnBrk="1" hangingPunct="1">
              <a:lnSpc>
                <a:spcPct val="90000"/>
              </a:lnSpc>
              <a:buFontTx/>
              <a:buAutoNum type="circleNumDbPlain"/>
            </a:pPr>
            <a:r>
              <a:rPr lang="zh-CN" altLang="en-US" sz="2800">
                <a:solidFill>
                  <a:schemeClr val="bg2"/>
                </a:solidFill>
                <a:latin typeface="楷体_GB2312" pitchFamily="49" charset="-122"/>
                <a:ea typeface="楷体_GB2312" pitchFamily="49" charset="-122"/>
              </a:rPr>
              <a:t>矩阵的行数和列数可以不同，而行列式的行数和列数是相同的</a:t>
            </a:r>
            <a:r>
              <a:rPr lang="en-US" altLang="zh-CN" sz="2800">
                <a:solidFill>
                  <a:schemeClr val="bg2"/>
                </a:solidFill>
                <a:latin typeface="楷体_GB2312" pitchFamily="49" charset="-122"/>
                <a:ea typeface="楷体_GB2312" pitchFamily="49" charset="-122"/>
              </a:rPr>
              <a:t>.</a:t>
            </a:r>
          </a:p>
          <a:p>
            <a:pPr marL="609600" indent="-609600" eaLnBrk="1" hangingPunct="1">
              <a:lnSpc>
                <a:spcPct val="90000"/>
              </a:lnSpc>
              <a:buFontTx/>
              <a:buAutoNum type="circleNumDbPlain"/>
            </a:pPr>
            <a:r>
              <a:rPr lang="zh-CN" altLang="en-US" sz="2800">
                <a:solidFill>
                  <a:schemeClr val="bg2"/>
                </a:solidFill>
                <a:latin typeface="楷体_GB2312" pitchFamily="49" charset="-122"/>
                <a:ea typeface="楷体_GB2312" pitchFamily="49" charset="-122"/>
              </a:rPr>
              <a:t>矩阵相等有着</a:t>
            </a:r>
            <a:r>
              <a:rPr lang="zh-CN" altLang="en-US" sz="2800">
                <a:solidFill>
                  <a:srgbClr val="FF3300"/>
                </a:solidFill>
                <a:latin typeface="楷体_GB2312" pitchFamily="49" charset="-122"/>
                <a:ea typeface="楷体_GB2312" pitchFamily="49" charset="-122"/>
              </a:rPr>
              <a:t>严格</a:t>
            </a:r>
            <a:r>
              <a:rPr lang="zh-CN" altLang="en-US" sz="2800">
                <a:solidFill>
                  <a:schemeClr val="bg2"/>
                </a:solidFill>
                <a:latin typeface="楷体_GB2312" pitchFamily="49" charset="-122"/>
                <a:ea typeface="楷体_GB2312" pitchFamily="49" charset="-122"/>
              </a:rPr>
              <a:t>的条件，而行列式相等只需行列式的计算结果相同即可，与行列式的阶数无关</a:t>
            </a:r>
            <a:r>
              <a:rPr lang="en-US" altLang="zh-CN" sz="2800">
                <a:solidFill>
                  <a:schemeClr val="bg2"/>
                </a:solidFill>
                <a:latin typeface="楷体_GB2312" pitchFamily="49" charset="-122"/>
                <a:ea typeface="楷体_GB2312" pitchFamily="49" charset="-122"/>
              </a:rPr>
              <a:t>.</a:t>
            </a:r>
            <a:endParaRPr lang="en-US" altLang="zh-CN" sz="2800">
              <a:latin typeface="楷体_GB2312" pitchFamily="49" charset="-122"/>
              <a:ea typeface="楷体_GB2312" pitchFamily="49" charset="-122"/>
            </a:endParaRP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09">
                                            <p:txEl>
                                              <p:pRg st="0" end="0"/>
                                            </p:txEl>
                                          </p:spTgt>
                                        </p:tgtEl>
                                        <p:attrNameLst>
                                          <p:attrName>style.visibility</p:attrName>
                                        </p:attrNameLst>
                                      </p:cBhvr>
                                      <p:to>
                                        <p:strVal val="visible"/>
                                      </p:to>
                                    </p:set>
                                    <p:animEffect transition="in" filter="wipe(left)">
                                      <p:cBhvr>
                                        <p:cTn id="7" dur="500"/>
                                        <p:tgtEl>
                                          <p:spTgt spid="4710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7109">
                                            <p:txEl>
                                              <p:pRg st="2" end="2"/>
                                            </p:txEl>
                                          </p:spTgt>
                                        </p:tgtEl>
                                        <p:attrNameLst>
                                          <p:attrName>style.visibility</p:attrName>
                                        </p:attrNameLst>
                                      </p:cBhvr>
                                      <p:to>
                                        <p:strVal val="visible"/>
                                      </p:to>
                                    </p:set>
                                    <p:animEffect transition="in" filter="wipe(left)">
                                      <p:cBhvr>
                                        <p:cTn id="12" dur="500"/>
                                        <p:tgtEl>
                                          <p:spTgt spid="4710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7109">
                                            <p:txEl>
                                              <p:pRg st="3" end="3"/>
                                            </p:txEl>
                                          </p:spTgt>
                                        </p:tgtEl>
                                        <p:attrNameLst>
                                          <p:attrName>style.visibility</p:attrName>
                                        </p:attrNameLst>
                                      </p:cBhvr>
                                      <p:to>
                                        <p:strVal val="visible"/>
                                      </p:to>
                                    </p:set>
                                    <p:animEffect transition="in" filter="wipe(left)">
                                      <p:cBhvr>
                                        <p:cTn id="17" dur="500"/>
                                        <p:tgtEl>
                                          <p:spTgt spid="4710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7109">
                                            <p:txEl>
                                              <p:pRg st="4" end="4"/>
                                            </p:txEl>
                                          </p:spTgt>
                                        </p:tgtEl>
                                        <p:attrNameLst>
                                          <p:attrName>style.visibility</p:attrName>
                                        </p:attrNameLst>
                                      </p:cBhvr>
                                      <p:to>
                                        <p:strVal val="visible"/>
                                      </p:to>
                                    </p:set>
                                    <p:animEffect transition="in" filter="wipe(left)">
                                      <p:cBhvr>
                                        <p:cTn id="22" dur="500"/>
                                        <p:tgtEl>
                                          <p:spTgt spid="4710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70" name="Rectangle 6"/>
          <p:cNvSpPr>
            <a:spLocks noChangeArrowheads="1"/>
          </p:cNvSpPr>
          <p:nvPr/>
        </p:nvSpPr>
        <p:spPr bwMode="auto">
          <a:xfrm>
            <a:off x="685800" y="1196975"/>
            <a:ext cx="7772400"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1pPr>
            <a:lvl2pPr>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2pPr>
            <a:lvl3pPr>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3pPr>
            <a:lvl4pPr>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4pPr>
            <a:lvl5pPr>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5pPr>
            <a:lvl6pPr marL="457200" fontAlgn="base">
              <a:spcBef>
                <a:spcPct val="0"/>
              </a:spcBef>
              <a:spcAft>
                <a:spcPct val="0"/>
              </a:spcAft>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6pPr>
            <a:lvl7pPr marL="914400" fontAlgn="base">
              <a:spcBef>
                <a:spcPct val="0"/>
              </a:spcBef>
              <a:spcAft>
                <a:spcPct val="0"/>
              </a:spcAft>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7pPr>
            <a:lvl8pPr marL="1371600" fontAlgn="base">
              <a:spcBef>
                <a:spcPct val="0"/>
              </a:spcBef>
              <a:spcAft>
                <a:spcPct val="0"/>
              </a:spcAft>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8pPr>
            <a:lvl9pPr marL="1828800" fontAlgn="base">
              <a:spcBef>
                <a:spcPct val="0"/>
              </a:spcBef>
              <a:spcAft>
                <a:spcPct val="0"/>
              </a:spcAft>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9pPr>
          </a:lstStyle>
          <a:p>
            <a:pPr algn="ctr">
              <a:defRPr/>
            </a:pPr>
            <a:r>
              <a:rPr lang="zh-CN" altLang="en-US" sz="6600"/>
              <a:t>第二章 矩阵代数</a:t>
            </a:r>
          </a:p>
        </p:txBody>
      </p:sp>
      <p:sp>
        <p:nvSpPr>
          <p:cNvPr id="20483" name="Rectangle 7"/>
          <p:cNvSpPr>
            <a:spLocks noChangeArrowheads="1"/>
          </p:cNvSpPr>
          <p:nvPr/>
        </p:nvSpPr>
        <p:spPr bwMode="auto">
          <a:xfrm>
            <a:off x="1371600" y="2952750"/>
            <a:ext cx="6400800" cy="836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algn="ctr" eaLnBrk="1" hangingPunct="1">
              <a:spcBef>
                <a:spcPct val="20000"/>
              </a:spcBef>
            </a:pPr>
            <a:r>
              <a:rPr lang="zh-CN" altLang="en-US" sz="4400">
                <a:solidFill>
                  <a:srgbClr val="000099"/>
                </a:solidFill>
                <a:ea typeface="宋体" pitchFamily="2" charset="-122"/>
              </a:rPr>
              <a:t>第二节 矩阵的代数运算</a:t>
            </a:r>
          </a:p>
        </p:txBody>
      </p:sp>
      <p:sp>
        <p:nvSpPr>
          <p:cNvPr id="88072" name="Text Box 8"/>
          <p:cNvSpPr txBox="1">
            <a:spLocks noChangeArrowheads="1"/>
          </p:cNvSpPr>
          <p:nvPr/>
        </p:nvSpPr>
        <p:spPr bwMode="auto">
          <a:xfrm>
            <a:off x="1547813" y="4149725"/>
            <a:ext cx="69119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076325" indent="-1076325"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CC0000"/>
                </a:solidFill>
              </a:rPr>
              <a:t>目的</a:t>
            </a:r>
            <a:r>
              <a:rPr lang="zh-CN" altLang="en-US"/>
              <a:t>：掌握矩阵代数运算的定义、条件及运算性质</a:t>
            </a:r>
            <a:r>
              <a:rPr lang="en-US" altLang="zh-CN"/>
              <a:t>.</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8072"/>
                                        </p:tgtEl>
                                        <p:attrNameLst>
                                          <p:attrName>style.visibility</p:attrName>
                                        </p:attrNameLst>
                                      </p:cBhvr>
                                      <p:to>
                                        <p:strVal val="visible"/>
                                      </p:to>
                                    </p:set>
                                    <p:animEffect transition="in" filter="blinds(horizontal)">
                                      <p:cBhvr>
                                        <p:cTn id="7" dur="500"/>
                                        <p:tgtEl>
                                          <p:spTgt spid="880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827088" y="1593850"/>
            <a:ext cx="338455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sz="3200">
                <a:solidFill>
                  <a:srgbClr val="0000FF"/>
                </a:solidFill>
              </a:rPr>
              <a:t>１、定义</a:t>
            </a:r>
          </a:p>
        </p:txBody>
      </p:sp>
      <p:graphicFrame>
        <p:nvGraphicFramePr>
          <p:cNvPr id="54275" name="Object 3"/>
          <p:cNvGraphicFramePr>
            <a:graphicFrameLocks noChangeAspect="1"/>
          </p:cNvGraphicFramePr>
          <p:nvPr/>
        </p:nvGraphicFramePr>
        <p:xfrm>
          <a:off x="1258888" y="3683000"/>
          <a:ext cx="5905500" cy="1820863"/>
        </p:xfrm>
        <a:graphic>
          <a:graphicData uri="http://schemas.openxmlformats.org/presentationml/2006/ole">
            <mc:AlternateContent xmlns:mc="http://schemas.openxmlformats.org/markup-compatibility/2006">
              <mc:Choice xmlns:v="urn:schemas-microsoft-com:vml" Requires="v">
                <p:oleObj spid="_x0000_s21559" name="公式" r:id="rId3" imgW="7162800" imgH="2209800" progId="Equation.3">
                  <p:embed/>
                </p:oleObj>
              </mc:Choice>
              <mc:Fallback>
                <p:oleObj name="公式" r:id="rId3" imgW="7162800" imgH="2209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3683000"/>
                        <a:ext cx="5905500" cy="1820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83" name="Rectangle 11"/>
          <p:cNvSpPr>
            <a:spLocks noGrp="1" noChangeArrowheads="1"/>
          </p:cNvSpPr>
          <p:nvPr>
            <p:ph type="title"/>
          </p:nvPr>
        </p:nvSpPr>
        <p:spPr>
          <a:xfrm>
            <a:off x="827088" y="188913"/>
            <a:ext cx="7543800" cy="782637"/>
          </a:xfrm>
        </p:spPr>
        <p:txBody>
          <a:bodyPr/>
          <a:lstStyle/>
          <a:p>
            <a:pPr eaLnBrk="1" hangingPunct="1">
              <a:defRPr/>
            </a:pPr>
            <a:r>
              <a:rPr lang="en-US" altLang="zh-CN">
                <a:solidFill>
                  <a:srgbClr val="000099"/>
                </a:solidFill>
              </a:rPr>
              <a:t>§2.2.1 </a:t>
            </a:r>
            <a:r>
              <a:rPr lang="zh-CN" altLang="en-US">
                <a:solidFill>
                  <a:srgbClr val="000099"/>
                </a:solidFill>
              </a:rPr>
              <a:t>矩阵的加法与数乘</a:t>
            </a:r>
          </a:p>
        </p:txBody>
      </p:sp>
      <p:sp>
        <p:nvSpPr>
          <p:cNvPr id="54286" name="Rectangle 14"/>
          <p:cNvSpPr>
            <a:spLocks noChangeArrowheads="1"/>
          </p:cNvSpPr>
          <p:nvPr/>
        </p:nvSpPr>
        <p:spPr bwMode="auto">
          <a:xfrm>
            <a:off x="1042988" y="2243138"/>
            <a:ext cx="8101012" cy="1439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800" b="1">
                <a:solidFill>
                  <a:schemeClr val="tx1"/>
                </a:solidFill>
                <a:latin typeface="Times New Roman" pitchFamily="18" charset="0"/>
                <a:ea typeface="黑体" pitchFamily="49" charset="-122"/>
              </a:defRPr>
            </a:lvl1pPr>
            <a:lvl2pPr marL="827088" indent="-285750" eaLnBrk="0" hangingPunct="0">
              <a:defRPr kumimoji="1" sz="2800" b="1">
                <a:solidFill>
                  <a:schemeClr val="tx1"/>
                </a:solidFill>
                <a:latin typeface="Times New Roman" pitchFamily="18" charset="0"/>
                <a:ea typeface="黑体" pitchFamily="49" charset="-122"/>
              </a:defRPr>
            </a:lvl2pPr>
            <a:lvl3pPr marL="1235075" indent="-228600" eaLnBrk="0" hangingPunct="0">
              <a:defRPr kumimoji="1" sz="2800" b="1">
                <a:solidFill>
                  <a:schemeClr val="tx1"/>
                </a:solidFill>
                <a:latin typeface="Times New Roman" pitchFamily="18" charset="0"/>
                <a:ea typeface="黑体" pitchFamily="49" charset="-122"/>
              </a:defRPr>
            </a:lvl3pPr>
            <a:lvl4pPr marL="1643063"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spcBef>
                <a:spcPct val="20000"/>
              </a:spcBef>
            </a:pPr>
            <a:r>
              <a:rPr lang="zh-CN" altLang="en-US">
                <a:ea typeface="宋体" pitchFamily="2" charset="-122"/>
              </a:rPr>
              <a:t>两个</a:t>
            </a:r>
            <a:r>
              <a:rPr lang="zh-CN" altLang="en-US">
                <a:solidFill>
                  <a:srgbClr val="FF0000"/>
                </a:solidFill>
              </a:rPr>
              <a:t>同型</a:t>
            </a:r>
            <a:r>
              <a:rPr lang="zh-CN" altLang="en-US">
                <a:ea typeface="宋体" pitchFamily="2" charset="-122"/>
              </a:rPr>
              <a:t>矩阵                                              的对应元相加所得的矩阵                               称为</a:t>
            </a:r>
            <a:r>
              <a:rPr lang="en-US" altLang="zh-CN" i="1">
                <a:ea typeface="宋体" pitchFamily="2" charset="-122"/>
              </a:rPr>
              <a:t>A</a:t>
            </a:r>
            <a:r>
              <a:rPr lang="zh-CN" altLang="en-US">
                <a:ea typeface="宋体" pitchFamily="2" charset="-122"/>
              </a:rPr>
              <a:t>和</a:t>
            </a:r>
            <a:r>
              <a:rPr lang="en-US" altLang="zh-CN" i="1">
                <a:ea typeface="宋体" pitchFamily="2" charset="-122"/>
              </a:rPr>
              <a:t>B</a:t>
            </a:r>
            <a:r>
              <a:rPr lang="zh-CN" altLang="en-US">
                <a:ea typeface="宋体" pitchFamily="2" charset="-122"/>
              </a:rPr>
              <a:t>的</a:t>
            </a:r>
            <a:r>
              <a:rPr lang="zh-CN" altLang="en-US">
                <a:solidFill>
                  <a:srgbClr val="0000FF"/>
                </a:solidFill>
              </a:rPr>
              <a:t>和</a:t>
            </a:r>
            <a:r>
              <a:rPr lang="zh-CN" altLang="en-US">
                <a:ea typeface="宋体" pitchFamily="2" charset="-122"/>
              </a:rPr>
              <a:t>，记作</a:t>
            </a:r>
            <a:r>
              <a:rPr lang="en-US" altLang="zh-CN" i="1">
                <a:ea typeface="宋体" pitchFamily="2" charset="-122"/>
              </a:rPr>
              <a:t>C</a:t>
            </a:r>
            <a:r>
              <a:rPr lang="zh-CN" altLang="en-US">
                <a:ea typeface="宋体" pitchFamily="2" charset="-122"/>
              </a:rPr>
              <a:t>＝</a:t>
            </a:r>
            <a:r>
              <a:rPr lang="en-US" altLang="zh-CN" i="1">
                <a:ea typeface="宋体" pitchFamily="2" charset="-122"/>
              </a:rPr>
              <a:t>A</a:t>
            </a:r>
            <a:r>
              <a:rPr lang="zh-CN" altLang="en-US">
                <a:ea typeface="宋体" pitchFamily="2" charset="-122"/>
              </a:rPr>
              <a:t>＋</a:t>
            </a:r>
            <a:r>
              <a:rPr lang="en-US" altLang="zh-CN" i="1">
                <a:ea typeface="宋体" pitchFamily="2" charset="-122"/>
              </a:rPr>
              <a:t>B</a:t>
            </a:r>
            <a:r>
              <a:rPr lang="en-US" altLang="zh-CN">
                <a:ea typeface="宋体" pitchFamily="2" charset="-122"/>
              </a:rPr>
              <a:t>. </a:t>
            </a:r>
          </a:p>
        </p:txBody>
      </p:sp>
      <p:graphicFrame>
        <p:nvGraphicFramePr>
          <p:cNvPr id="54287" name="Object 15"/>
          <p:cNvGraphicFramePr>
            <a:graphicFrameLocks noChangeAspect="1"/>
          </p:cNvGraphicFramePr>
          <p:nvPr/>
        </p:nvGraphicFramePr>
        <p:xfrm>
          <a:off x="3508375" y="2268538"/>
          <a:ext cx="3494088" cy="512762"/>
        </p:xfrm>
        <a:graphic>
          <a:graphicData uri="http://schemas.openxmlformats.org/presentationml/2006/ole">
            <mc:AlternateContent xmlns:mc="http://schemas.openxmlformats.org/markup-compatibility/2006">
              <mc:Choice xmlns:v="urn:schemas-microsoft-com:vml" Requires="v">
                <p:oleObj spid="_x0000_s21560" name="Equation" r:id="rId5" imgW="1651000" imgH="241300" progId="Equation.DSMT4">
                  <p:embed/>
                </p:oleObj>
              </mc:Choice>
              <mc:Fallback>
                <p:oleObj name="Equation" r:id="rId5" imgW="1651000" imgH="241300" progId="Equation.DSMT4">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8375" y="2268538"/>
                        <a:ext cx="3494088"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88" name="Object 16"/>
          <p:cNvGraphicFramePr>
            <a:graphicFrameLocks noChangeAspect="1"/>
          </p:cNvGraphicFramePr>
          <p:nvPr/>
        </p:nvGraphicFramePr>
        <p:xfrm>
          <a:off x="3825875" y="2701925"/>
          <a:ext cx="2139950" cy="500063"/>
        </p:xfrm>
        <a:graphic>
          <a:graphicData uri="http://schemas.openxmlformats.org/presentationml/2006/ole">
            <mc:AlternateContent xmlns:mc="http://schemas.openxmlformats.org/markup-compatibility/2006">
              <mc:Choice xmlns:v="urn:schemas-microsoft-com:vml" Requires="v">
                <p:oleObj spid="_x0000_s21561" name="Equation" r:id="rId7" imgW="1028254" imgH="241195" progId="Equation.DSMT4">
                  <p:embed/>
                </p:oleObj>
              </mc:Choice>
              <mc:Fallback>
                <p:oleObj name="Equation" r:id="rId7" imgW="1028254" imgH="241195" progId="Equation.DSMT4">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25875" y="2701925"/>
                        <a:ext cx="213995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289" name="Rectangle 17"/>
          <p:cNvSpPr>
            <a:spLocks noChangeArrowheads="1"/>
          </p:cNvSpPr>
          <p:nvPr/>
        </p:nvSpPr>
        <p:spPr bwMode="auto">
          <a:xfrm>
            <a:off x="1476375" y="5661025"/>
            <a:ext cx="5903913" cy="576263"/>
          </a:xfrm>
          <a:prstGeom prst="rect">
            <a:avLst/>
          </a:prstGeom>
          <a:solidFill>
            <a:schemeClr val="accent1"/>
          </a:solidFill>
          <a:ln w="57150" cmpd="thinThick">
            <a:solidFill>
              <a:srgbClr val="0000FF"/>
            </a:solidFill>
            <a:miter lim="800000"/>
            <a:headEnd/>
            <a:tailEnd/>
          </a:ln>
          <a:effectLst>
            <a:outerShdw dist="107763" dir="2700000" algn="ctr" rotWithShape="0">
              <a:schemeClr val="bg2">
                <a:alpha val="50000"/>
              </a:schemeClr>
            </a:outerShdw>
          </a:effectLst>
        </p:spPr>
        <p:txBody>
          <a:bodyPr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algn="ctr" eaLnBrk="1" hangingPunct="1"/>
            <a:r>
              <a:rPr lang="zh-CN" altLang="en-US">
                <a:latin typeface="楷体_GB2312" pitchFamily="49" charset="-122"/>
                <a:ea typeface="楷体_GB2312" pitchFamily="49" charset="-122"/>
              </a:rPr>
              <a:t>矩阵的加法就是矩阵对应的元相加 </a:t>
            </a:r>
          </a:p>
        </p:txBody>
      </p:sp>
      <p:sp>
        <p:nvSpPr>
          <p:cNvPr id="54290" name="Rectangle 18"/>
          <p:cNvSpPr>
            <a:spLocks noChangeArrowheads="1"/>
          </p:cNvSpPr>
          <p:nvPr/>
        </p:nvSpPr>
        <p:spPr bwMode="auto">
          <a:xfrm>
            <a:off x="755650" y="908050"/>
            <a:ext cx="7543800" cy="782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1pPr>
            <a:lvl2pPr>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2pPr>
            <a:lvl3pPr>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3pPr>
            <a:lvl4pPr>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4pPr>
            <a:lvl5pPr>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5pPr>
            <a:lvl6pPr marL="457200" fontAlgn="base">
              <a:spcBef>
                <a:spcPct val="0"/>
              </a:spcBef>
              <a:spcAft>
                <a:spcPct val="0"/>
              </a:spcAft>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6pPr>
            <a:lvl7pPr marL="914400" fontAlgn="base">
              <a:spcBef>
                <a:spcPct val="0"/>
              </a:spcBef>
              <a:spcAft>
                <a:spcPct val="0"/>
              </a:spcAft>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7pPr>
            <a:lvl8pPr marL="1371600" fontAlgn="base">
              <a:spcBef>
                <a:spcPct val="0"/>
              </a:spcBef>
              <a:spcAft>
                <a:spcPct val="0"/>
              </a:spcAft>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8pPr>
            <a:lvl9pPr marL="1828800" fontAlgn="base">
              <a:spcBef>
                <a:spcPct val="0"/>
              </a:spcBef>
              <a:spcAft>
                <a:spcPct val="0"/>
              </a:spcAft>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9pPr>
          </a:lstStyle>
          <a:p>
            <a:pPr>
              <a:defRPr/>
            </a:pPr>
            <a:r>
              <a:rPr lang="zh-CN" altLang="en-US" sz="3600"/>
              <a:t>一、矩阵的加法</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290"/>
                                        </p:tgtEl>
                                        <p:attrNameLst>
                                          <p:attrName>style.visibility</p:attrName>
                                        </p:attrNameLst>
                                      </p:cBhvr>
                                      <p:to>
                                        <p:strVal val="visible"/>
                                      </p:to>
                                    </p:set>
                                    <p:animEffect transition="in" filter="wipe(left)">
                                      <p:cBhvr>
                                        <p:cTn id="7" dur="500"/>
                                        <p:tgtEl>
                                          <p:spTgt spid="542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274"/>
                                        </p:tgtEl>
                                        <p:attrNameLst>
                                          <p:attrName>style.visibility</p:attrName>
                                        </p:attrNameLst>
                                      </p:cBhvr>
                                      <p:to>
                                        <p:strVal val="visible"/>
                                      </p:to>
                                    </p:set>
                                    <p:animEffect transition="in" filter="wipe(left)">
                                      <p:cBhvr>
                                        <p:cTn id="12" dur="500"/>
                                        <p:tgtEl>
                                          <p:spTgt spid="542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4286">
                                            <p:txEl>
                                              <p:pRg st="0" end="0"/>
                                            </p:txEl>
                                          </p:spTgt>
                                        </p:tgtEl>
                                        <p:attrNameLst>
                                          <p:attrName>style.visibility</p:attrName>
                                        </p:attrNameLst>
                                      </p:cBhvr>
                                      <p:to>
                                        <p:strVal val="visible"/>
                                      </p:to>
                                    </p:set>
                                    <p:anim calcmode="lin" valueType="num">
                                      <p:cBhvr additive="base">
                                        <p:cTn id="17" dur="500" fill="hold"/>
                                        <p:tgtEl>
                                          <p:spTgt spid="54286">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4286">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4287"/>
                                        </p:tgtEl>
                                        <p:attrNameLst>
                                          <p:attrName>style.visibility</p:attrName>
                                        </p:attrNameLst>
                                      </p:cBhvr>
                                      <p:to>
                                        <p:strVal val="visible"/>
                                      </p:to>
                                    </p:set>
                                    <p:anim calcmode="lin" valueType="num">
                                      <p:cBhvr additive="base">
                                        <p:cTn id="21" dur="500" fill="hold"/>
                                        <p:tgtEl>
                                          <p:spTgt spid="54287"/>
                                        </p:tgtEl>
                                        <p:attrNameLst>
                                          <p:attrName>ppt_x</p:attrName>
                                        </p:attrNameLst>
                                      </p:cBhvr>
                                      <p:tavLst>
                                        <p:tav tm="0">
                                          <p:val>
                                            <p:strVal val="#ppt_x"/>
                                          </p:val>
                                        </p:tav>
                                        <p:tav tm="100000">
                                          <p:val>
                                            <p:strVal val="#ppt_x"/>
                                          </p:val>
                                        </p:tav>
                                      </p:tavLst>
                                    </p:anim>
                                    <p:anim calcmode="lin" valueType="num">
                                      <p:cBhvr additive="base">
                                        <p:cTn id="22" dur="500" fill="hold"/>
                                        <p:tgtEl>
                                          <p:spTgt spid="54287"/>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4288"/>
                                        </p:tgtEl>
                                        <p:attrNameLst>
                                          <p:attrName>style.visibility</p:attrName>
                                        </p:attrNameLst>
                                      </p:cBhvr>
                                      <p:to>
                                        <p:strVal val="visible"/>
                                      </p:to>
                                    </p:set>
                                    <p:anim calcmode="lin" valueType="num">
                                      <p:cBhvr additive="base">
                                        <p:cTn id="25" dur="500" fill="hold"/>
                                        <p:tgtEl>
                                          <p:spTgt spid="54288"/>
                                        </p:tgtEl>
                                        <p:attrNameLst>
                                          <p:attrName>ppt_x</p:attrName>
                                        </p:attrNameLst>
                                      </p:cBhvr>
                                      <p:tavLst>
                                        <p:tav tm="0">
                                          <p:val>
                                            <p:strVal val="#ppt_x"/>
                                          </p:val>
                                        </p:tav>
                                        <p:tav tm="100000">
                                          <p:val>
                                            <p:strVal val="#ppt_x"/>
                                          </p:val>
                                        </p:tav>
                                      </p:tavLst>
                                    </p:anim>
                                    <p:anim calcmode="lin" valueType="num">
                                      <p:cBhvr additive="base">
                                        <p:cTn id="26" dur="500" fill="hold"/>
                                        <p:tgtEl>
                                          <p:spTgt spid="54288"/>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54275"/>
                                        </p:tgtEl>
                                        <p:attrNameLst>
                                          <p:attrName>style.visibility</p:attrName>
                                        </p:attrNameLst>
                                      </p:cBhvr>
                                      <p:to>
                                        <p:strVal val="visible"/>
                                      </p:to>
                                    </p:set>
                                    <p:animEffect transition="in" filter="wipe(left)">
                                      <p:cBhvr>
                                        <p:cTn id="31" dur="500"/>
                                        <p:tgtEl>
                                          <p:spTgt spid="5427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9" fill="hold" grpId="0" nodeType="clickEffect">
                                  <p:stCondLst>
                                    <p:cond delay="0"/>
                                  </p:stCondLst>
                                  <p:childTnLst>
                                    <p:set>
                                      <p:cBhvr>
                                        <p:cTn id="35" dur="1" fill="hold">
                                          <p:stCondLst>
                                            <p:cond delay="0"/>
                                          </p:stCondLst>
                                        </p:cTn>
                                        <p:tgtEl>
                                          <p:spTgt spid="54289"/>
                                        </p:tgtEl>
                                        <p:attrNameLst>
                                          <p:attrName>style.visibility</p:attrName>
                                        </p:attrNameLst>
                                      </p:cBhvr>
                                      <p:to>
                                        <p:strVal val="visible"/>
                                      </p:to>
                                    </p:set>
                                    <p:anim calcmode="lin" valueType="num">
                                      <p:cBhvr additive="base">
                                        <p:cTn id="36" dur="500" fill="hold"/>
                                        <p:tgtEl>
                                          <p:spTgt spid="54289"/>
                                        </p:tgtEl>
                                        <p:attrNameLst>
                                          <p:attrName>ppt_x</p:attrName>
                                        </p:attrNameLst>
                                      </p:cBhvr>
                                      <p:tavLst>
                                        <p:tav tm="0">
                                          <p:val>
                                            <p:strVal val="0-#ppt_w/2"/>
                                          </p:val>
                                        </p:tav>
                                        <p:tav tm="100000">
                                          <p:val>
                                            <p:strVal val="#ppt_x"/>
                                          </p:val>
                                        </p:tav>
                                      </p:tavLst>
                                    </p:anim>
                                    <p:anim calcmode="lin" valueType="num">
                                      <p:cBhvr additive="base">
                                        <p:cTn id="37" dur="500" fill="hold"/>
                                        <p:tgtEl>
                                          <p:spTgt spid="5428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autoUpdateAnimBg="0"/>
      <p:bldP spid="54286" grpId="0" build="p"/>
      <p:bldP spid="54289" grpId="0" animBg="1"/>
      <p:bldP spid="5429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900113" y="466725"/>
            <a:ext cx="7559675" cy="94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809625" indent="-809625"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CC0000"/>
                </a:solidFill>
              </a:rPr>
              <a:t>说明</a:t>
            </a:r>
            <a:r>
              <a:rPr lang="zh-CN" altLang="en-US">
                <a:ea typeface="宋体" pitchFamily="2" charset="-122"/>
              </a:rPr>
              <a:t> </a:t>
            </a:r>
            <a:r>
              <a:rPr lang="zh-CN" altLang="en-US">
                <a:solidFill>
                  <a:schemeClr val="bg2"/>
                </a:solidFill>
                <a:ea typeface="宋体" pitchFamily="2" charset="-122"/>
              </a:rPr>
              <a:t>只有当两个矩阵是</a:t>
            </a:r>
            <a:r>
              <a:rPr lang="zh-CN" altLang="en-US">
                <a:solidFill>
                  <a:srgbClr val="FF0000"/>
                </a:solidFill>
              </a:rPr>
              <a:t>同型矩阵</a:t>
            </a:r>
            <a:r>
              <a:rPr lang="zh-CN" altLang="en-US">
                <a:solidFill>
                  <a:schemeClr val="bg2"/>
                </a:solidFill>
                <a:ea typeface="宋体" pitchFamily="2" charset="-122"/>
              </a:rPr>
              <a:t>时，才能进行加法运算</a:t>
            </a:r>
            <a:r>
              <a:rPr lang="en-US" altLang="zh-CN">
                <a:solidFill>
                  <a:schemeClr val="bg2"/>
                </a:solidFill>
                <a:ea typeface="宋体" pitchFamily="2" charset="-122"/>
              </a:rPr>
              <a:t>.</a:t>
            </a:r>
          </a:p>
        </p:txBody>
      </p:sp>
      <p:sp>
        <p:nvSpPr>
          <p:cNvPr id="55299" name="Text Box 3"/>
          <p:cNvSpPr txBox="1">
            <a:spLocks noChangeArrowheads="1"/>
          </p:cNvSpPr>
          <p:nvPr/>
        </p:nvSpPr>
        <p:spPr bwMode="auto">
          <a:xfrm>
            <a:off x="1223963" y="2311400"/>
            <a:ext cx="898525"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rPr>
              <a:t>例如</a:t>
            </a:r>
          </a:p>
        </p:txBody>
      </p:sp>
      <p:graphicFrame>
        <p:nvGraphicFramePr>
          <p:cNvPr id="55300" name="Object 4"/>
          <p:cNvGraphicFramePr>
            <a:graphicFrameLocks noChangeAspect="1"/>
          </p:cNvGraphicFramePr>
          <p:nvPr/>
        </p:nvGraphicFramePr>
        <p:xfrm>
          <a:off x="2519363" y="1778000"/>
          <a:ext cx="4445000" cy="1625600"/>
        </p:xfrm>
        <a:graphic>
          <a:graphicData uri="http://schemas.openxmlformats.org/presentationml/2006/ole">
            <mc:AlternateContent xmlns:mc="http://schemas.openxmlformats.org/markup-compatibility/2006">
              <mc:Choice xmlns:v="urn:schemas-microsoft-com:vml" Requires="v">
                <p:oleObj spid="_x0000_s22580" name="Equation" r:id="rId3" imgW="4445000" imgH="1625600" progId="Equation.3">
                  <p:embed/>
                </p:oleObj>
              </mc:Choice>
              <mc:Fallback>
                <p:oleObj name="Equation" r:id="rId3" imgW="4445000" imgH="1625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9363" y="1778000"/>
                        <a:ext cx="4445000" cy="162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01" name="Object 5"/>
          <p:cNvGraphicFramePr>
            <a:graphicFrameLocks noChangeAspect="1"/>
          </p:cNvGraphicFramePr>
          <p:nvPr/>
        </p:nvGraphicFramePr>
        <p:xfrm>
          <a:off x="1300163" y="3759200"/>
          <a:ext cx="4330700" cy="1625600"/>
        </p:xfrm>
        <a:graphic>
          <a:graphicData uri="http://schemas.openxmlformats.org/presentationml/2006/ole">
            <mc:AlternateContent xmlns:mc="http://schemas.openxmlformats.org/markup-compatibility/2006">
              <mc:Choice xmlns:v="urn:schemas-microsoft-com:vml" Requires="v">
                <p:oleObj spid="_x0000_s22581" name="Equation" r:id="rId5" imgW="4330700" imgH="1625600" progId="Equation.3">
                  <p:embed/>
                </p:oleObj>
              </mc:Choice>
              <mc:Fallback>
                <p:oleObj name="Equation" r:id="rId5" imgW="4330700" imgH="16256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00163" y="3759200"/>
                        <a:ext cx="4330700" cy="162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02" name="Object 6"/>
          <p:cNvGraphicFramePr>
            <a:graphicFrameLocks noChangeAspect="1"/>
          </p:cNvGraphicFramePr>
          <p:nvPr/>
        </p:nvGraphicFramePr>
        <p:xfrm>
          <a:off x="5681663" y="3816350"/>
          <a:ext cx="2374900" cy="1511300"/>
        </p:xfrm>
        <a:graphic>
          <a:graphicData uri="http://schemas.openxmlformats.org/presentationml/2006/ole">
            <mc:AlternateContent xmlns:mc="http://schemas.openxmlformats.org/markup-compatibility/2006">
              <mc:Choice xmlns:v="urn:schemas-microsoft-com:vml" Requires="v">
                <p:oleObj spid="_x0000_s22582" name="Equation" r:id="rId7" imgW="2374900" imgH="1511300" progId="Equation.3">
                  <p:embed/>
                </p:oleObj>
              </mc:Choice>
              <mc:Fallback>
                <p:oleObj name="Equation" r:id="rId7" imgW="2374900" imgH="15113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81663" y="3816350"/>
                        <a:ext cx="2374900" cy="151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299"/>
                                        </p:tgtEl>
                                        <p:attrNameLst>
                                          <p:attrName>style.visibility</p:attrName>
                                        </p:attrNameLst>
                                      </p:cBhvr>
                                      <p:to>
                                        <p:strVal val="visible"/>
                                      </p:to>
                                    </p:set>
                                    <p:animEffect transition="in" filter="wipe(left)">
                                      <p:cBhvr>
                                        <p:cTn id="7" dur="500"/>
                                        <p:tgtEl>
                                          <p:spTgt spid="552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5300"/>
                                        </p:tgtEl>
                                        <p:attrNameLst>
                                          <p:attrName>style.visibility</p:attrName>
                                        </p:attrNameLst>
                                      </p:cBhvr>
                                      <p:to>
                                        <p:strVal val="visible"/>
                                      </p:to>
                                    </p:set>
                                    <p:animEffect transition="in" filter="wipe(left)">
                                      <p:cBhvr>
                                        <p:cTn id="12" dur="500"/>
                                        <p:tgtEl>
                                          <p:spTgt spid="553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5301"/>
                                        </p:tgtEl>
                                        <p:attrNameLst>
                                          <p:attrName>style.visibility</p:attrName>
                                        </p:attrNameLst>
                                      </p:cBhvr>
                                      <p:to>
                                        <p:strVal val="visible"/>
                                      </p:to>
                                    </p:set>
                                    <p:animEffect transition="in" filter="wipe(left)">
                                      <p:cBhvr>
                                        <p:cTn id="17" dur="500"/>
                                        <p:tgtEl>
                                          <p:spTgt spid="553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5302"/>
                                        </p:tgtEl>
                                        <p:attrNameLst>
                                          <p:attrName>style.visibility</p:attrName>
                                        </p:attrNameLst>
                                      </p:cBhvr>
                                      <p:to>
                                        <p:strVal val="visible"/>
                                      </p:to>
                                    </p:set>
                                    <p:animEffect transition="in" filter="wipe(left)">
                                      <p:cBhvr>
                                        <p:cTn id="22" dur="500"/>
                                        <p:tgtEl>
                                          <p:spTgt spid="55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755650" y="333375"/>
            <a:ext cx="2419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sz="3200">
                <a:solidFill>
                  <a:srgbClr val="0000FF"/>
                </a:solidFill>
                <a:latin typeface="黑体" pitchFamily="49" charset="-122"/>
              </a:rPr>
              <a:t>2</a:t>
            </a:r>
            <a:r>
              <a:rPr lang="zh-CN" altLang="en-US" sz="3200">
                <a:solidFill>
                  <a:srgbClr val="0000FF"/>
                </a:solidFill>
                <a:latin typeface="黑体" pitchFamily="49" charset="-122"/>
              </a:rPr>
              <a:t>、运算性质</a:t>
            </a:r>
          </a:p>
        </p:txBody>
      </p:sp>
      <p:graphicFrame>
        <p:nvGraphicFramePr>
          <p:cNvPr id="56323" name="Object 3"/>
          <p:cNvGraphicFramePr>
            <a:graphicFrameLocks noChangeAspect="1"/>
          </p:cNvGraphicFramePr>
          <p:nvPr/>
        </p:nvGraphicFramePr>
        <p:xfrm>
          <a:off x="1073150" y="1484313"/>
          <a:ext cx="3470275" cy="762000"/>
        </p:xfrm>
        <a:graphic>
          <a:graphicData uri="http://schemas.openxmlformats.org/presentationml/2006/ole">
            <mc:AlternateContent xmlns:mc="http://schemas.openxmlformats.org/markup-compatibility/2006">
              <mc:Choice xmlns:v="urn:schemas-microsoft-com:vml" Requires="v">
                <p:oleObj spid="_x0000_s23621" name="Equation" r:id="rId3" imgW="1155700" imgH="254000" progId="Equation.DSMT4">
                  <p:embed/>
                </p:oleObj>
              </mc:Choice>
              <mc:Fallback>
                <p:oleObj name="Equation" r:id="rId3" imgW="1155700" imgH="2540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3150" y="1484313"/>
                        <a:ext cx="3470275"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4" name="Object 4"/>
          <p:cNvGraphicFramePr>
            <a:graphicFrameLocks noChangeAspect="1"/>
          </p:cNvGraphicFramePr>
          <p:nvPr/>
        </p:nvGraphicFramePr>
        <p:xfrm>
          <a:off x="1079500" y="2205038"/>
          <a:ext cx="4683125" cy="615950"/>
        </p:xfrm>
        <a:graphic>
          <a:graphicData uri="http://schemas.openxmlformats.org/presentationml/2006/ole">
            <mc:AlternateContent xmlns:mc="http://schemas.openxmlformats.org/markup-compatibility/2006">
              <mc:Choice xmlns:v="urn:schemas-microsoft-com:vml" Requires="v">
                <p:oleObj spid="_x0000_s23622" name="Equation" r:id="rId5" imgW="1916868" imgH="253890" progId="Equation.DSMT4">
                  <p:embed/>
                </p:oleObj>
              </mc:Choice>
              <mc:Fallback>
                <p:oleObj name="Equation" r:id="rId5" imgW="1916868" imgH="25389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9500" y="2205038"/>
                        <a:ext cx="4683125" cy="61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6" name="Object 6"/>
          <p:cNvGraphicFramePr>
            <a:graphicFrameLocks noChangeAspect="1"/>
          </p:cNvGraphicFramePr>
          <p:nvPr/>
        </p:nvGraphicFramePr>
        <p:xfrm>
          <a:off x="1123950" y="2806700"/>
          <a:ext cx="2287588" cy="1206500"/>
        </p:xfrm>
        <a:graphic>
          <a:graphicData uri="http://schemas.openxmlformats.org/presentationml/2006/ole">
            <mc:AlternateContent xmlns:mc="http://schemas.openxmlformats.org/markup-compatibility/2006">
              <mc:Choice xmlns:v="urn:schemas-microsoft-com:vml" Requires="v">
                <p:oleObj spid="_x0000_s23623" name="Equation" r:id="rId7" imgW="914400" imgH="482600" progId="Equation.DSMT4">
                  <p:embed/>
                </p:oleObj>
              </mc:Choice>
              <mc:Fallback>
                <p:oleObj name="Equation" r:id="rId7" imgW="914400" imgH="4826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23950" y="2806700"/>
                        <a:ext cx="2287588" cy="1206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8" name="Object 8"/>
          <p:cNvGraphicFramePr>
            <a:graphicFrameLocks noChangeAspect="1"/>
          </p:cNvGraphicFramePr>
          <p:nvPr/>
        </p:nvGraphicFramePr>
        <p:xfrm>
          <a:off x="1077913" y="3959225"/>
          <a:ext cx="2789237" cy="622300"/>
        </p:xfrm>
        <a:graphic>
          <a:graphicData uri="http://schemas.openxmlformats.org/presentationml/2006/ole">
            <mc:AlternateContent xmlns:mc="http://schemas.openxmlformats.org/markup-compatibility/2006">
              <mc:Choice xmlns:v="urn:schemas-microsoft-com:vml" Requires="v">
                <p:oleObj spid="_x0000_s23624" name="Equation" r:id="rId9" imgW="1129810" imgH="253890" progId="Equation.DSMT4">
                  <p:embed/>
                </p:oleObj>
              </mc:Choice>
              <mc:Fallback>
                <p:oleObj name="Equation" r:id="rId9" imgW="1129810" imgH="25389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7913" y="3959225"/>
                        <a:ext cx="2789237"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33" name="Rectangle 13"/>
          <p:cNvSpPr>
            <a:spLocks noChangeArrowheads="1"/>
          </p:cNvSpPr>
          <p:nvPr/>
        </p:nvSpPr>
        <p:spPr bwMode="auto">
          <a:xfrm>
            <a:off x="900113" y="4724400"/>
            <a:ext cx="7915275" cy="617538"/>
          </a:xfrm>
          <a:prstGeom prst="rect">
            <a:avLst/>
          </a:prstGeom>
          <a:noFill/>
          <a:ln w="38100" cmpd="dbl" algn="ctr">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sz="3200"/>
              <a:t>另外，矩阵的</a:t>
            </a:r>
            <a:r>
              <a:rPr lang="zh-CN" altLang="en-US" sz="3200">
                <a:solidFill>
                  <a:schemeClr val="accent2"/>
                </a:solidFill>
              </a:rPr>
              <a:t>减法</a:t>
            </a:r>
            <a:r>
              <a:rPr lang="zh-CN" altLang="en-US" sz="3200"/>
              <a:t>定义为：</a:t>
            </a:r>
            <a:r>
              <a:rPr lang="en-US" altLang="zh-CN" sz="3200" i="1"/>
              <a:t>A</a:t>
            </a:r>
            <a:r>
              <a:rPr lang="en-US" altLang="zh-CN" sz="3200" i="1">
                <a:cs typeface="Times New Roman" pitchFamily="18" charset="0"/>
              </a:rPr>
              <a:t>−</a:t>
            </a:r>
            <a:r>
              <a:rPr lang="en-US" altLang="zh-CN" sz="3200" i="1"/>
              <a:t>B = A + </a:t>
            </a:r>
            <a:r>
              <a:rPr lang="en-US" altLang="zh-CN" sz="3200"/>
              <a:t>(</a:t>
            </a:r>
            <a:r>
              <a:rPr lang="en-US" altLang="zh-CN" sz="3200" i="1"/>
              <a:t>−B</a:t>
            </a:r>
            <a:r>
              <a:rPr lang="en-US" altLang="zh-CN" sz="3200"/>
              <a:t>)</a:t>
            </a:r>
            <a:r>
              <a:rPr lang="en-US" altLang="zh-CN" sz="3200" i="1"/>
              <a:t>.</a:t>
            </a:r>
            <a:endParaRPr lang="en-US" altLang="zh-CN" sz="3200"/>
          </a:p>
        </p:txBody>
      </p:sp>
      <p:sp>
        <p:nvSpPr>
          <p:cNvPr id="56336" name="Text Box 16"/>
          <p:cNvSpPr txBox="1">
            <a:spLocks noChangeArrowheads="1"/>
          </p:cNvSpPr>
          <p:nvPr/>
        </p:nvSpPr>
        <p:spPr bwMode="auto">
          <a:xfrm>
            <a:off x="1187450" y="965200"/>
            <a:ext cx="46180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设</a:t>
            </a:r>
            <a:r>
              <a:rPr lang="en-US" altLang="zh-CN" i="1"/>
              <a:t>A,B,C,O</a:t>
            </a:r>
            <a:r>
              <a:rPr lang="zh-CN" altLang="en-US"/>
              <a:t>为同型矩阵，则有</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33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56323"/>
                                        </p:tgtEl>
                                        <p:attrNameLst>
                                          <p:attrName>style.visibility</p:attrName>
                                        </p:attrNameLst>
                                      </p:cBhvr>
                                      <p:to>
                                        <p:strVal val="visible"/>
                                      </p:to>
                                    </p:set>
                                    <p:animEffect transition="in" filter="wipe(left)">
                                      <p:cBhvr>
                                        <p:cTn id="11" dur="500"/>
                                        <p:tgtEl>
                                          <p:spTgt spid="5632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56324"/>
                                        </p:tgtEl>
                                        <p:attrNameLst>
                                          <p:attrName>style.visibility</p:attrName>
                                        </p:attrNameLst>
                                      </p:cBhvr>
                                      <p:to>
                                        <p:strVal val="visible"/>
                                      </p:to>
                                    </p:set>
                                    <p:animEffect transition="in" filter="wipe(left)">
                                      <p:cBhvr>
                                        <p:cTn id="16" dur="500"/>
                                        <p:tgtEl>
                                          <p:spTgt spid="5632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56326"/>
                                        </p:tgtEl>
                                        <p:attrNameLst>
                                          <p:attrName>style.visibility</p:attrName>
                                        </p:attrNameLst>
                                      </p:cBhvr>
                                      <p:to>
                                        <p:strVal val="visible"/>
                                      </p:to>
                                    </p:set>
                                    <p:animEffect transition="in" filter="wipe(left)">
                                      <p:cBhvr>
                                        <p:cTn id="21" dur="500"/>
                                        <p:tgtEl>
                                          <p:spTgt spid="5632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56328"/>
                                        </p:tgtEl>
                                        <p:attrNameLst>
                                          <p:attrName>style.visibility</p:attrName>
                                        </p:attrNameLst>
                                      </p:cBhvr>
                                      <p:to>
                                        <p:strVal val="visible"/>
                                      </p:to>
                                    </p:set>
                                    <p:animEffect transition="in" filter="wipe(left)">
                                      <p:cBhvr>
                                        <p:cTn id="26" dur="500"/>
                                        <p:tgtEl>
                                          <p:spTgt spid="5632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63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33" grpId="0" animBg="1"/>
      <p:bldP spid="5633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914400" y="188913"/>
            <a:ext cx="7543800" cy="442912"/>
          </a:xfrm>
        </p:spPr>
        <p:txBody>
          <a:bodyPr/>
          <a:lstStyle/>
          <a:p>
            <a:pPr eaLnBrk="1" hangingPunct="1">
              <a:defRPr/>
            </a:pPr>
            <a:r>
              <a:rPr lang="zh-CN" altLang="en-US" sz="3200">
                <a:solidFill>
                  <a:srgbClr val="CC0000"/>
                </a:solidFill>
              </a:rPr>
              <a:t>注意：</a:t>
            </a:r>
          </a:p>
        </p:txBody>
      </p:sp>
      <p:sp>
        <p:nvSpPr>
          <p:cNvPr id="96260" name="Rectangle 4"/>
          <p:cNvSpPr>
            <a:spLocks noChangeArrowheads="1"/>
          </p:cNvSpPr>
          <p:nvPr/>
        </p:nvSpPr>
        <p:spPr bwMode="auto">
          <a:xfrm>
            <a:off x="971550" y="2576513"/>
            <a:ext cx="7921625" cy="56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lnSpc>
                <a:spcPct val="90000"/>
              </a:lnSpc>
              <a:spcBef>
                <a:spcPct val="20000"/>
              </a:spcBef>
              <a:buFontTx/>
              <a:buChar char="•"/>
            </a:pPr>
            <a:r>
              <a:rPr lang="zh-CN" altLang="en-US">
                <a:ea typeface="宋体" pitchFamily="2" charset="-122"/>
              </a:rPr>
              <a:t>而对于行列式一般  </a:t>
            </a:r>
            <a:r>
              <a:rPr lang="en-US" altLang="zh-CN">
                <a:ea typeface="宋体" pitchFamily="2" charset="-122"/>
              </a:rPr>
              <a:t>|</a:t>
            </a:r>
            <a:r>
              <a:rPr lang="en-US" altLang="zh-CN" i="1">
                <a:ea typeface="宋体" pitchFamily="2" charset="-122"/>
              </a:rPr>
              <a:t>A</a:t>
            </a:r>
            <a:r>
              <a:rPr lang="en-US" altLang="zh-CN">
                <a:ea typeface="宋体" pitchFamily="2" charset="-122"/>
              </a:rPr>
              <a:t>+</a:t>
            </a:r>
            <a:r>
              <a:rPr lang="en-US" altLang="zh-CN" i="1">
                <a:ea typeface="宋体" pitchFamily="2" charset="-122"/>
              </a:rPr>
              <a:t>B</a:t>
            </a:r>
            <a:r>
              <a:rPr lang="en-US" altLang="zh-CN">
                <a:ea typeface="宋体" pitchFamily="2" charset="-122"/>
              </a:rPr>
              <a:t>|≠|</a:t>
            </a:r>
            <a:r>
              <a:rPr lang="en-US" altLang="zh-CN" i="1">
                <a:ea typeface="宋体" pitchFamily="2" charset="-122"/>
              </a:rPr>
              <a:t>A</a:t>
            </a:r>
            <a:r>
              <a:rPr lang="en-US" altLang="zh-CN">
                <a:ea typeface="宋体" pitchFamily="2" charset="-122"/>
              </a:rPr>
              <a:t>|+|</a:t>
            </a:r>
            <a:r>
              <a:rPr lang="en-US" altLang="zh-CN" i="1">
                <a:ea typeface="宋体" pitchFamily="2" charset="-122"/>
              </a:rPr>
              <a:t>B</a:t>
            </a:r>
            <a:r>
              <a:rPr lang="en-US" altLang="zh-CN">
                <a:ea typeface="宋体" pitchFamily="2" charset="-122"/>
              </a:rPr>
              <a:t>| </a:t>
            </a:r>
          </a:p>
        </p:txBody>
      </p:sp>
      <p:graphicFrame>
        <p:nvGraphicFramePr>
          <p:cNvPr id="96261" name="Object 5"/>
          <p:cNvGraphicFramePr>
            <a:graphicFrameLocks noChangeAspect="1"/>
          </p:cNvGraphicFramePr>
          <p:nvPr/>
        </p:nvGraphicFramePr>
        <p:xfrm>
          <a:off x="1547813" y="1352550"/>
          <a:ext cx="6256337" cy="1030288"/>
        </p:xfrm>
        <a:graphic>
          <a:graphicData uri="http://schemas.openxmlformats.org/presentationml/2006/ole">
            <mc:AlternateContent xmlns:mc="http://schemas.openxmlformats.org/markup-compatibility/2006">
              <mc:Choice xmlns:v="urn:schemas-microsoft-com:vml" Requires="v">
                <p:oleObj spid="_x0000_s24629" name="Equation" r:id="rId3" imgW="3314700" imgH="546100" progId="Equation.DSMT4">
                  <p:embed/>
                </p:oleObj>
              </mc:Choice>
              <mc:Fallback>
                <p:oleObj name="Equation" r:id="rId3" imgW="3314700" imgH="5461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1352550"/>
                        <a:ext cx="6256337"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6262" name="Object 6"/>
          <p:cNvGraphicFramePr>
            <a:graphicFrameLocks noChangeAspect="1"/>
          </p:cNvGraphicFramePr>
          <p:nvPr/>
        </p:nvGraphicFramePr>
        <p:xfrm>
          <a:off x="755650" y="3297238"/>
          <a:ext cx="8027988" cy="1009650"/>
        </p:xfrm>
        <a:graphic>
          <a:graphicData uri="http://schemas.openxmlformats.org/presentationml/2006/ole">
            <mc:AlternateContent xmlns:mc="http://schemas.openxmlformats.org/markup-compatibility/2006">
              <mc:Choice xmlns:v="urn:schemas-microsoft-com:vml" Requires="v">
                <p:oleObj spid="_x0000_s24630" name="Equation" r:id="rId5" imgW="4330700" imgH="546100" progId="Equation.DSMT4">
                  <p:embed/>
                </p:oleObj>
              </mc:Choice>
              <mc:Fallback>
                <p:oleObj name="Equation" r:id="rId5" imgW="4330700" imgH="5461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650" y="3297238"/>
                        <a:ext cx="8027988"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6263" name="Rectangle 7"/>
          <p:cNvSpPr>
            <a:spLocks noChangeArrowheads="1"/>
          </p:cNvSpPr>
          <p:nvPr/>
        </p:nvSpPr>
        <p:spPr bwMode="auto">
          <a:xfrm>
            <a:off x="900113" y="776288"/>
            <a:ext cx="6902450" cy="56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lnSpc>
                <a:spcPct val="90000"/>
              </a:lnSpc>
              <a:spcBef>
                <a:spcPct val="20000"/>
              </a:spcBef>
              <a:buFontTx/>
              <a:buChar char="•"/>
            </a:pPr>
            <a:r>
              <a:rPr lang="zh-CN" altLang="en-US">
                <a:ea typeface="宋体" pitchFamily="2" charset="-122"/>
              </a:rPr>
              <a:t>对于矩阵有</a:t>
            </a:r>
          </a:p>
        </p:txBody>
      </p:sp>
      <p:graphicFrame>
        <p:nvGraphicFramePr>
          <p:cNvPr id="96264" name="Object 8"/>
          <p:cNvGraphicFramePr>
            <a:graphicFrameLocks noChangeAspect="1"/>
          </p:cNvGraphicFramePr>
          <p:nvPr>
            <p:extLst>
              <p:ext uri="{D42A27DB-BD31-4B8C-83A1-F6EECF244321}">
                <p14:modId xmlns:p14="http://schemas.microsoft.com/office/powerpoint/2010/main" val="2484026509"/>
              </p:ext>
            </p:extLst>
          </p:nvPr>
        </p:nvGraphicFramePr>
        <p:xfrm>
          <a:off x="600075" y="4448175"/>
          <a:ext cx="5837238" cy="1009650"/>
        </p:xfrm>
        <a:graphic>
          <a:graphicData uri="http://schemas.openxmlformats.org/presentationml/2006/ole">
            <mc:AlternateContent xmlns:mc="http://schemas.openxmlformats.org/markup-compatibility/2006">
              <mc:Choice xmlns:v="urn:schemas-microsoft-com:vml" Requires="v">
                <p:oleObj spid="_x0000_s24631" name="Equation" r:id="rId7" imgW="3149280" imgH="545760" progId="Equation.DSMT4">
                  <p:embed/>
                </p:oleObj>
              </mc:Choice>
              <mc:Fallback>
                <p:oleObj name="Equation" r:id="rId7" imgW="3149280" imgH="545760" progId="Equation.DSMT4">
                  <p:embed/>
                  <p:pic>
                    <p:nvPicPr>
                      <p:cNvPr id="0" name="Object 8"/>
                      <p:cNvPicPr>
                        <a:picLocks noChangeAspect="1" noChangeArrowheads="1"/>
                      </p:cNvPicPr>
                      <p:nvPr/>
                    </p:nvPicPr>
                    <p:blipFill>
                      <a:blip r:embed="rId8"/>
                      <a:srcRect/>
                      <a:stretch>
                        <a:fillRect/>
                      </a:stretch>
                    </p:blipFill>
                    <p:spPr bwMode="auto">
                      <a:xfrm>
                        <a:off x="600075" y="4448175"/>
                        <a:ext cx="5837238"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6263"/>
                                        </p:tgtEl>
                                        <p:attrNameLst>
                                          <p:attrName>style.visibility</p:attrName>
                                        </p:attrNameLst>
                                      </p:cBhvr>
                                      <p:to>
                                        <p:strVal val="visible"/>
                                      </p:to>
                                    </p:set>
                                    <p:animEffect transition="in" filter="box(in)">
                                      <p:cBhvr>
                                        <p:cTn id="7" dur="500"/>
                                        <p:tgtEl>
                                          <p:spTgt spid="962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3" presetClass="entr" presetSubtype="16" fill="hold" nodeType="clickEffect">
                                  <p:stCondLst>
                                    <p:cond delay="0"/>
                                  </p:stCondLst>
                                  <p:childTnLst>
                                    <p:set>
                                      <p:cBhvr>
                                        <p:cTn id="11" dur="1" fill="hold">
                                          <p:stCondLst>
                                            <p:cond delay="0"/>
                                          </p:stCondLst>
                                        </p:cTn>
                                        <p:tgtEl>
                                          <p:spTgt spid="96261"/>
                                        </p:tgtEl>
                                        <p:attrNameLst>
                                          <p:attrName>style.visibility</p:attrName>
                                        </p:attrNameLst>
                                      </p:cBhvr>
                                      <p:to>
                                        <p:strVal val="visible"/>
                                      </p:to>
                                    </p:set>
                                    <p:animEffect transition="in" filter="plus(in)">
                                      <p:cBhvr>
                                        <p:cTn id="12" dur="500"/>
                                        <p:tgtEl>
                                          <p:spTgt spid="9626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6260">
                                            <p:txEl>
                                              <p:pRg st="0" end="0"/>
                                            </p:txEl>
                                          </p:spTgt>
                                        </p:tgtEl>
                                        <p:attrNameLst>
                                          <p:attrName>style.visibility</p:attrName>
                                        </p:attrNameLst>
                                      </p:cBhvr>
                                      <p:to>
                                        <p:strVal val="visible"/>
                                      </p:to>
                                    </p:set>
                                    <p:animEffect transition="in" filter="blinds(horizontal)">
                                      <p:cBhvr>
                                        <p:cTn id="17" dur="500"/>
                                        <p:tgtEl>
                                          <p:spTgt spid="96260">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96262"/>
                                        </p:tgtEl>
                                        <p:attrNameLst>
                                          <p:attrName>style.visibility</p:attrName>
                                        </p:attrNameLst>
                                      </p:cBhvr>
                                      <p:to>
                                        <p:strVal val="visible"/>
                                      </p:to>
                                    </p:set>
                                    <p:animEffect transition="in" filter="blinds(horizontal)">
                                      <p:cBhvr>
                                        <p:cTn id="22" dur="500"/>
                                        <p:tgtEl>
                                          <p:spTgt spid="9626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96264"/>
                                        </p:tgtEl>
                                        <p:attrNameLst>
                                          <p:attrName>style.visibility</p:attrName>
                                        </p:attrNameLst>
                                      </p:cBhvr>
                                      <p:to>
                                        <p:strVal val="visible"/>
                                      </p:to>
                                    </p:set>
                                    <p:animEffect transition="in" filter="blinds(horizontal)">
                                      <p:cBhvr>
                                        <p:cTn id="27" dur="500"/>
                                        <p:tgtEl>
                                          <p:spTgt spid="962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0" grpId="0" build="p"/>
      <p:bldP spid="9626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1116013" y="981075"/>
            <a:ext cx="47513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sz="3200">
                <a:solidFill>
                  <a:srgbClr val="0000FF"/>
                </a:solidFill>
                <a:latin typeface="黑体" pitchFamily="49" charset="-122"/>
              </a:rPr>
              <a:t>1</a:t>
            </a:r>
            <a:r>
              <a:rPr lang="zh-CN" altLang="en-US" sz="3200">
                <a:solidFill>
                  <a:srgbClr val="0000FF"/>
                </a:solidFill>
                <a:latin typeface="黑体" pitchFamily="49" charset="-122"/>
              </a:rPr>
              <a:t>、定义</a:t>
            </a:r>
          </a:p>
        </p:txBody>
      </p:sp>
      <p:sp>
        <p:nvSpPr>
          <p:cNvPr id="57354" name="Rectangle 10"/>
          <p:cNvSpPr>
            <a:spLocks noGrp="1" noChangeArrowheads="1"/>
          </p:cNvSpPr>
          <p:nvPr>
            <p:ph type="title"/>
          </p:nvPr>
        </p:nvSpPr>
        <p:spPr>
          <a:xfrm>
            <a:off x="914400" y="115888"/>
            <a:ext cx="7543800" cy="1143000"/>
          </a:xfrm>
        </p:spPr>
        <p:txBody>
          <a:bodyPr/>
          <a:lstStyle/>
          <a:p>
            <a:pPr eaLnBrk="1" hangingPunct="1">
              <a:defRPr/>
            </a:pPr>
            <a:r>
              <a:rPr lang="zh-CN" altLang="en-US" sz="3600"/>
              <a:t>二、数与矩阵相乘</a:t>
            </a:r>
          </a:p>
        </p:txBody>
      </p:sp>
      <p:sp>
        <p:nvSpPr>
          <p:cNvPr id="57356" name="Rectangle 12"/>
          <p:cNvSpPr>
            <a:spLocks noChangeArrowheads="1"/>
          </p:cNvSpPr>
          <p:nvPr/>
        </p:nvSpPr>
        <p:spPr bwMode="auto">
          <a:xfrm>
            <a:off x="1331913" y="1570038"/>
            <a:ext cx="7343775"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800" b="1">
                <a:solidFill>
                  <a:schemeClr val="tx1"/>
                </a:solidFill>
                <a:latin typeface="Times New Roman" pitchFamily="18" charset="0"/>
                <a:ea typeface="黑体" pitchFamily="49" charset="-122"/>
              </a:defRPr>
            </a:lvl1pPr>
            <a:lvl2pPr marL="827088" indent="-285750" eaLnBrk="0" hangingPunct="0">
              <a:defRPr kumimoji="1" sz="2800" b="1">
                <a:solidFill>
                  <a:schemeClr val="tx1"/>
                </a:solidFill>
                <a:latin typeface="Times New Roman" pitchFamily="18" charset="0"/>
                <a:ea typeface="黑体" pitchFamily="49" charset="-122"/>
              </a:defRPr>
            </a:lvl2pPr>
            <a:lvl3pPr marL="1235075" indent="-228600" eaLnBrk="0" hangingPunct="0">
              <a:defRPr kumimoji="1" sz="2800" b="1">
                <a:solidFill>
                  <a:schemeClr val="tx1"/>
                </a:solidFill>
                <a:latin typeface="Times New Roman" pitchFamily="18" charset="0"/>
                <a:ea typeface="黑体" pitchFamily="49" charset="-122"/>
              </a:defRPr>
            </a:lvl3pPr>
            <a:lvl4pPr marL="1643063"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spcBef>
                <a:spcPct val="20000"/>
              </a:spcBef>
            </a:pPr>
            <a:r>
              <a:rPr lang="zh-CN" altLang="en-US">
                <a:latin typeface="Symbol" pitchFamily="18" charset="2"/>
                <a:ea typeface="宋体" pitchFamily="2" charset="-122"/>
              </a:rPr>
              <a:t>设</a:t>
            </a:r>
            <a:r>
              <a:rPr lang="en-US" altLang="zh-CN" i="1">
                <a:latin typeface="Symbol" pitchFamily="18" charset="2"/>
                <a:ea typeface="宋体" pitchFamily="2" charset="-122"/>
              </a:rPr>
              <a:t>l</a:t>
            </a:r>
            <a:r>
              <a:rPr lang="zh-CN" altLang="en-US">
                <a:ea typeface="宋体" pitchFamily="2" charset="-122"/>
              </a:rPr>
              <a:t>是一个数，矩阵                     ，则                   称为矩阵</a:t>
            </a:r>
            <a:r>
              <a:rPr lang="en-US" altLang="zh-CN" i="1">
                <a:ea typeface="宋体" pitchFamily="2" charset="-122"/>
              </a:rPr>
              <a:t>A</a:t>
            </a:r>
            <a:r>
              <a:rPr lang="zh-CN" altLang="en-US">
                <a:ea typeface="宋体" pitchFamily="2" charset="-122"/>
              </a:rPr>
              <a:t>和数</a:t>
            </a:r>
            <a:r>
              <a:rPr lang="en-US" altLang="zh-CN" i="1">
                <a:latin typeface="Symbol" pitchFamily="18" charset="2"/>
                <a:ea typeface="宋体" pitchFamily="2" charset="-122"/>
              </a:rPr>
              <a:t>l</a:t>
            </a:r>
            <a:r>
              <a:rPr lang="zh-CN" altLang="en-US">
                <a:ea typeface="宋体" pitchFamily="2" charset="-122"/>
              </a:rPr>
              <a:t>的</a:t>
            </a:r>
            <a:r>
              <a:rPr lang="en-US" altLang="zh-CN">
                <a:ea typeface="宋体" pitchFamily="2" charset="-122"/>
              </a:rPr>
              <a:t>(</a:t>
            </a:r>
            <a:r>
              <a:rPr lang="zh-CN" altLang="en-US">
                <a:solidFill>
                  <a:srgbClr val="0000FF"/>
                </a:solidFill>
              </a:rPr>
              <a:t>数量</a:t>
            </a:r>
            <a:r>
              <a:rPr lang="en-US" altLang="zh-CN">
                <a:ea typeface="宋体" pitchFamily="2" charset="-122"/>
              </a:rPr>
              <a:t>)</a:t>
            </a:r>
            <a:r>
              <a:rPr lang="zh-CN" altLang="en-US">
                <a:solidFill>
                  <a:srgbClr val="0000FF"/>
                </a:solidFill>
              </a:rPr>
              <a:t>乘积</a:t>
            </a:r>
            <a:r>
              <a:rPr lang="zh-CN" altLang="en-US">
                <a:ea typeface="宋体" pitchFamily="2" charset="-122"/>
              </a:rPr>
              <a:t>，记为                或       </a:t>
            </a:r>
            <a:r>
              <a:rPr lang="en-US" altLang="zh-CN">
                <a:ea typeface="宋体" pitchFamily="2" charset="-122"/>
              </a:rPr>
              <a:t>.</a:t>
            </a:r>
          </a:p>
        </p:txBody>
      </p:sp>
      <p:graphicFrame>
        <p:nvGraphicFramePr>
          <p:cNvPr id="57357" name="Object 13"/>
          <p:cNvGraphicFramePr>
            <a:graphicFrameLocks noChangeAspect="1"/>
          </p:cNvGraphicFramePr>
          <p:nvPr/>
        </p:nvGraphicFramePr>
        <p:xfrm>
          <a:off x="4572000" y="1557338"/>
          <a:ext cx="1728788" cy="569912"/>
        </p:xfrm>
        <a:graphic>
          <a:graphicData uri="http://schemas.openxmlformats.org/presentationml/2006/ole">
            <mc:AlternateContent xmlns:mc="http://schemas.openxmlformats.org/markup-compatibility/2006">
              <mc:Choice xmlns:v="urn:schemas-microsoft-com:vml" Requires="v">
                <p:oleObj spid="_x0000_s25702" name="Equation" r:id="rId3" imgW="812447" imgH="266584" progId="Equation.DSMT4">
                  <p:embed/>
                </p:oleObj>
              </mc:Choice>
              <mc:Fallback>
                <p:oleObj name="Equation" r:id="rId3" imgW="812447" imgH="266584" progId="Equation.DSMT4">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557338"/>
                        <a:ext cx="1728788"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58" name="Object 14"/>
          <p:cNvGraphicFramePr>
            <a:graphicFrameLocks noChangeAspect="1"/>
          </p:cNvGraphicFramePr>
          <p:nvPr/>
        </p:nvGraphicFramePr>
        <p:xfrm>
          <a:off x="7019925" y="1557338"/>
          <a:ext cx="1368425" cy="585787"/>
        </p:xfrm>
        <a:graphic>
          <a:graphicData uri="http://schemas.openxmlformats.org/presentationml/2006/ole">
            <mc:AlternateContent xmlns:mc="http://schemas.openxmlformats.org/markup-compatibility/2006">
              <mc:Choice xmlns:v="urn:schemas-microsoft-com:vml" Requires="v">
                <p:oleObj spid="_x0000_s25703" name="Equation" r:id="rId5" imgW="622030" imgH="266584" progId="Equation.DSMT4">
                  <p:embed/>
                </p:oleObj>
              </mc:Choice>
              <mc:Fallback>
                <p:oleObj name="Equation" r:id="rId5" imgW="622030" imgH="266584" progId="Equation.DSMT4">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9925" y="1557338"/>
                        <a:ext cx="136842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59" name="Object 15"/>
          <p:cNvGraphicFramePr>
            <a:graphicFrameLocks noChangeAspect="1"/>
          </p:cNvGraphicFramePr>
          <p:nvPr/>
        </p:nvGraphicFramePr>
        <p:xfrm>
          <a:off x="7235825" y="2062163"/>
          <a:ext cx="617538" cy="439737"/>
        </p:xfrm>
        <a:graphic>
          <a:graphicData uri="http://schemas.openxmlformats.org/presentationml/2006/ole">
            <mc:AlternateContent xmlns:mc="http://schemas.openxmlformats.org/markup-compatibility/2006">
              <mc:Choice xmlns:v="urn:schemas-microsoft-com:vml" Requires="v">
                <p:oleObj spid="_x0000_s25704" name="Equation" r:id="rId7" imgW="266469" imgH="190335" progId="Equation.DSMT4">
                  <p:embed/>
                </p:oleObj>
              </mc:Choice>
              <mc:Fallback>
                <p:oleObj name="Equation" r:id="rId7" imgW="266469" imgH="190335" progId="Equation.DSMT4">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35825" y="2062163"/>
                        <a:ext cx="617538"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60" name="Object 16"/>
          <p:cNvGraphicFramePr>
            <a:graphicFrameLocks noChangeAspect="1"/>
          </p:cNvGraphicFramePr>
          <p:nvPr/>
        </p:nvGraphicFramePr>
        <p:xfrm>
          <a:off x="1835150" y="2493963"/>
          <a:ext cx="549275" cy="390525"/>
        </p:xfrm>
        <a:graphic>
          <a:graphicData uri="http://schemas.openxmlformats.org/presentationml/2006/ole">
            <mc:AlternateContent xmlns:mc="http://schemas.openxmlformats.org/markup-compatibility/2006">
              <mc:Choice xmlns:v="urn:schemas-microsoft-com:vml" Requires="v">
                <p:oleObj spid="_x0000_s25705" name="Equation" r:id="rId9" imgW="266469" imgH="190335" progId="Equation.DSMT4">
                  <p:embed/>
                </p:oleObj>
              </mc:Choice>
              <mc:Fallback>
                <p:oleObj name="Equation" r:id="rId9" imgW="266469" imgH="190335" progId="Equation.DSMT4">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35150" y="2493963"/>
                        <a:ext cx="5492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61" name="Object 17"/>
          <p:cNvGraphicFramePr>
            <a:graphicFrameLocks noChangeAspect="1"/>
          </p:cNvGraphicFramePr>
          <p:nvPr/>
        </p:nvGraphicFramePr>
        <p:xfrm>
          <a:off x="2051050" y="2781300"/>
          <a:ext cx="5040313" cy="1871663"/>
        </p:xfrm>
        <a:graphic>
          <a:graphicData uri="http://schemas.openxmlformats.org/presentationml/2006/ole">
            <mc:AlternateContent xmlns:mc="http://schemas.openxmlformats.org/markup-compatibility/2006">
              <mc:Choice xmlns:v="urn:schemas-microsoft-com:vml" Requires="v">
                <p:oleObj spid="_x0000_s25706" name="Equation" r:id="rId11" imgW="5537200" imgH="2057400" progId="Equation.DSMT4">
                  <p:embed/>
                </p:oleObj>
              </mc:Choice>
              <mc:Fallback>
                <p:oleObj name="Equation" r:id="rId11" imgW="5537200" imgH="2057400" progId="Equation.DSMT4">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51050" y="2781300"/>
                        <a:ext cx="5040313" cy="1871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62" name="Text Box 18"/>
          <p:cNvSpPr txBox="1">
            <a:spLocks noChangeArrowheads="1"/>
          </p:cNvSpPr>
          <p:nvPr/>
        </p:nvSpPr>
        <p:spPr bwMode="auto">
          <a:xfrm>
            <a:off x="1743075" y="4910138"/>
            <a:ext cx="42894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特别的，     称为</a:t>
            </a:r>
            <a:r>
              <a:rPr lang="zh-CN" altLang="en-US">
                <a:solidFill>
                  <a:srgbClr val="0000FF"/>
                </a:solidFill>
              </a:rPr>
              <a:t>数量矩阵</a:t>
            </a:r>
            <a:r>
              <a:rPr lang="en-US" altLang="zh-CN"/>
              <a:t>.</a:t>
            </a:r>
          </a:p>
        </p:txBody>
      </p:sp>
      <p:graphicFrame>
        <p:nvGraphicFramePr>
          <p:cNvPr id="57363" name="Object 19"/>
          <p:cNvGraphicFramePr>
            <a:graphicFrameLocks noChangeAspect="1"/>
          </p:cNvGraphicFramePr>
          <p:nvPr/>
        </p:nvGraphicFramePr>
        <p:xfrm>
          <a:off x="3046413" y="4941888"/>
          <a:ext cx="574675" cy="390525"/>
        </p:xfrm>
        <a:graphic>
          <a:graphicData uri="http://schemas.openxmlformats.org/presentationml/2006/ole">
            <mc:AlternateContent xmlns:mc="http://schemas.openxmlformats.org/markup-compatibility/2006">
              <mc:Choice xmlns:v="urn:schemas-microsoft-com:vml" Requires="v">
                <p:oleObj spid="_x0000_s25707" name="Equation" r:id="rId13" imgW="279400" imgH="190500" progId="Equation.DSMT4">
                  <p:embed/>
                </p:oleObj>
              </mc:Choice>
              <mc:Fallback>
                <p:oleObj name="Equation" r:id="rId13" imgW="279400" imgH="190500" progId="Equation.DSMT4">
                  <p:embed/>
                  <p:pic>
                    <p:nvPicPr>
                      <p:cNvPr id="0" name="Object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46413" y="4941888"/>
                        <a:ext cx="5746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46"/>
                                        </p:tgtEl>
                                        <p:attrNameLst>
                                          <p:attrName>style.visibility</p:attrName>
                                        </p:attrNameLst>
                                      </p:cBhvr>
                                      <p:to>
                                        <p:strVal val="visible"/>
                                      </p:to>
                                    </p:set>
                                    <p:animEffect transition="in" filter="wipe(left)">
                                      <p:cBhvr>
                                        <p:cTn id="7" dur="500"/>
                                        <p:tgtEl>
                                          <p:spTgt spid="573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7356"/>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7357"/>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57358"/>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7359"/>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57360"/>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16" fill="hold" nodeType="clickEffect">
                                  <p:stCondLst>
                                    <p:cond delay="0"/>
                                  </p:stCondLst>
                                  <p:childTnLst>
                                    <p:set>
                                      <p:cBhvr>
                                        <p:cTn id="23" dur="1" fill="hold">
                                          <p:stCondLst>
                                            <p:cond delay="0"/>
                                          </p:stCondLst>
                                        </p:cTn>
                                        <p:tgtEl>
                                          <p:spTgt spid="57361"/>
                                        </p:tgtEl>
                                        <p:attrNameLst>
                                          <p:attrName>style.visibility</p:attrName>
                                        </p:attrNameLst>
                                      </p:cBhvr>
                                      <p:to>
                                        <p:strVal val="visible"/>
                                      </p:to>
                                    </p:set>
                                    <p:animEffect transition="in" filter="box(in)">
                                      <p:cBhvr>
                                        <p:cTn id="24" dur="500"/>
                                        <p:tgtEl>
                                          <p:spTgt spid="5736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736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73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autoUpdateAnimBg="0"/>
      <p:bldP spid="57356" grpId="0"/>
      <p:bldP spid="5736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8" name="Rectangle 10"/>
          <p:cNvSpPr>
            <a:spLocks noChangeArrowheads="1"/>
          </p:cNvSpPr>
          <p:nvPr/>
        </p:nvSpPr>
        <p:spPr bwMode="auto">
          <a:xfrm>
            <a:off x="827088" y="1270000"/>
            <a:ext cx="7848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       </a:t>
            </a:r>
            <a:r>
              <a:rPr lang="zh-CN" altLang="en-US"/>
              <a:t>矩阵的加（减）法和数乘统称为矩阵的</a:t>
            </a:r>
            <a:r>
              <a:rPr lang="zh-CN" altLang="en-US">
                <a:solidFill>
                  <a:srgbClr val="0000FF"/>
                </a:solidFill>
              </a:rPr>
              <a:t>线性运算</a:t>
            </a:r>
            <a:r>
              <a:rPr lang="zh-CN" altLang="en-US"/>
              <a:t>，这些运算都归结为</a:t>
            </a:r>
            <a:r>
              <a:rPr lang="zh-CN" altLang="en-US">
                <a:solidFill>
                  <a:srgbClr val="0000FF"/>
                </a:solidFill>
              </a:rPr>
              <a:t>数</a:t>
            </a:r>
            <a:r>
              <a:rPr lang="zh-CN" altLang="en-US"/>
              <a:t>（</a:t>
            </a:r>
            <a:r>
              <a:rPr lang="zh-CN" altLang="en-US">
                <a:solidFill>
                  <a:srgbClr val="0000FF"/>
                </a:solidFill>
              </a:rPr>
              <a:t>元</a:t>
            </a:r>
            <a:r>
              <a:rPr lang="zh-CN" altLang="en-US"/>
              <a:t>）的加法与乘法</a:t>
            </a:r>
            <a:r>
              <a:rPr lang="en-US" altLang="zh-CN"/>
              <a:t>. </a:t>
            </a:r>
          </a:p>
        </p:txBody>
      </p:sp>
      <p:sp>
        <p:nvSpPr>
          <p:cNvPr id="26627" name="Rectangle 14"/>
          <p:cNvSpPr>
            <a:spLocks noGrp="1" noChangeArrowheads="1"/>
          </p:cNvSpPr>
          <p:nvPr>
            <p:ph type="title"/>
          </p:nvPr>
        </p:nvSpPr>
        <p:spPr>
          <a:xfrm>
            <a:off x="827088" y="333375"/>
            <a:ext cx="7543800" cy="855663"/>
          </a:xfrm>
        </p:spPr>
        <p:txBody>
          <a:bodyPr/>
          <a:lstStyle/>
          <a:p>
            <a:pPr eaLnBrk="1" hangingPunct="1"/>
            <a:r>
              <a:rPr lang="en-US" altLang="zh-CN" sz="3200">
                <a:effectLst/>
              </a:rPr>
              <a:t>2</a:t>
            </a:r>
            <a:r>
              <a:rPr lang="zh-CN" altLang="en-US" sz="3200">
                <a:effectLst/>
              </a:rPr>
              <a:t>、线性运算的运算性质</a:t>
            </a:r>
          </a:p>
        </p:txBody>
      </p:sp>
      <p:sp>
        <p:nvSpPr>
          <p:cNvPr id="58383" name="Rectangle 15"/>
          <p:cNvSpPr>
            <a:spLocks noGrp="1" noChangeArrowheads="1"/>
          </p:cNvSpPr>
          <p:nvPr>
            <p:ph type="body" idx="1"/>
          </p:nvPr>
        </p:nvSpPr>
        <p:spPr bwMode="auto">
          <a:xfrm>
            <a:off x="1619250" y="2422525"/>
            <a:ext cx="6697663" cy="331152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buFontTx/>
              <a:buNone/>
            </a:pPr>
            <a:r>
              <a:rPr lang="zh-CN" altLang="en-US" sz="4000">
                <a:ea typeface="黑体" pitchFamily="49" charset="-122"/>
              </a:rPr>
              <a:t>运算性质</a:t>
            </a:r>
          </a:p>
          <a:p>
            <a:pPr eaLnBrk="1" hangingPunct="1">
              <a:buFontTx/>
              <a:buNone/>
            </a:pPr>
            <a:r>
              <a:rPr lang="zh-CN" altLang="en-US" sz="2800"/>
              <a:t>     设</a:t>
            </a:r>
            <a:r>
              <a:rPr lang="en-US" altLang="zh-CN" sz="2800" i="1"/>
              <a:t>A</a:t>
            </a:r>
            <a:r>
              <a:rPr lang="en-US" altLang="zh-CN" sz="2800"/>
              <a:t>, </a:t>
            </a:r>
            <a:r>
              <a:rPr lang="en-US" altLang="zh-CN" sz="2800" i="1"/>
              <a:t>B</a:t>
            </a:r>
            <a:r>
              <a:rPr lang="zh-CN" altLang="en-US" sz="2800"/>
              <a:t>为同型矩阵，</a:t>
            </a:r>
            <a:r>
              <a:rPr lang="en-US" altLang="zh-CN" sz="2800" i="1">
                <a:latin typeface="Symbol" pitchFamily="18" charset="2"/>
              </a:rPr>
              <a:t>l, m</a:t>
            </a:r>
            <a:r>
              <a:rPr lang="zh-CN" altLang="en-US" sz="2800"/>
              <a:t>为数，则</a:t>
            </a:r>
          </a:p>
          <a:p>
            <a:pPr eaLnBrk="1" hangingPunct="1">
              <a:buFont typeface="Wingdings" pitchFamily="2" charset="2"/>
              <a:buChar char="Ø"/>
            </a:pPr>
            <a:r>
              <a:rPr lang="en-US" altLang="zh-CN" sz="2800" i="1">
                <a:latin typeface="Symbol" pitchFamily="18" charset="2"/>
              </a:rPr>
              <a:t>l</a:t>
            </a:r>
            <a:r>
              <a:rPr lang="en-US" altLang="zh-CN" sz="2800"/>
              <a:t>(</a:t>
            </a:r>
            <a:r>
              <a:rPr lang="en-US" altLang="zh-CN" sz="2800" i="1"/>
              <a:t>A</a:t>
            </a:r>
            <a:r>
              <a:rPr lang="en-US" altLang="zh-CN" sz="2800"/>
              <a:t> + </a:t>
            </a:r>
            <a:r>
              <a:rPr lang="en-US" altLang="zh-CN" sz="2800" i="1"/>
              <a:t>B</a:t>
            </a:r>
            <a:r>
              <a:rPr lang="en-US" altLang="zh-CN" sz="2800"/>
              <a:t>) = </a:t>
            </a:r>
            <a:r>
              <a:rPr lang="en-US" altLang="zh-CN" sz="2800" i="1">
                <a:latin typeface="Symbol" pitchFamily="18" charset="2"/>
              </a:rPr>
              <a:t>l</a:t>
            </a:r>
            <a:r>
              <a:rPr lang="en-US" altLang="zh-CN" sz="2800" i="1"/>
              <a:t> A </a:t>
            </a:r>
            <a:r>
              <a:rPr lang="en-US" altLang="zh-CN" sz="2800"/>
              <a:t>+ </a:t>
            </a:r>
            <a:r>
              <a:rPr lang="en-US" altLang="zh-CN" sz="2800" i="1">
                <a:latin typeface="Symbol" pitchFamily="18" charset="2"/>
              </a:rPr>
              <a:t>l</a:t>
            </a:r>
            <a:r>
              <a:rPr lang="en-US" altLang="zh-CN" sz="2800" i="1"/>
              <a:t> B</a:t>
            </a:r>
          </a:p>
          <a:p>
            <a:pPr eaLnBrk="1" hangingPunct="1">
              <a:buFont typeface="Wingdings" pitchFamily="2" charset="2"/>
              <a:buChar char="Ø"/>
            </a:pPr>
            <a:r>
              <a:rPr lang="en-US" altLang="zh-CN" sz="2800"/>
              <a:t> (</a:t>
            </a:r>
            <a:r>
              <a:rPr lang="en-US" altLang="zh-CN" sz="2800" i="1">
                <a:latin typeface="Symbol" pitchFamily="18" charset="2"/>
              </a:rPr>
              <a:t>l </a:t>
            </a:r>
            <a:r>
              <a:rPr lang="en-US" altLang="zh-CN" sz="2800"/>
              <a:t>+ </a:t>
            </a:r>
            <a:r>
              <a:rPr lang="en-US" altLang="zh-CN" sz="2800" i="1">
                <a:latin typeface="Symbol" pitchFamily="18" charset="2"/>
              </a:rPr>
              <a:t>m</a:t>
            </a:r>
            <a:r>
              <a:rPr lang="en-US" altLang="zh-CN" sz="2800"/>
              <a:t>)A = </a:t>
            </a:r>
            <a:r>
              <a:rPr lang="en-US" altLang="zh-CN" sz="2800" i="1">
                <a:latin typeface="Symbol" pitchFamily="18" charset="2"/>
              </a:rPr>
              <a:t>l</a:t>
            </a:r>
            <a:r>
              <a:rPr lang="en-US" altLang="zh-CN" sz="2800" i="1"/>
              <a:t> A</a:t>
            </a:r>
            <a:r>
              <a:rPr lang="en-US" altLang="zh-CN" sz="2800"/>
              <a:t>+ </a:t>
            </a:r>
            <a:r>
              <a:rPr lang="en-US" altLang="zh-CN" sz="2800" i="1">
                <a:latin typeface="Symbol" pitchFamily="18" charset="2"/>
              </a:rPr>
              <a:t>m</a:t>
            </a:r>
            <a:r>
              <a:rPr lang="en-US" altLang="zh-CN" sz="2800" i="1"/>
              <a:t> A</a:t>
            </a:r>
          </a:p>
          <a:p>
            <a:pPr eaLnBrk="1" hangingPunct="1">
              <a:buFont typeface="Wingdings" pitchFamily="2" charset="2"/>
              <a:buChar char="Ø"/>
            </a:pPr>
            <a:r>
              <a:rPr lang="en-US" altLang="zh-CN" sz="2800" i="1">
                <a:latin typeface="Symbol" pitchFamily="18" charset="2"/>
              </a:rPr>
              <a:t>l</a:t>
            </a:r>
            <a:r>
              <a:rPr lang="en-US" altLang="zh-CN" sz="2800"/>
              <a:t> (</a:t>
            </a:r>
            <a:r>
              <a:rPr lang="en-US" altLang="zh-CN" sz="2800" i="1">
                <a:latin typeface="Symbol" pitchFamily="18" charset="2"/>
              </a:rPr>
              <a:t>m</a:t>
            </a:r>
            <a:r>
              <a:rPr lang="en-US" altLang="zh-CN" sz="2800" i="1"/>
              <a:t> A</a:t>
            </a:r>
            <a:r>
              <a:rPr lang="en-US" altLang="zh-CN" sz="2800"/>
              <a:t>) = (</a:t>
            </a:r>
            <a:r>
              <a:rPr lang="en-US" altLang="zh-CN" sz="2800" i="1">
                <a:latin typeface="Symbol" pitchFamily="18" charset="2"/>
              </a:rPr>
              <a:t>lm</a:t>
            </a:r>
            <a:r>
              <a:rPr lang="en-US" altLang="zh-CN" sz="2800"/>
              <a:t>) </a:t>
            </a:r>
            <a:r>
              <a:rPr lang="en-US" altLang="zh-CN" sz="2800" i="1"/>
              <a:t>A</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58378"/>
                                        </p:tgtEl>
                                        <p:attrNameLst>
                                          <p:attrName>style.visibility</p:attrName>
                                        </p:attrNameLst>
                                      </p:cBhvr>
                                      <p:to>
                                        <p:strVal val="visible"/>
                                      </p:to>
                                    </p:set>
                                    <p:animEffect transition="in" filter="wipe(left)">
                                      <p:cBhvr>
                                        <p:cTn id="7" dur="75"/>
                                        <p:tgtEl>
                                          <p:spTgt spid="583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383">
                                            <p:txEl>
                                              <p:pRg st="0" end="0"/>
                                            </p:txEl>
                                          </p:spTgt>
                                        </p:tgtEl>
                                        <p:attrNameLst>
                                          <p:attrName>style.visibility</p:attrName>
                                        </p:attrNameLst>
                                      </p:cBhvr>
                                      <p:to>
                                        <p:strVal val="visible"/>
                                      </p:to>
                                    </p:set>
                                    <p:animEffect transition="in" filter="wipe(left)">
                                      <p:cBhvr>
                                        <p:cTn id="12" dur="500"/>
                                        <p:tgtEl>
                                          <p:spTgt spid="5838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8383">
                                            <p:txEl>
                                              <p:pRg st="1" end="1"/>
                                            </p:txEl>
                                          </p:spTgt>
                                        </p:tgtEl>
                                        <p:attrNameLst>
                                          <p:attrName>style.visibility</p:attrName>
                                        </p:attrNameLst>
                                      </p:cBhvr>
                                      <p:to>
                                        <p:strVal val="visible"/>
                                      </p:to>
                                    </p:set>
                                    <p:animEffect transition="in" filter="wipe(left)">
                                      <p:cBhvr>
                                        <p:cTn id="17" dur="500"/>
                                        <p:tgtEl>
                                          <p:spTgt spid="5838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8383">
                                            <p:txEl>
                                              <p:pRg st="2" end="2"/>
                                            </p:txEl>
                                          </p:spTgt>
                                        </p:tgtEl>
                                        <p:attrNameLst>
                                          <p:attrName>style.visibility</p:attrName>
                                        </p:attrNameLst>
                                      </p:cBhvr>
                                      <p:to>
                                        <p:strVal val="visible"/>
                                      </p:to>
                                    </p:set>
                                    <p:animEffect transition="in" filter="wipe(left)">
                                      <p:cBhvr>
                                        <p:cTn id="22" dur="500"/>
                                        <p:tgtEl>
                                          <p:spTgt spid="5838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8383">
                                            <p:txEl>
                                              <p:pRg st="3" end="3"/>
                                            </p:txEl>
                                          </p:spTgt>
                                        </p:tgtEl>
                                        <p:attrNameLst>
                                          <p:attrName>style.visibility</p:attrName>
                                        </p:attrNameLst>
                                      </p:cBhvr>
                                      <p:to>
                                        <p:strVal val="visible"/>
                                      </p:to>
                                    </p:set>
                                    <p:animEffect transition="in" filter="wipe(left)">
                                      <p:cBhvr>
                                        <p:cTn id="27" dur="500"/>
                                        <p:tgtEl>
                                          <p:spTgt spid="58383">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8383">
                                            <p:txEl>
                                              <p:pRg st="4" end="4"/>
                                            </p:txEl>
                                          </p:spTgt>
                                        </p:tgtEl>
                                        <p:attrNameLst>
                                          <p:attrName>style.visibility</p:attrName>
                                        </p:attrNameLst>
                                      </p:cBhvr>
                                      <p:to>
                                        <p:strVal val="visible"/>
                                      </p:to>
                                    </p:set>
                                    <p:animEffect transition="in" filter="wipe(left)">
                                      <p:cBhvr>
                                        <p:cTn id="32" dur="500"/>
                                        <p:tgtEl>
                                          <p:spTgt spid="583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8" grpId="0" autoUpdateAnimBg="0"/>
      <p:bldP spid="5838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914400" y="320675"/>
            <a:ext cx="8050213" cy="1143000"/>
          </a:xfrm>
        </p:spPr>
        <p:txBody>
          <a:bodyPr/>
          <a:lstStyle/>
          <a:p>
            <a:pPr eaLnBrk="1" hangingPunct="1">
              <a:defRPr/>
            </a:pPr>
            <a:r>
              <a:rPr lang="zh-CN" altLang="en-US" sz="2800">
                <a:solidFill>
                  <a:schemeClr val="tx1"/>
                </a:solidFill>
              </a:rPr>
              <a:t>例 设</a:t>
            </a:r>
          </a:p>
        </p:txBody>
      </p:sp>
      <p:graphicFrame>
        <p:nvGraphicFramePr>
          <p:cNvPr id="27651" name="Object 5"/>
          <p:cNvGraphicFramePr>
            <a:graphicFrameLocks noChangeAspect="1"/>
          </p:cNvGraphicFramePr>
          <p:nvPr/>
        </p:nvGraphicFramePr>
        <p:xfrm>
          <a:off x="2012950" y="260350"/>
          <a:ext cx="1550988" cy="1357313"/>
        </p:xfrm>
        <a:graphic>
          <a:graphicData uri="http://schemas.openxmlformats.org/presentationml/2006/ole">
            <mc:AlternateContent xmlns:mc="http://schemas.openxmlformats.org/markup-compatibility/2006">
              <mc:Choice xmlns:v="urn:schemas-microsoft-com:vml" Requires="v">
                <p:oleObj spid="_x0000_s27749" name="Equation" r:id="rId3" imgW="914400" imgH="800100" progId="Equation.DSMT4">
                  <p:embed/>
                </p:oleObj>
              </mc:Choice>
              <mc:Fallback>
                <p:oleObj name="Equation" r:id="rId3" imgW="914400" imgH="8001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2950" y="260350"/>
                        <a:ext cx="1550988" cy="135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652" name="Object 4"/>
          <p:cNvGraphicFramePr>
            <a:graphicFrameLocks noChangeAspect="1"/>
          </p:cNvGraphicFramePr>
          <p:nvPr/>
        </p:nvGraphicFramePr>
        <p:xfrm>
          <a:off x="3708400" y="260350"/>
          <a:ext cx="1439863" cy="1354138"/>
        </p:xfrm>
        <a:graphic>
          <a:graphicData uri="http://schemas.openxmlformats.org/presentationml/2006/ole">
            <mc:AlternateContent xmlns:mc="http://schemas.openxmlformats.org/markup-compatibility/2006">
              <mc:Choice xmlns:v="urn:schemas-microsoft-com:vml" Requires="v">
                <p:oleObj spid="_x0000_s27750" name="Equation" r:id="rId5" imgW="850531" imgH="799753" progId="Equation.DSMT4">
                  <p:embed/>
                </p:oleObj>
              </mc:Choice>
              <mc:Fallback>
                <p:oleObj name="Equation" r:id="rId5" imgW="850531" imgH="799753"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8400" y="260350"/>
                        <a:ext cx="1439863" cy="135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3433" name="Rectangle 9"/>
          <p:cNvSpPr>
            <a:spLocks noChangeArrowheads="1"/>
          </p:cNvSpPr>
          <p:nvPr/>
        </p:nvSpPr>
        <p:spPr bwMode="auto">
          <a:xfrm>
            <a:off x="1403350" y="1700213"/>
            <a:ext cx="47958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a:effectLst>
                  <a:outerShdw blurRad="38100" dist="38100" dir="2700000" algn="tl">
                    <a:srgbClr val="C0C0C0"/>
                  </a:outerShdw>
                </a:effectLst>
                <a:ea typeface="黑体" pitchFamily="2" charset="-122"/>
              </a:rPr>
              <a:t>有矩阵</a:t>
            </a:r>
            <a:r>
              <a:rPr lang="en-US" altLang="zh-CN" i="1">
                <a:effectLst>
                  <a:outerShdw blurRad="38100" dist="38100" dir="2700000" algn="tl">
                    <a:srgbClr val="C0C0C0"/>
                  </a:outerShdw>
                </a:effectLst>
                <a:ea typeface="黑体" pitchFamily="2" charset="-122"/>
              </a:rPr>
              <a:t>X</a:t>
            </a:r>
            <a:r>
              <a:rPr lang="zh-CN" altLang="en-US">
                <a:effectLst>
                  <a:outerShdw blurRad="38100" dist="38100" dir="2700000" algn="tl">
                    <a:srgbClr val="C0C0C0"/>
                  </a:outerShdw>
                </a:effectLst>
                <a:ea typeface="黑体" pitchFamily="2" charset="-122"/>
              </a:rPr>
              <a:t>满足 </a:t>
            </a:r>
            <a:r>
              <a:rPr lang="en-US" altLang="zh-CN" i="1">
                <a:effectLst>
                  <a:outerShdw blurRad="38100" dist="38100" dir="2700000" algn="tl">
                    <a:srgbClr val="C0C0C0"/>
                  </a:outerShdw>
                </a:effectLst>
                <a:ea typeface="黑体" pitchFamily="2" charset="-122"/>
              </a:rPr>
              <a:t>A</a:t>
            </a:r>
            <a:r>
              <a:rPr lang="en-US" altLang="zh-CN">
                <a:effectLst>
                  <a:outerShdw blurRad="38100" dist="38100" dir="2700000" algn="tl">
                    <a:srgbClr val="C0C0C0"/>
                  </a:outerShdw>
                </a:effectLst>
                <a:ea typeface="黑体" pitchFamily="2" charset="-122"/>
              </a:rPr>
              <a:t>+3</a:t>
            </a:r>
            <a:r>
              <a:rPr lang="en-US" altLang="zh-CN" i="1">
                <a:effectLst>
                  <a:outerShdw blurRad="38100" dist="38100" dir="2700000" algn="tl">
                    <a:srgbClr val="C0C0C0"/>
                  </a:outerShdw>
                </a:effectLst>
                <a:ea typeface="黑体" pitchFamily="2" charset="-122"/>
              </a:rPr>
              <a:t>X</a:t>
            </a:r>
            <a:r>
              <a:rPr lang="en-US" altLang="zh-CN">
                <a:effectLst>
                  <a:outerShdw blurRad="38100" dist="38100" dir="2700000" algn="tl">
                    <a:srgbClr val="C0C0C0"/>
                  </a:outerShdw>
                </a:effectLst>
                <a:ea typeface="黑体" pitchFamily="2" charset="-122"/>
              </a:rPr>
              <a:t>=2</a:t>
            </a:r>
            <a:r>
              <a:rPr lang="en-US" altLang="zh-CN" i="1">
                <a:effectLst>
                  <a:outerShdw blurRad="38100" dist="38100" dir="2700000" algn="tl">
                    <a:srgbClr val="C0C0C0"/>
                  </a:outerShdw>
                </a:effectLst>
                <a:ea typeface="黑体" pitchFamily="2" charset="-122"/>
              </a:rPr>
              <a:t>B</a:t>
            </a:r>
            <a:r>
              <a:rPr lang="zh-CN" altLang="en-US">
                <a:effectLst>
                  <a:outerShdw blurRad="38100" dist="38100" dir="2700000" algn="tl">
                    <a:srgbClr val="C0C0C0"/>
                  </a:outerShdw>
                </a:effectLst>
                <a:ea typeface="黑体" pitchFamily="2" charset="-122"/>
              </a:rPr>
              <a:t>，求</a:t>
            </a:r>
            <a:r>
              <a:rPr lang="en-US" altLang="zh-CN" i="1">
                <a:effectLst>
                  <a:outerShdw blurRad="38100" dist="38100" dir="2700000" algn="tl">
                    <a:srgbClr val="C0C0C0"/>
                  </a:outerShdw>
                </a:effectLst>
                <a:ea typeface="黑体" pitchFamily="2" charset="-122"/>
              </a:rPr>
              <a:t>X.</a:t>
            </a:r>
          </a:p>
        </p:txBody>
      </p:sp>
      <p:graphicFrame>
        <p:nvGraphicFramePr>
          <p:cNvPr id="103437" name="Object 13"/>
          <p:cNvGraphicFramePr>
            <a:graphicFrameLocks noChangeAspect="1"/>
          </p:cNvGraphicFramePr>
          <p:nvPr/>
        </p:nvGraphicFramePr>
        <p:xfrm>
          <a:off x="1617663" y="2636838"/>
          <a:ext cx="2232025" cy="923925"/>
        </p:xfrm>
        <a:graphic>
          <a:graphicData uri="http://schemas.openxmlformats.org/presentationml/2006/ole">
            <mc:AlternateContent xmlns:mc="http://schemas.openxmlformats.org/markup-compatibility/2006">
              <mc:Choice xmlns:v="urn:schemas-microsoft-com:vml" Requires="v">
                <p:oleObj spid="_x0000_s27751" name="Equation" r:id="rId7" imgW="1104900" imgH="457200" progId="Equation.DSMT4">
                  <p:embed/>
                </p:oleObj>
              </mc:Choice>
              <mc:Fallback>
                <p:oleObj name="Equation" r:id="rId7" imgW="1104900" imgH="457200" progId="Equation.DSMT4">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7663" y="2636838"/>
                        <a:ext cx="22320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3436" name="Object 12"/>
          <p:cNvGraphicFramePr>
            <a:graphicFrameLocks noChangeAspect="1"/>
          </p:cNvGraphicFramePr>
          <p:nvPr/>
        </p:nvGraphicFramePr>
        <p:xfrm>
          <a:off x="3851275" y="2276475"/>
          <a:ext cx="3384550" cy="1568450"/>
        </p:xfrm>
        <a:graphic>
          <a:graphicData uri="http://schemas.openxmlformats.org/presentationml/2006/ole">
            <mc:AlternateContent xmlns:mc="http://schemas.openxmlformats.org/markup-compatibility/2006">
              <mc:Choice xmlns:v="urn:schemas-microsoft-com:vml" Requires="v">
                <p:oleObj spid="_x0000_s27752" name="Equation" r:id="rId9" imgW="1790700" imgH="825500" progId="Equation.DSMT4">
                  <p:embed/>
                </p:oleObj>
              </mc:Choice>
              <mc:Fallback>
                <p:oleObj name="Equation" r:id="rId9" imgW="1790700" imgH="82550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51275" y="2276475"/>
                        <a:ext cx="338455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3435" name="Object 11"/>
          <p:cNvGraphicFramePr>
            <a:graphicFrameLocks noChangeAspect="1"/>
          </p:cNvGraphicFramePr>
          <p:nvPr/>
        </p:nvGraphicFramePr>
        <p:xfrm>
          <a:off x="1978025" y="3860800"/>
          <a:ext cx="3095625" cy="1533525"/>
        </p:xfrm>
        <a:graphic>
          <a:graphicData uri="http://schemas.openxmlformats.org/presentationml/2006/ole">
            <mc:AlternateContent xmlns:mc="http://schemas.openxmlformats.org/markup-compatibility/2006">
              <mc:Choice xmlns:v="urn:schemas-microsoft-com:vml" Requires="v">
                <p:oleObj spid="_x0000_s27753" name="Equation" r:id="rId11" imgW="1676400" imgH="825500" progId="Equation.DSMT4">
                  <p:embed/>
                </p:oleObj>
              </mc:Choice>
              <mc:Fallback>
                <p:oleObj name="Equation" r:id="rId11" imgW="1676400" imgH="825500" progId="Equation.DSMT4">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78025" y="3860800"/>
                        <a:ext cx="3095625"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3434" name="Object 10"/>
          <p:cNvGraphicFramePr>
            <a:graphicFrameLocks noChangeAspect="1"/>
          </p:cNvGraphicFramePr>
          <p:nvPr/>
        </p:nvGraphicFramePr>
        <p:xfrm>
          <a:off x="5075238" y="3875088"/>
          <a:ext cx="1871662" cy="1497012"/>
        </p:xfrm>
        <a:graphic>
          <a:graphicData uri="http://schemas.openxmlformats.org/presentationml/2006/ole">
            <mc:AlternateContent xmlns:mc="http://schemas.openxmlformats.org/markup-compatibility/2006">
              <mc:Choice xmlns:v="urn:schemas-microsoft-com:vml" Requires="v">
                <p:oleObj spid="_x0000_s27754" name="Equation" r:id="rId13" imgW="1002865" imgH="799753" progId="Equation.DSMT4">
                  <p:embed/>
                </p:oleObj>
              </mc:Choice>
              <mc:Fallback>
                <p:oleObj name="Equation" r:id="rId13" imgW="1002865" imgH="799753" progId="Equation.DSMT4">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75238" y="3875088"/>
                        <a:ext cx="1871662" cy="149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3443" name="Text Box 19"/>
          <p:cNvSpPr txBox="1">
            <a:spLocks noChangeArrowheads="1"/>
          </p:cNvSpPr>
          <p:nvPr/>
        </p:nvSpPr>
        <p:spPr bwMode="auto">
          <a:xfrm>
            <a:off x="950913" y="2295525"/>
            <a:ext cx="898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解：</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3443"/>
                                        </p:tgtEl>
                                        <p:attrNameLst>
                                          <p:attrName>style.visibility</p:attrName>
                                        </p:attrNameLst>
                                      </p:cBhvr>
                                      <p:to>
                                        <p:strVal val="visible"/>
                                      </p:to>
                                    </p:set>
                                    <p:animEffect transition="in" filter="wipe(left)">
                                      <p:cBhvr>
                                        <p:cTn id="7" dur="500"/>
                                        <p:tgtEl>
                                          <p:spTgt spid="103443"/>
                                        </p:tgtEl>
                                      </p:cBhvr>
                                    </p:animEffect>
                                  </p:childTnLst>
                                </p:cTn>
                              </p:par>
                              <p:par>
                                <p:cTn id="8" presetID="22" presetClass="entr" presetSubtype="8" fill="hold" nodeType="withEffect">
                                  <p:stCondLst>
                                    <p:cond delay="0"/>
                                  </p:stCondLst>
                                  <p:childTnLst>
                                    <p:set>
                                      <p:cBhvr>
                                        <p:cTn id="9" dur="1" fill="hold">
                                          <p:stCondLst>
                                            <p:cond delay="0"/>
                                          </p:stCondLst>
                                        </p:cTn>
                                        <p:tgtEl>
                                          <p:spTgt spid="103437"/>
                                        </p:tgtEl>
                                        <p:attrNameLst>
                                          <p:attrName>style.visibility</p:attrName>
                                        </p:attrNameLst>
                                      </p:cBhvr>
                                      <p:to>
                                        <p:strVal val="visible"/>
                                      </p:to>
                                    </p:set>
                                    <p:animEffect transition="in" filter="wipe(left)">
                                      <p:cBhvr>
                                        <p:cTn id="10" dur="500"/>
                                        <p:tgtEl>
                                          <p:spTgt spid="10343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103436"/>
                                        </p:tgtEl>
                                        <p:attrNameLst>
                                          <p:attrName>style.visibility</p:attrName>
                                        </p:attrNameLst>
                                      </p:cBhvr>
                                      <p:to>
                                        <p:strVal val="visible"/>
                                      </p:to>
                                    </p:set>
                                    <p:animEffect transition="in" filter="wipe(left)">
                                      <p:cBhvr>
                                        <p:cTn id="15" dur="500"/>
                                        <p:tgtEl>
                                          <p:spTgt spid="10343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103435"/>
                                        </p:tgtEl>
                                        <p:attrNameLst>
                                          <p:attrName>style.visibility</p:attrName>
                                        </p:attrNameLst>
                                      </p:cBhvr>
                                      <p:to>
                                        <p:strVal val="visible"/>
                                      </p:to>
                                    </p:set>
                                    <p:animEffect transition="in" filter="wipe(left)">
                                      <p:cBhvr>
                                        <p:cTn id="20" dur="500"/>
                                        <p:tgtEl>
                                          <p:spTgt spid="10343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103434"/>
                                        </p:tgtEl>
                                        <p:attrNameLst>
                                          <p:attrName>style.visibility</p:attrName>
                                        </p:attrNameLst>
                                      </p:cBhvr>
                                      <p:to>
                                        <p:strVal val="visible"/>
                                      </p:to>
                                    </p:set>
                                    <p:animEffect transition="in" filter="wipe(left)">
                                      <p:cBhvr>
                                        <p:cTn id="25" dur="500"/>
                                        <p:tgtEl>
                                          <p:spTgt spid="103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4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4"/>
          <p:cNvSpPr txBox="1">
            <a:spLocks noChangeArrowheads="1"/>
          </p:cNvSpPr>
          <p:nvPr/>
        </p:nvSpPr>
        <p:spPr bwMode="auto">
          <a:xfrm>
            <a:off x="1419225" y="188913"/>
            <a:ext cx="54578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spcBef>
                <a:spcPct val="50000"/>
              </a:spcBef>
            </a:pPr>
            <a:r>
              <a:rPr lang="zh-CN" altLang="en-US"/>
              <a:t>又如设</a:t>
            </a:r>
            <a:r>
              <a:rPr lang="en-US" altLang="zh-CN" i="1"/>
              <a:t>A</a:t>
            </a:r>
            <a:r>
              <a:rPr lang="en-US" altLang="zh-CN"/>
              <a:t>=(</a:t>
            </a:r>
            <a:r>
              <a:rPr lang="en-US" altLang="zh-CN" i="1"/>
              <a:t>a</a:t>
            </a:r>
            <a:r>
              <a:rPr lang="en-US" altLang="zh-CN" i="1" baseline="-25000"/>
              <a:t>ij</a:t>
            </a:r>
            <a:r>
              <a:rPr lang="en-US" altLang="zh-CN"/>
              <a:t>)</a:t>
            </a:r>
            <a:r>
              <a:rPr lang="en-US" altLang="zh-CN" i="1" baseline="-25000"/>
              <a:t>n</a:t>
            </a:r>
            <a:r>
              <a:rPr lang="zh-CN" altLang="en-US"/>
              <a:t>，</a:t>
            </a:r>
            <a:r>
              <a:rPr lang="en-US" altLang="zh-CN" i="1"/>
              <a:t>k</a:t>
            </a:r>
            <a:r>
              <a:rPr lang="zh-CN" altLang="en-US"/>
              <a:t>为数，则</a:t>
            </a:r>
          </a:p>
        </p:txBody>
      </p:sp>
      <p:graphicFrame>
        <p:nvGraphicFramePr>
          <p:cNvPr id="28675" name="Object 5"/>
          <p:cNvGraphicFramePr>
            <a:graphicFrameLocks noChangeAspect="1"/>
          </p:cNvGraphicFramePr>
          <p:nvPr/>
        </p:nvGraphicFramePr>
        <p:xfrm>
          <a:off x="1239838" y="855663"/>
          <a:ext cx="3844925" cy="2054225"/>
        </p:xfrm>
        <a:graphic>
          <a:graphicData uri="http://schemas.openxmlformats.org/presentationml/2006/ole">
            <mc:AlternateContent xmlns:mc="http://schemas.openxmlformats.org/markup-compatibility/2006">
              <mc:Choice xmlns:v="urn:schemas-microsoft-com:vml" Requires="v">
                <p:oleObj spid="_x0000_s28740" name="Equation" r:id="rId3" imgW="2082800" imgH="1104900" progId="Equation.DSMT4">
                  <p:embed/>
                </p:oleObj>
              </mc:Choice>
              <mc:Fallback>
                <p:oleObj name="Equation" r:id="rId3" imgW="2082800" imgH="11049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9838" y="855663"/>
                        <a:ext cx="3844925"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0598" name="Object 6"/>
          <p:cNvGraphicFramePr>
            <a:graphicFrameLocks noChangeAspect="1"/>
          </p:cNvGraphicFramePr>
          <p:nvPr/>
        </p:nvGraphicFramePr>
        <p:xfrm>
          <a:off x="5148263" y="995363"/>
          <a:ext cx="3235325" cy="2006600"/>
        </p:xfrm>
        <a:graphic>
          <a:graphicData uri="http://schemas.openxmlformats.org/presentationml/2006/ole">
            <mc:AlternateContent xmlns:mc="http://schemas.openxmlformats.org/markup-compatibility/2006">
              <mc:Choice xmlns:v="urn:schemas-microsoft-com:vml" Requires="v">
                <p:oleObj spid="_x0000_s28741" name="Equation" r:id="rId5" imgW="1752600" imgH="1079500" progId="Equation.DSMT4">
                  <p:embed/>
                </p:oleObj>
              </mc:Choice>
              <mc:Fallback>
                <p:oleObj name="Equation" r:id="rId5" imgW="1752600" imgH="10795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8263" y="995363"/>
                        <a:ext cx="3235325" cy="200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0599" name="Object 7"/>
          <p:cNvGraphicFramePr>
            <a:graphicFrameLocks noChangeAspect="1"/>
          </p:cNvGraphicFramePr>
          <p:nvPr/>
        </p:nvGraphicFramePr>
        <p:xfrm>
          <a:off x="1619250" y="2940050"/>
          <a:ext cx="3165475" cy="2006600"/>
        </p:xfrm>
        <a:graphic>
          <a:graphicData uri="http://schemas.openxmlformats.org/presentationml/2006/ole">
            <mc:AlternateContent xmlns:mc="http://schemas.openxmlformats.org/markup-compatibility/2006">
              <mc:Choice xmlns:v="urn:schemas-microsoft-com:vml" Requires="v">
                <p:oleObj spid="_x0000_s28742" name="Equation" r:id="rId7" imgW="1714500" imgH="1079500" progId="Equation.DSMT4">
                  <p:embed/>
                </p:oleObj>
              </mc:Choice>
              <mc:Fallback>
                <p:oleObj name="Equation" r:id="rId7" imgW="1714500" imgH="10795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9250" y="2940050"/>
                        <a:ext cx="3165475" cy="200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0600" name="Object 8"/>
          <p:cNvGraphicFramePr>
            <a:graphicFrameLocks noChangeAspect="1"/>
          </p:cNvGraphicFramePr>
          <p:nvPr/>
        </p:nvGraphicFramePr>
        <p:xfrm>
          <a:off x="4748213" y="3660775"/>
          <a:ext cx="1233487" cy="593725"/>
        </p:xfrm>
        <a:graphic>
          <a:graphicData uri="http://schemas.openxmlformats.org/presentationml/2006/ole">
            <mc:AlternateContent xmlns:mc="http://schemas.openxmlformats.org/markup-compatibility/2006">
              <mc:Choice xmlns:v="urn:schemas-microsoft-com:vml" Requires="v">
                <p:oleObj spid="_x0000_s28743" name="Equation" r:id="rId9" imgW="583947" imgH="279279" progId="Equation.DSMT4">
                  <p:embed/>
                </p:oleObj>
              </mc:Choice>
              <mc:Fallback>
                <p:oleObj name="Equation" r:id="rId9" imgW="583947" imgH="279279"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48213" y="3660775"/>
                        <a:ext cx="1233487"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0601" name="Text Box 9"/>
          <p:cNvSpPr txBox="1">
            <a:spLocks noChangeArrowheads="1"/>
          </p:cNvSpPr>
          <p:nvPr/>
        </p:nvSpPr>
        <p:spPr bwMode="auto">
          <a:xfrm>
            <a:off x="1331913" y="5172075"/>
            <a:ext cx="506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故对于</a:t>
            </a:r>
            <a:r>
              <a:rPr lang="en-US" altLang="zh-CN" i="1"/>
              <a:t>n</a:t>
            </a:r>
            <a:r>
              <a:rPr lang="zh-CN" altLang="en-US"/>
              <a:t>阶方阵</a:t>
            </a:r>
            <a:r>
              <a:rPr lang="en-US" altLang="zh-CN" i="1"/>
              <a:t>A</a:t>
            </a:r>
            <a:r>
              <a:rPr lang="zh-CN" altLang="en-US"/>
              <a:t>有</a:t>
            </a:r>
            <a:r>
              <a:rPr lang="en-US" altLang="zh-CN">
                <a:sym typeface="Wingdings" pitchFamily="2" charset="2"/>
              </a:rPr>
              <a:t>:   </a:t>
            </a:r>
            <a:r>
              <a:rPr lang="en-US" altLang="zh-CN">
                <a:solidFill>
                  <a:srgbClr val="0000CC"/>
                </a:solidFill>
                <a:sym typeface="Wingdings" pitchFamily="2" charset="2"/>
              </a:rPr>
              <a:t>|</a:t>
            </a:r>
            <a:r>
              <a:rPr lang="en-US" altLang="zh-CN" i="1">
                <a:solidFill>
                  <a:srgbClr val="0000CC"/>
                </a:solidFill>
                <a:sym typeface="Wingdings" pitchFamily="2" charset="2"/>
              </a:rPr>
              <a:t>kA</a:t>
            </a:r>
            <a:r>
              <a:rPr lang="en-US" altLang="zh-CN">
                <a:solidFill>
                  <a:srgbClr val="0000CC"/>
                </a:solidFill>
                <a:sym typeface="Wingdings" pitchFamily="2" charset="2"/>
              </a:rPr>
              <a:t>|=</a:t>
            </a:r>
            <a:r>
              <a:rPr lang="en-US" altLang="zh-CN" i="1">
                <a:solidFill>
                  <a:srgbClr val="0000CC"/>
                </a:solidFill>
                <a:sym typeface="Wingdings" pitchFamily="2" charset="2"/>
              </a:rPr>
              <a:t>k</a:t>
            </a:r>
            <a:r>
              <a:rPr lang="en-US" altLang="zh-CN" i="1" baseline="30000">
                <a:solidFill>
                  <a:srgbClr val="0000CC"/>
                </a:solidFill>
                <a:sym typeface="Wingdings" pitchFamily="2" charset="2"/>
              </a:rPr>
              <a:t>n</a:t>
            </a:r>
            <a:r>
              <a:rPr lang="en-US" altLang="zh-CN">
                <a:solidFill>
                  <a:srgbClr val="0000CC"/>
                </a:solidFill>
                <a:sym typeface="Wingdings" pitchFamily="2" charset="2"/>
              </a:rPr>
              <a:t>|</a:t>
            </a:r>
            <a:r>
              <a:rPr lang="en-US" altLang="zh-CN" i="1">
                <a:solidFill>
                  <a:srgbClr val="0000CC"/>
                </a:solidFill>
                <a:sym typeface="Wingdings" pitchFamily="2" charset="2"/>
              </a:rPr>
              <a:t>A</a:t>
            </a:r>
            <a:r>
              <a:rPr lang="en-US" altLang="zh-CN">
                <a:solidFill>
                  <a:srgbClr val="0000CC"/>
                </a:solidFill>
                <a:sym typeface="Wingdings" pitchFamily="2" charset="2"/>
              </a:rPr>
              <a:t>|.</a:t>
            </a:r>
            <a:endParaRPr lang="en-US" altLang="zh-CN">
              <a:solidFill>
                <a:srgbClr val="0000CC"/>
              </a:solidFill>
            </a:endParaRP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0598"/>
                                        </p:tgtEl>
                                        <p:attrNameLst>
                                          <p:attrName>style.visibility</p:attrName>
                                        </p:attrNameLst>
                                      </p:cBhvr>
                                      <p:to>
                                        <p:strVal val="visible"/>
                                      </p:to>
                                    </p:set>
                                    <p:animEffect transition="in" filter="wipe(left)">
                                      <p:cBhvr>
                                        <p:cTn id="7" dur="500"/>
                                        <p:tgtEl>
                                          <p:spTgt spid="1105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0599"/>
                                        </p:tgtEl>
                                        <p:attrNameLst>
                                          <p:attrName>style.visibility</p:attrName>
                                        </p:attrNameLst>
                                      </p:cBhvr>
                                      <p:to>
                                        <p:strVal val="visible"/>
                                      </p:to>
                                    </p:set>
                                    <p:animEffect transition="in" filter="wipe(left)">
                                      <p:cBhvr>
                                        <p:cTn id="12" dur="500"/>
                                        <p:tgtEl>
                                          <p:spTgt spid="1105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10600"/>
                                        </p:tgtEl>
                                        <p:attrNameLst>
                                          <p:attrName>style.visibility</p:attrName>
                                        </p:attrNameLst>
                                      </p:cBhvr>
                                      <p:to>
                                        <p:strVal val="visible"/>
                                      </p:to>
                                    </p:set>
                                    <p:animEffect transition="in" filter="wipe(left)">
                                      <p:cBhvr>
                                        <p:cTn id="17" dur="500"/>
                                        <p:tgtEl>
                                          <p:spTgt spid="1106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0601"/>
                                        </p:tgtEl>
                                        <p:attrNameLst>
                                          <p:attrName>style.visibility</p:attrName>
                                        </p:attrNameLst>
                                      </p:cBhvr>
                                      <p:to>
                                        <p:strVal val="visible"/>
                                      </p:to>
                                    </p:set>
                                    <p:animEffect transition="in" filter="wipe(left)">
                                      <p:cBhvr>
                                        <p:cTn id="22" dur="500"/>
                                        <p:tgtEl>
                                          <p:spTgt spid="1106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0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900113" y="115888"/>
            <a:ext cx="7543800" cy="731837"/>
          </a:xfrm>
        </p:spPr>
        <p:txBody>
          <a:bodyPr/>
          <a:lstStyle/>
          <a:p>
            <a:pPr eaLnBrk="1" hangingPunct="1">
              <a:defRPr/>
            </a:pPr>
            <a:r>
              <a:rPr lang="zh-CN" altLang="en-US"/>
              <a:t>三、线性组合</a:t>
            </a:r>
          </a:p>
        </p:txBody>
      </p:sp>
      <p:sp>
        <p:nvSpPr>
          <p:cNvPr id="100356" name="Text Box 4"/>
          <p:cNvSpPr txBox="1">
            <a:spLocks noChangeArrowheads="1"/>
          </p:cNvSpPr>
          <p:nvPr/>
        </p:nvSpPr>
        <p:spPr bwMode="auto">
          <a:xfrm>
            <a:off x="1008063" y="908050"/>
            <a:ext cx="81359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kumimoji="0" lang="zh-CN" altLang="en-US"/>
              <a:t>给定若干个同型矩阵                       ，经</a:t>
            </a:r>
            <a:r>
              <a:rPr kumimoji="0" lang="zh-CN" altLang="en-US">
                <a:solidFill>
                  <a:srgbClr val="A50021"/>
                </a:solidFill>
              </a:rPr>
              <a:t>线性运算</a:t>
            </a:r>
          </a:p>
        </p:txBody>
      </p:sp>
      <p:graphicFrame>
        <p:nvGraphicFramePr>
          <p:cNvPr id="100359" name="Object 7"/>
          <p:cNvGraphicFramePr>
            <a:graphicFrameLocks noChangeAspect="1"/>
          </p:cNvGraphicFramePr>
          <p:nvPr/>
        </p:nvGraphicFramePr>
        <p:xfrm>
          <a:off x="4356100" y="908050"/>
          <a:ext cx="2016125" cy="525463"/>
        </p:xfrm>
        <a:graphic>
          <a:graphicData uri="http://schemas.openxmlformats.org/presentationml/2006/ole">
            <mc:AlternateContent xmlns:mc="http://schemas.openxmlformats.org/markup-compatibility/2006">
              <mc:Choice xmlns:v="urn:schemas-microsoft-com:vml" Requires="v">
                <p:oleObj spid="_x0000_s29769" name="Equation" r:id="rId3" imgW="914400" imgH="241300" progId="Equation.DSMT4">
                  <p:embed/>
                </p:oleObj>
              </mc:Choice>
              <mc:Fallback>
                <p:oleObj name="Equation" r:id="rId3" imgW="914400" imgH="2413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6100" y="908050"/>
                        <a:ext cx="2016125"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0362" name="Object 10"/>
          <p:cNvGraphicFramePr>
            <a:graphicFrameLocks noChangeAspect="1"/>
          </p:cNvGraphicFramePr>
          <p:nvPr/>
        </p:nvGraphicFramePr>
        <p:xfrm>
          <a:off x="1727200" y="1339850"/>
          <a:ext cx="5403850" cy="1035050"/>
        </p:xfrm>
        <a:graphic>
          <a:graphicData uri="http://schemas.openxmlformats.org/presentationml/2006/ole">
            <mc:AlternateContent xmlns:mc="http://schemas.openxmlformats.org/markup-compatibility/2006">
              <mc:Choice xmlns:v="urn:schemas-microsoft-com:vml" Requires="v">
                <p:oleObj spid="_x0000_s29770" name="Equation" r:id="rId5" imgW="2730500" imgH="520700" progId="Equation.DSMT4">
                  <p:embed/>
                </p:oleObj>
              </mc:Choice>
              <mc:Fallback>
                <p:oleObj name="Equation" r:id="rId5" imgW="2730500" imgH="52070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27200" y="1339850"/>
                        <a:ext cx="540385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0363" name="Rectangle 11"/>
          <p:cNvSpPr>
            <a:spLocks noChangeArrowheads="1"/>
          </p:cNvSpPr>
          <p:nvPr/>
        </p:nvSpPr>
        <p:spPr bwMode="auto">
          <a:xfrm>
            <a:off x="2051050" y="2198688"/>
            <a:ext cx="44434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kumimoji="0" lang="en-US" altLang="zh-CN"/>
              <a:t>(</a:t>
            </a:r>
            <a:r>
              <a:rPr kumimoji="0" lang="zh-CN" altLang="en-US"/>
              <a:t>其中</a:t>
            </a:r>
            <a:r>
              <a:rPr lang="en-US" altLang="zh-CN" i="1">
                <a:latin typeface="Symbol" pitchFamily="18" charset="2"/>
              </a:rPr>
              <a:t>l</a:t>
            </a:r>
            <a:r>
              <a:rPr kumimoji="0" lang="en-US" altLang="zh-CN" i="1" baseline="-25000"/>
              <a:t>j </a:t>
            </a:r>
            <a:r>
              <a:rPr kumimoji="0" lang="zh-CN" altLang="en-US"/>
              <a:t>为常数，</a:t>
            </a:r>
            <a:r>
              <a:rPr kumimoji="0" lang="en-US" altLang="zh-CN" i="1"/>
              <a:t>j</a:t>
            </a:r>
            <a:r>
              <a:rPr kumimoji="0" lang="en-US" altLang="zh-CN"/>
              <a:t>=1,2,…,</a:t>
            </a:r>
            <a:r>
              <a:rPr kumimoji="0" lang="en-US" altLang="zh-CN" i="1"/>
              <a:t>m</a:t>
            </a:r>
            <a:r>
              <a:rPr kumimoji="0" lang="en-US" altLang="zh-CN"/>
              <a:t>)</a:t>
            </a:r>
          </a:p>
        </p:txBody>
      </p:sp>
      <p:sp>
        <p:nvSpPr>
          <p:cNvPr id="100364" name="Rectangle 12"/>
          <p:cNvSpPr>
            <a:spLocks noChangeArrowheads="1"/>
          </p:cNvSpPr>
          <p:nvPr/>
        </p:nvSpPr>
        <p:spPr bwMode="auto">
          <a:xfrm>
            <a:off x="620713" y="2779713"/>
            <a:ext cx="77327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kumimoji="0" lang="zh-CN" altLang="en-US"/>
              <a:t>得到的矩阵</a:t>
            </a:r>
            <a:r>
              <a:rPr kumimoji="0" lang="en-US" altLang="zh-CN" i="1"/>
              <a:t>B</a:t>
            </a:r>
            <a:r>
              <a:rPr kumimoji="0" lang="zh-CN" altLang="en-US"/>
              <a:t>称为矩阵                         的</a:t>
            </a:r>
            <a:r>
              <a:rPr kumimoji="0" lang="zh-CN" altLang="en-US">
                <a:solidFill>
                  <a:srgbClr val="0000CC"/>
                </a:solidFill>
              </a:rPr>
              <a:t>线性组合</a:t>
            </a:r>
            <a:r>
              <a:rPr kumimoji="0" lang="en-US" altLang="zh-CN"/>
              <a:t>.</a:t>
            </a:r>
          </a:p>
        </p:txBody>
      </p:sp>
      <p:graphicFrame>
        <p:nvGraphicFramePr>
          <p:cNvPr id="100365" name="Object 13"/>
          <p:cNvGraphicFramePr>
            <a:graphicFrameLocks noChangeAspect="1"/>
          </p:cNvGraphicFramePr>
          <p:nvPr/>
        </p:nvGraphicFramePr>
        <p:xfrm>
          <a:off x="4284663" y="2759075"/>
          <a:ext cx="2016125" cy="525463"/>
        </p:xfrm>
        <a:graphic>
          <a:graphicData uri="http://schemas.openxmlformats.org/presentationml/2006/ole">
            <mc:AlternateContent xmlns:mc="http://schemas.openxmlformats.org/markup-compatibility/2006">
              <mc:Choice xmlns:v="urn:schemas-microsoft-com:vml" Requires="v">
                <p:oleObj spid="_x0000_s29771" name="Equation" r:id="rId7" imgW="914400" imgH="241300" progId="Equation.DSMT4">
                  <p:embed/>
                </p:oleObj>
              </mc:Choice>
              <mc:Fallback>
                <p:oleObj name="Equation" r:id="rId7" imgW="914400" imgH="241300" progId="Equation.DSMT4">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4663" y="2759075"/>
                        <a:ext cx="2016125"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0366" name="Rectangle 14"/>
          <p:cNvSpPr>
            <a:spLocks noChangeArrowheads="1"/>
          </p:cNvSpPr>
          <p:nvPr/>
        </p:nvSpPr>
        <p:spPr bwMode="auto">
          <a:xfrm>
            <a:off x="650875" y="3284538"/>
            <a:ext cx="788193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kumimoji="0" lang="zh-CN" altLang="en-US"/>
              <a:t>或者称矩阵</a:t>
            </a:r>
            <a:r>
              <a:rPr kumimoji="0" lang="en-US" altLang="zh-CN" i="1"/>
              <a:t>B</a:t>
            </a:r>
            <a:r>
              <a:rPr kumimoji="0" lang="zh-CN" altLang="en-US"/>
              <a:t>可</a:t>
            </a:r>
            <a:r>
              <a:rPr kumimoji="0" lang="zh-CN" altLang="en-US">
                <a:solidFill>
                  <a:srgbClr val="A50021"/>
                </a:solidFill>
              </a:rPr>
              <a:t>经</a:t>
            </a:r>
            <a:r>
              <a:rPr kumimoji="0" lang="en-US" altLang="zh-CN"/>
              <a:t>(</a:t>
            </a:r>
            <a:r>
              <a:rPr kumimoji="0" lang="zh-CN" altLang="en-US">
                <a:solidFill>
                  <a:srgbClr val="A50021"/>
                </a:solidFill>
              </a:rPr>
              <a:t>由</a:t>
            </a:r>
            <a:r>
              <a:rPr kumimoji="0" lang="en-US" altLang="zh-CN"/>
              <a:t>)</a:t>
            </a:r>
            <a:r>
              <a:rPr kumimoji="0" lang="zh-CN" altLang="en-US"/>
              <a:t>矩阵                         </a:t>
            </a:r>
            <a:r>
              <a:rPr kumimoji="0" lang="zh-CN" altLang="en-US">
                <a:solidFill>
                  <a:srgbClr val="0000CC"/>
                </a:solidFill>
              </a:rPr>
              <a:t>线性表出</a:t>
            </a:r>
          </a:p>
          <a:p>
            <a:pPr eaLnBrk="1" hangingPunct="1"/>
            <a:r>
              <a:rPr kumimoji="0" lang="zh-CN" altLang="en-US"/>
              <a:t>（</a:t>
            </a:r>
            <a:r>
              <a:rPr kumimoji="0" lang="zh-CN" altLang="en-US">
                <a:solidFill>
                  <a:srgbClr val="0000CC"/>
                </a:solidFill>
              </a:rPr>
              <a:t>线性表示</a:t>
            </a:r>
            <a:r>
              <a:rPr kumimoji="0" lang="zh-CN" altLang="en-US"/>
              <a:t>）</a:t>
            </a:r>
            <a:r>
              <a:rPr kumimoji="0" lang="en-US" altLang="zh-CN"/>
              <a:t>.</a:t>
            </a:r>
          </a:p>
        </p:txBody>
      </p:sp>
      <p:graphicFrame>
        <p:nvGraphicFramePr>
          <p:cNvPr id="100367" name="Object 15"/>
          <p:cNvGraphicFramePr>
            <a:graphicFrameLocks noChangeAspect="1"/>
          </p:cNvGraphicFramePr>
          <p:nvPr/>
        </p:nvGraphicFramePr>
        <p:xfrm>
          <a:off x="4932363" y="3284538"/>
          <a:ext cx="2016125" cy="525462"/>
        </p:xfrm>
        <a:graphic>
          <a:graphicData uri="http://schemas.openxmlformats.org/presentationml/2006/ole">
            <mc:AlternateContent xmlns:mc="http://schemas.openxmlformats.org/markup-compatibility/2006">
              <mc:Choice xmlns:v="urn:schemas-microsoft-com:vml" Requires="v">
                <p:oleObj spid="_x0000_s29772" name="Equation" r:id="rId8" imgW="914400" imgH="241300" progId="Equation.DSMT4">
                  <p:embed/>
                </p:oleObj>
              </mc:Choice>
              <mc:Fallback>
                <p:oleObj name="Equation" r:id="rId8" imgW="914400" imgH="241300" progId="Equation.DSMT4">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363" y="3284538"/>
                        <a:ext cx="2016125"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0368" name="Text Box 16"/>
          <p:cNvSpPr txBox="1">
            <a:spLocks noChangeArrowheads="1"/>
          </p:cNvSpPr>
          <p:nvPr/>
        </p:nvSpPr>
        <p:spPr bwMode="auto">
          <a:xfrm>
            <a:off x="1585913" y="5934075"/>
            <a:ext cx="3130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第三章将详细讨论</a:t>
            </a:r>
            <a:r>
              <a:rPr lang="en-US" altLang="zh-CN"/>
              <a:t>.</a:t>
            </a:r>
          </a:p>
        </p:txBody>
      </p:sp>
      <p:sp>
        <p:nvSpPr>
          <p:cNvPr id="100369" name="Rectangle 17"/>
          <p:cNvSpPr>
            <a:spLocks noChangeArrowheads="1"/>
          </p:cNvSpPr>
          <p:nvPr/>
        </p:nvSpPr>
        <p:spPr bwMode="auto">
          <a:xfrm>
            <a:off x="898525" y="4303713"/>
            <a:ext cx="7705725" cy="1430337"/>
          </a:xfrm>
          <a:prstGeom prst="rect">
            <a:avLst/>
          </a:prstGeom>
          <a:noFill/>
          <a:ln w="57150" cmpd="thinThick" algn="ctr">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latin typeface="黑体" pitchFamily="49" charset="-122"/>
              </a:rPr>
              <a:t>    </a:t>
            </a:r>
            <a:r>
              <a:rPr lang="zh-CN" altLang="en-US">
                <a:latin typeface="黑体" pitchFamily="49" charset="-122"/>
              </a:rPr>
              <a:t>线性组合是讨论</a:t>
            </a:r>
            <a:r>
              <a:rPr lang="zh-CN" altLang="en-US">
                <a:solidFill>
                  <a:srgbClr val="FF0000"/>
                </a:solidFill>
                <a:latin typeface="黑体" pitchFamily="49" charset="-122"/>
              </a:rPr>
              <a:t>同型</a:t>
            </a:r>
            <a:r>
              <a:rPr lang="zh-CN" altLang="en-US">
                <a:latin typeface="黑体" pitchFamily="49" charset="-122"/>
              </a:rPr>
              <a:t>矩阵之间是否有</a:t>
            </a:r>
            <a:r>
              <a:rPr lang="zh-CN" altLang="en-US">
                <a:solidFill>
                  <a:srgbClr val="0000CC"/>
                </a:solidFill>
                <a:latin typeface="黑体" pitchFamily="49" charset="-122"/>
              </a:rPr>
              <a:t>所谓线性关系</a:t>
            </a:r>
            <a:r>
              <a:rPr lang="zh-CN" altLang="en-US">
                <a:latin typeface="黑体" pitchFamily="49" charset="-122"/>
              </a:rPr>
              <a:t>的基本概念</a:t>
            </a:r>
            <a:r>
              <a:rPr lang="en-US" altLang="zh-CN"/>
              <a:t>. </a:t>
            </a:r>
            <a:r>
              <a:rPr lang="zh-CN" altLang="en-US">
                <a:latin typeface="黑体" pitchFamily="49" charset="-122"/>
              </a:rPr>
              <a:t>特别是当它们都是</a:t>
            </a:r>
            <a:r>
              <a:rPr lang="en-US" altLang="zh-CN" i="1">
                <a:solidFill>
                  <a:srgbClr val="FF0000"/>
                </a:solidFill>
              </a:rPr>
              <a:t>n</a:t>
            </a:r>
            <a:r>
              <a:rPr lang="zh-CN" altLang="en-US">
                <a:solidFill>
                  <a:srgbClr val="FF0000"/>
                </a:solidFill>
                <a:latin typeface="黑体" pitchFamily="49" charset="-122"/>
              </a:rPr>
              <a:t>维向量</a:t>
            </a:r>
            <a:r>
              <a:rPr lang="zh-CN" altLang="en-US">
                <a:latin typeface="黑体" pitchFamily="49" charset="-122"/>
              </a:rPr>
              <a:t>时，这种讨论很有用</a:t>
            </a:r>
            <a:r>
              <a:rPr lang="en-US" altLang="zh-CN"/>
              <a:t>.</a:t>
            </a:r>
            <a:r>
              <a:rPr lang="en-US" altLang="zh-CN">
                <a:latin typeface="黑体" pitchFamily="49" charset="-122"/>
              </a:rPr>
              <a:t> </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0356"/>
                                        </p:tgtEl>
                                        <p:attrNameLst>
                                          <p:attrName>style.visibility</p:attrName>
                                        </p:attrNameLst>
                                      </p:cBhvr>
                                      <p:to>
                                        <p:strVal val="visible"/>
                                      </p:to>
                                    </p:set>
                                    <p:animEffect transition="in" filter="wipe(left)">
                                      <p:cBhvr>
                                        <p:cTn id="7" dur="500"/>
                                        <p:tgtEl>
                                          <p:spTgt spid="100356"/>
                                        </p:tgtEl>
                                      </p:cBhvr>
                                    </p:animEffect>
                                  </p:childTnLst>
                                </p:cTn>
                              </p:par>
                              <p:par>
                                <p:cTn id="8" presetID="22" presetClass="entr" presetSubtype="8" fill="hold" nodeType="withEffect">
                                  <p:stCondLst>
                                    <p:cond delay="0"/>
                                  </p:stCondLst>
                                  <p:childTnLst>
                                    <p:set>
                                      <p:cBhvr>
                                        <p:cTn id="9" dur="1" fill="hold">
                                          <p:stCondLst>
                                            <p:cond delay="0"/>
                                          </p:stCondLst>
                                        </p:cTn>
                                        <p:tgtEl>
                                          <p:spTgt spid="100359"/>
                                        </p:tgtEl>
                                        <p:attrNameLst>
                                          <p:attrName>style.visibility</p:attrName>
                                        </p:attrNameLst>
                                      </p:cBhvr>
                                      <p:to>
                                        <p:strVal val="visible"/>
                                      </p:to>
                                    </p:set>
                                    <p:animEffect transition="in" filter="wipe(left)">
                                      <p:cBhvr>
                                        <p:cTn id="10" dur="500"/>
                                        <p:tgtEl>
                                          <p:spTgt spid="100359"/>
                                        </p:tgtEl>
                                      </p:cBhvr>
                                    </p:animEffect>
                                  </p:childTnLst>
                                </p:cTn>
                              </p:par>
                              <p:par>
                                <p:cTn id="11" presetID="22" presetClass="entr" presetSubtype="8" fill="hold" nodeType="withEffect">
                                  <p:stCondLst>
                                    <p:cond delay="0"/>
                                  </p:stCondLst>
                                  <p:childTnLst>
                                    <p:set>
                                      <p:cBhvr>
                                        <p:cTn id="12" dur="1" fill="hold">
                                          <p:stCondLst>
                                            <p:cond delay="0"/>
                                          </p:stCondLst>
                                        </p:cTn>
                                        <p:tgtEl>
                                          <p:spTgt spid="100362"/>
                                        </p:tgtEl>
                                        <p:attrNameLst>
                                          <p:attrName>style.visibility</p:attrName>
                                        </p:attrNameLst>
                                      </p:cBhvr>
                                      <p:to>
                                        <p:strVal val="visible"/>
                                      </p:to>
                                    </p:set>
                                    <p:animEffect transition="in" filter="wipe(left)">
                                      <p:cBhvr>
                                        <p:cTn id="13" dur="500"/>
                                        <p:tgtEl>
                                          <p:spTgt spid="10036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0363"/>
                                        </p:tgtEl>
                                        <p:attrNameLst>
                                          <p:attrName>style.visibility</p:attrName>
                                        </p:attrNameLst>
                                      </p:cBhvr>
                                      <p:to>
                                        <p:strVal val="visible"/>
                                      </p:to>
                                    </p:set>
                                    <p:animEffect transition="in" filter="wipe(left)">
                                      <p:cBhvr>
                                        <p:cTn id="18" dur="500"/>
                                        <p:tgtEl>
                                          <p:spTgt spid="10036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0364"/>
                                        </p:tgtEl>
                                        <p:attrNameLst>
                                          <p:attrName>style.visibility</p:attrName>
                                        </p:attrNameLst>
                                      </p:cBhvr>
                                      <p:to>
                                        <p:strVal val="visible"/>
                                      </p:to>
                                    </p:set>
                                    <p:animEffect transition="in" filter="wipe(left)">
                                      <p:cBhvr>
                                        <p:cTn id="23" dur="500"/>
                                        <p:tgtEl>
                                          <p:spTgt spid="100364"/>
                                        </p:tgtEl>
                                      </p:cBhvr>
                                    </p:animEffect>
                                  </p:childTnLst>
                                </p:cTn>
                              </p:par>
                              <p:par>
                                <p:cTn id="24" presetID="22" presetClass="entr" presetSubtype="8" fill="hold" nodeType="withEffect">
                                  <p:stCondLst>
                                    <p:cond delay="0"/>
                                  </p:stCondLst>
                                  <p:childTnLst>
                                    <p:set>
                                      <p:cBhvr>
                                        <p:cTn id="25" dur="1" fill="hold">
                                          <p:stCondLst>
                                            <p:cond delay="0"/>
                                          </p:stCondLst>
                                        </p:cTn>
                                        <p:tgtEl>
                                          <p:spTgt spid="100365"/>
                                        </p:tgtEl>
                                        <p:attrNameLst>
                                          <p:attrName>style.visibility</p:attrName>
                                        </p:attrNameLst>
                                      </p:cBhvr>
                                      <p:to>
                                        <p:strVal val="visible"/>
                                      </p:to>
                                    </p:set>
                                    <p:animEffect transition="in" filter="wipe(left)">
                                      <p:cBhvr>
                                        <p:cTn id="26" dur="500"/>
                                        <p:tgtEl>
                                          <p:spTgt spid="10036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00366"/>
                                        </p:tgtEl>
                                        <p:attrNameLst>
                                          <p:attrName>style.visibility</p:attrName>
                                        </p:attrNameLst>
                                      </p:cBhvr>
                                      <p:to>
                                        <p:strVal val="visible"/>
                                      </p:to>
                                    </p:set>
                                    <p:animEffect transition="in" filter="wipe(left)">
                                      <p:cBhvr>
                                        <p:cTn id="31" dur="500"/>
                                        <p:tgtEl>
                                          <p:spTgt spid="100366"/>
                                        </p:tgtEl>
                                      </p:cBhvr>
                                    </p:animEffect>
                                  </p:childTnLst>
                                </p:cTn>
                              </p:par>
                              <p:par>
                                <p:cTn id="32" presetID="22" presetClass="entr" presetSubtype="8" fill="hold" nodeType="withEffect">
                                  <p:stCondLst>
                                    <p:cond delay="0"/>
                                  </p:stCondLst>
                                  <p:childTnLst>
                                    <p:set>
                                      <p:cBhvr>
                                        <p:cTn id="33" dur="1" fill="hold">
                                          <p:stCondLst>
                                            <p:cond delay="0"/>
                                          </p:stCondLst>
                                        </p:cTn>
                                        <p:tgtEl>
                                          <p:spTgt spid="100367"/>
                                        </p:tgtEl>
                                        <p:attrNameLst>
                                          <p:attrName>style.visibility</p:attrName>
                                        </p:attrNameLst>
                                      </p:cBhvr>
                                      <p:to>
                                        <p:strVal val="visible"/>
                                      </p:to>
                                    </p:set>
                                    <p:animEffect transition="in" filter="wipe(left)">
                                      <p:cBhvr>
                                        <p:cTn id="34" dur="500"/>
                                        <p:tgtEl>
                                          <p:spTgt spid="10036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00369"/>
                                        </p:tgtEl>
                                        <p:attrNameLst>
                                          <p:attrName>style.visibility</p:attrName>
                                        </p:attrNameLst>
                                      </p:cBhvr>
                                      <p:to>
                                        <p:strVal val="visible"/>
                                      </p:to>
                                    </p:set>
                                    <p:animEffect transition="in" filter="wipe(left)">
                                      <p:cBhvr>
                                        <p:cTn id="39" dur="500"/>
                                        <p:tgtEl>
                                          <p:spTgt spid="10036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00368"/>
                                        </p:tgtEl>
                                        <p:attrNameLst>
                                          <p:attrName>style.visibility</p:attrName>
                                        </p:attrNameLst>
                                      </p:cBhvr>
                                      <p:to>
                                        <p:strVal val="visible"/>
                                      </p:to>
                                    </p:set>
                                    <p:animEffect transition="in" filter="wipe(left)">
                                      <p:cBhvr>
                                        <p:cTn id="44" dur="500"/>
                                        <p:tgtEl>
                                          <p:spTgt spid="100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6" grpId="0"/>
      <p:bldP spid="100363" grpId="0"/>
      <p:bldP spid="100364" grpId="0"/>
      <p:bldP spid="100366" grpId="0"/>
      <p:bldP spid="100368" grpId="0"/>
      <p:bldP spid="10036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611188" y="333375"/>
            <a:ext cx="7543800" cy="1143000"/>
          </a:xfrm>
        </p:spPr>
        <p:txBody>
          <a:bodyPr/>
          <a:lstStyle/>
          <a:p>
            <a:pPr eaLnBrk="1" hangingPunct="1">
              <a:defRPr/>
            </a:pPr>
            <a:r>
              <a:rPr lang="zh-CN" altLang="en-US" sz="2800">
                <a:solidFill>
                  <a:schemeClr val="tx1"/>
                </a:solidFill>
              </a:rPr>
              <a:t>例 设</a:t>
            </a:r>
          </a:p>
        </p:txBody>
      </p:sp>
      <p:graphicFrame>
        <p:nvGraphicFramePr>
          <p:cNvPr id="30723" name="Object 9"/>
          <p:cNvGraphicFramePr>
            <a:graphicFrameLocks noChangeAspect="1"/>
          </p:cNvGraphicFramePr>
          <p:nvPr/>
        </p:nvGraphicFramePr>
        <p:xfrm>
          <a:off x="1547813" y="476250"/>
          <a:ext cx="1819275" cy="985838"/>
        </p:xfrm>
        <a:graphic>
          <a:graphicData uri="http://schemas.openxmlformats.org/presentationml/2006/ole">
            <mc:AlternateContent xmlns:mc="http://schemas.openxmlformats.org/markup-compatibility/2006">
              <mc:Choice xmlns:v="urn:schemas-microsoft-com:vml" Requires="v">
                <p:oleObj spid="_x0000_s30823" name="Equation" r:id="rId3" imgW="1002865" imgH="545863" progId="Equation.DSMT4">
                  <p:embed/>
                </p:oleObj>
              </mc:Choice>
              <mc:Fallback>
                <p:oleObj name="Equation" r:id="rId3" imgW="1002865" imgH="545863"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476250"/>
                        <a:ext cx="1819275"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24" name="Object 8"/>
          <p:cNvGraphicFramePr>
            <a:graphicFrameLocks noChangeAspect="1"/>
          </p:cNvGraphicFramePr>
          <p:nvPr/>
        </p:nvGraphicFramePr>
        <p:xfrm>
          <a:off x="3348038" y="476250"/>
          <a:ext cx="1800225" cy="954088"/>
        </p:xfrm>
        <a:graphic>
          <a:graphicData uri="http://schemas.openxmlformats.org/presentationml/2006/ole">
            <mc:AlternateContent xmlns:mc="http://schemas.openxmlformats.org/markup-compatibility/2006">
              <mc:Choice xmlns:v="urn:schemas-microsoft-com:vml" Requires="v">
                <p:oleObj spid="_x0000_s30824" name="Equation" r:id="rId5" imgW="1028254" imgH="545863" progId="Equation.DSMT4">
                  <p:embed/>
                </p:oleObj>
              </mc:Choice>
              <mc:Fallback>
                <p:oleObj name="Equation" r:id="rId5" imgW="1028254" imgH="545863"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8038" y="476250"/>
                        <a:ext cx="18002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25" name="Object 7"/>
          <p:cNvGraphicFramePr>
            <a:graphicFrameLocks noChangeAspect="1"/>
          </p:cNvGraphicFramePr>
          <p:nvPr/>
        </p:nvGraphicFramePr>
        <p:xfrm>
          <a:off x="5148263" y="404813"/>
          <a:ext cx="1871662" cy="1003300"/>
        </p:xfrm>
        <a:graphic>
          <a:graphicData uri="http://schemas.openxmlformats.org/presentationml/2006/ole">
            <mc:AlternateContent xmlns:mc="http://schemas.openxmlformats.org/markup-compatibility/2006">
              <mc:Choice xmlns:v="urn:schemas-microsoft-com:vml" Requires="v">
                <p:oleObj spid="_x0000_s30825" name="Equation" r:id="rId7" imgW="1015559" imgH="545863" progId="Equation.DSMT4">
                  <p:embed/>
                </p:oleObj>
              </mc:Choice>
              <mc:Fallback>
                <p:oleObj name="Equation" r:id="rId7" imgW="1015559" imgH="545863"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48263" y="404813"/>
                        <a:ext cx="1871662"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26" name="Object 6"/>
          <p:cNvGraphicFramePr>
            <a:graphicFrameLocks noChangeAspect="1"/>
          </p:cNvGraphicFramePr>
          <p:nvPr/>
        </p:nvGraphicFramePr>
        <p:xfrm>
          <a:off x="7045325" y="404813"/>
          <a:ext cx="1895475" cy="1016000"/>
        </p:xfrm>
        <a:graphic>
          <a:graphicData uri="http://schemas.openxmlformats.org/presentationml/2006/ole">
            <mc:AlternateContent xmlns:mc="http://schemas.openxmlformats.org/markup-compatibility/2006">
              <mc:Choice xmlns:v="urn:schemas-microsoft-com:vml" Requires="v">
                <p:oleObj spid="_x0000_s30826" name="Equation" r:id="rId9" imgW="1015559" imgH="545863" progId="Equation.DSMT4">
                  <p:embed/>
                </p:oleObj>
              </mc:Choice>
              <mc:Fallback>
                <p:oleObj name="Equation" r:id="rId9" imgW="1015559" imgH="545863"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45325" y="404813"/>
                        <a:ext cx="18954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27" name="Object 5"/>
          <p:cNvGraphicFramePr>
            <a:graphicFrameLocks noChangeAspect="1"/>
          </p:cNvGraphicFramePr>
          <p:nvPr/>
        </p:nvGraphicFramePr>
        <p:xfrm>
          <a:off x="5292725" y="1484313"/>
          <a:ext cx="2016125" cy="1017587"/>
        </p:xfrm>
        <a:graphic>
          <a:graphicData uri="http://schemas.openxmlformats.org/presentationml/2006/ole">
            <mc:AlternateContent xmlns:mc="http://schemas.openxmlformats.org/markup-compatibility/2006">
              <mc:Choice xmlns:v="urn:schemas-microsoft-com:vml" Requires="v">
                <p:oleObj spid="_x0000_s30827" name="Equation" r:id="rId11" imgW="1079032" imgH="545863" progId="Equation.DSMT4">
                  <p:embed/>
                </p:oleObj>
              </mc:Choice>
              <mc:Fallback>
                <p:oleObj name="Equation" r:id="rId11" imgW="1079032" imgH="545863" progId="Equation.DSMT4">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92725" y="1484313"/>
                        <a:ext cx="2016125" cy="101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1620" name="Object 4"/>
          <p:cNvGraphicFramePr>
            <a:graphicFrameLocks noChangeAspect="1"/>
          </p:cNvGraphicFramePr>
          <p:nvPr/>
        </p:nvGraphicFramePr>
        <p:xfrm>
          <a:off x="2306638" y="3933825"/>
          <a:ext cx="6188075" cy="968375"/>
        </p:xfrm>
        <a:graphic>
          <a:graphicData uri="http://schemas.openxmlformats.org/presentationml/2006/ole">
            <mc:AlternateContent xmlns:mc="http://schemas.openxmlformats.org/markup-compatibility/2006">
              <mc:Choice xmlns:v="urn:schemas-microsoft-com:vml" Requires="v">
                <p:oleObj spid="_x0000_s30828" name="Equation" r:id="rId13" imgW="3467100" imgH="546100" progId="Equation.DSMT4">
                  <p:embed/>
                </p:oleObj>
              </mc:Choice>
              <mc:Fallback>
                <p:oleObj name="Equation" r:id="rId13" imgW="3467100" imgH="546100" progId="Equation.DSMT4">
                  <p:embed/>
                  <p:pic>
                    <p:nvPicPr>
                      <p:cNvPr id="0" name="Object 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06638" y="3933825"/>
                        <a:ext cx="61880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9" name="Rectangle 14"/>
          <p:cNvSpPr>
            <a:spLocks noChangeArrowheads="1"/>
          </p:cNvSpPr>
          <p:nvPr/>
        </p:nvSpPr>
        <p:spPr bwMode="auto">
          <a:xfrm>
            <a:off x="1176338" y="1685925"/>
            <a:ext cx="4835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rPr>
              <a:t>证明：任何一个二阶矩阵</a:t>
            </a:r>
          </a:p>
        </p:txBody>
      </p:sp>
      <p:sp>
        <p:nvSpPr>
          <p:cNvPr id="30730" name="Rectangle 15"/>
          <p:cNvSpPr>
            <a:spLocks noChangeArrowheads="1"/>
          </p:cNvSpPr>
          <p:nvPr/>
        </p:nvSpPr>
        <p:spPr bwMode="auto">
          <a:xfrm>
            <a:off x="1936750" y="2549525"/>
            <a:ext cx="66675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rPr>
              <a:t>都是</a:t>
            </a:r>
            <a:r>
              <a:rPr lang="en-US" altLang="zh-CN" i="1"/>
              <a:t>M</a:t>
            </a:r>
            <a:r>
              <a:rPr lang="en-US" altLang="zh-CN" baseline="-30000"/>
              <a:t>1</a:t>
            </a:r>
            <a:r>
              <a:rPr lang="zh-CN" altLang="en-US"/>
              <a:t>，</a:t>
            </a:r>
            <a:r>
              <a:rPr lang="en-US" altLang="zh-CN" i="1"/>
              <a:t>M</a:t>
            </a:r>
            <a:r>
              <a:rPr lang="en-US" altLang="zh-CN" baseline="-30000"/>
              <a:t>2</a:t>
            </a:r>
            <a:r>
              <a:rPr lang="zh-CN" altLang="en-US"/>
              <a:t>，</a:t>
            </a:r>
            <a:r>
              <a:rPr lang="en-US" altLang="zh-CN" i="1"/>
              <a:t>M</a:t>
            </a:r>
            <a:r>
              <a:rPr lang="en-US" altLang="zh-CN" baseline="-30000"/>
              <a:t>3</a:t>
            </a:r>
            <a:r>
              <a:rPr lang="zh-CN" altLang="en-US"/>
              <a:t>，</a:t>
            </a:r>
            <a:r>
              <a:rPr lang="en-US" altLang="zh-CN" i="1"/>
              <a:t>M</a:t>
            </a:r>
            <a:r>
              <a:rPr lang="en-US" altLang="zh-CN" baseline="-30000"/>
              <a:t>4</a:t>
            </a:r>
            <a:r>
              <a:rPr lang="zh-CN" altLang="en-US">
                <a:latin typeface="黑体" pitchFamily="49" charset="-122"/>
              </a:rPr>
              <a:t>的线性组合</a:t>
            </a:r>
            <a:r>
              <a:rPr lang="en-US" altLang="zh-CN"/>
              <a:t>. </a:t>
            </a:r>
          </a:p>
        </p:txBody>
      </p:sp>
      <p:sp>
        <p:nvSpPr>
          <p:cNvPr id="111632" name="Rectangle 16"/>
          <p:cNvSpPr>
            <a:spLocks noChangeArrowheads="1"/>
          </p:cNvSpPr>
          <p:nvPr/>
        </p:nvSpPr>
        <p:spPr bwMode="auto">
          <a:xfrm>
            <a:off x="2268538" y="4941888"/>
            <a:ext cx="11668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cs typeface="Times New Roman" pitchFamily="18" charset="0"/>
              </a:rPr>
              <a:t>证毕</a:t>
            </a:r>
            <a:r>
              <a:rPr lang="en-US" altLang="zh-CN">
                <a:cs typeface="Times New Roman" pitchFamily="18" charset="0"/>
              </a:rPr>
              <a:t>.</a:t>
            </a:r>
            <a:r>
              <a:rPr lang="en-US" altLang="zh-CN">
                <a:latin typeface="黑体" pitchFamily="49" charset="-122"/>
                <a:cs typeface="Times New Roman" pitchFamily="18" charset="0"/>
              </a:rPr>
              <a:t> </a:t>
            </a:r>
          </a:p>
        </p:txBody>
      </p:sp>
      <p:sp>
        <p:nvSpPr>
          <p:cNvPr id="111633" name="Rectangle 17"/>
          <p:cNvSpPr>
            <a:spLocks noChangeArrowheads="1"/>
          </p:cNvSpPr>
          <p:nvPr/>
        </p:nvSpPr>
        <p:spPr bwMode="auto">
          <a:xfrm>
            <a:off x="1116013" y="3357563"/>
            <a:ext cx="3168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证明：显然</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11633"/>
                                        </p:tgtEl>
                                        <p:attrNameLst>
                                          <p:attrName>style.visibility</p:attrName>
                                        </p:attrNameLst>
                                      </p:cBhvr>
                                      <p:to>
                                        <p:strVal val="visible"/>
                                      </p:to>
                                    </p:set>
                                    <p:animEffect transition="in" filter="diamond(in)">
                                      <p:cBhvr>
                                        <p:cTn id="7" dur="500"/>
                                        <p:tgtEl>
                                          <p:spTgt spid="111633"/>
                                        </p:tgtEl>
                                      </p:cBhvr>
                                    </p:animEffect>
                                  </p:childTnLst>
                                </p:cTn>
                              </p:par>
                              <p:par>
                                <p:cTn id="8" presetID="8" presetClass="entr" presetSubtype="16" fill="hold" nodeType="withEffect">
                                  <p:stCondLst>
                                    <p:cond delay="0"/>
                                  </p:stCondLst>
                                  <p:childTnLst>
                                    <p:set>
                                      <p:cBhvr>
                                        <p:cTn id="9" dur="1" fill="hold">
                                          <p:stCondLst>
                                            <p:cond delay="0"/>
                                          </p:stCondLst>
                                        </p:cTn>
                                        <p:tgtEl>
                                          <p:spTgt spid="111620"/>
                                        </p:tgtEl>
                                        <p:attrNameLst>
                                          <p:attrName>style.visibility</p:attrName>
                                        </p:attrNameLst>
                                      </p:cBhvr>
                                      <p:to>
                                        <p:strVal val="visible"/>
                                      </p:to>
                                    </p:set>
                                    <p:animEffect transition="in" filter="diamond(in)">
                                      <p:cBhvr>
                                        <p:cTn id="10" dur="500"/>
                                        <p:tgtEl>
                                          <p:spTgt spid="111620"/>
                                        </p:tgtEl>
                                      </p:cBhvr>
                                    </p:animEffect>
                                  </p:childTnLst>
                                </p:cTn>
                              </p:par>
                              <p:par>
                                <p:cTn id="11" presetID="8" presetClass="entr" presetSubtype="16" fill="hold" grpId="0" nodeType="withEffect">
                                  <p:stCondLst>
                                    <p:cond delay="0"/>
                                  </p:stCondLst>
                                  <p:childTnLst>
                                    <p:set>
                                      <p:cBhvr>
                                        <p:cTn id="12" dur="1" fill="hold">
                                          <p:stCondLst>
                                            <p:cond delay="0"/>
                                          </p:stCondLst>
                                        </p:cTn>
                                        <p:tgtEl>
                                          <p:spTgt spid="111632"/>
                                        </p:tgtEl>
                                        <p:attrNameLst>
                                          <p:attrName>style.visibility</p:attrName>
                                        </p:attrNameLst>
                                      </p:cBhvr>
                                      <p:to>
                                        <p:strVal val="visible"/>
                                      </p:to>
                                    </p:set>
                                    <p:animEffect transition="in" filter="diamond(in)">
                                      <p:cBhvr>
                                        <p:cTn id="13" dur="500"/>
                                        <p:tgtEl>
                                          <p:spTgt spid="1116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32" grpId="0"/>
      <p:bldP spid="11163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a:spLocks noChangeArrowheads="1"/>
          </p:cNvSpPr>
          <p:nvPr/>
        </p:nvSpPr>
        <p:spPr bwMode="auto">
          <a:xfrm>
            <a:off x="1042988" y="1023938"/>
            <a:ext cx="2057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sz="3200">
                <a:solidFill>
                  <a:srgbClr val="0000FF"/>
                </a:solidFill>
              </a:rPr>
              <a:t>１、定义</a:t>
            </a:r>
          </a:p>
        </p:txBody>
      </p:sp>
      <p:sp>
        <p:nvSpPr>
          <p:cNvPr id="59408" name="Rectangle 16"/>
          <p:cNvSpPr>
            <a:spLocks noGrp="1" noChangeArrowheads="1"/>
          </p:cNvSpPr>
          <p:nvPr>
            <p:ph type="title"/>
          </p:nvPr>
        </p:nvSpPr>
        <p:spPr>
          <a:xfrm>
            <a:off x="827088" y="188913"/>
            <a:ext cx="7543800" cy="896937"/>
          </a:xfrm>
          <a:extLst>
            <a:ext uri="{91240B29-F687-4F45-9708-019B960494DF}">
              <a14:hiddenLine xmlns:a14="http://schemas.microsoft.com/office/drawing/2010/main" w="9525">
                <a:solidFill>
                  <a:srgbClr val="0000CC"/>
                </a:solidFill>
                <a:miter lim="800000"/>
                <a:headEnd/>
                <a:tailEnd/>
              </a14:hiddenLine>
            </a:ext>
          </a:extLst>
        </p:spPr>
        <p:txBody>
          <a:bodyPr/>
          <a:lstStyle/>
          <a:p>
            <a:pPr eaLnBrk="1" hangingPunct="1">
              <a:defRPr/>
            </a:pPr>
            <a:r>
              <a:rPr lang="en-US" altLang="zh-CN">
                <a:solidFill>
                  <a:srgbClr val="0000CC"/>
                </a:solidFill>
              </a:rPr>
              <a:t>§2.2.2 </a:t>
            </a:r>
            <a:r>
              <a:rPr lang="zh-CN" altLang="en-US">
                <a:solidFill>
                  <a:srgbClr val="0000CC"/>
                </a:solidFill>
              </a:rPr>
              <a:t>矩阵的乘法</a:t>
            </a:r>
          </a:p>
        </p:txBody>
      </p:sp>
      <p:sp>
        <p:nvSpPr>
          <p:cNvPr id="59412" name="Rectangle 20"/>
          <p:cNvSpPr>
            <a:spLocks noChangeArrowheads="1"/>
          </p:cNvSpPr>
          <p:nvPr/>
        </p:nvSpPr>
        <p:spPr bwMode="auto">
          <a:xfrm>
            <a:off x="611188" y="1671638"/>
            <a:ext cx="8353425" cy="893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800" b="1">
                <a:solidFill>
                  <a:schemeClr val="tx1"/>
                </a:solidFill>
                <a:latin typeface="Times New Roman" pitchFamily="18" charset="0"/>
                <a:ea typeface="黑体" pitchFamily="49" charset="-122"/>
              </a:defRPr>
            </a:lvl1pPr>
            <a:lvl2pPr marL="827088" indent="-285750" eaLnBrk="0" hangingPunct="0">
              <a:defRPr kumimoji="1" sz="2800" b="1">
                <a:solidFill>
                  <a:schemeClr val="tx1"/>
                </a:solidFill>
                <a:latin typeface="Times New Roman" pitchFamily="18" charset="0"/>
                <a:ea typeface="黑体" pitchFamily="49" charset="-122"/>
              </a:defRPr>
            </a:lvl2pPr>
            <a:lvl3pPr marL="1235075" indent="-228600" eaLnBrk="0" hangingPunct="0">
              <a:defRPr kumimoji="1" sz="2800" b="1">
                <a:solidFill>
                  <a:schemeClr val="tx1"/>
                </a:solidFill>
                <a:latin typeface="Times New Roman" pitchFamily="18" charset="0"/>
                <a:ea typeface="黑体" pitchFamily="49" charset="-122"/>
              </a:defRPr>
            </a:lvl3pPr>
            <a:lvl4pPr marL="1643063"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lnSpc>
                <a:spcPct val="90000"/>
              </a:lnSpc>
              <a:spcBef>
                <a:spcPct val="20000"/>
              </a:spcBef>
            </a:pPr>
            <a:r>
              <a:rPr lang="en-US" altLang="zh-CN">
                <a:ea typeface="宋体" pitchFamily="2" charset="-122"/>
              </a:rPr>
              <a:t>        </a:t>
            </a:r>
            <a:r>
              <a:rPr lang="zh-CN" altLang="en-US">
                <a:ea typeface="宋体" pitchFamily="2" charset="-122"/>
              </a:rPr>
              <a:t>设                                      ，若矩阵                    满足</a:t>
            </a:r>
          </a:p>
        </p:txBody>
      </p:sp>
      <p:graphicFrame>
        <p:nvGraphicFramePr>
          <p:cNvPr id="59413" name="Object 21"/>
          <p:cNvGraphicFramePr>
            <a:graphicFrameLocks noChangeAspect="1"/>
          </p:cNvGraphicFramePr>
          <p:nvPr/>
        </p:nvGraphicFramePr>
        <p:xfrm>
          <a:off x="1787525" y="1716088"/>
          <a:ext cx="3336925" cy="501650"/>
        </p:xfrm>
        <a:graphic>
          <a:graphicData uri="http://schemas.openxmlformats.org/presentationml/2006/ole">
            <mc:AlternateContent xmlns:mc="http://schemas.openxmlformats.org/markup-compatibility/2006">
              <mc:Choice xmlns:v="urn:schemas-microsoft-com:vml" Requires="v">
                <p:oleObj spid="_x0000_s31833" name="Equation" r:id="rId3" imgW="1777229" imgH="266584" progId="Equation.DSMT4">
                  <p:embed/>
                </p:oleObj>
              </mc:Choice>
              <mc:Fallback>
                <p:oleObj name="Equation" r:id="rId3" imgW="1777229" imgH="266584" progId="Equation.DSMT4">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7525" y="1716088"/>
                        <a:ext cx="3336925"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414" name="Object 22"/>
          <p:cNvGraphicFramePr>
            <a:graphicFrameLocks noChangeAspect="1"/>
          </p:cNvGraphicFramePr>
          <p:nvPr/>
        </p:nvGraphicFramePr>
        <p:xfrm>
          <a:off x="6588125" y="1671638"/>
          <a:ext cx="1512888" cy="504825"/>
        </p:xfrm>
        <a:graphic>
          <a:graphicData uri="http://schemas.openxmlformats.org/presentationml/2006/ole">
            <mc:AlternateContent xmlns:mc="http://schemas.openxmlformats.org/markup-compatibility/2006">
              <mc:Choice xmlns:v="urn:schemas-microsoft-com:vml" Requires="v">
                <p:oleObj spid="_x0000_s31834" name="Equation" r:id="rId5" imgW="799753" imgH="266584" progId="Equation.DSMT4">
                  <p:embed/>
                </p:oleObj>
              </mc:Choice>
              <mc:Fallback>
                <p:oleObj name="Equation" r:id="rId5" imgW="799753" imgH="266584" progId="Equation.DSMT4">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88125" y="1671638"/>
                        <a:ext cx="15128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415" name="Object 23"/>
          <p:cNvGraphicFramePr>
            <a:graphicFrameLocks noChangeAspect="1"/>
          </p:cNvGraphicFramePr>
          <p:nvPr/>
        </p:nvGraphicFramePr>
        <p:xfrm>
          <a:off x="1403350" y="2535238"/>
          <a:ext cx="5473700" cy="698500"/>
        </p:xfrm>
        <a:graphic>
          <a:graphicData uri="http://schemas.openxmlformats.org/presentationml/2006/ole">
            <mc:AlternateContent xmlns:mc="http://schemas.openxmlformats.org/markup-compatibility/2006">
              <mc:Choice xmlns:v="urn:schemas-microsoft-com:vml" Requires="v">
                <p:oleObj spid="_x0000_s31835" name="Equation" r:id="rId7" imgW="2082800" imgH="266700" progId="Equation.DSMT4">
                  <p:embed/>
                </p:oleObj>
              </mc:Choice>
              <mc:Fallback>
                <p:oleObj name="Equation" r:id="rId7" imgW="2082800" imgH="266700" progId="Equation.DSMT4">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3350" y="2535238"/>
                        <a:ext cx="54737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416" name="Object 24"/>
          <p:cNvGraphicFramePr>
            <a:graphicFrameLocks noChangeAspect="1"/>
          </p:cNvGraphicFramePr>
          <p:nvPr/>
        </p:nvGraphicFramePr>
        <p:xfrm>
          <a:off x="6804025" y="2319338"/>
          <a:ext cx="1512888" cy="1012825"/>
        </p:xfrm>
        <a:graphic>
          <a:graphicData uri="http://schemas.openxmlformats.org/presentationml/2006/ole">
            <mc:AlternateContent xmlns:mc="http://schemas.openxmlformats.org/markup-compatibility/2006">
              <mc:Choice xmlns:v="urn:schemas-microsoft-com:vml" Requires="v">
                <p:oleObj spid="_x0000_s31836" name="Equation" r:id="rId9" imgW="736280" imgH="495085" progId="Equation.DSMT4">
                  <p:embed/>
                </p:oleObj>
              </mc:Choice>
              <mc:Fallback>
                <p:oleObj name="Equation" r:id="rId9" imgW="736280" imgH="495085" progId="Equation.DSMT4">
                  <p:embed/>
                  <p:pic>
                    <p:nvPicPr>
                      <p:cNvPr id="0" name="Object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04025" y="2319338"/>
                        <a:ext cx="1512888"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417" name="Object 25"/>
          <p:cNvGraphicFramePr>
            <a:graphicFrameLocks noChangeAspect="1"/>
          </p:cNvGraphicFramePr>
          <p:nvPr/>
        </p:nvGraphicFramePr>
        <p:xfrm>
          <a:off x="2555875" y="3255963"/>
          <a:ext cx="3527425" cy="425450"/>
        </p:xfrm>
        <a:graphic>
          <a:graphicData uri="http://schemas.openxmlformats.org/presentationml/2006/ole">
            <mc:AlternateContent xmlns:mc="http://schemas.openxmlformats.org/markup-compatibility/2006">
              <mc:Choice xmlns:v="urn:schemas-microsoft-com:vml" Requires="v">
                <p:oleObj spid="_x0000_s31837" name="Equation" r:id="rId11" imgW="1892300" imgH="228600" progId="Equation.DSMT4">
                  <p:embed/>
                </p:oleObj>
              </mc:Choice>
              <mc:Fallback>
                <p:oleObj name="Equation" r:id="rId11" imgW="1892300" imgH="228600" progId="Equation.DSMT4">
                  <p:embed/>
                  <p:pic>
                    <p:nvPicPr>
                      <p:cNvPr id="0" name="Object 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55875" y="3255963"/>
                        <a:ext cx="352742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418" name="Rectangle 26"/>
          <p:cNvSpPr>
            <a:spLocks noChangeArrowheads="1"/>
          </p:cNvSpPr>
          <p:nvPr/>
        </p:nvSpPr>
        <p:spPr bwMode="auto">
          <a:xfrm>
            <a:off x="900113" y="4956175"/>
            <a:ext cx="7777162" cy="984250"/>
          </a:xfrm>
          <a:prstGeom prst="rect">
            <a:avLst/>
          </a:prstGeom>
          <a:noFill/>
          <a:ln w="38100" cmpd="dbl" algn="ctr">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1257300" indent="-1257300"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i="1"/>
              <a:t>C</a:t>
            </a:r>
            <a:r>
              <a:rPr lang="zh-CN" altLang="en-US">
                <a:latin typeface="黑体" pitchFamily="49" charset="-122"/>
              </a:rPr>
              <a:t>特点：</a:t>
            </a:r>
            <a:r>
              <a:rPr lang="en-US" altLang="zh-CN" i="1"/>
              <a:t>C</a:t>
            </a:r>
            <a:r>
              <a:rPr lang="zh-CN" altLang="en-US">
                <a:latin typeface="黑体" pitchFamily="49" charset="-122"/>
              </a:rPr>
              <a:t>的第</a:t>
            </a:r>
            <a:r>
              <a:rPr lang="en-US" altLang="zh-CN" i="1"/>
              <a:t>i</a:t>
            </a:r>
            <a:r>
              <a:rPr lang="zh-CN" altLang="en-US">
                <a:latin typeface="黑体" pitchFamily="49" charset="-122"/>
              </a:rPr>
              <a:t>行、第</a:t>
            </a:r>
            <a:r>
              <a:rPr lang="en-US" altLang="zh-CN" i="1"/>
              <a:t>j</a:t>
            </a:r>
            <a:r>
              <a:rPr lang="zh-CN" altLang="en-US">
                <a:latin typeface="黑体" pitchFamily="49" charset="-122"/>
              </a:rPr>
              <a:t>列处的元 ＝ </a:t>
            </a:r>
            <a:r>
              <a:rPr lang="en-US" altLang="zh-CN" i="1"/>
              <a:t>A</a:t>
            </a:r>
            <a:r>
              <a:rPr lang="zh-CN" altLang="en-US">
                <a:latin typeface="黑体" pitchFamily="49" charset="-122"/>
              </a:rPr>
              <a:t>的第</a:t>
            </a:r>
            <a:r>
              <a:rPr lang="en-US" altLang="zh-CN" i="1"/>
              <a:t>i</a:t>
            </a:r>
            <a:r>
              <a:rPr lang="zh-CN" altLang="en-US">
                <a:latin typeface="黑体" pitchFamily="49" charset="-122"/>
              </a:rPr>
              <a:t>行元与</a:t>
            </a:r>
            <a:r>
              <a:rPr lang="en-US" altLang="zh-CN" i="1"/>
              <a:t>B</a:t>
            </a:r>
            <a:r>
              <a:rPr lang="zh-CN" altLang="en-US">
                <a:latin typeface="黑体" pitchFamily="49" charset="-122"/>
              </a:rPr>
              <a:t>的第</a:t>
            </a:r>
            <a:r>
              <a:rPr lang="en-US" altLang="zh-CN" i="1"/>
              <a:t>j</a:t>
            </a:r>
            <a:r>
              <a:rPr lang="zh-CN" altLang="en-US">
                <a:latin typeface="黑体" pitchFamily="49" charset="-122"/>
              </a:rPr>
              <a:t>列对应元乘积之和</a:t>
            </a:r>
            <a:r>
              <a:rPr lang="en-US" altLang="zh-CN"/>
              <a:t>.</a:t>
            </a:r>
            <a:r>
              <a:rPr lang="en-US" altLang="zh-CN">
                <a:latin typeface="黑体" pitchFamily="49" charset="-122"/>
              </a:rPr>
              <a:t> </a:t>
            </a:r>
          </a:p>
        </p:txBody>
      </p:sp>
      <p:sp>
        <p:nvSpPr>
          <p:cNvPr id="59419" name="Rectangle 27"/>
          <p:cNvSpPr>
            <a:spLocks noChangeArrowheads="1"/>
          </p:cNvSpPr>
          <p:nvPr/>
        </p:nvSpPr>
        <p:spPr bwMode="auto">
          <a:xfrm>
            <a:off x="684213" y="3716338"/>
            <a:ext cx="79914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lnSpc>
                <a:spcPct val="90000"/>
              </a:lnSpc>
              <a:spcBef>
                <a:spcPct val="20000"/>
              </a:spcBef>
            </a:pPr>
            <a:r>
              <a:rPr lang="zh-CN" altLang="en-US"/>
              <a:t>则</a:t>
            </a:r>
            <a:r>
              <a:rPr lang="en-US" altLang="zh-CN" i="1"/>
              <a:t>C</a:t>
            </a:r>
            <a:r>
              <a:rPr lang="zh-CN" altLang="en-US"/>
              <a:t>称为矩阵</a:t>
            </a:r>
            <a:r>
              <a:rPr lang="en-US" altLang="zh-CN" i="1"/>
              <a:t>A</a:t>
            </a:r>
            <a:r>
              <a:rPr lang="zh-CN" altLang="en-US"/>
              <a:t>和</a:t>
            </a:r>
            <a:r>
              <a:rPr lang="en-US" altLang="zh-CN" i="1"/>
              <a:t>B</a:t>
            </a:r>
            <a:r>
              <a:rPr lang="zh-CN" altLang="en-US"/>
              <a:t>的</a:t>
            </a:r>
            <a:r>
              <a:rPr lang="zh-CN" altLang="en-US">
                <a:solidFill>
                  <a:srgbClr val="0000FF"/>
                </a:solidFill>
              </a:rPr>
              <a:t>乘积</a:t>
            </a:r>
            <a:r>
              <a:rPr lang="zh-CN" altLang="en-US"/>
              <a:t>，记作</a:t>
            </a:r>
            <a:r>
              <a:rPr lang="en-US" altLang="zh-CN" i="1"/>
              <a:t>AB</a:t>
            </a:r>
            <a:r>
              <a:rPr lang="zh-CN" altLang="en-US"/>
              <a:t>，</a:t>
            </a:r>
          </a:p>
        </p:txBody>
      </p:sp>
      <p:sp>
        <p:nvSpPr>
          <p:cNvPr id="59420" name="Rectangle 28"/>
          <p:cNvSpPr>
            <a:spLocks noChangeArrowheads="1"/>
          </p:cNvSpPr>
          <p:nvPr/>
        </p:nvSpPr>
        <p:spPr bwMode="auto">
          <a:xfrm>
            <a:off x="6443663" y="3716338"/>
            <a:ext cx="20859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lnSpc>
                <a:spcPct val="90000"/>
              </a:lnSpc>
              <a:spcBef>
                <a:spcPct val="20000"/>
              </a:spcBef>
            </a:pPr>
            <a:r>
              <a:rPr lang="zh-CN" altLang="en-US"/>
              <a:t>读做</a:t>
            </a:r>
            <a:r>
              <a:rPr lang="en-US" altLang="zh-CN" i="1">
                <a:solidFill>
                  <a:srgbClr val="CC0000"/>
                </a:solidFill>
              </a:rPr>
              <a:t>A</a:t>
            </a:r>
            <a:r>
              <a:rPr lang="zh-CN" altLang="en-US">
                <a:solidFill>
                  <a:srgbClr val="CC0000"/>
                </a:solidFill>
              </a:rPr>
              <a:t>左乘</a:t>
            </a:r>
            <a:r>
              <a:rPr lang="en-US" altLang="zh-CN" i="1">
                <a:solidFill>
                  <a:srgbClr val="CC0000"/>
                </a:solidFill>
              </a:rPr>
              <a:t>B</a:t>
            </a:r>
            <a:endParaRPr lang="en-US" altLang="zh-CN"/>
          </a:p>
        </p:txBody>
      </p:sp>
      <p:sp>
        <p:nvSpPr>
          <p:cNvPr id="59421" name="Rectangle 29"/>
          <p:cNvSpPr>
            <a:spLocks noChangeArrowheads="1"/>
          </p:cNvSpPr>
          <p:nvPr/>
        </p:nvSpPr>
        <p:spPr bwMode="auto">
          <a:xfrm>
            <a:off x="684213" y="4221163"/>
            <a:ext cx="1817687"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lnSpc>
                <a:spcPct val="90000"/>
              </a:lnSpc>
              <a:spcBef>
                <a:spcPct val="20000"/>
              </a:spcBef>
            </a:pPr>
            <a:r>
              <a:rPr lang="zh-CN" altLang="en-US"/>
              <a:t>或</a:t>
            </a:r>
            <a:r>
              <a:rPr lang="en-US" altLang="zh-CN" i="1">
                <a:solidFill>
                  <a:srgbClr val="CC0000"/>
                </a:solidFill>
              </a:rPr>
              <a:t>B</a:t>
            </a:r>
            <a:r>
              <a:rPr lang="zh-CN" altLang="en-US">
                <a:solidFill>
                  <a:srgbClr val="CC0000"/>
                </a:solidFill>
              </a:rPr>
              <a:t>右乘</a:t>
            </a:r>
            <a:r>
              <a:rPr lang="en-US" altLang="zh-CN" i="1">
                <a:solidFill>
                  <a:srgbClr val="CC0000"/>
                </a:solidFill>
              </a:rPr>
              <a:t>A</a:t>
            </a:r>
            <a:r>
              <a:rPr lang="en-US" altLang="zh-CN"/>
              <a:t>.</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394"/>
                                        </p:tgtEl>
                                        <p:attrNameLst>
                                          <p:attrName>style.visibility</p:attrName>
                                        </p:attrNameLst>
                                      </p:cBhvr>
                                      <p:to>
                                        <p:strVal val="visible"/>
                                      </p:to>
                                    </p:set>
                                    <p:animEffect transition="in" filter="wipe(left)">
                                      <p:cBhvr>
                                        <p:cTn id="7" dur="500"/>
                                        <p:tgtEl>
                                          <p:spTgt spid="593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412"/>
                                        </p:tgtEl>
                                        <p:attrNameLst>
                                          <p:attrName>style.visibility</p:attrName>
                                        </p:attrNameLst>
                                      </p:cBhvr>
                                      <p:to>
                                        <p:strVal val="visible"/>
                                      </p:to>
                                    </p:set>
                                    <p:animEffect transition="in" filter="wipe(left)">
                                      <p:cBhvr>
                                        <p:cTn id="12" dur="500"/>
                                        <p:tgtEl>
                                          <p:spTgt spid="59412"/>
                                        </p:tgtEl>
                                      </p:cBhvr>
                                    </p:animEffect>
                                  </p:childTnLst>
                                </p:cTn>
                              </p:par>
                              <p:par>
                                <p:cTn id="13" presetID="22" presetClass="entr" presetSubtype="8" fill="hold" nodeType="withEffect">
                                  <p:stCondLst>
                                    <p:cond delay="0"/>
                                  </p:stCondLst>
                                  <p:childTnLst>
                                    <p:set>
                                      <p:cBhvr>
                                        <p:cTn id="14" dur="1" fill="hold">
                                          <p:stCondLst>
                                            <p:cond delay="0"/>
                                          </p:stCondLst>
                                        </p:cTn>
                                        <p:tgtEl>
                                          <p:spTgt spid="59413"/>
                                        </p:tgtEl>
                                        <p:attrNameLst>
                                          <p:attrName>style.visibility</p:attrName>
                                        </p:attrNameLst>
                                      </p:cBhvr>
                                      <p:to>
                                        <p:strVal val="visible"/>
                                      </p:to>
                                    </p:set>
                                    <p:animEffect transition="in" filter="wipe(left)">
                                      <p:cBhvr>
                                        <p:cTn id="15" dur="500"/>
                                        <p:tgtEl>
                                          <p:spTgt spid="59413"/>
                                        </p:tgtEl>
                                      </p:cBhvr>
                                    </p:animEffect>
                                  </p:childTnLst>
                                </p:cTn>
                              </p:par>
                              <p:par>
                                <p:cTn id="16" presetID="22" presetClass="entr" presetSubtype="8" fill="hold" nodeType="withEffect">
                                  <p:stCondLst>
                                    <p:cond delay="0"/>
                                  </p:stCondLst>
                                  <p:childTnLst>
                                    <p:set>
                                      <p:cBhvr>
                                        <p:cTn id="17" dur="1" fill="hold">
                                          <p:stCondLst>
                                            <p:cond delay="0"/>
                                          </p:stCondLst>
                                        </p:cTn>
                                        <p:tgtEl>
                                          <p:spTgt spid="59414"/>
                                        </p:tgtEl>
                                        <p:attrNameLst>
                                          <p:attrName>style.visibility</p:attrName>
                                        </p:attrNameLst>
                                      </p:cBhvr>
                                      <p:to>
                                        <p:strVal val="visible"/>
                                      </p:to>
                                    </p:set>
                                    <p:animEffect transition="in" filter="wipe(left)">
                                      <p:cBhvr>
                                        <p:cTn id="18" dur="500"/>
                                        <p:tgtEl>
                                          <p:spTgt spid="5941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59415"/>
                                        </p:tgtEl>
                                        <p:attrNameLst>
                                          <p:attrName>style.visibility</p:attrName>
                                        </p:attrNameLst>
                                      </p:cBhvr>
                                      <p:to>
                                        <p:strVal val="visible"/>
                                      </p:to>
                                    </p:set>
                                    <p:animEffect transition="in" filter="wipe(left)">
                                      <p:cBhvr>
                                        <p:cTn id="23" dur="500"/>
                                        <p:tgtEl>
                                          <p:spTgt spid="59415"/>
                                        </p:tgtEl>
                                      </p:cBhvr>
                                    </p:animEffect>
                                  </p:childTnLst>
                                </p:cTn>
                              </p:par>
                              <p:par>
                                <p:cTn id="24" presetID="22" presetClass="entr" presetSubtype="8" fill="hold" nodeType="withEffect">
                                  <p:stCondLst>
                                    <p:cond delay="0"/>
                                  </p:stCondLst>
                                  <p:childTnLst>
                                    <p:set>
                                      <p:cBhvr>
                                        <p:cTn id="25" dur="1" fill="hold">
                                          <p:stCondLst>
                                            <p:cond delay="0"/>
                                          </p:stCondLst>
                                        </p:cTn>
                                        <p:tgtEl>
                                          <p:spTgt spid="59416"/>
                                        </p:tgtEl>
                                        <p:attrNameLst>
                                          <p:attrName>style.visibility</p:attrName>
                                        </p:attrNameLst>
                                      </p:cBhvr>
                                      <p:to>
                                        <p:strVal val="visible"/>
                                      </p:to>
                                    </p:set>
                                    <p:animEffect transition="in" filter="wipe(left)">
                                      <p:cBhvr>
                                        <p:cTn id="26" dur="500"/>
                                        <p:tgtEl>
                                          <p:spTgt spid="59416"/>
                                        </p:tgtEl>
                                      </p:cBhvr>
                                    </p:animEffect>
                                  </p:childTnLst>
                                </p:cTn>
                              </p:par>
                              <p:par>
                                <p:cTn id="27" presetID="22" presetClass="entr" presetSubtype="8" fill="hold" nodeType="withEffect">
                                  <p:stCondLst>
                                    <p:cond delay="0"/>
                                  </p:stCondLst>
                                  <p:childTnLst>
                                    <p:set>
                                      <p:cBhvr>
                                        <p:cTn id="28" dur="1" fill="hold">
                                          <p:stCondLst>
                                            <p:cond delay="0"/>
                                          </p:stCondLst>
                                        </p:cTn>
                                        <p:tgtEl>
                                          <p:spTgt spid="59417"/>
                                        </p:tgtEl>
                                        <p:attrNameLst>
                                          <p:attrName>style.visibility</p:attrName>
                                        </p:attrNameLst>
                                      </p:cBhvr>
                                      <p:to>
                                        <p:strVal val="visible"/>
                                      </p:to>
                                    </p:set>
                                    <p:animEffect transition="in" filter="wipe(left)">
                                      <p:cBhvr>
                                        <p:cTn id="29" dur="500"/>
                                        <p:tgtEl>
                                          <p:spTgt spid="5941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9419"/>
                                        </p:tgtEl>
                                        <p:attrNameLst>
                                          <p:attrName>style.visibility</p:attrName>
                                        </p:attrNameLst>
                                      </p:cBhvr>
                                      <p:to>
                                        <p:strVal val="visible"/>
                                      </p:to>
                                    </p:set>
                                    <p:animEffect transition="in" filter="wipe(left)">
                                      <p:cBhvr>
                                        <p:cTn id="34" dur="500"/>
                                        <p:tgtEl>
                                          <p:spTgt spid="5941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59420"/>
                                        </p:tgtEl>
                                        <p:attrNameLst>
                                          <p:attrName>style.visibility</p:attrName>
                                        </p:attrNameLst>
                                      </p:cBhvr>
                                      <p:to>
                                        <p:strVal val="visible"/>
                                      </p:to>
                                    </p:set>
                                    <p:animEffect transition="in" filter="wipe(left)">
                                      <p:cBhvr>
                                        <p:cTn id="39" dur="500"/>
                                        <p:tgtEl>
                                          <p:spTgt spid="5942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59421"/>
                                        </p:tgtEl>
                                        <p:attrNameLst>
                                          <p:attrName>style.visibility</p:attrName>
                                        </p:attrNameLst>
                                      </p:cBhvr>
                                      <p:to>
                                        <p:strVal val="visible"/>
                                      </p:to>
                                    </p:set>
                                    <p:animEffect transition="in" filter="wipe(left)">
                                      <p:cBhvr>
                                        <p:cTn id="44" dur="500"/>
                                        <p:tgtEl>
                                          <p:spTgt spid="5942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9418"/>
                                        </p:tgtEl>
                                        <p:attrNameLst>
                                          <p:attrName>style.visibility</p:attrName>
                                        </p:attrNameLst>
                                      </p:cBhvr>
                                      <p:to>
                                        <p:strVal val="visible"/>
                                      </p:to>
                                    </p:set>
                                    <p:animEffect transition="in" filter="wipe(left)">
                                      <p:cBhvr>
                                        <p:cTn id="49" dur="500"/>
                                        <p:tgtEl>
                                          <p:spTgt spid="59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autoUpdateAnimBg="0"/>
      <p:bldP spid="59412" grpId="0"/>
      <p:bldP spid="59418" grpId="0" animBg="1"/>
      <p:bldP spid="59419" grpId="0"/>
      <p:bldP spid="59420" grpId="0"/>
      <p:bldP spid="5942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a:off x="1066800" y="990600"/>
            <a:ext cx="1344613"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例</a:t>
            </a:r>
            <a:r>
              <a:rPr lang="en-US" altLang="zh-CN"/>
              <a:t>1</a:t>
            </a:r>
          </a:p>
        </p:txBody>
      </p:sp>
      <p:graphicFrame>
        <p:nvGraphicFramePr>
          <p:cNvPr id="60419" name="Object 3"/>
          <p:cNvGraphicFramePr>
            <a:graphicFrameLocks noChangeAspect="1"/>
          </p:cNvGraphicFramePr>
          <p:nvPr/>
        </p:nvGraphicFramePr>
        <p:xfrm>
          <a:off x="1212850" y="1619250"/>
          <a:ext cx="4559300" cy="1003300"/>
        </p:xfrm>
        <a:graphic>
          <a:graphicData uri="http://schemas.openxmlformats.org/presentationml/2006/ole">
            <mc:AlternateContent xmlns:mc="http://schemas.openxmlformats.org/markup-compatibility/2006">
              <mc:Choice xmlns:v="urn:schemas-microsoft-com:vml" Requires="v">
                <p:oleObj spid="_x0000_s32925" name="Equation" r:id="rId3" imgW="4559300" imgH="1003300" progId="Equation.3">
                  <p:embed/>
                </p:oleObj>
              </mc:Choice>
              <mc:Fallback>
                <p:oleObj name="Equation" r:id="rId3" imgW="4559300" imgH="10033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2850" y="1619250"/>
                        <a:ext cx="4559300"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0" name="Object 4"/>
          <p:cNvGraphicFramePr>
            <a:graphicFrameLocks noChangeAspect="1"/>
          </p:cNvGraphicFramePr>
          <p:nvPr/>
        </p:nvGraphicFramePr>
        <p:xfrm>
          <a:off x="5715000" y="1524000"/>
          <a:ext cx="2681288" cy="1150938"/>
        </p:xfrm>
        <a:graphic>
          <a:graphicData uri="http://schemas.openxmlformats.org/presentationml/2006/ole">
            <mc:AlternateContent xmlns:mc="http://schemas.openxmlformats.org/markup-compatibility/2006">
              <mc:Choice xmlns:v="urn:schemas-microsoft-com:vml" Requires="v">
                <p:oleObj spid="_x0000_s32926" name="Equation" r:id="rId5" imgW="1676400" imgH="1003300" progId="Equation.3">
                  <p:embed/>
                </p:oleObj>
              </mc:Choice>
              <mc:Fallback>
                <p:oleObj name="Equation" r:id="rId5" imgW="1676400" imgH="10033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5000" y="1524000"/>
                        <a:ext cx="2681288" cy="1150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1" name="Object 5"/>
          <p:cNvGraphicFramePr>
            <a:graphicFrameLocks noChangeAspect="1"/>
          </p:cNvGraphicFramePr>
          <p:nvPr/>
        </p:nvGraphicFramePr>
        <p:xfrm>
          <a:off x="6172200" y="1752600"/>
          <a:ext cx="671513" cy="330200"/>
        </p:xfrm>
        <a:graphic>
          <a:graphicData uri="http://schemas.openxmlformats.org/presentationml/2006/ole">
            <mc:AlternateContent xmlns:mc="http://schemas.openxmlformats.org/markup-compatibility/2006">
              <mc:Choice xmlns:v="urn:schemas-microsoft-com:vml" Requires="v">
                <p:oleObj spid="_x0000_s32927" name="公式" r:id="rId7" imgW="672808" imgH="330057" progId="Equation.3">
                  <p:embed/>
                </p:oleObj>
              </mc:Choice>
              <mc:Fallback>
                <p:oleObj name="公式" r:id="rId7" imgW="672808" imgH="330057"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72200" y="1752600"/>
                        <a:ext cx="671513"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2" name="Object 6"/>
          <p:cNvGraphicFramePr>
            <a:graphicFrameLocks noChangeAspect="1"/>
          </p:cNvGraphicFramePr>
          <p:nvPr/>
        </p:nvGraphicFramePr>
        <p:xfrm>
          <a:off x="6934200" y="1752600"/>
          <a:ext cx="698500" cy="330200"/>
        </p:xfrm>
        <a:graphic>
          <a:graphicData uri="http://schemas.openxmlformats.org/presentationml/2006/ole">
            <mc:AlternateContent xmlns:mc="http://schemas.openxmlformats.org/markup-compatibility/2006">
              <mc:Choice xmlns:v="urn:schemas-microsoft-com:vml" Requires="v">
                <p:oleObj spid="_x0000_s32928" name="公式" r:id="rId9" imgW="698500" imgH="330200" progId="Equation.3">
                  <p:embed/>
                </p:oleObj>
              </mc:Choice>
              <mc:Fallback>
                <p:oleObj name="公式" r:id="rId9" imgW="698500" imgH="3302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34200" y="1752600"/>
                        <a:ext cx="698500"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3" name="Object 7"/>
          <p:cNvGraphicFramePr>
            <a:graphicFrameLocks noChangeAspect="1"/>
          </p:cNvGraphicFramePr>
          <p:nvPr/>
        </p:nvGraphicFramePr>
        <p:xfrm>
          <a:off x="6400800" y="2209800"/>
          <a:ext cx="214313" cy="330200"/>
        </p:xfrm>
        <a:graphic>
          <a:graphicData uri="http://schemas.openxmlformats.org/presentationml/2006/ole">
            <mc:AlternateContent xmlns:mc="http://schemas.openxmlformats.org/markup-compatibility/2006">
              <mc:Choice xmlns:v="urn:schemas-microsoft-com:vml" Requires="v">
                <p:oleObj spid="_x0000_s32929" name="公式" r:id="rId11" imgW="215806" imgH="330057" progId="Equation.3">
                  <p:embed/>
                </p:oleObj>
              </mc:Choice>
              <mc:Fallback>
                <p:oleObj name="公式" r:id="rId11" imgW="215806" imgH="330057"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00800" y="2209800"/>
                        <a:ext cx="214313"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4" name="Object 8"/>
          <p:cNvGraphicFramePr>
            <a:graphicFrameLocks noChangeAspect="1"/>
          </p:cNvGraphicFramePr>
          <p:nvPr/>
        </p:nvGraphicFramePr>
        <p:xfrm>
          <a:off x="7239000" y="2209800"/>
          <a:ext cx="392113" cy="330200"/>
        </p:xfrm>
        <a:graphic>
          <a:graphicData uri="http://schemas.openxmlformats.org/presentationml/2006/ole">
            <mc:AlternateContent xmlns:mc="http://schemas.openxmlformats.org/markup-compatibility/2006">
              <mc:Choice xmlns:v="urn:schemas-microsoft-com:vml" Requires="v">
                <p:oleObj spid="_x0000_s32930" name="公式" r:id="rId13" imgW="393529" imgH="330057" progId="Equation.3">
                  <p:embed/>
                </p:oleObj>
              </mc:Choice>
              <mc:Fallback>
                <p:oleObj name="公式" r:id="rId13" imgW="393529" imgH="330057"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239000" y="2209800"/>
                        <a:ext cx="392113"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7" name="Object 11"/>
          <p:cNvGraphicFramePr>
            <a:graphicFrameLocks noChangeAspect="1"/>
          </p:cNvGraphicFramePr>
          <p:nvPr/>
        </p:nvGraphicFramePr>
        <p:xfrm>
          <a:off x="1331913" y="3392488"/>
          <a:ext cx="3527425" cy="1828800"/>
        </p:xfrm>
        <a:graphic>
          <a:graphicData uri="http://schemas.openxmlformats.org/presentationml/2006/ole">
            <mc:AlternateContent xmlns:mc="http://schemas.openxmlformats.org/markup-compatibility/2006">
              <mc:Choice xmlns:v="urn:schemas-microsoft-com:vml" Requires="v">
                <p:oleObj spid="_x0000_s32931" name="Equation" r:id="rId15" imgW="1371600" imgH="711000" progId="Equation.DSMT4">
                  <p:embed/>
                </p:oleObj>
              </mc:Choice>
              <mc:Fallback>
                <p:oleObj name="Equation" r:id="rId15" imgW="1371600" imgH="711000" progId="Equation.DSMT4">
                  <p:embed/>
                  <p:pic>
                    <p:nvPicPr>
                      <p:cNvPr id="0"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31913" y="3392488"/>
                        <a:ext cx="3527425" cy="182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8" name="Object 12"/>
          <p:cNvGraphicFramePr>
            <a:graphicFrameLocks noChangeAspect="1"/>
          </p:cNvGraphicFramePr>
          <p:nvPr/>
        </p:nvGraphicFramePr>
        <p:xfrm>
          <a:off x="4964113" y="3141663"/>
          <a:ext cx="2870200" cy="2184400"/>
        </p:xfrm>
        <a:graphic>
          <a:graphicData uri="http://schemas.openxmlformats.org/presentationml/2006/ole">
            <mc:AlternateContent xmlns:mc="http://schemas.openxmlformats.org/markup-compatibility/2006">
              <mc:Choice xmlns:v="urn:schemas-microsoft-com:vml" Requires="v">
                <p:oleObj spid="_x0000_s32932" name="公式" r:id="rId17" imgW="2870200" imgH="2184400" progId="Equation.3">
                  <p:embed/>
                </p:oleObj>
              </mc:Choice>
              <mc:Fallback>
                <p:oleObj name="公式" r:id="rId17" imgW="2870200" imgH="2184400" progId="Equation.3">
                  <p:embed/>
                  <p:pic>
                    <p:nvPicPr>
                      <p:cNvPr id="0" name="Object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964113" y="3141663"/>
                        <a:ext cx="2870200" cy="218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429" name="Text Box 13"/>
          <p:cNvSpPr txBox="1">
            <a:spLocks noChangeArrowheads="1"/>
          </p:cNvSpPr>
          <p:nvPr/>
        </p:nvSpPr>
        <p:spPr bwMode="auto">
          <a:xfrm>
            <a:off x="1066800" y="2863850"/>
            <a:ext cx="27844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rPr>
              <a:t>例</a:t>
            </a:r>
            <a:r>
              <a:rPr lang="en-US" altLang="zh-CN">
                <a:latin typeface="黑体" pitchFamily="49" charset="-122"/>
              </a:rPr>
              <a:t>2  </a:t>
            </a:r>
            <a:r>
              <a:rPr lang="zh-CN" altLang="en-US">
                <a:solidFill>
                  <a:schemeClr val="bg2"/>
                </a:solidFill>
              </a:rPr>
              <a:t>求</a:t>
            </a:r>
            <a:r>
              <a:rPr lang="en-US" altLang="zh-CN" i="1">
                <a:solidFill>
                  <a:schemeClr val="bg2"/>
                </a:solidFill>
              </a:rPr>
              <a:t>AB</a:t>
            </a:r>
            <a:r>
              <a:rPr lang="en-US" altLang="zh-CN">
                <a:solidFill>
                  <a:schemeClr val="bg2"/>
                </a:solidFill>
              </a:rPr>
              <a:t>.</a:t>
            </a:r>
          </a:p>
        </p:txBody>
      </p:sp>
      <p:sp>
        <p:nvSpPr>
          <p:cNvPr id="60430" name="Line 14"/>
          <p:cNvSpPr>
            <a:spLocks noChangeShapeType="1"/>
          </p:cNvSpPr>
          <p:nvPr/>
        </p:nvSpPr>
        <p:spPr bwMode="auto">
          <a:xfrm>
            <a:off x="1979613" y="1828800"/>
            <a:ext cx="1368425" cy="1587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0431" name="Line 15"/>
          <p:cNvSpPr>
            <a:spLocks noChangeShapeType="1"/>
          </p:cNvSpPr>
          <p:nvPr/>
        </p:nvSpPr>
        <p:spPr bwMode="auto">
          <a:xfrm flipH="1">
            <a:off x="4284663" y="1557338"/>
            <a:ext cx="17462" cy="1182687"/>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0432" name="Line 16"/>
          <p:cNvSpPr>
            <a:spLocks noChangeShapeType="1"/>
          </p:cNvSpPr>
          <p:nvPr/>
        </p:nvSpPr>
        <p:spPr bwMode="auto">
          <a:xfrm>
            <a:off x="5076825" y="1557338"/>
            <a:ext cx="0" cy="1150937"/>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0433" name="Line 17"/>
          <p:cNvSpPr>
            <a:spLocks noChangeShapeType="1"/>
          </p:cNvSpPr>
          <p:nvPr/>
        </p:nvSpPr>
        <p:spPr bwMode="auto">
          <a:xfrm flipV="1">
            <a:off x="1905000" y="2349500"/>
            <a:ext cx="1443038" cy="127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0434" name="Line 18"/>
          <p:cNvSpPr>
            <a:spLocks noChangeShapeType="1"/>
          </p:cNvSpPr>
          <p:nvPr/>
        </p:nvSpPr>
        <p:spPr bwMode="auto">
          <a:xfrm>
            <a:off x="4284663" y="1557338"/>
            <a:ext cx="0" cy="115093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0435" name="Line 19"/>
          <p:cNvSpPr>
            <a:spLocks noChangeShapeType="1"/>
          </p:cNvSpPr>
          <p:nvPr/>
        </p:nvSpPr>
        <p:spPr bwMode="auto">
          <a:xfrm flipH="1">
            <a:off x="5076825" y="1484313"/>
            <a:ext cx="0" cy="122396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60436" name="Object 20"/>
          <p:cNvGraphicFramePr>
            <a:graphicFrameLocks noChangeAspect="1"/>
          </p:cNvGraphicFramePr>
          <p:nvPr/>
        </p:nvGraphicFramePr>
        <p:xfrm>
          <a:off x="6934200" y="2057400"/>
          <a:ext cx="190500" cy="317500"/>
        </p:xfrm>
        <a:graphic>
          <a:graphicData uri="http://schemas.openxmlformats.org/presentationml/2006/ole">
            <mc:AlternateContent xmlns:mc="http://schemas.openxmlformats.org/markup-compatibility/2006">
              <mc:Choice xmlns:v="urn:schemas-microsoft-com:vml" Requires="v">
                <p:oleObj spid="_x0000_s32933" name="Equation" r:id="rId19" imgW="181087" imgH="304708" progId="Equation.3">
                  <p:embed/>
                </p:oleObj>
              </mc:Choice>
              <mc:Fallback>
                <p:oleObj name="Equation" r:id="rId19" imgW="181087" imgH="304708" progId="Equation.3">
                  <p:embed/>
                  <p:pic>
                    <p:nvPicPr>
                      <p:cNvPr id="0" name="Object 2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934200" y="2057400"/>
                        <a:ext cx="1905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76" name="AutoShape 1036"/>
          <p:cNvSpPr>
            <a:spLocks noChangeArrowheads="1"/>
          </p:cNvSpPr>
          <p:nvPr/>
        </p:nvSpPr>
        <p:spPr bwMode="auto">
          <a:xfrm>
            <a:off x="3419475" y="765175"/>
            <a:ext cx="792163" cy="720725"/>
          </a:xfrm>
          <a:custGeom>
            <a:avLst/>
            <a:gdLst>
              <a:gd name="T0" fmla="*/ 554734 w 21600"/>
              <a:gd name="T1" fmla="*/ 0 h 21600"/>
              <a:gd name="T2" fmla="*/ 554734 w 21600"/>
              <a:gd name="T3" fmla="*/ 405675 h 21600"/>
              <a:gd name="T4" fmla="*/ 118714 w 21600"/>
              <a:gd name="T5" fmla="*/ 720725 h 21600"/>
              <a:gd name="T6" fmla="*/ 792163 w 21600"/>
              <a:gd name="T7" fmla="*/ 20283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FF66"/>
          </a:solidFill>
          <a:ln w="1905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2478" name="Text Box 1038"/>
          <p:cNvSpPr txBox="1">
            <a:spLocks noChangeArrowheads="1"/>
          </p:cNvSpPr>
          <p:nvPr/>
        </p:nvSpPr>
        <p:spPr bwMode="auto">
          <a:xfrm>
            <a:off x="3995738" y="620713"/>
            <a:ext cx="2663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spcBef>
                <a:spcPct val="50000"/>
              </a:spcBef>
            </a:pPr>
            <a:r>
              <a:rPr lang="zh-CN" altLang="en-US" sz="2400"/>
              <a:t>－</a:t>
            </a:r>
            <a:r>
              <a:rPr lang="en-US" altLang="zh-CN" sz="2400"/>
              <a:t>2×2+4×(</a:t>
            </a:r>
            <a:r>
              <a:rPr lang="zh-CN" altLang="en-US" sz="2400"/>
              <a:t>－</a:t>
            </a:r>
            <a:r>
              <a:rPr lang="en-US" altLang="zh-CN" sz="2400"/>
              <a:t>3)</a:t>
            </a:r>
          </a:p>
        </p:txBody>
      </p:sp>
      <p:sp>
        <p:nvSpPr>
          <p:cNvPr id="62480" name="AutoShape 1040"/>
          <p:cNvSpPr>
            <a:spLocks noChangeArrowheads="1"/>
          </p:cNvSpPr>
          <p:nvPr/>
        </p:nvSpPr>
        <p:spPr bwMode="auto">
          <a:xfrm rot="5400000">
            <a:off x="6192837" y="873126"/>
            <a:ext cx="792163" cy="576262"/>
          </a:xfrm>
          <a:custGeom>
            <a:avLst/>
            <a:gdLst>
              <a:gd name="T0" fmla="*/ 554734 w 21600"/>
              <a:gd name="T1" fmla="*/ 0 h 21600"/>
              <a:gd name="T2" fmla="*/ 554734 w 21600"/>
              <a:gd name="T3" fmla="*/ 324361 h 21600"/>
              <a:gd name="T4" fmla="*/ 118714 w 21600"/>
              <a:gd name="T5" fmla="*/ 576262 h 21600"/>
              <a:gd name="T6" fmla="*/ 792163 w 21600"/>
              <a:gd name="T7" fmla="*/ 162180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FF66"/>
          </a:solidFill>
          <a:ln w="1905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0419"/>
                                        </p:tgtEl>
                                        <p:attrNameLst>
                                          <p:attrName>style.visibility</p:attrName>
                                        </p:attrNameLst>
                                      </p:cBhvr>
                                      <p:to>
                                        <p:strVal val="visible"/>
                                      </p:to>
                                    </p:set>
                                    <p:animEffect transition="in" filter="wipe(left)">
                                      <p:cBhvr>
                                        <p:cTn id="7" dur="500"/>
                                        <p:tgtEl>
                                          <p:spTgt spid="604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0420"/>
                                        </p:tgtEl>
                                        <p:attrNameLst>
                                          <p:attrName>style.visibility</p:attrName>
                                        </p:attrNameLst>
                                      </p:cBhvr>
                                      <p:to>
                                        <p:strVal val="visible"/>
                                      </p:to>
                                    </p:set>
                                    <p:animEffect transition="in" filter="wipe(left)">
                                      <p:cBhvr>
                                        <p:cTn id="12" dur="500"/>
                                        <p:tgtEl>
                                          <p:spTgt spid="604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0436"/>
                                        </p:tgtEl>
                                        <p:attrNameLst>
                                          <p:attrName>style.visibility</p:attrName>
                                        </p:attrNameLst>
                                      </p:cBhvr>
                                      <p:to>
                                        <p:strVal val="visible"/>
                                      </p:to>
                                    </p:set>
                                    <p:animEffect transition="in" filter="wipe(left)">
                                      <p:cBhvr>
                                        <p:cTn id="17" dur="500"/>
                                        <p:tgtEl>
                                          <p:spTgt spid="60436"/>
                                        </p:tgtEl>
                                      </p:cBhvr>
                                    </p:animEffect>
                                  </p:childTnLst>
                                  <p:subTnLst>
                                    <p:set>
                                      <p:cBhvr override="childStyle">
                                        <p:cTn dur="1" fill="hold" display="0" masterRel="nextClick" afterEffect="1"/>
                                        <p:tgtEl>
                                          <p:spTgt spid="60436"/>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0430"/>
                                        </p:tgtEl>
                                        <p:attrNameLst>
                                          <p:attrName>style.visibility</p:attrName>
                                        </p:attrNameLst>
                                      </p:cBhvr>
                                      <p:to>
                                        <p:strVal val="visible"/>
                                      </p:to>
                                    </p:set>
                                    <p:animEffect transition="in" filter="wipe(left)">
                                      <p:cBhvr>
                                        <p:cTn id="22" dur="500"/>
                                        <p:tgtEl>
                                          <p:spTgt spid="604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60431"/>
                                        </p:tgtEl>
                                        <p:attrNameLst>
                                          <p:attrName>style.visibility</p:attrName>
                                        </p:attrNameLst>
                                      </p:cBhvr>
                                      <p:to>
                                        <p:strVal val="visible"/>
                                      </p:to>
                                    </p:set>
                                    <p:animEffect transition="in" filter="wipe(up)">
                                      <p:cBhvr>
                                        <p:cTn id="27" dur="500"/>
                                        <p:tgtEl>
                                          <p:spTgt spid="60431"/>
                                        </p:tgtEl>
                                      </p:cBhvr>
                                    </p:animEffect>
                                  </p:childTnLst>
                                  <p:subTnLst>
                                    <p:set>
                                      <p:cBhvr override="childStyle">
                                        <p:cTn dur="1" fill="hold" display="0" masterRel="nextClick" afterEffect="1"/>
                                        <p:tgtEl>
                                          <p:spTgt spid="60431"/>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3" fill="hold" grpId="0" nodeType="clickEffect">
                                  <p:stCondLst>
                                    <p:cond delay="0"/>
                                  </p:stCondLst>
                                  <p:childTnLst>
                                    <p:set>
                                      <p:cBhvr>
                                        <p:cTn id="31" dur="1" fill="hold">
                                          <p:stCondLst>
                                            <p:cond delay="0"/>
                                          </p:stCondLst>
                                        </p:cTn>
                                        <p:tgtEl>
                                          <p:spTgt spid="62476"/>
                                        </p:tgtEl>
                                        <p:attrNameLst>
                                          <p:attrName>style.visibility</p:attrName>
                                        </p:attrNameLst>
                                      </p:cBhvr>
                                      <p:to>
                                        <p:strVal val="visible"/>
                                      </p:to>
                                    </p:set>
                                    <p:anim calcmode="lin" valueType="num">
                                      <p:cBhvr additive="base">
                                        <p:cTn id="32" dur="500" fill="hold"/>
                                        <p:tgtEl>
                                          <p:spTgt spid="62476"/>
                                        </p:tgtEl>
                                        <p:attrNameLst>
                                          <p:attrName>ppt_x</p:attrName>
                                        </p:attrNameLst>
                                      </p:cBhvr>
                                      <p:tavLst>
                                        <p:tav tm="0">
                                          <p:val>
                                            <p:strVal val="1+#ppt_w/2"/>
                                          </p:val>
                                        </p:tav>
                                        <p:tav tm="100000">
                                          <p:val>
                                            <p:strVal val="#ppt_x"/>
                                          </p:val>
                                        </p:tav>
                                      </p:tavLst>
                                    </p:anim>
                                    <p:anim calcmode="lin" valueType="num">
                                      <p:cBhvr additive="base">
                                        <p:cTn id="33" dur="500" fill="hold"/>
                                        <p:tgtEl>
                                          <p:spTgt spid="62476"/>
                                        </p:tgtEl>
                                        <p:attrNameLst>
                                          <p:attrName>ppt_y</p:attrName>
                                        </p:attrNameLst>
                                      </p:cBhvr>
                                      <p:tavLst>
                                        <p:tav tm="0">
                                          <p:val>
                                            <p:strVal val="0-#ppt_h/2"/>
                                          </p:val>
                                        </p:tav>
                                        <p:tav tm="100000">
                                          <p:val>
                                            <p:strVal val="#ppt_y"/>
                                          </p:val>
                                        </p:tav>
                                      </p:tavLst>
                                    </p:anim>
                                  </p:childTnLst>
                                </p:cTn>
                              </p:par>
                              <p:par>
                                <p:cTn id="34" presetID="2" presetClass="entr" presetSubtype="3" fill="hold" grpId="0" nodeType="withEffect">
                                  <p:stCondLst>
                                    <p:cond delay="0"/>
                                  </p:stCondLst>
                                  <p:childTnLst>
                                    <p:set>
                                      <p:cBhvr>
                                        <p:cTn id="35" dur="1" fill="hold">
                                          <p:stCondLst>
                                            <p:cond delay="0"/>
                                          </p:stCondLst>
                                        </p:cTn>
                                        <p:tgtEl>
                                          <p:spTgt spid="62478"/>
                                        </p:tgtEl>
                                        <p:attrNameLst>
                                          <p:attrName>style.visibility</p:attrName>
                                        </p:attrNameLst>
                                      </p:cBhvr>
                                      <p:to>
                                        <p:strVal val="visible"/>
                                      </p:to>
                                    </p:set>
                                    <p:anim calcmode="lin" valueType="num">
                                      <p:cBhvr additive="base">
                                        <p:cTn id="36" dur="500" fill="hold"/>
                                        <p:tgtEl>
                                          <p:spTgt spid="62478"/>
                                        </p:tgtEl>
                                        <p:attrNameLst>
                                          <p:attrName>ppt_x</p:attrName>
                                        </p:attrNameLst>
                                      </p:cBhvr>
                                      <p:tavLst>
                                        <p:tav tm="0">
                                          <p:val>
                                            <p:strVal val="1+#ppt_w/2"/>
                                          </p:val>
                                        </p:tav>
                                        <p:tav tm="100000">
                                          <p:val>
                                            <p:strVal val="#ppt_x"/>
                                          </p:val>
                                        </p:tav>
                                      </p:tavLst>
                                    </p:anim>
                                    <p:anim calcmode="lin" valueType="num">
                                      <p:cBhvr additive="base">
                                        <p:cTn id="37" dur="500" fill="hold"/>
                                        <p:tgtEl>
                                          <p:spTgt spid="62478"/>
                                        </p:tgtEl>
                                        <p:attrNameLst>
                                          <p:attrName>ppt_y</p:attrName>
                                        </p:attrNameLst>
                                      </p:cBhvr>
                                      <p:tavLst>
                                        <p:tav tm="0">
                                          <p:val>
                                            <p:strVal val="0-#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62480"/>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60421"/>
                                        </p:tgtEl>
                                        <p:attrNameLst>
                                          <p:attrName>style.visibility</p:attrName>
                                        </p:attrNameLst>
                                      </p:cBhvr>
                                      <p:to>
                                        <p:strVal val="visible"/>
                                      </p:to>
                                    </p:set>
                                    <p:animEffect transition="in" filter="wipe(left)">
                                      <p:cBhvr>
                                        <p:cTn id="46" dur="500"/>
                                        <p:tgtEl>
                                          <p:spTgt spid="6042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62476"/>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62478"/>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62480"/>
                                        </p:tgtEl>
                                        <p:attrNameLst>
                                          <p:attrName>style.visibility</p:attrName>
                                        </p:attrNameLst>
                                      </p:cBhvr>
                                      <p:to>
                                        <p:strVal val="hidden"/>
                                      </p:to>
                                    </p:set>
                                  </p:childTnLst>
                                </p:cTn>
                              </p:par>
                              <p:par>
                                <p:cTn id="55" presetID="22" presetClass="entr" presetSubtype="1" fill="hold" grpId="0" nodeType="withEffect">
                                  <p:stCondLst>
                                    <p:cond delay="0"/>
                                  </p:stCondLst>
                                  <p:childTnLst>
                                    <p:set>
                                      <p:cBhvr>
                                        <p:cTn id="56" dur="1" fill="hold">
                                          <p:stCondLst>
                                            <p:cond delay="0"/>
                                          </p:stCondLst>
                                        </p:cTn>
                                        <p:tgtEl>
                                          <p:spTgt spid="60432"/>
                                        </p:tgtEl>
                                        <p:attrNameLst>
                                          <p:attrName>style.visibility</p:attrName>
                                        </p:attrNameLst>
                                      </p:cBhvr>
                                      <p:to>
                                        <p:strVal val="visible"/>
                                      </p:to>
                                    </p:set>
                                    <p:animEffect transition="in" filter="wipe(up)">
                                      <p:cBhvr>
                                        <p:cTn id="57" dur="500"/>
                                        <p:tgtEl>
                                          <p:spTgt spid="60432"/>
                                        </p:tgtEl>
                                      </p:cBhvr>
                                    </p:animEffect>
                                  </p:childTnLst>
                                  <p:subTnLst>
                                    <p:set>
                                      <p:cBhvr override="childStyle">
                                        <p:cTn dur="1" fill="hold" display="0" masterRel="nextClick" afterEffect="1"/>
                                        <p:tgtEl>
                                          <p:spTgt spid="60432"/>
                                        </p:tgtEl>
                                        <p:attrNameLst>
                                          <p:attrName>style.visibility</p:attrName>
                                        </p:attrNameLst>
                                      </p:cBhvr>
                                      <p:to>
                                        <p:strVal val="hidden"/>
                                      </p:to>
                                    </p:set>
                                  </p:sub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60422"/>
                                        </p:tgtEl>
                                        <p:attrNameLst>
                                          <p:attrName>style.visibility</p:attrName>
                                        </p:attrNameLst>
                                      </p:cBhvr>
                                      <p:to>
                                        <p:strVal val="visible"/>
                                      </p:to>
                                    </p:set>
                                    <p:animEffect transition="in" filter="wipe(left)">
                                      <p:cBhvr>
                                        <p:cTn id="62" dur="500"/>
                                        <p:tgtEl>
                                          <p:spTgt spid="6042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60433"/>
                                        </p:tgtEl>
                                        <p:attrNameLst>
                                          <p:attrName>style.visibility</p:attrName>
                                        </p:attrNameLst>
                                      </p:cBhvr>
                                      <p:to>
                                        <p:strVal val="visible"/>
                                      </p:to>
                                    </p:set>
                                    <p:animEffect transition="in" filter="wipe(left)">
                                      <p:cBhvr>
                                        <p:cTn id="67" dur="500"/>
                                        <p:tgtEl>
                                          <p:spTgt spid="6043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60434"/>
                                        </p:tgtEl>
                                        <p:attrNameLst>
                                          <p:attrName>style.visibility</p:attrName>
                                        </p:attrNameLst>
                                      </p:cBhvr>
                                      <p:to>
                                        <p:strVal val="visible"/>
                                      </p:to>
                                    </p:set>
                                    <p:animEffect transition="in" filter="wipe(up)">
                                      <p:cBhvr>
                                        <p:cTn id="72" dur="500"/>
                                        <p:tgtEl>
                                          <p:spTgt spid="60434"/>
                                        </p:tgtEl>
                                      </p:cBhvr>
                                    </p:animEffect>
                                  </p:childTnLst>
                                  <p:subTnLst>
                                    <p:set>
                                      <p:cBhvr override="childStyle">
                                        <p:cTn dur="1" fill="hold" display="0" masterRel="nextClick" afterEffect="1"/>
                                        <p:tgtEl>
                                          <p:spTgt spid="60434"/>
                                        </p:tgtEl>
                                        <p:attrNameLst>
                                          <p:attrName>style.visibility</p:attrName>
                                        </p:attrNameLst>
                                      </p:cBhvr>
                                      <p:to>
                                        <p:strVal val="hidden"/>
                                      </p:to>
                                    </p:set>
                                  </p:sub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60423"/>
                                        </p:tgtEl>
                                        <p:attrNameLst>
                                          <p:attrName>style.visibility</p:attrName>
                                        </p:attrNameLst>
                                      </p:cBhvr>
                                      <p:to>
                                        <p:strVal val="visible"/>
                                      </p:to>
                                    </p:set>
                                    <p:animEffect transition="in" filter="wipe(left)">
                                      <p:cBhvr>
                                        <p:cTn id="77" dur="500"/>
                                        <p:tgtEl>
                                          <p:spTgt spid="6042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60435"/>
                                        </p:tgtEl>
                                        <p:attrNameLst>
                                          <p:attrName>style.visibility</p:attrName>
                                        </p:attrNameLst>
                                      </p:cBhvr>
                                      <p:to>
                                        <p:strVal val="visible"/>
                                      </p:to>
                                    </p:set>
                                    <p:animEffect transition="in" filter="wipe(up)">
                                      <p:cBhvr>
                                        <p:cTn id="82" dur="500"/>
                                        <p:tgtEl>
                                          <p:spTgt spid="60435"/>
                                        </p:tgtEl>
                                      </p:cBhvr>
                                    </p:animEffect>
                                  </p:childTnLst>
                                  <p:subTnLst>
                                    <p:set>
                                      <p:cBhvr override="childStyle">
                                        <p:cTn dur="1" fill="hold" display="0" masterRel="nextClick" afterEffect="1"/>
                                        <p:tgtEl>
                                          <p:spTgt spid="60435"/>
                                        </p:tgtEl>
                                        <p:attrNameLst>
                                          <p:attrName>style.visibility</p:attrName>
                                        </p:attrNameLst>
                                      </p:cBhvr>
                                      <p:to>
                                        <p:strVal val="hidden"/>
                                      </p:to>
                                    </p:set>
                                  </p:sub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60424"/>
                                        </p:tgtEl>
                                        <p:attrNameLst>
                                          <p:attrName>style.visibility</p:attrName>
                                        </p:attrNameLst>
                                      </p:cBhvr>
                                      <p:to>
                                        <p:strVal val="visible"/>
                                      </p:to>
                                    </p:set>
                                    <p:animEffect transition="in" filter="wipe(left)">
                                      <p:cBhvr>
                                        <p:cTn id="87" dur="500"/>
                                        <p:tgtEl>
                                          <p:spTgt spid="60424"/>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60429"/>
                                        </p:tgtEl>
                                        <p:attrNameLst>
                                          <p:attrName>style.visibility</p:attrName>
                                        </p:attrNameLst>
                                      </p:cBhvr>
                                      <p:to>
                                        <p:strVal val="visible"/>
                                      </p:to>
                                    </p:set>
                                    <p:animEffect transition="in" filter="wipe(left)">
                                      <p:cBhvr>
                                        <p:cTn id="92" dur="500"/>
                                        <p:tgtEl>
                                          <p:spTgt spid="60429"/>
                                        </p:tgtEl>
                                      </p:cBhvr>
                                    </p:animEffect>
                                  </p:childTnLst>
                                </p:cTn>
                              </p:par>
                              <p:par>
                                <p:cTn id="93" presetID="1" presetClass="entr" presetSubtype="0" fill="hold" nodeType="withEffect">
                                  <p:stCondLst>
                                    <p:cond delay="0"/>
                                  </p:stCondLst>
                                  <p:childTnLst>
                                    <p:set>
                                      <p:cBhvr>
                                        <p:cTn id="94" dur="1" fill="hold">
                                          <p:stCondLst>
                                            <p:cond delay="0"/>
                                          </p:stCondLst>
                                        </p:cTn>
                                        <p:tgtEl>
                                          <p:spTgt spid="60427"/>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604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9" grpId="0" autoUpdateAnimBg="0"/>
      <p:bldP spid="60430" grpId="0" animBg="1"/>
      <p:bldP spid="60431" grpId="0" animBg="1"/>
      <p:bldP spid="60432" grpId="0" animBg="1"/>
      <p:bldP spid="60433" grpId="0" animBg="1"/>
      <p:bldP spid="60434" grpId="0" animBg="1"/>
      <p:bldP spid="60435" grpId="0" animBg="1"/>
      <p:bldP spid="62476" grpId="0" animBg="1"/>
      <p:bldP spid="62476" grpId="1" animBg="1"/>
      <p:bldP spid="62478" grpId="0"/>
      <p:bldP spid="62478" grpId="1"/>
      <p:bldP spid="62480" grpId="0" animBg="1"/>
      <p:bldP spid="62480"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p:cNvSpPr txBox="1">
            <a:spLocks noChangeArrowheads="1"/>
          </p:cNvSpPr>
          <p:nvPr/>
        </p:nvSpPr>
        <p:spPr bwMode="auto">
          <a:xfrm>
            <a:off x="1219200" y="1781175"/>
            <a:ext cx="5397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故</a:t>
            </a:r>
          </a:p>
        </p:txBody>
      </p:sp>
      <p:graphicFrame>
        <p:nvGraphicFramePr>
          <p:cNvPr id="61443" name="Object 3"/>
          <p:cNvGraphicFramePr>
            <a:graphicFrameLocks noChangeAspect="1"/>
          </p:cNvGraphicFramePr>
          <p:nvPr/>
        </p:nvGraphicFramePr>
        <p:xfrm>
          <a:off x="1476375" y="1704975"/>
          <a:ext cx="6542088" cy="2184400"/>
        </p:xfrm>
        <a:graphic>
          <a:graphicData uri="http://schemas.openxmlformats.org/presentationml/2006/ole">
            <mc:AlternateContent xmlns:mc="http://schemas.openxmlformats.org/markup-compatibility/2006">
              <mc:Choice xmlns:v="urn:schemas-microsoft-com:vml" Requires="v">
                <p:oleObj spid="_x0000_s34048" name="公式" r:id="rId3" imgW="6540500" imgH="2184400" progId="Equation.3">
                  <p:embed/>
                </p:oleObj>
              </mc:Choice>
              <mc:Fallback>
                <p:oleObj name="公式" r:id="rId3" imgW="6540500" imgH="21844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1704975"/>
                        <a:ext cx="6542088" cy="218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4" name="Object 4"/>
          <p:cNvGraphicFramePr>
            <a:graphicFrameLocks noChangeAspect="1"/>
          </p:cNvGraphicFramePr>
          <p:nvPr/>
        </p:nvGraphicFramePr>
        <p:xfrm>
          <a:off x="2700338" y="3762375"/>
          <a:ext cx="2438400" cy="1828800"/>
        </p:xfrm>
        <a:graphic>
          <a:graphicData uri="http://schemas.openxmlformats.org/presentationml/2006/ole">
            <mc:AlternateContent xmlns:mc="http://schemas.openxmlformats.org/markup-compatibility/2006">
              <mc:Choice xmlns:v="urn:schemas-microsoft-com:vml" Requires="v">
                <p:oleObj spid="_x0000_s34049" name="Equation" r:id="rId5" imgW="1917700" imgH="1511300" progId="Equation.3">
                  <p:embed/>
                </p:oleObj>
              </mc:Choice>
              <mc:Fallback>
                <p:oleObj name="Equation" r:id="rId5" imgW="1917700" imgH="15113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0338" y="3762375"/>
                        <a:ext cx="2438400" cy="182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797" name="Rectangle 5"/>
          <p:cNvSpPr>
            <a:spLocks noChangeArrowheads="1"/>
          </p:cNvSpPr>
          <p:nvPr/>
        </p:nvSpPr>
        <p:spPr bwMode="auto">
          <a:xfrm>
            <a:off x="914400" y="279400"/>
            <a:ext cx="66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解</a:t>
            </a:r>
            <a:r>
              <a:rPr lang="en-US" altLang="zh-CN"/>
              <a:t>:</a:t>
            </a:r>
          </a:p>
        </p:txBody>
      </p:sp>
      <p:graphicFrame>
        <p:nvGraphicFramePr>
          <p:cNvPr id="61446" name="Object 6"/>
          <p:cNvGraphicFramePr>
            <a:graphicFrameLocks noChangeAspect="1"/>
          </p:cNvGraphicFramePr>
          <p:nvPr/>
        </p:nvGraphicFramePr>
        <p:xfrm>
          <a:off x="1692275" y="260350"/>
          <a:ext cx="2160588" cy="709613"/>
        </p:xfrm>
        <a:graphic>
          <a:graphicData uri="http://schemas.openxmlformats.org/presentationml/2006/ole">
            <mc:AlternateContent xmlns:mc="http://schemas.openxmlformats.org/markup-compatibility/2006">
              <mc:Choice xmlns:v="urn:schemas-microsoft-com:vml" Requires="v">
                <p:oleObj spid="_x0000_s34050" name="Equation" r:id="rId7" imgW="888614" imgH="291973" progId="Equation.DSMT4">
                  <p:embed/>
                </p:oleObj>
              </mc:Choice>
              <mc:Fallback>
                <p:oleObj name="Equation" r:id="rId7" imgW="888614" imgH="291973"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2275" y="260350"/>
                        <a:ext cx="2160588" cy="709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7" name="Object 7"/>
          <p:cNvGraphicFramePr>
            <a:graphicFrameLocks noChangeAspect="1"/>
          </p:cNvGraphicFramePr>
          <p:nvPr/>
        </p:nvGraphicFramePr>
        <p:xfrm>
          <a:off x="4140200" y="260350"/>
          <a:ext cx="1728788" cy="736600"/>
        </p:xfrm>
        <a:graphic>
          <a:graphicData uri="http://schemas.openxmlformats.org/presentationml/2006/ole">
            <mc:AlternateContent xmlns:mc="http://schemas.openxmlformats.org/markup-compatibility/2006">
              <mc:Choice xmlns:v="urn:schemas-microsoft-com:vml" Requires="v">
                <p:oleObj spid="_x0000_s34051" name="Equation" r:id="rId9" imgW="685800" imgH="291960" progId="Equation.DSMT4">
                  <p:embed/>
                </p:oleObj>
              </mc:Choice>
              <mc:Fallback>
                <p:oleObj name="Equation" r:id="rId9" imgW="685800" imgH="29196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40200" y="260350"/>
                        <a:ext cx="1728788" cy="736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8" name="Object 8"/>
          <p:cNvGraphicFramePr>
            <a:graphicFrameLocks noChangeAspect="1"/>
          </p:cNvGraphicFramePr>
          <p:nvPr/>
        </p:nvGraphicFramePr>
        <p:xfrm>
          <a:off x="1693863" y="955675"/>
          <a:ext cx="2230437" cy="754063"/>
        </p:xfrm>
        <a:graphic>
          <a:graphicData uri="http://schemas.openxmlformats.org/presentationml/2006/ole">
            <mc:AlternateContent xmlns:mc="http://schemas.openxmlformats.org/markup-compatibility/2006">
              <mc:Choice xmlns:v="urn:schemas-microsoft-com:vml" Requires="v">
                <p:oleObj spid="_x0000_s34052" name="Equation" r:id="rId11" imgW="863225" imgH="291973" progId="Equation.DSMT4">
                  <p:embed/>
                </p:oleObj>
              </mc:Choice>
              <mc:Fallback>
                <p:oleObj name="Equation" r:id="rId11" imgW="863225" imgH="291973"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93863" y="955675"/>
                        <a:ext cx="2230437" cy="754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449" name="Group 9"/>
          <p:cNvGrpSpPr>
            <a:grpSpLocks/>
          </p:cNvGrpSpPr>
          <p:nvPr/>
        </p:nvGrpSpPr>
        <p:grpSpPr bwMode="auto">
          <a:xfrm>
            <a:off x="3076575" y="1628775"/>
            <a:ext cx="3200400" cy="2133600"/>
            <a:chOff x="1824" y="1344"/>
            <a:chExt cx="2016" cy="1344"/>
          </a:xfrm>
        </p:grpSpPr>
        <p:sp>
          <p:nvSpPr>
            <p:cNvPr id="33836" name="Line 10"/>
            <p:cNvSpPr>
              <a:spLocks noChangeShapeType="1"/>
            </p:cNvSpPr>
            <p:nvPr/>
          </p:nvSpPr>
          <p:spPr bwMode="auto">
            <a:xfrm>
              <a:off x="1824" y="1728"/>
              <a:ext cx="1632"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837" name="Line 11"/>
            <p:cNvSpPr>
              <a:spLocks noChangeShapeType="1"/>
            </p:cNvSpPr>
            <p:nvPr/>
          </p:nvSpPr>
          <p:spPr bwMode="auto">
            <a:xfrm>
              <a:off x="3792" y="1344"/>
              <a:ext cx="48" cy="1344"/>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61452" name="Object 12"/>
          <p:cNvGraphicFramePr>
            <a:graphicFrameLocks noChangeAspect="1"/>
          </p:cNvGraphicFramePr>
          <p:nvPr/>
        </p:nvGraphicFramePr>
        <p:xfrm>
          <a:off x="3170238" y="3990975"/>
          <a:ext cx="482600" cy="304800"/>
        </p:xfrm>
        <a:graphic>
          <a:graphicData uri="http://schemas.openxmlformats.org/presentationml/2006/ole">
            <mc:AlternateContent xmlns:mc="http://schemas.openxmlformats.org/markup-compatibility/2006">
              <mc:Choice xmlns:v="urn:schemas-microsoft-com:vml" Requires="v">
                <p:oleObj spid="_x0000_s34053" name="Equation" r:id="rId13" imgW="482391" imgH="304668" progId="Equation.3">
                  <p:embed/>
                </p:oleObj>
              </mc:Choice>
              <mc:Fallback>
                <p:oleObj name="Equation" r:id="rId13" imgW="482391" imgH="304668"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70238" y="3990975"/>
                        <a:ext cx="4826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453" name="Group 13"/>
          <p:cNvGrpSpPr>
            <a:grpSpLocks/>
          </p:cNvGrpSpPr>
          <p:nvPr/>
        </p:nvGrpSpPr>
        <p:grpSpPr bwMode="auto">
          <a:xfrm>
            <a:off x="3457575" y="1781175"/>
            <a:ext cx="3429000" cy="1981200"/>
            <a:chOff x="2064" y="1440"/>
            <a:chExt cx="2160" cy="1248"/>
          </a:xfrm>
        </p:grpSpPr>
        <p:sp>
          <p:nvSpPr>
            <p:cNvPr id="33834" name="Line 14"/>
            <p:cNvSpPr>
              <a:spLocks noChangeShapeType="1"/>
            </p:cNvSpPr>
            <p:nvPr/>
          </p:nvSpPr>
          <p:spPr bwMode="auto">
            <a:xfrm>
              <a:off x="2064" y="1680"/>
              <a:ext cx="1392"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835" name="Line 15"/>
            <p:cNvSpPr>
              <a:spLocks noChangeShapeType="1"/>
            </p:cNvSpPr>
            <p:nvPr/>
          </p:nvSpPr>
          <p:spPr bwMode="auto">
            <a:xfrm>
              <a:off x="4224" y="1440"/>
              <a:ext cx="0" cy="124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61456" name="Object 16"/>
          <p:cNvGraphicFramePr>
            <a:graphicFrameLocks noChangeAspect="1"/>
          </p:cNvGraphicFramePr>
          <p:nvPr/>
        </p:nvGraphicFramePr>
        <p:xfrm>
          <a:off x="3924300" y="4005263"/>
          <a:ext cx="203200" cy="317500"/>
        </p:xfrm>
        <a:graphic>
          <a:graphicData uri="http://schemas.openxmlformats.org/presentationml/2006/ole">
            <mc:AlternateContent xmlns:mc="http://schemas.openxmlformats.org/markup-compatibility/2006">
              <mc:Choice xmlns:v="urn:schemas-microsoft-com:vml" Requires="v">
                <p:oleObj spid="_x0000_s34054" name="Equation" r:id="rId15" imgW="203024" imgH="317225" progId="Equation.3">
                  <p:embed/>
                </p:oleObj>
              </mc:Choice>
              <mc:Fallback>
                <p:oleObj name="Equation" r:id="rId15" imgW="203024" imgH="317225"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24300" y="4005263"/>
                        <a:ext cx="2032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457" name="Group 17"/>
          <p:cNvGrpSpPr>
            <a:grpSpLocks/>
          </p:cNvGrpSpPr>
          <p:nvPr/>
        </p:nvGrpSpPr>
        <p:grpSpPr bwMode="auto">
          <a:xfrm>
            <a:off x="3228975" y="1933575"/>
            <a:ext cx="4343400" cy="1905000"/>
            <a:chOff x="1920" y="1536"/>
            <a:chExt cx="2736" cy="1200"/>
          </a:xfrm>
        </p:grpSpPr>
        <p:sp>
          <p:nvSpPr>
            <p:cNvPr id="33831" name="Line 18"/>
            <p:cNvSpPr>
              <a:spLocks noChangeShapeType="1"/>
            </p:cNvSpPr>
            <p:nvPr/>
          </p:nvSpPr>
          <p:spPr bwMode="auto">
            <a:xfrm>
              <a:off x="1920" y="1680"/>
              <a:ext cx="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832" name="Line 19"/>
            <p:cNvSpPr>
              <a:spLocks noChangeShapeType="1"/>
            </p:cNvSpPr>
            <p:nvPr/>
          </p:nvSpPr>
          <p:spPr bwMode="auto">
            <a:xfrm>
              <a:off x="1968" y="1776"/>
              <a:ext cx="1488"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833" name="Line 20"/>
            <p:cNvSpPr>
              <a:spLocks noChangeShapeType="1"/>
            </p:cNvSpPr>
            <p:nvPr/>
          </p:nvSpPr>
          <p:spPr bwMode="auto">
            <a:xfrm>
              <a:off x="4656" y="1536"/>
              <a:ext cx="0" cy="12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61461" name="Object 21"/>
          <p:cNvGraphicFramePr>
            <a:graphicFrameLocks noChangeAspect="1"/>
          </p:cNvGraphicFramePr>
          <p:nvPr/>
        </p:nvGraphicFramePr>
        <p:xfrm>
          <a:off x="4529138" y="3990975"/>
          <a:ext cx="215900" cy="292100"/>
        </p:xfrm>
        <a:graphic>
          <a:graphicData uri="http://schemas.openxmlformats.org/presentationml/2006/ole">
            <mc:AlternateContent xmlns:mc="http://schemas.openxmlformats.org/markup-compatibility/2006">
              <mc:Choice xmlns:v="urn:schemas-microsoft-com:vml" Requires="v">
                <p:oleObj spid="_x0000_s34055" name="Equation" r:id="rId17" imgW="215713" imgH="291847" progId="Equation.3">
                  <p:embed/>
                </p:oleObj>
              </mc:Choice>
              <mc:Fallback>
                <p:oleObj name="Equation" r:id="rId17" imgW="215713" imgH="291847" progId="Equation.3">
                  <p:embed/>
                  <p:pic>
                    <p:nvPicPr>
                      <p:cNvPr id="0" name="Object 2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29138" y="3990975"/>
                        <a:ext cx="21590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462" name="Group 22"/>
          <p:cNvGrpSpPr>
            <a:grpSpLocks/>
          </p:cNvGrpSpPr>
          <p:nvPr/>
        </p:nvGrpSpPr>
        <p:grpSpPr bwMode="auto">
          <a:xfrm>
            <a:off x="3152775" y="1704975"/>
            <a:ext cx="3124200" cy="2133600"/>
            <a:chOff x="1872" y="1392"/>
            <a:chExt cx="1968" cy="1344"/>
          </a:xfrm>
        </p:grpSpPr>
        <p:sp>
          <p:nvSpPr>
            <p:cNvPr id="33829" name="Line 23"/>
            <p:cNvSpPr>
              <a:spLocks noChangeShapeType="1"/>
            </p:cNvSpPr>
            <p:nvPr/>
          </p:nvSpPr>
          <p:spPr bwMode="auto">
            <a:xfrm flipV="1">
              <a:off x="1872" y="2064"/>
              <a:ext cx="1584"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830" name="Line 24"/>
            <p:cNvSpPr>
              <a:spLocks noChangeShapeType="1"/>
            </p:cNvSpPr>
            <p:nvPr/>
          </p:nvSpPr>
          <p:spPr bwMode="auto">
            <a:xfrm>
              <a:off x="3840" y="1392"/>
              <a:ext cx="0" cy="1344"/>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61465" name="Object 25"/>
          <p:cNvGraphicFramePr>
            <a:graphicFrameLocks noChangeAspect="1"/>
          </p:cNvGraphicFramePr>
          <p:nvPr/>
        </p:nvGraphicFramePr>
        <p:xfrm>
          <a:off x="3233738" y="4524375"/>
          <a:ext cx="368300" cy="317500"/>
        </p:xfrm>
        <a:graphic>
          <a:graphicData uri="http://schemas.openxmlformats.org/presentationml/2006/ole">
            <mc:AlternateContent xmlns:mc="http://schemas.openxmlformats.org/markup-compatibility/2006">
              <mc:Choice xmlns:v="urn:schemas-microsoft-com:vml" Requires="v">
                <p:oleObj spid="_x0000_s34056" name="Equation" r:id="rId19" imgW="368140" imgH="317362" progId="Equation.3">
                  <p:embed/>
                </p:oleObj>
              </mc:Choice>
              <mc:Fallback>
                <p:oleObj name="Equation" r:id="rId19" imgW="368140" imgH="317362" progId="Equation.3">
                  <p:embed/>
                  <p:pic>
                    <p:nvPicPr>
                      <p:cNvPr id="0" name="Object 2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33738" y="4524375"/>
                        <a:ext cx="3683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466" name="Group 26"/>
          <p:cNvGrpSpPr>
            <a:grpSpLocks/>
          </p:cNvGrpSpPr>
          <p:nvPr/>
        </p:nvGrpSpPr>
        <p:grpSpPr bwMode="auto">
          <a:xfrm>
            <a:off x="3305175" y="1781175"/>
            <a:ext cx="3581400" cy="1905000"/>
            <a:chOff x="1968" y="1440"/>
            <a:chExt cx="2256" cy="1200"/>
          </a:xfrm>
        </p:grpSpPr>
        <p:sp>
          <p:nvSpPr>
            <p:cNvPr id="33827" name="Line 27"/>
            <p:cNvSpPr>
              <a:spLocks noChangeShapeType="1"/>
            </p:cNvSpPr>
            <p:nvPr/>
          </p:nvSpPr>
          <p:spPr bwMode="auto">
            <a:xfrm>
              <a:off x="1968" y="2112"/>
              <a:ext cx="1488"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828" name="Line 28"/>
            <p:cNvSpPr>
              <a:spLocks noChangeShapeType="1"/>
            </p:cNvSpPr>
            <p:nvPr/>
          </p:nvSpPr>
          <p:spPr bwMode="auto">
            <a:xfrm>
              <a:off x="4224" y="1440"/>
              <a:ext cx="0" cy="12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61469" name="Object 29"/>
          <p:cNvGraphicFramePr>
            <a:graphicFrameLocks noChangeAspect="1"/>
          </p:cNvGraphicFramePr>
          <p:nvPr/>
        </p:nvGraphicFramePr>
        <p:xfrm>
          <a:off x="3919538" y="4524375"/>
          <a:ext cx="215900" cy="304800"/>
        </p:xfrm>
        <a:graphic>
          <a:graphicData uri="http://schemas.openxmlformats.org/presentationml/2006/ole">
            <mc:AlternateContent xmlns:mc="http://schemas.openxmlformats.org/markup-compatibility/2006">
              <mc:Choice xmlns:v="urn:schemas-microsoft-com:vml" Requires="v">
                <p:oleObj spid="_x0000_s34057" name="Equation" r:id="rId21" imgW="215713" imgH="304536" progId="Equation.3">
                  <p:embed/>
                </p:oleObj>
              </mc:Choice>
              <mc:Fallback>
                <p:oleObj name="Equation" r:id="rId21" imgW="215713" imgH="304536" progId="Equation.3">
                  <p:embed/>
                  <p:pic>
                    <p:nvPicPr>
                      <p:cNvPr id="0" name="Object 2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919538" y="4524375"/>
                        <a:ext cx="2159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470" name="Group 30"/>
          <p:cNvGrpSpPr>
            <a:grpSpLocks/>
          </p:cNvGrpSpPr>
          <p:nvPr/>
        </p:nvGrpSpPr>
        <p:grpSpPr bwMode="auto">
          <a:xfrm>
            <a:off x="3381375" y="1857375"/>
            <a:ext cx="4191000" cy="1981200"/>
            <a:chOff x="2016" y="1488"/>
            <a:chExt cx="2640" cy="1248"/>
          </a:xfrm>
        </p:grpSpPr>
        <p:sp>
          <p:nvSpPr>
            <p:cNvPr id="33825" name="Line 31"/>
            <p:cNvSpPr>
              <a:spLocks noChangeShapeType="1"/>
            </p:cNvSpPr>
            <p:nvPr/>
          </p:nvSpPr>
          <p:spPr bwMode="auto">
            <a:xfrm>
              <a:off x="2016" y="2112"/>
              <a:ext cx="1440"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826" name="Line 32"/>
            <p:cNvSpPr>
              <a:spLocks noChangeShapeType="1"/>
            </p:cNvSpPr>
            <p:nvPr/>
          </p:nvSpPr>
          <p:spPr bwMode="auto">
            <a:xfrm>
              <a:off x="4656" y="1488"/>
              <a:ext cx="0" cy="124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61473" name="Object 33"/>
          <p:cNvGraphicFramePr>
            <a:graphicFrameLocks noChangeAspect="1"/>
          </p:cNvGraphicFramePr>
          <p:nvPr/>
        </p:nvGraphicFramePr>
        <p:xfrm>
          <a:off x="4376738" y="4524375"/>
          <a:ext cx="482600" cy="317500"/>
        </p:xfrm>
        <a:graphic>
          <a:graphicData uri="http://schemas.openxmlformats.org/presentationml/2006/ole">
            <mc:AlternateContent xmlns:mc="http://schemas.openxmlformats.org/markup-compatibility/2006">
              <mc:Choice xmlns:v="urn:schemas-microsoft-com:vml" Requires="v">
                <p:oleObj spid="_x0000_s34058" name="Equation" r:id="rId23" imgW="482181" imgH="317225" progId="Equation.3">
                  <p:embed/>
                </p:oleObj>
              </mc:Choice>
              <mc:Fallback>
                <p:oleObj name="Equation" r:id="rId23" imgW="482181" imgH="317225" progId="Equation.3">
                  <p:embed/>
                  <p:pic>
                    <p:nvPicPr>
                      <p:cNvPr id="0" name="Object 3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376738" y="4524375"/>
                        <a:ext cx="4826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474" name="Group 34"/>
          <p:cNvGrpSpPr>
            <a:grpSpLocks/>
          </p:cNvGrpSpPr>
          <p:nvPr/>
        </p:nvGrpSpPr>
        <p:grpSpPr bwMode="auto">
          <a:xfrm>
            <a:off x="3228975" y="1704975"/>
            <a:ext cx="3048000" cy="2133600"/>
            <a:chOff x="1920" y="1392"/>
            <a:chExt cx="1920" cy="1344"/>
          </a:xfrm>
        </p:grpSpPr>
        <p:sp>
          <p:nvSpPr>
            <p:cNvPr id="33823" name="Line 35"/>
            <p:cNvSpPr>
              <a:spLocks noChangeShapeType="1"/>
            </p:cNvSpPr>
            <p:nvPr/>
          </p:nvSpPr>
          <p:spPr bwMode="auto">
            <a:xfrm>
              <a:off x="1920" y="2400"/>
              <a:ext cx="1536"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824" name="Line 36"/>
            <p:cNvSpPr>
              <a:spLocks noChangeShapeType="1"/>
            </p:cNvSpPr>
            <p:nvPr/>
          </p:nvSpPr>
          <p:spPr bwMode="auto">
            <a:xfrm>
              <a:off x="3840" y="1392"/>
              <a:ext cx="0" cy="1344"/>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61477" name="Object 37"/>
          <p:cNvGraphicFramePr>
            <a:graphicFrameLocks noChangeAspect="1"/>
          </p:cNvGraphicFramePr>
          <p:nvPr/>
        </p:nvGraphicFramePr>
        <p:xfrm>
          <a:off x="3157538" y="5057775"/>
          <a:ext cx="482600" cy="304800"/>
        </p:xfrm>
        <a:graphic>
          <a:graphicData uri="http://schemas.openxmlformats.org/presentationml/2006/ole">
            <mc:AlternateContent xmlns:mc="http://schemas.openxmlformats.org/markup-compatibility/2006">
              <mc:Choice xmlns:v="urn:schemas-microsoft-com:vml" Requires="v">
                <p:oleObj spid="_x0000_s34059" name="Equation" r:id="rId25" imgW="482391" imgH="304668" progId="Equation.3">
                  <p:embed/>
                </p:oleObj>
              </mc:Choice>
              <mc:Fallback>
                <p:oleObj name="Equation" r:id="rId25" imgW="482391" imgH="304668" progId="Equation.3">
                  <p:embed/>
                  <p:pic>
                    <p:nvPicPr>
                      <p:cNvPr id="0" name="Object 3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157538" y="5057775"/>
                        <a:ext cx="4826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478" name="Group 38"/>
          <p:cNvGrpSpPr>
            <a:grpSpLocks/>
          </p:cNvGrpSpPr>
          <p:nvPr/>
        </p:nvGrpSpPr>
        <p:grpSpPr bwMode="auto">
          <a:xfrm>
            <a:off x="3228975" y="1857375"/>
            <a:ext cx="3657600" cy="1905000"/>
            <a:chOff x="1920" y="1488"/>
            <a:chExt cx="2304" cy="1200"/>
          </a:xfrm>
        </p:grpSpPr>
        <p:sp>
          <p:nvSpPr>
            <p:cNvPr id="33821" name="Line 39"/>
            <p:cNvSpPr>
              <a:spLocks noChangeShapeType="1"/>
            </p:cNvSpPr>
            <p:nvPr/>
          </p:nvSpPr>
          <p:spPr bwMode="auto">
            <a:xfrm>
              <a:off x="1920" y="2400"/>
              <a:ext cx="1488"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822" name="Line 40"/>
            <p:cNvSpPr>
              <a:spLocks noChangeShapeType="1"/>
            </p:cNvSpPr>
            <p:nvPr/>
          </p:nvSpPr>
          <p:spPr bwMode="auto">
            <a:xfrm>
              <a:off x="4224" y="1488"/>
              <a:ext cx="0" cy="12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61481" name="Object 41"/>
          <p:cNvGraphicFramePr>
            <a:graphicFrameLocks noChangeAspect="1"/>
          </p:cNvGraphicFramePr>
          <p:nvPr/>
        </p:nvGraphicFramePr>
        <p:xfrm>
          <a:off x="3843338" y="5057775"/>
          <a:ext cx="368300" cy="304800"/>
        </p:xfrm>
        <a:graphic>
          <a:graphicData uri="http://schemas.openxmlformats.org/presentationml/2006/ole">
            <mc:AlternateContent xmlns:mc="http://schemas.openxmlformats.org/markup-compatibility/2006">
              <mc:Choice xmlns:v="urn:schemas-microsoft-com:vml" Requires="v">
                <p:oleObj spid="_x0000_s34060" name="Equation" r:id="rId27" imgW="368140" imgH="304668" progId="Equation.3">
                  <p:embed/>
                </p:oleObj>
              </mc:Choice>
              <mc:Fallback>
                <p:oleObj name="Equation" r:id="rId27" imgW="368140" imgH="304668" progId="Equation.3">
                  <p:embed/>
                  <p:pic>
                    <p:nvPicPr>
                      <p:cNvPr id="0" name="Object 4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843338" y="5057775"/>
                        <a:ext cx="3683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482" name="Group 42"/>
          <p:cNvGrpSpPr>
            <a:grpSpLocks/>
          </p:cNvGrpSpPr>
          <p:nvPr/>
        </p:nvGrpSpPr>
        <p:grpSpPr bwMode="auto">
          <a:xfrm>
            <a:off x="3228975" y="1933575"/>
            <a:ext cx="4343400" cy="1828800"/>
            <a:chOff x="1920" y="1536"/>
            <a:chExt cx="2736" cy="1152"/>
          </a:xfrm>
        </p:grpSpPr>
        <p:sp>
          <p:nvSpPr>
            <p:cNvPr id="33819" name="Line 43"/>
            <p:cNvSpPr>
              <a:spLocks noChangeShapeType="1"/>
            </p:cNvSpPr>
            <p:nvPr/>
          </p:nvSpPr>
          <p:spPr bwMode="auto">
            <a:xfrm>
              <a:off x="1920" y="2400"/>
              <a:ext cx="1440"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820" name="Line 44"/>
            <p:cNvSpPr>
              <a:spLocks noChangeShapeType="1"/>
            </p:cNvSpPr>
            <p:nvPr/>
          </p:nvSpPr>
          <p:spPr bwMode="auto">
            <a:xfrm>
              <a:off x="4656" y="1536"/>
              <a:ext cx="0" cy="115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61485" name="Object 45"/>
          <p:cNvGraphicFramePr>
            <a:graphicFrameLocks noChangeAspect="1"/>
          </p:cNvGraphicFramePr>
          <p:nvPr/>
        </p:nvGraphicFramePr>
        <p:xfrm>
          <a:off x="4452938" y="5057775"/>
          <a:ext cx="368300" cy="317500"/>
        </p:xfrm>
        <a:graphic>
          <a:graphicData uri="http://schemas.openxmlformats.org/presentationml/2006/ole">
            <mc:AlternateContent xmlns:mc="http://schemas.openxmlformats.org/markup-compatibility/2006">
              <mc:Choice xmlns:v="urn:schemas-microsoft-com:vml" Requires="v">
                <p:oleObj spid="_x0000_s34061" name="Equation" r:id="rId29" imgW="368140" imgH="317362" progId="Equation.3">
                  <p:embed/>
                </p:oleObj>
              </mc:Choice>
              <mc:Fallback>
                <p:oleObj name="Equation" r:id="rId29" imgW="368140" imgH="317362" progId="Equation.3">
                  <p:embed/>
                  <p:pic>
                    <p:nvPicPr>
                      <p:cNvPr id="0" name="Object 4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452938" y="5057775"/>
                        <a:ext cx="3683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1446"/>
                                        </p:tgtEl>
                                        <p:attrNameLst>
                                          <p:attrName>style.visibility</p:attrName>
                                        </p:attrNameLst>
                                      </p:cBhvr>
                                      <p:to>
                                        <p:strVal val="visible"/>
                                      </p:to>
                                    </p:set>
                                    <p:animEffect transition="in" filter="wipe(left)">
                                      <p:cBhvr>
                                        <p:cTn id="7" dur="500"/>
                                        <p:tgtEl>
                                          <p:spTgt spid="614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1447"/>
                                        </p:tgtEl>
                                        <p:attrNameLst>
                                          <p:attrName>style.visibility</p:attrName>
                                        </p:attrNameLst>
                                      </p:cBhvr>
                                      <p:to>
                                        <p:strVal val="visible"/>
                                      </p:to>
                                    </p:set>
                                    <p:animEffect transition="in" filter="wipe(left)">
                                      <p:cBhvr>
                                        <p:cTn id="12" dur="500"/>
                                        <p:tgtEl>
                                          <p:spTgt spid="614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1448"/>
                                        </p:tgtEl>
                                        <p:attrNameLst>
                                          <p:attrName>style.visibility</p:attrName>
                                        </p:attrNameLst>
                                      </p:cBhvr>
                                      <p:to>
                                        <p:strVal val="visible"/>
                                      </p:to>
                                    </p:set>
                                    <p:animEffect transition="in" filter="wipe(left)">
                                      <p:cBhvr>
                                        <p:cTn id="17" dur="500"/>
                                        <p:tgtEl>
                                          <p:spTgt spid="614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61442"/>
                                        </p:tgtEl>
                                        <p:attrNameLst>
                                          <p:attrName>style.visibility</p:attrName>
                                        </p:attrNameLst>
                                      </p:cBhvr>
                                      <p:to>
                                        <p:strVal val="visible"/>
                                      </p:to>
                                    </p:set>
                                    <p:animEffect transition="in" filter="wipe(left)">
                                      <p:cBhvr>
                                        <p:cTn id="22" dur="75"/>
                                        <p:tgtEl>
                                          <p:spTgt spid="614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1443"/>
                                        </p:tgtEl>
                                        <p:attrNameLst>
                                          <p:attrName>style.visibility</p:attrName>
                                        </p:attrNameLst>
                                      </p:cBhvr>
                                      <p:to>
                                        <p:strVal val="visible"/>
                                      </p:to>
                                    </p:set>
                                    <p:animEffect transition="in" filter="wipe(left)">
                                      <p:cBhvr>
                                        <p:cTn id="27" dur="500"/>
                                        <p:tgtEl>
                                          <p:spTgt spid="6144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1444"/>
                                        </p:tgtEl>
                                        <p:attrNameLst>
                                          <p:attrName>style.visibility</p:attrName>
                                        </p:attrNameLst>
                                      </p:cBhvr>
                                      <p:to>
                                        <p:strVal val="visible"/>
                                      </p:to>
                                    </p:set>
                                    <p:animEffect transition="in" filter="wipe(left)">
                                      <p:cBhvr>
                                        <p:cTn id="32" dur="500"/>
                                        <p:tgtEl>
                                          <p:spTgt spid="6144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1449"/>
                                        </p:tgtEl>
                                        <p:attrNameLst>
                                          <p:attrName>style.visibility</p:attrName>
                                        </p:attrNameLst>
                                      </p:cBhvr>
                                      <p:to>
                                        <p:strVal val="visible"/>
                                      </p:to>
                                    </p:set>
                                    <p:animEffect transition="in" filter="wipe(left)">
                                      <p:cBhvr>
                                        <p:cTn id="37" dur="500"/>
                                        <p:tgtEl>
                                          <p:spTgt spid="61449"/>
                                        </p:tgtEl>
                                      </p:cBhvr>
                                    </p:animEffect>
                                  </p:childTnLst>
                                  <p:subTnLst>
                                    <p:set>
                                      <p:cBhvr override="childStyle">
                                        <p:cTn dur="1" fill="hold" display="0" masterRel="nextClick" afterEffect="1"/>
                                        <p:tgtEl>
                                          <p:spTgt spid="61449"/>
                                        </p:tgtEl>
                                        <p:attrNameLst>
                                          <p:attrName>style.visibility</p:attrName>
                                        </p:attrNameLst>
                                      </p:cBhvr>
                                      <p:to>
                                        <p:strVal val="hidden"/>
                                      </p:to>
                                    </p:set>
                                  </p:sub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1452"/>
                                        </p:tgtEl>
                                        <p:attrNameLst>
                                          <p:attrName>style.visibility</p:attrName>
                                        </p:attrNameLst>
                                      </p:cBhvr>
                                      <p:to>
                                        <p:strVal val="visible"/>
                                      </p:to>
                                    </p:set>
                                    <p:animEffect transition="in" filter="wipe(left)">
                                      <p:cBhvr>
                                        <p:cTn id="42" dur="500"/>
                                        <p:tgtEl>
                                          <p:spTgt spid="6145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1453"/>
                                        </p:tgtEl>
                                        <p:attrNameLst>
                                          <p:attrName>style.visibility</p:attrName>
                                        </p:attrNameLst>
                                      </p:cBhvr>
                                      <p:to>
                                        <p:strVal val="visible"/>
                                      </p:to>
                                    </p:set>
                                    <p:animEffect transition="in" filter="wipe(left)">
                                      <p:cBhvr>
                                        <p:cTn id="47" dur="500"/>
                                        <p:tgtEl>
                                          <p:spTgt spid="61453"/>
                                        </p:tgtEl>
                                      </p:cBhvr>
                                    </p:animEffect>
                                  </p:childTnLst>
                                  <p:subTnLst>
                                    <p:set>
                                      <p:cBhvr override="childStyle">
                                        <p:cTn dur="1" fill="hold" display="0" masterRel="nextClick" afterEffect="1"/>
                                        <p:tgtEl>
                                          <p:spTgt spid="61453"/>
                                        </p:tgtEl>
                                        <p:attrNameLst>
                                          <p:attrName>style.visibility</p:attrName>
                                        </p:attrNameLst>
                                      </p:cBhvr>
                                      <p:to>
                                        <p:strVal val="hidden"/>
                                      </p:to>
                                    </p:set>
                                  </p:sub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1456"/>
                                        </p:tgtEl>
                                        <p:attrNameLst>
                                          <p:attrName>style.visibility</p:attrName>
                                        </p:attrNameLst>
                                      </p:cBhvr>
                                      <p:to>
                                        <p:strVal val="visible"/>
                                      </p:to>
                                    </p:set>
                                    <p:animEffect transition="in" filter="wipe(left)">
                                      <p:cBhvr>
                                        <p:cTn id="52" dur="500"/>
                                        <p:tgtEl>
                                          <p:spTgt spid="6145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61457"/>
                                        </p:tgtEl>
                                        <p:attrNameLst>
                                          <p:attrName>style.visibility</p:attrName>
                                        </p:attrNameLst>
                                      </p:cBhvr>
                                      <p:to>
                                        <p:strVal val="visible"/>
                                      </p:to>
                                    </p:set>
                                    <p:animEffect transition="in" filter="wipe(left)">
                                      <p:cBhvr>
                                        <p:cTn id="57" dur="500"/>
                                        <p:tgtEl>
                                          <p:spTgt spid="61457"/>
                                        </p:tgtEl>
                                      </p:cBhvr>
                                    </p:animEffect>
                                  </p:childTnLst>
                                  <p:subTnLst>
                                    <p:set>
                                      <p:cBhvr override="childStyle">
                                        <p:cTn dur="1" fill="hold" display="0" masterRel="nextClick" afterEffect="1"/>
                                        <p:tgtEl>
                                          <p:spTgt spid="61457"/>
                                        </p:tgtEl>
                                        <p:attrNameLst>
                                          <p:attrName>style.visibility</p:attrName>
                                        </p:attrNameLst>
                                      </p:cBhvr>
                                      <p:to>
                                        <p:strVal val="hidden"/>
                                      </p:to>
                                    </p:set>
                                  </p:sub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61461"/>
                                        </p:tgtEl>
                                        <p:attrNameLst>
                                          <p:attrName>style.visibility</p:attrName>
                                        </p:attrNameLst>
                                      </p:cBhvr>
                                      <p:to>
                                        <p:strVal val="visible"/>
                                      </p:to>
                                    </p:set>
                                    <p:animEffect transition="in" filter="wipe(left)">
                                      <p:cBhvr>
                                        <p:cTn id="62" dur="500"/>
                                        <p:tgtEl>
                                          <p:spTgt spid="6146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61462"/>
                                        </p:tgtEl>
                                        <p:attrNameLst>
                                          <p:attrName>style.visibility</p:attrName>
                                        </p:attrNameLst>
                                      </p:cBhvr>
                                      <p:to>
                                        <p:strVal val="visible"/>
                                      </p:to>
                                    </p:set>
                                    <p:animEffect transition="in" filter="wipe(left)">
                                      <p:cBhvr>
                                        <p:cTn id="67" dur="500"/>
                                        <p:tgtEl>
                                          <p:spTgt spid="61462"/>
                                        </p:tgtEl>
                                      </p:cBhvr>
                                    </p:animEffect>
                                  </p:childTnLst>
                                  <p:subTnLst>
                                    <p:set>
                                      <p:cBhvr override="childStyle">
                                        <p:cTn dur="1" fill="hold" display="0" masterRel="nextClick" afterEffect="1"/>
                                        <p:tgtEl>
                                          <p:spTgt spid="61462"/>
                                        </p:tgtEl>
                                        <p:attrNameLst>
                                          <p:attrName>style.visibility</p:attrName>
                                        </p:attrNameLst>
                                      </p:cBhvr>
                                      <p:to>
                                        <p:strVal val="hidden"/>
                                      </p:to>
                                    </p:set>
                                  </p:sub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61465"/>
                                        </p:tgtEl>
                                        <p:attrNameLst>
                                          <p:attrName>style.visibility</p:attrName>
                                        </p:attrNameLst>
                                      </p:cBhvr>
                                      <p:to>
                                        <p:strVal val="visible"/>
                                      </p:to>
                                    </p:set>
                                    <p:animEffect transition="in" filter="wipe(left)">
                                      <p:cBhvr>
                                        <p:cTn id="72" dur="500"/>
                                        <p:tgtEl>
                                          <p:spTgt spid="61465"/>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61466"/>
                                        </p:tgtEl>
                                        <p:attrNameLst>
                                          <p:attrName>style.visibility</p:attrName>
                                        </p:attrNameLst>
                                      </p:cBhvr>
                                      <p:to>
                                        <p:strVal val="visible"/>
                                      </p:to>
                                    </p:set>
                                    <p:animEffect transition="in" filter="wipe(left)">
                                      <p:cBhvr>
                                        <p:cTn id="77" dur="500"/>
                                        <p:tgtEl>
                                          <p:spTgt spid="61466"/>
                                        </p:tgtEl>
                                      </p:cBhvr>
                                    </p:animEffect>
                                  </p:childTnLst>
                                  <p:subTnLst>
                                    <p:set>
                                      <p:cBhvr override="childStyle">
                                        <p:cTn dur="1" fill="hold" display="0" masterRel="nextClick" afterEffect="1"/>
                                        <p:tgtEl>
                                          <p:spTgt spid="61466"/>
                                        </p:tgtEl>
                                        <p:attrNameLst>
                                          <p:attrName>style.visibility</p:attrName>
                                        </p:attrNameLst>
                                      </p:cBhvr>
                                      <p:to>
                                        <p:strVal val="hidden"/>
                                      </p:to>
                                    </p:set>
                                  </p:subTnLst>
                                </p:cTn>
                              </p:par>
                              <p:par>
                                <p:cTn id="78" presetID="22" presetClass="entr" presetSubtype="8" fill="hold" nodeType="withEffect">
                                  <p:stCondLst>
                                    <p:cond delay="0"/>
                                  </p:stCondLst>
                                  <p:childTnLst>
                                    <p:set>
                                      <p:cBhvr>
                                        <p:cTn id="79" dur="1" fill="hold">
                                          <p:stCondLst>
                                            <p:cond delay="0"/>
                                          </p:stCondLst>
                                        </p:cTn>
                                        <p:tgtEl>
                                          <p:spTgt spid="61469"/>
                                        </p:tgtEl>
                                        <p:attrNameLst>
                                          <p:attrName>style.visibility</p:attrName>
                                        </p:attrNameLst>
                                      </p:cBhvr>
                                      <p:to>
                                        <p:strVal val="visible"/>
                                      </p:to>
                                    </p:set>
                                    <p:animEffect transition="in" filter="wipe(left)">
                                      <p:cBhvr>
                                        <p:cTn id="80" dur="500"/>
                                        <p:tgtEl>
                                          <p:spTgt spid="61469"/>
                                        </p:tgtEl>
                                      </p:cBhvr>
                                    </p:animEffect>
                                  </p:childTnLst>
                                </p:cTn>
                              </p:par>
                              <p:par>
                                <p:cTn id="81" presetID="22" presetClass="entr" presetSubtype="8" fill="hold" nodeType="withEffect">
                                  <p:stCondLst>
                                    <p:cond delay="0"/>
                                  </p:stCondLst>
                                  <p:childTnLst>
                                    <p:set>
                                      <p:cBhvr>
                                        <p:cTn id="82" dur="1" fill="hold">
                                          <p:stCondLst>
                                            <p:cond delay="0"/>
                                          </p:stCondLst>
                                        </p:cTn>
                                        <p:tgtEl>
                                          <p:spTgt spid="61470"/>
                                        </p:tgtEl>
                                        <p:attrNameLst>
                                          <p:attrName>style.visibility</p:attrName>
                                        </p:attrNameLst>
                                      </p:cBhvr>
                                      <p:to>
                                        <p:strVal val="visible"/>
                                      </p:to>
                                    </p:set>
                                    <p:animEffect transition="in" filter="wipe(left)">
                                      <p:cBhvr>
                                        <p:cTn id="83" dur="500"/>
                                        <p:tgtEl>
                                          <p:spTgt spid="61470"/>
                                        </p:tgtEl>
                                      </p:cBhvr>
                                    </p:animEffect>
                                  </p:childTnLst>
                                  <p:subTnLst>
                                    <p:set>
                                      <p:cBhvr override="childStyle">
                                        <p:cTn dur="1" fill="hold" display="0" masterRel="nextClick" afterEffect="1"/>
                                        <p:tgtEl>
                                          <p:spTgt spid="61470"/>
                                        </p:tgtEl>
                                        <p:attrNameLst>
                                          <p:attrName>style.visibility</p:attrName>
                                        </p:attrNameLst>
                                      </p:cBhvr>
                                      <p:to>
                                        <p:strVal val="hidden"/>
                                      </p:to>
                                    </p:set>
                                  </p:subTnLst>
                                </p:cTn>
                              </p:par>
                              <p:par>
                                <p:cTn id="84" presetID="22" presetClass="entr" presetSubtype="8" fill="hold" nodeType="withEffect">
                                  <p:stCondLst>
                                    <p:cond delay="0"/>
                                  </p:stCondLst>
                                  <p:childTnLst>
                                    <p:set>
                                      <p:cBhvr>
                                        <p:cTn id="85" dur="1" fill="hold">
                                          <p:stCondLst>
                                            <p:cond delay="0"/>
                                          </p:stCondLst>
                                        </p:cTn>
                                        <p:tgtEl>
                                          <p:spTgt spid="61473"/>
                                        </p:tgtEl>
                                        <p:attrNameLst>
                                          <p:attrName>style.visibility</p:attrName>
                                        </p:attrNameLst>
                                      </p:cBhvr>
                                      <p:to>
                                        <p:strVal val="visible"/>
                                      </p:to>
                                    </p:set>
                                    <p:animEffect transition="in" filter="wipe(left)">
                                      <p:cBhvr>
                                        <p:cTn id="86" dur="500"/>
                                        <p:tgtEl>
                                          <p:spTgt spid="61473"/>
                                        </p:tgtEl>
                                      </p:cBhvr>
                                    </p:animEffect>
                                  </p:childTnLst>
                                </p:cTn>
                              </p:par>
                              <p:par>
                                <p:cTn id="87" presetID="22" presetClass="entr" presetSubtype="8" fill="hold" nodeType="withEffect">
                                  <p:stCondLst>
                                    <p:cond delay="0"/>
                                  </p:stCondLst>
                                  <p:childTnLst>
                                    <p:set>
                                      <p:cBhvr>
                                        <p:cTn id="88" dur="1" fill="hold">
                                          <p:stCondLst>
                                            <p:cond delay="0"/>
                                          </p:stCondLst>
                                        </p:cTn>
                                        <p:tgtEl>
                                          <p:spTgt spid="61474"/>
                                        </p:tgtEl>
                                        <p:attrNameLst>
                                          <p:attrName>style.visibility</p:attrName>
                                        </p:attrNameLst>
                                      </p:cBhvr>
                                      <p:to>
                                        <p:strVal val="visible"/>
                                      </p:to>
                                    </p:set>
                                    <p:animEffect transition="in" filter="wipe(left)">
                                      <p:cBhvr>
                                        <p:cTn id="89" dur="500"/>
                                        <p:tgtEl>
                                          <p:spTgt spid="61474"/>
                                        </p:tgtEl>
                                      </p:cBhvr>
                                    </p:animEffect>
                                  </p:childTnLst>
                                  <p:subTnLst>
                                    <p:set>
                                      <p:cBhvr override="childStyle">
                                        <p:cTn dur="1" fill="hold" display="0" masterRel="nextClick" afterEffect="1"/>
                                        <p:tgtEl>
                                          <p:spTgt spid="61474"/>
                                        </p:tgtEl>
                                        <p:attrNameLst>
                                          <p:attrName>style.visibility</p:attrName>
                                        </p:attrNameLst>
                                      </p:cBhvr>
                                      <p:to>
                                        <p:strVal val="hidden"/>
                                      </p:to>
                                    </p:set>
                                  </p:subTnLst>
                                </p:cTn>
                              </p:par>
                              <p:par>
                                <p:cTn id="90" presetID="22" presetClass="entr" presetSubtype="8" fill="hold" nodeType="withEffect">
                                  <p:stCondLst>
                                    <p:cond delay="0"/>
                                  </p:stCondLst>
                                  <p:childTnLst>
                                    <p:set>
                                      <p:cBhvr>
                                        <p:cTn id="91" dur="1" fill="hold">
                                          <p:stCondLst>
                                            <p:cond delay="0"/>
                                          </p:stCondLst>
                                        </p:cTn>
                                        <p:tgtEl>
                                          <p:spTgt spid="61477"/>
                                        </p:tgtEl>
                                        <p:attrNameLst>
                                          <p:attrName>style.visibility</p:attrName>
                                        </p:attrNameLst>
                                      </p:cBhvr>
                                      <p:to>
                                        <p:strVal val="visible"/>
                                      </p:to>
                                    </p:set>
                                    <p:animEffect transition="in" filter="wipe(left)">
                                      <p:cBhvr>
                                        <p:cTn id="92" dur="500"/>
                                        <p:tgtEl>
                                          <p:spTgt spid="61477"/>
                                        </p:tgtEl>
                                      </p:cBhvr>
                                    </p:animEffect>
                                  </p:childTnLst>
                                </p:cTn>
                              </p:par>
                              <p:par>
                                <p:cTn id="93" presetID="22" presetClass="entr" presetSubtype="8" fill="hold" nodeType="withEffect">
                                  <p:stCondLst>
                                    <p:cond delay="0"/>
                                  </p:stCondLst>
                                  <p:childTnLst>
                                    <p:set>
                                      <p:cBhvr>
                                        <p:cTn id="94" dur="1" fill="hold">
                                          <p:stCondLst>
                                            <p:cond delay="0"/>
                                          </p:stCondLst>
                                        </p:cTn>
                                        <p:tgtEl>
                                          <p:spTgt spid="61478"/>
                                        </p:tgtEl>
                                        <p:attrNameLst>
                                          <p:attrName>style.visibility</p:attrName>
                                        </p:attrNameLst>
                                      </p:cBhvr>
                                      <p:to>
                                        <p:strVal val="visible"/>
                                      </p:to>
                                    </p:set>
                                    <p:animEffect transition="in" filter="wipe(left)">
                                      <p:cBhvr>
                                        <p:cTn id="95" dur="500"/>
                                        <p:tgtEl>
                                          <p:spTgt spid="61478"/>
                                        </p:tgtEl>
                                      </p:cBhvr>
                                    </p:animEffect>
                                  </p:childTnLst>
                                  <p:subTnLst>
                                    <p:set>
                                      <p:cBhvr override="childStyle">
                                        <p:cTn dur="1" fill="hold" display="0" masterRel="nextClick" afterEffect="1"/>
                                        <p:tgtEl>
                                          <p:spTgt spid="61478"/>
                                        </p:tgtEl>
                                        <p:attrNameLst>
                                          <p:attrName>style.visibility</p:attrName>
                                        </p:attrNameLst>
                                      </p:cBhvr>
                                      <p:to>
                                        <p:strVal val="hidden"/>
                                      </p:to>
                                    </p:set>
                                  </p:subTnLst>
                                </p:cTn>
                              </p:par>
                              <p:par>
                                <p:cTn id="96" presetID="22" presetClass="entr" presetSubtype="8" fill="hold" nodeType="withEffect">
                                  <p:stCondLst>
                                    <p:cond delay="0"/>
                                  </p:stCondLst>
                                  <p:childTnLst>
                                    <p:set>
                                      <p:cBhvr>
                                        <p:cTn id="97" dur="1" fill="hold">
                                          <p:stCondLst>
                                            <p:cond delay="0"/>
                                          </p:stCondLst>
                                        </p:cTn>
                                        <p:tgtEl>
                                          <p:spTgt spid="61481"/>
                                        </p:tgtEl>
                                        <p:attrNameLst>
                                          <p:attrName>style.visibility</p:attrName>
                                        </p:attrNameLst>
                                      </p:cBhvr>
                                      <p:to>
                                        <p:strVal val="visible"/>
                                      </p:to>
                                    </p:set>
                                    <p:animEffect transition="in" filter="wipe(left)">
                                      <p:cBhvr>
                                        <p:cTn id="98" dur="500"/>
                                        <p:tgtEl>
                                          <p:spTgt spid="61481"/>
                                        </p:tgtEl>
                                      </p:cBhvr>
                                    </p:animEffect>
                                  </p:childTnLst>
                                </p:cTn>
                              </p:par>
                              <p:par>
                                <p:cTn id="99" presetID="22" presetClass="entr" presetSubtype="8" fill="hold" nodeType="withEffect">
                                  <p:stCondLst>
                                    <p:cond delay="0"/>
                                  </p:stCondLst>
                                  <p:childTnLst>
                                    <p:set>
                                      <p:cBhvr>
                                        <p:cTn id="100" dur="1" fill="hold">
                                          <p:stCondLst>
                                            <p:cond delay="0"/>
                                          </p:stCondLst>
                                        </p:cTn>
                                        <p:tgtEl>
                                          <p:spTgt spid="61482"/>
                                        </p:tgtEl>
                                        <p:attrNameLst>
                                          <p:attrName>style.visibility</p:attrName>
                                        </p:attrNameLst>
                                      </p:cBhvr>
                                      <p:to>
                                        <p:strVal val="visible"/>
                                      </p:to>
                                    </p:set>
                                    <p:animEffect transition="in" filter="wipe(left)">
                                      <p:cBhvr>
                                        <p:cTn id="101" dur="500"/>
                                        <p:tgtEl>
                                          <p:spTgt spid="61482"/>
                                        </p:tgtEl>
                                      </p:cBhvr>
                                    </p:animEffect>
                                  </p:childTnLst>
                                  <p:subTnLst>
                                    <p:set>
                                      <p:cBhvr override="childStyle">
                                        <p:cTn dur="1" fill="hold" display="0" masterRel="nextClick" afterEffect="1"/>
                                        <p:tgtEl>
                                          <p:spTgt spid="61482"/>
                                        </p:tgtEl>
                                        <p:attrNameLst>
                                          <p:attrName>style.visibility</p:attrName>
                                        </p:attrNameLst>
                                      </p:cBhvr>
                                      <p:to>
                                        <p:strVal val="hidden"/>
                                      </p:to>
                                    </p:set>
                                  </p:subTnLst>
                                </p:cTn>
                              </p:par>
                              <p:par>
                                <p:cTn id="102" presetID="22" presetClass="entr" presetSubtype="8" fill="hold" nodeType="withEffect">
                                  <p:stCondLst>
                                    <p:cond delay="0"/>
                                  </p:stCondLst>
                                  <p:childTnLst>
                                    <p:set>
                                      <p:cBhvr>
                                        <p:cTn id="103" dur="1" fill="hold">
                                          <p:stCondLst>
                                            <p:cond delay="0"/>
                                          </p:stCondLst>
                                        </p:cTn>
                                        <p:tgtEl>
                                          <p:spTgt spid="61485"/>
                                        </p:tgtEl>
                                        <p:attrNameLst>
                                          <p:attrName>style.visibility</p:attrName>
                                        </p:attrNameLst>
                                      </p:cBhvr>
                                      <p:to>
                                        <p:strVal val="visible"/>
                                      </p:to>
                                    </p:set>
                                    <p:animEffect transition="in" filter="wipe(left)">
                                      <p:cBhvr>
                                        <p:cTn id="104" dur="500"/>
                                        <p:tgtEl>
                                          <p:spTgt spid="61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914400" y="1871663"/>
            <a:ext cx="7905750" cy="94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895350" indent="-895350"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0000FF"/>
                </a:solidFill>
              </a:rPr>
              <a:t>注意  </a:t>
            </a:r>
            <a:r>
              <a:rPr lang="zh-CN" altLang="en-US">
                <a:solidFill>
                  <a:schemeClr val="bg2"/>
                </a:solidFill>
                <a:ea typeface="宋体" pitchFamily="2" charset="-122"/>
              </a:rPr>
              <a:t>只有当</a:t>
            </a:r>
            <a:r>
              <a:rPr lang="zh-CN" altLang="en-US">
                <a:solidFill>
                  <a:srgbClr val="CC0000"/>
                </a:solidFill>
              </a:rPr>
              <a:t>左矩阵的列数等于右矩阵的行数</a:t>
            </a:r>
            <a:r>
              <a:rPr lang="zh-CN" altLang="en-US">
                <a:solidFill>
                  <a:schemeClr val="bg2"/>
                </a:solidFill>
                <a:ea typeface="宋体" pitchFamily="2" charset="-122"/>
              </a:rPr>
              <a:t>时，两个矩阵才能相乘</a:t>
            </a:r>
            <a:r>
              <a:rPr lang="en-US" altLang="zh-CN">
                <a:solidFill>
                  <a:schemeClr val="bg2"/>
                </a:solidFill>
                <a:ea typeface="宋体" pitchFamily="2" charset="-122"/>
              </a:rPr>
              <a:t>.</a:t>
            </a:r>
          </a:p>
        </p:txBody>
      </p:sp>
      <p:graphicFrame>
        <p:nvGraphicFramePr>
          <p:cNvPr id="62467" name="Object 3"/>
          <p:cNvGraphicFramePr>
            <a:graphicFrameLocks noChangeAspect="1"/>
          </p:cNvGraphicFramePr>
          <p:nvPr/>
        </p:nvGraphicFramePr>
        <p:xfrm>
          <a:off x="2843213" y="3213100"/>
          <a:ext cx="3390900" cy="1625600"/>
        </p:xfrm>
        <a:graphic>
          <a:graphicData uri="http://schemas.openxmlformats.org/presentationml/2006/ole">
            <mc:AlternateContent xmlns:mc="http://schemas.openxmlformats.org/markup-compatibility/2006">
              <mc:Choice xmlns:v="urn:schemas-microsoft-com:vml" Requires="v">
                <p:oleObj spid="_x0000_s34855" name="Equation" r:id="rId3" imgW="3390900" imgH="1625600" progId="Equation.3">
                  <p:embed/>
                </p:oleObj>
              </mc:Choice>
              <mc:Fallback>
                <p:oleObj name="Equation" r:id="rId3" imgW="3390900" imgH="1625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3213100"/>
                        <a:ext cx="3390900" cy="162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68" name="Text Box 4"/>
          <p:cNvSpPr txBox="1">
            <a:spLocks noChangeArrowheads="1"/>
          </p:cNvSpPr>
          <p:nvPr/>
        </p:nvSpPr>
        <p:spPr bwMode="auto">
          <a:xfrm>
            <a:off x="1143000" y="3700463"/>
            <a:ext cx="1557338"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rPr>
              <a:t>例如</a:t>
            </a:r>
          </a:p>
        </p:txBody>
      </p:sp>
      <p:sp>
        <p:nvSpPr>
          <p:cNvPr id="62472" name="Text Box 8"/>
          <p:cNvSpPr txBox="1">
            <a:spLocks noChangeArrowheads="1"/>
          </p:cNvSpPr>
          <p:nvPr/>
        </p:nvSpPr>
        <p:spPr bwMode="auto">
          <a:xfrm>
            <a:off x="6400800" y="3776663"/>
            <a:ext cx="13398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不存在</a:t>
            </a:r>
            <a:r>
              <a:rPr lang="en-US" altLang="zh-CN">
                <a:ea typeface="宋体" pitchFamily="2" charset="-122"/>
              </a:rPr>
              <a:t>.</a:t>
            </a:r>
          </a:p>
        </p:txBody>
      </p:sp>
      <p:graphicFrame>
        <p:nvGraphicFramePr>
          <p:cNvPr id="34822" name="Object 17"/>
          <p:cNvGraphicFramePr>
            <a:graphicFrameLocks noChangeAspect="1"/>
          </p:cNvGraphicFramePr>
          <p:nvPr/>
        </p:nvGraphicFramePr>
        <p:xfrm>
          <a:off x="3348038" y="188913"/>
          <a:ext cx="2592387" cy="1604962"/>
        </p:xfrm>
        <a:graphic>
          <a:graphicData uri="http://schemas.openxmlformats.org/presentationml/2006/ole">
            <mc:AlternateContent xmlns:mc="http://schemas.openxmlformats.org/markup-compatibility/2006">
              <mc:Choice xmlns:v="urn:schemas-microsoft-com:vml" Requires="v">
                <p:oleObj spid="_x0000_s34856" name="Equation" r:id="rId5" imgW="266353" imgH="164885" progId="Equation.DSMT4">
                  <p:embed/>
                </p:oleObj>
              </mc:Choice>
              <mc:Fallback>
                <p:oleObj name="Equation" r:id="rId5" imgW="266353" imgH="164885" progId="Equation.DSMT4">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8038" y="188913"/>
                        <a:ext cx="2592387" cy="1604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3" name="AutoShape 18"/>
          <p:cNvSpPr>
            <a:spLocks noChangeArrowheads="1"/>
          </p:cNvSpPr>
          <p:nvPr/>
        </p:nvSpPr>
        <p:spPr bwMode="auto">
          <a:xfrm>
            <a:off x="6443663" y="692150"/>
            <a:ext cx="1943100" cy="792163"/>
          </a:xfrm>
          <a:prstGeom prst="wedgeEllipseCallout">
            <a:avLst>
              <a:gd name="adj1" fmla="val -89296"/>
              <a:gd name="adj2" fmla="val -5713"/>
            </a:avLst>
          </a:prstGeom>
          <a:noFill/>
          <a:ln w="19050" algn="ctr">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algn="ctr" eaLnBrk="1" hangingPunct="1"/>
            <a:r>
              <a:rPr lang="zh-CN" altLang="en-US"/>
              <a:t>右矩阵</a:t>
            </a:r>
          </a:p>
        </p:txBody>
      </p:sp>
      <p:sp>
        <p:nvSpPr>
          <p:cNvPr id="34824" name="AutoShape 19"/>
          <p:cNvSpPr>
            <a:spLocks noChangeArrowheads="1"/>
          </p:cNvSpPr>
          <p:nvPr/>
        </p:nvSpPr>
        <p:spPr bwMode="auto">
          <a:xfrm>
            <a:off x="971550" y="549275"/>
            <a:ext cx="1800225" cy="792163"/>
          </a:xfrm>
          <a:prstGeom prst="wedgeEllipseCallout">
            <a:avLst>
              <a:gd name="adj1" fmla="val 107935"/>
              <a:gd name="adj2" fmla="val 8718"/>
            </a:avLst>
          </a:prstGeom>
          <a:noFill/>
          <a:ln w="19050" algn="ctr">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algn="ctr" eaLnBrk="1" hangingPunct="1"/>
            <a:r>
              <a:rPr lang="zh-CN" altLang="en-US"/>
              <a:t>左矩阵</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8"/>
                                        </p:tgtEl>
                                        <p:attrNameLst>
                                          <p:attrName>style.visibility</p:attrName>
                                        </p:attrNameLst>
                                      </p:cBhvr>
                                      <p:to>
                                        <p:strVal val="visible"/>
                                      </p:to>
                                    </p:set>
                                    <p:animEffect transition="in" filter="wipe(left)">
                                      <p:cBhvr>
                                        <p:cTn id="7" dur="500"/>
                                        <p:tgtEl>
                                          <p:spTgt spid="62468"/>
                                        </p:tgtEl>
                                      </p:cBhvr>
                                    </p:animEffect>
                                  </p:childTnLst>
                                </p:cTn>
                              </p:par>
                              <p:par>
                                <p:cTn id="8" presetID="22" presetClass="entr" presetSubtype="8" fill="hold" nodeType="withEffect">
                                  <p:stCondLst>
                                    <p:cond delay="0"/>
                                  </p:stCondLst>
                                  <p:childTnLst>
                                    <p:set>
                                      <p:cBhvr>
                                        <p:cTn id="9" dur="1" fill="hold">
                                          <p:stCondLst>
                                            <p:cond delay="0"/>
                                          </p:stCondLst>
                                        </p:cTn>
                                        <p:tgtEl>
                                          <p:spTgt spid="62467"/>
                                        </p:tgtEl>
                                        <p:attrNameLst>
                                          <p:attrName>style.visibility</p:attrName>
                                        </p:attrNameLst>
                                      </p:cBhvr>
                                      <p:to>
                                        <p:strVal val="visible"/>
                                      </p:to>
                                    </p:set>
                                    <p:animEffect transition="in" filter="wipe(left)">
                                      <p:cBhvr>
                                        <p:cTn id="10" dur="500"/>
                                        <p:tgtEl>
                                          <p:spTgt spid="6246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iterate type="lt">
                                    <p:tmPct val="100000"/>
                                  </p:iterate>
                                  <p:childTnLst>
                                    <p:set>
                                      <p:cBhvr>
                                        <p:cTn id="14" dur="1" fill="hold">
                                          <p:stCondLst>
                                            <p:cond delay="0"/>
                                          </p:stCondLst>
                                        </p:cTn>
                                        <p:tgtEl>
                                          <p:spTgt spid="62472"/>
                                        </p:tgtEl>
                                        <p:attrNameLst>
                                          <p:attrName>style.visibility</p:attrName>
                                        </p:attrNameLst>
                                      </p:cBhvr>
                                      <p:to>
                                        <p:strVal val="visible"/>
                                      </p:to>
                                    </p:set>
                                    <p:animEffect transition="in" filter="wipe(left)">
                                      <p:cBhvr>
                                        <p:cTn id="15" dur="75"/>
                                        <p:tgtEl>
                                          <p:spTgt spid="624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autoUpdateAnimBg="0"/>
      <p:bldP spid="62472"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79" name="Rectangle 15"/>
          <p:cNvSpPr>
            <a:spLocks noChangeArrowheads="1"/>
          </p:cNvSpPr>
          <p:nvPr/>
        </p:nvSpPr>
        <p:spPr bwMode="auto">
          <a:xfrm>
            <a:off x="1333500" y="5084763"/>
            <a:ext cx="76311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cs typeface="Times New Roman" pitchFamily="18" charset="0"/>
              </a:rPr>
              <a:t>如：上述矩阵</a:t>
            </a:r>
            <a:r>
              <a:rPr lang="en-US" altLang="zh-CN" i="1">
                <a:cs typeface="Times New Roman" pitchFamily="18" charset="0"/>
              </a:rPr>
              <a:t>A</a:t>
            </a:r>
            <a:r>
              <a:rPr lang="zh-CN" altLang="en-US">
                <a:latin typeface="黑体" pitchFamily="49" charset="-122"/>
                <a:cs typeface="Times New Roman" pitchFamily="18" charset="0"/>
              </a:rPr>
              <a:t>、</a:t>
            </a:r>
            <a:r>
              <a:rPr lang="en-US" altLang="zh-CN" i="1">
                <a:cs typeface="Times New Roman" pitchFamily="18" charset="0"/>
              </a:rPr>
              <a:t>B</a:t>
            </a:r>
            <a:r>
              <a:rPr lang="zh-CN" altLang="en-US">
                <a:latin typeface="黑体" pitchFamily="49" charset="-122"/>
                <a:cs typeface="Times New Roman" pitchFamily="18" charset="0"/>
              </a:rPr>
              <a:t>和另外矩阵          </a:t>
            </a:r>
            <a:r>
              <a:rPr lang="en-US" altLang="zh-CN">
                <a:latin typeface="黑体" pitchFamily="49" charset="-122"/>
                <a:cs typeface="Times New Roman" pitchFamily="18" charset="0"/>
              </a:rPr>
              <a:t>,</a:t>
            </a:r>
          </a:p>
        </p:txBody>
      </p:sp>
      <p:sp>
        <p:nvSpPr>
          <p:cNvPr id="35843" name="Rectangle 4"/>
          <p:cNvSpPr>
            <a:spLocks noGrp="1" noChangeArrowheads="1"/>
          </p:cNvSpPr>
          <p:nvPr>
            <p:ph type="title"/>
          </p:nvPr>
        </p:nvSpPr>
        <p:spPr>
          <a:xfrm>
            <a:off x="720725" y="269875"/>
            <a:ext cx="7543800" cy="1143000"/>
          </a:xfrm>
        </p:spPr>
        <p:txBody>
          <a:bodyPr/>
          <a:lstStyle/>
          <a:p>
            <a:pPr eaLnBrk="1" hangingPunct="1"/>
            <a:r>
              <a:rPr lang="zh-CN" altLang="en-US" sz="2800">
                <a:solidFill>
                  <a:schemeClr val="tx1"/>
                </a:solidFill>
                <a:effectLst/>
              </a:rPr>
              <a:t>例</a:t>
            </a:r>
            <a:r>
              <a:rPr lang="en-US" altLang="zh-CN" sz="2800">
                <a:solidFill>
                  <a:schemeClr val="tx1"/>
                </a:solidFill>
                <a:effectLst/>
              </a:rPr>
              <a:t>3  </a:t>
            </a:r>
            <a:r>
              <a:rPr lang="zh-CN" altLang="en-US" sz="2800">
                <a:solidFill>
                  <a:schemeClr val="tx1"/>
                </a:solidFill>
                <a:effectLst/>
              </a:rPr>
              <a:t>设</a:t>
            </a:r>
          </a:p>
        </p:txBody>
      </p:sp>
      <p:graphicFrame>
        <p:nvGraphicFramePr>
          <p:cNvPr id="35844" name="Object 5"/>
          <p:cNvGraphicFramePr>
            <a:graphicFrameLocks noChangeAspect="1"/>
          </p:cNvGraphicFramePr>
          <p:nvPr/>
        </p:nvGraphicFramePr>
        <p:xfrm>
          <a:off x="1979613" y="7938"/>
          <a:ext cx="3816350" cy="1908175"/>
        </p:xfrm>
        <a:graphic>
          <a:graphicData uri="http://schemas.openxmlformats.org/presentationml/2006/ole">
            <mc:AlternateContent xmlns:mc="http://schemas.openxmlformats.org/markup-compatibility/2006">
              <mc:Choice xmlns:v="urn:schemas-microsoft-com:vml" Requires="v">
                <p:oleObj spid="_x0000_s35934" name="Equation" r:id="rId3" imgW="2171700" imgH="1079500" progId="Equation.DSMT4">
                  <p:embed/>
                </p:oleObj>
              </mc:Choice>
              <mc:Fallback>
                <p:oleObj name="Equation" r:id="rId3" imgW="2171700" imgH="10795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7938"/>
                        <a:ext cx="3816350" cy="190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5" name="Rectangle 7"/>
          <p:cNvSpPr>
            <a:spLocks noChangeArrowheads="1"/>
          </p:cNvSpPr>
          <p:nvPr/>
        </p:nvSpPr>
        <p:spPr bwMode="auto">
          <a:xfrm>
            <a:off x="5976938" y="606425"/>
            <a:ext cx="946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cs typeface="Times New Roman" pitchFamily="18" charset="0"/>
              </a:rPr>
              <a:t>，则</a:t>
            </a:r>
            <a:r>
              <a:rPr lang="zh-CN" altLang="en-US" sz="800">
                <a:latin typeface="黑体" pitchFamily="49" charset="-122"/>
                <a:cs typeface="Times New Roman" pitchFamily="18" charset="0"/>
              </a:rPr>
              <a:t> </a:t>
            </a:r>
            <a:endParaRPr lang="zh-CN" altLang="en-US" sz="2400">
              <a:latin typeface="黑体" pitchFamily="49" charset="-122"/>
              <a:cs typeface="Times New Roman" pitchFamily="18" charset="0"/>
            </a:endParaRPr>
          </a:p>
        </p:txBody>
      </p:sp>
      <p:graphicFrame>
        <p:nvGraphicFramePr>
          <p:cNvPr id="113675" name="Object 11"/>
          <p:cNvGraphicFramePr>
            <a:graphicFrameLocks noChangeAspect="1"/>
          </p:cNvGraphicFramePr>
          <p:nvPr/>
        </p:nvGraphicFramePr>
        <p:xfrm>
          <a:off x="792163" y="1700213"/>
          <a:ext cx="3816350" cy="1531937"/>
        </p:xfrm>
        <a:graphic>
          <a:graphicData uri="http://schemas.openxmlformats.org/presentationml/2006/ole">
            <mc:AlternateContent xmlns:mc="http://schemas.openxmlformats.org/markup-compatibility/2006">
              <mc:Choice xmlns:v="urn:schemas-microsoft-com:vml" Requires="v">
                <p:oleObj spid="_x0000_s35935" name="Equation" r:id="rId5" imgW="2070100" imgH="825500" progId="Equation.DSMT4">
                  <p:embed/>
                </p:oleObj>
              </mc:Choice>
              <mc:Fallback>
                <p:oleObj name="Equation" r:id="rId5" imgW="2070100" imgH="825500" progId="Equation.DSMT4">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2163" y="1700213"/>
                        <a:ext cx="3816350" cy="153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3674" name="Object 10"/>
          <p:cNvGraphicFramePr>
            <a:graphicFrameLocks noChangeAspect="1"/>
          </p:cNvGraphicFramePr>
          <p:nvPr/>
        </p:nvGraphicFramePr>
        <p:xfrm>
          <a:off x="5219700" y="1412875"/>
          <a:ext cx="3743325" cy="1905000"/>
        </p:xfrm>
        <a:graphic>
          <a:graphicData uri="http://schemas.openxmlformats.org/presentationml/2006/ole">
            <mc:AlternateContent xmlns:mc="http://schemas.openxmlformats.org/markup-compatibility/2006">
              <mc:Choice xmlns:v="urn:schemas-microsoft-com:vml" Requires="v">
                <p:oleObj spid="_x0000_s35936" name="Equation" r:id="rId7" imgW="2120900" imgH="1079500" progId="Equation.DSMT4">
                  <p:embed/>
                </p:oleObj>
              </mc:Choice>
              <mc:Fallback>
                <p:oleObj name="Equation" r:id="rId7" imgW="2120900" imgH="10795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19700" y="1412875"/>
                        <a:ext cx="37433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3673" name="Object 9"/>
          <p:cNvGraphicFramePr>
            <a:graphicFrameLocks noChangeAspect="1"/>
          </p:cNvGraphicFramePr>
          <p:nvPr/>
        </p:nvGraphicFramePr>
        <p:xfrm>
          <a:off x="6516688" y="3355975"/>
          <a:ext cx="863600" cy="863600"/>
        </p:xfrm>
        <a:graphic>
          <a:graphicData uri="http://schemas.openxmlformats.org/presentationml/2006/ole">
            <mc:AlternateContent xmlns:mc="http://schemas.openxmlformats.org/markup-compatibility/2006">
              <mc:Choice xmlns:v="urn:schemas-microsoft-com:vml" Requires="v">
                <p:oleObj spid="_x0000_s35937" name="Equation" r:id="rId9" imgW="495085" imgH="495085" progId="Equation.DSMT4">
                  <p:embed/>
                </p:oleObj>
              </mc:Choice>
              <mc:Fallback>
                <p:oleObj name="Equation" r:id="rId9" imgW="495085" imgH="495085"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16688" y="3355975"/>
                        <a:ext cx="863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3672" name="Object 8"/>
          <p:cNvGraphicFramePr>
            <a:graphicFrameLocks noChangeAspect="1"/>
          </p:cNvGraphicFramePr>
          <p:nvPr/>
        </p:nvGraphicFramePr>
        <p:xfrm>
          <a:off x="6227763" y="5156200"/>
          <a:ext cx="1657350" cy="450850"/>
        </p:xfrm>
        <a:graphic>
          <a:graphicData uri="http://schemas.openxmlformats.org/presentationml/2006/ole">
            <mc:AlternateContent xmlns:mc="http://schemas.openxmlformats.org/markup-compatibility/2006">
              <mc:Choice xmlns:v="urn:schemas-microsoft-com:vml" Requires="v">
                <p:oleObj spid="_x0000_s35938" name="Equation" r:id="rId11" imgW="876300" imgH="241300" progId="Equation.DSMT4">
                  <p:embed/>
                </p:oleObj>
              </mc:Choice>
              <mc:Fallback>
                <p:oleObj name="Equation" r:id="rId11" imgW="876300" imgH="241300"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27763" y="5156200"/>
                        <a:ext cx="165735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3678" name="Rectangle 14"/>
          <p:cNvSpPr>
            <a:spLocks noChangeArrowheads="1"/>
          </p:cNvSpPr>
          <p:nvPr/>
        </p:nvSpPr>
        <p:spPr bwMode="auto">
          <a:xfrm>
            <a:off x="534988" y="3500438"/>
            <a:ext cx="6051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0000CC"/>
                </a:solidFill>
                <a:latin typeface="黑体" pitchFamily="49" charset="-122"/>
              </a:rPr>
              <a:t>注意</a:t>
            </a:r>
            <a:r>
              <a:rPr lang="zh-CN" altLang="en-US">
                <a:latin typeface="黑体" pitchFamily="49" charset="-122"/>
              </a:rPr>
              <a:t> </a:t>
            </a:r>
            <a:r>
              <a:rPr lang="zh-CN" altLang="en-US"/>
              <a:t>该</a:t>
            </a:r>
            <a:r>
              <a:rPr lang="en-US" altLang="zh-CN">
                <a:solidFill>
                  <a:srgbClr val="CC0000"/>
                </a:solidFill>
                <a:latin typeface="黑体" pitchFamily="49" charset="-122"/>
              </a:rPr>
              <a:t>1</a:t>
            </a:r>
            <a:r>
              <a:rPr lang="en-US" altLang="zh-CN">
                <a:solidFill>
                  <a:srgbClr val="CC0000"/>
                </a:solidFill>
              </a:rPr>
              <a:t>×1</a:t>
            </a:r>
            <a:r>
              <a:rPr lang="zh-CN" altLang="en-US">
                <a:solidFill>
                  <a:srgbClr val="CC0000"/>
                </a:solidFill>
                <a:latin typeface="黑体" pitchFamily="49" charset="-122"/>
              </a:rPr>
              <a:t>矩阵</a:t>
            </a:r>
            <a:r>
              <a:rPr lang="zh-CN" altLang="en-US">
                <a:solidFill>
                  <a:srgbClr val="0000FF"/>
                </a:solidFill>
                <a:latin typeface="黑体" pitchFamily="49" charset="-122"/>
              </a:rPr>
              <a:t>作为运算结果</a:t>
            </a:r>
            <a:r>
              <a:rPr lang="zh-CN" altLang="en-US">
                <a:latin typeface="黑体" pitchFamily="49" charset="-122"/>
              </a:rPr>
              <a:t>可与数</a:t>
            </a:r>
          </a:p>
        </p:txBody>
      </p:sp>
      <p:sp>
        <p:nvSpPr>
          <p:cNvPr id="113680" name="Rectangle 16"/>
          <p:cNvSpPr>
            <a:spLocks noChangeArrowheads="1"/>
          </p:cNvSpPr>
          <p:nvPr/>
        </p:nvSpPr>
        <p:spPr bwMode="auto">
          <a:xfrm>
            <a:off x="782638" y="5516563"/>
            <a:ext cx="57832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cs typeface="Times New Roman" pitchFamily="18" charset="0"/>
              </a:rPr>
              <a:t>看作数</a:t>
            </a:r>
            <a:r>
              <a:rPr lang="en-US" altLang="zh-CN" i="1">
                <a:cs typeface="Times New Roman" pitchFamily="18" charset="0"/>
              </a:rPr>
              <a:t>ABC</a:t>
            </a:r>
            <a:r>
              <a:rPr lang="zh-CN" altLang="en-US">
                <a:latin typeface="黑体" pitchFamily="49" charset="-122"/>
                <a:cs typeface="Times New Roman" pitchFamily="18" charset="0"/>
              </a:rPr>
              <a:t>有意义，而实际无意义</a:t>
            </a:r>
            <a:r>
              <a:rPr lang="en-US" altLang="zh-CN">
                <a:cs typeface="Times New Roman" pitchFamily="18" charset="0"/>
              </a:rPr>
              <a:t>.</a:t>
            </a:r>
            <a:r>
              <a:rPr lang="en-US" altLang="zh-CN">
                <a:latin typeface="黑体" pitchFamily="49" charset="-122"/>
                <a:cs typeface="Times New Roman" pitchFamily="18" charset="0"/>
              </a:rPr>
              <a:t> </a:t>
            </a:r>
          </a:p>
        </p:txBody>
      </p:sp>
      <p:sp>
        <p:nvSpPr>
          <p:cNvPr id="113681" name="Rectangle 17"/>
          <p:cNvSpPr>
            <a:spLocks noChangeArrowheads="1"/>
          </p:cNvSpPr>
          <p:nvPr/>
        </p:nvSpPr>
        <p:spPr bwMode="auto">
          <a:xfrm>
            <a:off x="4427538" y="2347913"/>
            <a:ext cx="5413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a:t>
            </a:r>
          </a:p>
        </p:txBody>
      </p:sp>
      <p:sp>
        <p:nvSpPr>
          <p:cNvPr id="113682" name="Rectangle 18"/>
          <p:cNvSpPr>
            <a:spLocks noChangeArrowheads="1"/>
          </p:cNvSpPr>
          <p:nvPr/>
        </p:nvSpPr>
        <p:spPr bwMode="auto">
          <a:xfrm>
            <a:off x="7210425" y="3500438"/>
            <a:ext cx="19621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同等看待，</a:t>
            </a:r>
          </a:p>
        </p:txBody>
      </p:sp>
      <p:sp>
        <p:nvSpPr>
          <p:cNvPr id="113683" name="Rectangle 19"/>
          <p:cNvSpPr>
            <a:spLocks noChangeArrowheads="1"/>
          </p:cNvSpPr>
          <p:nvPr/>
        </p:nvSpPr>
        <p:spPr bwMode="auto">
          <a:xfrm>
            <a:off x="792163" y="4076700"/>
            <a:ext cx="54721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0000FF"/>
                </a:solidFill>
              </a:rPr>
              <a:t>但是在运算过程中不能视做数</a:t>
            </a:r>
            <a:r>
              <a:rPr lang="zh-CN" altLang="en-US"/>
              <a:t>，</a:t>
            </a:r>
          </a:p>
        </p:txBody>
      </p:sp>
      <p:sp>
        <p:nvSpPr>
          <p:cNvPr id="113684" name="Rectangle 20"/>
          <p:cNvSpPr>
            <a:spLocks noChangeArrowheads="1"/>
          </p:cNvSpPr>
          <p:nvPr/>
        </p:nvSpPr>
        <p:spPr bwMode="auto">
          <a:xfrm>
            <a:off x="5761038" y="4076700"/>
            <a:ext cx="3028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这是因为数与矩阵</a:t>
            </a:r>
          </a:p>
        </p:txBody>
      </p:sp>
      <p:sp>
        <p:nvSpPr>
          <p:cNvPr id="113685" name="Rectangle 21"/>
          <p:cNvSpPr>
            <a:spLocks noChangeArrowheads="1"/>
          </p:cNvSpPr>
          <p:nvPr/>
        </p:nvSpPr>
        <p:spPr bwMode="auto">
          <a:xfrm>
            <a:off x="792163" y="4602163"/>
            <a:ext cx="7385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的乘法和矩阵与矩阵的乘法是</a:t>
            </a:r>
            <a:r>
              <a:rPr lang="zh-CN" altLang="en-US">
                <a:solidFill>
                  <a:srgbClr val="CC0000"/>
                </a:solidFill>
              </a:rPr>
              <a:t>两种不同的运算</a:t>
            </a:r>
            <a:r>
              <a:rPr lang="en-US" altLang="zh-CN"/>
              <a:t>.</a:t>
            </a:r>
          </a:p>
        </p:txBody>
      </p:sp>
      <p:sp>
        <p:nvSpPr>
          <p:cNvPr id="113686" name="Rectangle 22"/>
          <p:cNvSpPr>
            <a:spLocks noChangeArrowheads="1"/>
          </p:cNvSpPr>
          <p:nvPr/>
        </p:nvSpPr>
        <p:spPr bwMode="auto">
          <a:xfrm>
            <a:off x="8101013" y="5084763"/>
            <a:ext cx="6572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i="1"/>
              <a:t>AB</a:t>
            </a:r>
          </a:p>
        </p:txBody>
      </p:sp>
      <p:sp>
        <p:nvSpPr>
          <p:cNvPr id="113687" name="Rectangle 23"/>
          <p:cNvSpPr>
            <a:spLocks noChangeArrowheads="1"/>
          </p:cNvSpPr>
          <p:nvPr/>
        </p:nvSpPr>
        <p:spPr bwMode="auto">
          <a:xfrm>
            <a:off x="1547813" y="2205038"/>
            <a:ext cx="1295400" cy="1079500"/>
          </a:xfrm>
          <a:prstGeom prst="rect">
            <a:avLst/>
          </a:prstGeom>
          <a:noFill/>
          <a:ln w="19050" algn="ctr">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3675"/>
                                        </p:tgtEl>
                                        <p:attrNameLst>
                                          <p:attrName>style.visibility</p:attrName>
                                        </p:attrNameLst>
                                      </p:cBhvr>
                                      <p:to>
                                        <p:strVal val="visible"/>
                                      </p:to>
                                    </p:set>
                                    <p:animEffect transition="in" filter="wipe(left)">
                                      <p:cBhvr>
                                        <p:cTn id="7" dur="500"/>
                                        <p:tgtEl>
                                          <p:spTgt spid="11367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3681"/>
                                        </p:tgtEl>
                                        <p:attrNameLst>
                                          <p:attrName>style.visibility</p:attrName>
                                        </p:attrNameLst>
                                      </p:cBhvr>
                                      <p:to>
                                        <p:strVal val="visible"/>
                                      </p:to>
                                    </p:set>
                                    <p:animEffect transition="in" filter="wipe(left)">
                                      <p:cBhvr>
                                        <p:cTn id="10" dur="500"/>
                                        <p:tgtEl>
                                          <p:spTgt spid="11368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113674"/>
                                        </p:tgtEl>
                                        <p:attrNameLst>
                                          <p:attrName>style.visibility</p:attrName>
                                        </p:attrNameLst>
                                      </p:cBhvr>
                                      <p:to>
                                        <p:strVal val="visible"/>
                                      </p:to>
                                    </p:set>
                                    <p:animEffect transition="in" filter="wipe(left)">
                                      <p:cBhvr>
                                        <p:cTn id="15" dur="500"/>
                                        <p:tgtEl>
                                          <p:spTgt spid="11367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13678"/>
                                        </p:tgtEl>
                                        <p:attrNameLst>
                                          <p:attrName>style.visibility</p:attrName>
                                        </p:attrNameLst>
                                      </p:cBhvr>
                                      <p:to>
                                        <p:strVal val="visible"/>
                                      </p:to>
                                    </p:set>
                                    <p:animEffect transition="in" filter="wipe(left)">
                                      <p:cBhvr>
                                        <p:cTn id="20" dur="500"/>
                                        <p:tgtEl>
                                          <p:spTgt spid="113678"/>
                                        </p:tgtEl>
                                      </p:cBhvr>
                                    </p:animEffect>
                                  </p:childTnLst>
                                </p:cTn>
                              </p:par>
                              <p:par>
                                <p:cTn id="21" presetID="22" presetClass="entr" presetSubtype="8" fill="hold" nodeType="withEffect">
                                  <p:stCondLst>
                                    <p:cond delay="0"/>
                                  </p:stCondLst>
                                  <p:childTnLst>
                                    <p:set>
                                      <p:cBhvr>
                                        <p:cTn id="22" dur="1" fill="hold">
                                          <p:stCondLst>
                                            <p:cond delay="0"/>
                                          </p:stCondLst>
                                        </p:cTn>
                                        <p:tgtEl>
                                          <p:spTgt spid="113673"/>
                                        </p:tgtEl>
                                        <p:attrNameLst>
                                          <p:attrName>style.visibility</p:attrName>
                                        </p:attrNameLst>
                                      </p:cBhvr>
                                      <p:to>
                                        <p:strVal val="visible"/>
                                      </p:to>
                                    </p:set>
                                    <p:animEffect transition="in" filter="wipe(left)">
                                      <p:cBhvr>
                                        <p:cTn id="23" dur="500"/>
                                        <p:tgtEl>
                                          <p:spTgt spid="113673"/>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13682"/>
                                        </p:tgtEl>
                                        <p:attrNameLst>
                                          <p:attrName>style.visibility</p:attrName>
                                        </p:attrNameLst>
                                      </p:cBhvr>
                                      <p:to>
                                        <p:strVal val="visible"/>
                                      </p:to>
                                    </p:set>
                                    <p:animEffect transition="in" filter="wipe(left)">
                                      <p:cBhvr>
                                        <p:cTn id="26" dur="500"/>
                                        <p:tgtEl>
                                          <p:spTgt spid="11368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13687"/>
                                        </p:tgtEl>
                                        <p:attrNameLst>
                                          <p:attrName>style.visibility</p:attrName>
                                        </p:attrNameLst>
                                      </p:cBhvr>
                                      <p:to>
                                        <p:strVal val="visible"/>
                                      </p:to>
                                    </p:set>
                                    <p:animEffect transition="in" filter="blinds(horizontal)">
                                      <p:cBhvr>
                                        <p:cTn id="31" dur="500"/>
                                        <p:tgtEl>
                                          <p:spTgt spid="11368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13683"/>
                                        </p:tgtEl>
                                        <p:attrNameLst>
                                          <p:attrName>style.visibility</p:attrName>
                                        </p:attrNameLst>
                                      </p:cBhvr>
                                      <p:to>
                                        <p:strVal val="visible"/>
                                      </p:to>
                                    </p:set>
                                    <p:animEffect transition="in" filter="wipe(left)">
                                      <p:cBhvr>
                                        <p:cTn id="36" dur="500"/>
                                        <p:tgtEl>
                                          <p:spTgt spid="11368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13684"/>
                                        </p:tgtEl>
                                        <p:attrNameLst>
                                          <p:attrName>style.visibility</p:attrName>
                                        </p:attrNameLst>
                                      </p:cBhvr>
                                      <p:to>
                                        <p:strVal val="visible"/>
                                      </p:to>
                                    </p:set>
                                    <p:animEffect transition="in" filter="wipe(left)">
                                      <p:cBhvr>
                                        <p:cTn id="41" dur="500"/>
                                        <p:tgtEl>
                                          <p:spTgt spid="113684"/>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13685"/>
                                        </p:tgtEl>
                                        <p:attrNameLst>
                                          <p:attrName>style.visibility</p:attrName>
                                        </p:attrNameLst>
                                      </p:cBhvr>
                                      <p:to>
                                        <p:strVal val="visible"/>
                                      </p:to>
                                    </p:set>
                                    <p:animEffect transition="in" filter="wipe(left)">
                                      <p:cBhvr>
                                        <p:cTn id="44" dur="500"/>
                                        <p:tgtEl>
                                          <p:spTgt spid="11368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13679"/>
                                        </p:tgtEl>
                                        <p:attrNameLst>
                                          <p:attrName>style.visibility</p:attrName>
                                        </p:attrNameLst>
                                      </p:cBhvr>
                                      <p:to>
                                        <p:strVal val="visible"/>
                                      </p:to>
                                    </p:set>
                                    <p:animEffect transition="in" filter="wipe(left)">
                                      <p:cBhvr>
                                        <p:cTn id="49" dur="500"/>
                                        <p:tgtEl>
                                          <p:spTgt spid="113679"/>
                                        </p:tgtEl>
                                      </p:cBhvr>
                                    </p:animEffect>
                                  </p:childTnLst>
                                </p:cTn>
                              </p:par>
                              <p:par>
                                <p:cTn id="50" presetID="22" presetClass="entr" presetSubtype="8" fill="hold" nodeType="withEffect">
                                  <p:stCondLst>
                                    <p:cond delay="0"/>
                                  </p:stCondLst>
                                  <p:childTnLst>
                                    <p:set>
                                      <p:cBhvr>
                                        <p:cTn id="51" dur="1" fill="hold">
                                          <p:stCondLst>
                                            <p:cond delay="0"/>
                                          </p:stCondLst>
                                        </p:cTn>
                                        <p:tgtEl>
                                          <p:spTgt spid="113672"/>
                                        </p:tgtEl>
                                        <p:attrNameLst>
                                          <p:attrName>style.visibility</p:attrName>
                                        </p:attrNameLst>
                                      </p:cBhvr>
                                      <p:to>
                                        <p:strVal val="visible"/>
                                      </p:to>
                                    </p:set>
                                    <p:animEffect transition="in" filter="wipe(left)">
                                      <p:cBhvr>
                                        <p:cTn id="52" dur="500"/>
                                        <p:tgtEl>
                                          <p:spTgt spid="11367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13686"/>
                                        </p:tgtEl>
                                        <p:attrNameLst>
                                          <p:attrName>style.visibility</p:attrName>
                                        </p:attrNameLst>
                                      </p:cBhvr>
                                      <p:to>
                                        <p:strVal val="visible"/>
                                      </p:to>
                                    </p:set>
                                    <p:animEffect transition="in" filter="wipe(left)">
                                      <p:cBhvr>
                                        <p:cTn id="57" dur="500"/>
                                        <p:tgtEl>
                                          <p:spTgt spid="113686"/>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113680"/>
                                        </p:tgtEl>
                                        <p:attrNameLst>
                                          <p:attrName>style.visibility</p:attrName>
                                        </p:attrNameLst>
                                      </p:cBhvr>
                                      <p:to>
                                        <p:strVal val="visible"/>
                                      </p:to>
                                    </p:set>
                                    <p:animEffect transition="in" filter="wipe(left)">
                                      <p:cBhvr>
                                        <p:cTn id="60" dur="500"/>
                                        <p:tgtEl>
                                          <p:spTgt spid="113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79" grpId="0"/>
      <p:bldP spid="113678" grpId="0"/>
      <p:bldP spid="113680" grpId="0"/>
      <p:bldP spid="113681" grpId="0"/>
      <p:bldP spid="113682" grpId="0"/>
      <p:bldP spid="113683" grpId="0"/>
      <p:bldP spid="113684" grpId="0"/>
      <p:bldP spid="113685" grpId="0"/>
      <p:bldP spid="113686" grpId="0"/>
      <p:bldP spid="11368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Rectangle 4"/>
          <p:cNvSpPr>
            <a:spLocks noGrp="1" noChangeArrowheads="1"/>
          </p:cNvSpPr>
          <p:nvPr>
            <p:ph type="title"/>
          </p:nvPr>
        </p:nvSpPr>
        <p:spPr>
          <a:xfrm>
            <a:off x="539750" y="628650"/>
            <a:ext cx="7543800" cy="515938"/>
          </a:xfrm>
        </p:spPr>
        <p:txBody>
          <a:bodyPr/>
          <a:lstStyle/>
          <a:p>
            <a:pPr eaLnBrk="1" hangingPunct="1">
              <a:defRPr/>
            </a:pPr>
            <a:r>
              <a:rPr lang="zh-CN" altLang="en-US" sz="2800">
                <a:solidFill>
                  <a:schemeClr val="tx1"/>
                </a:solidFill>
              </a:rPr>
              <a:t>例</a:t>
            </a:r>
            <a:r>
              <a:rPr lang="en-US" altLang="zh-CN" sz="2800">
                <a:solidFill>
                  <a:schemeClr val="tx1"/>
                </a:solidFill>
              </a:rPr>
              <a:t>4  </a:t>
            </a:r>
            <a:r>
              <a:rPr lang="zh-CN" altLang="en-US" sz="2800">
                <a:solidFill>
                  <a:schemeClr val="tx1"/>
                </a:solidFill>
              </a:rPr>
              <a:t>对于线性方程组</a:t>
            </a:r>
          </a:p>
        </p:txBody>
      </p:sp>
      <p:graphicFrame>
        <p:nvGraphicFramePr>
          <p:cNvPr id="36867" name="Object 9"/>
          <p:cNvGraphicFramePr>
            <a:graphicFrameLocks noChangeAspect="1"/>
          </p:cNvGraphicFramePr>
          <p:nvPr/>
        </p:nvGraphicFramePr>
        <p:xfrm>
          <a:off x="4154488" y="188913"/>
          <a:ext cx="4449762" cy="1976437"/>
        </p:xfrm>
        <a:graphic>
          <a:graphicData uri="http://schemas.openxmlformats.org/presentationml/2006/ole">
            <mc:AlternateContent xmlns:mc="http://schemas.openxmlformats.org/markup-compatibility/2006">
              <mc:Choice xmlns:v="urn:schemas-microsoft-com:vml" Requires="v">
                <p:oleObj spid="_x0000_s36951" name="Equation" r:id="rId3" imgW="2108200" imgH="939800" progId="Equation.DSMT4">
                  <p:embed/>
                </p:oleObj>
              </mc:Choice>
              <mc:Fallback>
                <p:oleObj name="Equation" r:id="rId3" imgW="2108200" imgH="939800"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4488" y="188913"/>
                        <a:ext cx="4449762" cy="197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5720" name="Object 8"/>
          <p:cNvGraphicFramePr>
            <a:graphicFrameLocks noChangeAspect="1"/>
          </p:cNvGraphicFramePr>
          <p:nvPr/>
        </p:nvGraphicFramePr>
        <p:xfrm>
          <a:off x="1871663" y="2759075"/>
          <a:ext cx="1946275" cy="569913"/>
        </p:xfrm>
        <a:graphic>
          <a:graphicData uri="http://schemas.openxmlformats.org/presentationml/2006/ole">
            <mc:AlternateContent xmlns:mc="http://schemas.openxmlformats.org/markup-compatibility/2006">
              <mc:Choice xmlns:v="urn:schemas-microsoft-com:vml" Requires="v">
                <p:oleObj spid="_x0000_s36952" name="Equation" r:id="rId5" imgW="914003" imgH="266584" progId="Equation.DSMT4">
                  <p:embed/>
                </p:oleObj>
              </mc:Choice>
              <mc:Fallback>
                <p:oleObj name="Equation" r:id="rId5" imgW="914003" imgH="266584"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71663" y="2759075"/>
                        <a:ext cx="1946275"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5719" name="Object 7"/>
          <p:cNvGraphicFramePr>
            <a:graphicFrameLocks noChangeAspect="1"/>
          </p:cNvGraphicFramePr>
          <p:nvPr/>
        </p:nvGraphicFramePr>
        <p:xfrm>
          <a:off x="3770313" y="2247900"/>
          <a:ext cx="1284287" cy="1728788"/>
        </p:xfrm>
        <a:graphic>
          <a:graphicData uri="http://schemas.openxmlformats.org/presentationml/2006/ole">
            <mc:AlternateContent xmlns:mc="http://schemas.openxmlformats.org/markup-compatibility/2006">
              <mc:Choice xmlns:v="urn:schemas-microsoft-com:vml" Requires="v">
                <p:oleObj spid="_x0000_s36953" name="Equation" r:id="rId7" imgW="800100" imgH="1079500" progId="Equation.DSMT4">
                  <p:embed/>
                </p:oleObj>
              </mc:Choice>
              <mc:Fallback>
                <p:oleObj name="Equation" r:id="rId7" imgW="800100" imgH="10795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70313" y="2247900"/>
                        <a:ext cx="1284287" cy="172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5718" name="Object 6"/>
          <p:cNvGraphicFramePr>
            <a:graphicFrameLocks noChangeAspect="1"/>
          </p:cNvGraphicFramePr>
          <p:nvPr/>
        </p:nvGraphicFramePr>
        <p:xfrm>
          <a:off x="5076825" y="2249488"/>
          <a:ext cx="1189038" cy="1727200"/>
        </p:xfrm>
        <a:graphic>
          <a:graphicData uri="http://schemas.openxmlformats.org/presentationml/2006/ole">
            <mc:AlternateContent xmlns:mc="http://schemas.openxmlformats.org/markup-compatibility/2006">
              <mc:Choice xmlns:v="urn:schemas-microsoft-com:vml" Requires="v">
                <p:oleObj spid="_x0000_s36954" name="Equation" r:id="rId9" imgW="736600" imgH="1079500" progId="Equation.DSMT4">
                  <p:embed/>
                </p:oleObj>
              </mc:Choice>
              <mc:Fallback>
                <p:oleObj name="Equation" r:id="rId9" imgW="736600" imgH="10795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76825" y="2249488"/>
                        <a:ext cx="1189038"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5717" name="Object 5"/>
          <p:cNvGraphicFramePr>
            <a:graphicFrameLocks noChangeAspect="1"/>
          </p:cNvGraphicFramePr>
          <p:nvPr/>
        </p:nvGraphicFramePr>
        <p:xfrm>
          <a:off x="3284538" y="4384675"/>
          <a:ext cx="1503362" cy="479425"/>
        </p:xfrm>
        <a:graphic>
          <a:graphicData uri="http://schemas.openxmlformats.org/presentationml/2006/ole">
            <mc:AlternateContent xmlns:mc="http://schemas.openxmlformats.org/markup-compatibility/2006">
              <mc:Choice xmlns:v="urn:schemas-microsoft-com:vml" Requires="v">
                <p:oleObj spid="_x0000_s36955" name="Equation" r:id="rId11" imgW="596900" imgH="190500" progId="Equation.DSMT4">
                  <p:embed/>
                </p:oleObj>
              </mc:Choice>
              <mc:Fallback>
                <p:oleObj name="Equation" r:id="rId11" imgW="596900" imgH="190500" progId="Equation.DSMT4">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84538" y="4384675"/>
                        <a:ext cx="15033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5727" name="Rectangle 15"/>
          <p:cNvSpPr>
            <a:spLocks noChangeArrowheads="1"/>
          </p:cNvSpPr>
          <p:nvPr/>
        </p:nvSpPr>
        <p:spPr bwMode="auto">
          <a:xfrm>
            <a:off x="1042988" y="2665413"/>
            <a:ext cx="12969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若记</a:t>
            </a:r>
          </a:p>
        </p:txBody>
      </p:sp>
      <p:sp>
        <p:nvSpPr>
          <p:cNvPr id="115729" name="Rectangle 17"/>
          <p:cNvSpPr>
            <a:spLocks noChangeArrowheads="1"/>
          </p:cNvSpPr>
          <p:nvPr/>
        </p:nvSpPr>
        <p:spPr bwMode="auto">
          <a:xfrm>
            <a:off x="6227763" y="2752725"/>
            <a:ext cx="29162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则上述线性方</a:t>
            </a:r>
          </a:p>
        </p:txBody>
      </p:sp>
      <p:sp>
        <p:nvSpPr>
          <p:cNvPr id="115730" name="Rectangle 18"/>
          <p:cNvSpPr>
            <a:spLocks noChangeArrowheads="1"/>
          </p:cNvSpPr>
          <p:nvPr/>
        </p:nvSpPr>
        <p:spPr bwMode="auto">
          <a:xfrm>
            <a:off x="755650" y="3808413"/>
            <a:ext cx="45370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程组可表示为矩阵方程</a:t>
            </a:r>
          </a:p>
        </p:txBody>
      </p:sp>
      <p:sp>
        <p:nvSpPr>
          <p:cNvPr id="115731" name="Text Box 19"/>
          <p:cNvSpPr txBox="1">
            <a:spLocks noChangeArrowheads="1"/>
          </p:cNvSpPr>
          <p:nvPr/>
        </p:nvSpPr>
        <p:spPr bwMode="auto">
          <a:xfrm>
            <a:off x="985838" y="5105400"/>
            <a:ext cx="7442200" cy="576263"/>
          </a:xfrm>
          <a:prstGeom prst="rect">
            <a:avLst/>
          </a:prstGeom>
          <a:noFill/>
          <a:ln w="57150" cmpd="thinThick" algn="ctr">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矩阵的乘法为其它许多研究提供了方便的手段</a:t>
            </a:r>
            <a:r>
              <a:rPr lang="en-US" altLang="zh-CN"/>
              <a:t>.</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5720"/>
                                        </p:tgtEl>
                                        <p:attrNameLst>
                                          <p:attrName>style.visibility</p:attrName>
                                        </p:attrNameLst>
                                      </p:cBhvr>
                                      <p:to>
                                        <p:strVal val="visible"/>
                                      </p:to>
                                    </p:set>
                                    <p:animEffect transition="in" filter="wipe(left)">
                                      <p:cBhvr>
                                        <p:cTn id="7" dur="500"/>
                                        <p:tgtEl>
                                          <p:spTgt spid="11572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5727"/>
                                        </p:tgtEl>
                                        <p:attrNameLst>
                                          <p:attrName>style.visibility</p:attrName>
                                        </p:attrNameLst>
                                      </p:cBhvr>
                                      <p:to>
                                        <p:strVal val="visible"/>
                                      </p:to>
                                    </p:set>
                                    <p:animEffect transition="in" filter="wipe(left)">
                                      <p:cBhvr>
                                        <p:cTn id="10" dur="500"/>
                                        <p:tgtEl>
                                          <p:spTgt spid="11572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115719"/>
                                        </p:tgtEl>
                                        <p:attrNameLst>
                                          <p:attrName>style.visibility</p:attrName>
                                        </p:attrNameLst>
                                      </p:cBhvr>
                                      <p:to>
                                        <p:strVal val="visible"/>
                                      </p:to>
                                    </p:set>
                                    <p:animEffect transition="in" filter="wipe(left)">
                                      <p:cBhvr>
                                        <p:cTn id="15" dur="500"/>
                                        <p:tgtEl>
                                          <p:spTgt spid="11571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115718"/>
                                        </p:tgtEl>
                                        <p:attrNameLst>
                                          <p:attrName>style.visibility</p:attrName>
                                        </p:attrNameLst>
                                      </p:cBhvr>
                                      <p:to>
                                        <p:strVal val="visible"/>
                                      </p:to>
                                    </p:set>
                                    <p:animEffect transition="in" filter="wipe(left)">
                                      <p:cBhvr>
                                        <p:cTn id="20" dur="500"/>
                                        <p:tgtEl>
                                          <p:spTgt spid="11571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5729"/>
                                        </p:tgtEl>
                                        <p:attrNameLst>
                                          <p:attrName>style.visibility</p:attrName>
                                        </p:attrNameLst>
                                      </p:cBhvr>
                                      <p:to>
                                        <p:strVal val="visible"/>
                                      </p:to>
                                    </p:set>
                                    <p:animEffect transition="in" filter="wipe(left)">
                                      <p:cBhvr>
                                        <p:cTn id="25" dur="500"/>
                                        <p:tgtEl>
                                          <p:spTgt spid="115729"/>
                                        </p:tgtEl>
                                      </p:cBhvr>
                                    </p:animEffect>
                                  </p:childTnLst>
                                </p:cTn>
                              </p:par>
                              <p:par>
                                <p:cTn id="26" presetID="22" presetClass="entr" presetSubtype="8" fill="hold" nodeType="withEffect">
                                  <p:stCondLst>
                                    <p:cond delay="0"/>
                                  </p:stCondLst>
                                  <p:childTnLst>
                                    <p:set>
                                      <p:cBhvr>
                                        <p:cTn id="27" dur="1" fill="hold">
                                          <p:stCondLst>
                                            <p:cond delay="0"/>
                                          </p:stCondLst>
                                        </p:cTn>
                                        <p:tgtEl>
                                          <p:spTgt spid="115717"/>
                                        </p:tgtEl>
                                        <p:attrNameLst>
                                          <p:attrName>style.visibility</p:attrName>
                                        </p:attrNameLst>
                                      </p:cBhvr>
                                      <p:to>
                                        <p:strVal val="visible"/>
                                      </p:to>
                                    </p:set>
                                    <p:animEffect transition="in" filter="wipe(left)">
                                      <p:cBhvr>
                                        <p:cTn id="28" dur="500"/>
                                        <p:tgtEl>
                                          <p:spTgt spid="115717"/>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15730"/>
                                        </p:tgtEl>
                                        <p:attrNameLst>
                                          <p:attrName>style.visibility</p:attrName>
                                        </p:attrNameLst>
                                      </p:cBhvr>
                                      <p:to>
                                        <p:strVal val="visible"/>
                                      </p:to>
                                    </p:set>
                                    <p:animEffect transition="in" filter="wipe(left)">
                                      <p:cBhvr>
                                        <p:cTn id="31" dur="500"/>
                                        <p:tgtEl>
                                          <p:spTgt spid="11573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15731"/>
                                        </p:tgtEl>
                                        <p:attrNameLst>
                                          <p:attrName>style.visibility</p:attrName>
                                        </p:attrNameLst>
                                      </p:cBhvr>
                                      <p:to>
                                        <p:strVal val="visible"/>
                                      </p:to>
                                    </p:set>
                                    <p:animEffect transition="in" filter="wipe(left)">
                                      <p:cBhvr>
                                        <p:cTn id="36" dur="500"/>
                                        <p:tgtEl>
                                          <p:spTgt spid="115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27" grpId="0"/>
      <p:bldP spid="115729" grpId="0"/>
      <p:bldP spid="115730" grpId="0"/>
      <p:bldP spid="11573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539750" y="115888"/>
            <a:ext cx="58324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sz="3200">
                <a:solidFill>
                  <a:srgbClr val="0000CC"/>
                </a:solidFill>
              </a:rPr>
              <a:t>２、矩阵乘法的运算性质</a:t>
            </a:r>
          </a:p>
        </p:txBody>
      </p:sp>
      <p:graphicFrame>
        <p:nvGraphicFramePr>
          <p:cNvPr id="63491" name="Object 3"/>
          <p:cNvGraphicFramePr>
            <a:graphicFrameLocks noChangeAspect="1"/>
          </p:cNvGraphicFramePr>
          <p:nvPr/>
        </p:nvGraphicFramePr>
        <p:xfrm>
          <a:off x="984250" y="904875"/>
          <a:ext cx="2997200" cy="417513"/>
        </p:xfrm>
        <a:graphic>
          <a:graphicData uri="http://schemas.openxmlformats.org/presentationml/2006/ole">
            <mc:AlternateContent xmlns:mc="http://schemas.openxmlformats.org/markup-compatibility/2006">
              <mc:Choice xmlns:v="urn:schemas-microsoft-com:vml" Requires="v">
                <p:oleObj spid="_x0000_s38153" name="Equation" r:id="rId3" imgW="2997200" imgH="419100" progId="Equation.3">
                  <p:embed/>
                </p:oleObj>
              </mc:Choice>
              <mc:Fallback>
                <p:oleObj name="Equation" r:id="rId3" imgW="2997200" imgH="4191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4250" y="904875"/>
                        <a:ext cx="2997200"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2" name="Object 4"/>
          <p:cNvGraphicFramePr>
            <a:graphicFrameLocks noChangeAspect="1"/>
          </p:cNvGraphicFramePr>
          <p:nvPr/>
        </p:nvGraphicFramePr>
        <p:xfrm>
          <a:off x="971550" y="1590675"/>
          <a:ext cx="4105275" cy="458788"/>
        </p:xfrm>
        <a:graphic>
          <a:graphicData uri="http://schemas.openxmlformats.org/presentationml/2006/ole">
            <mc:AlternateContent xmlns:mc="http://schemas.openxmlformats.org/markup-compatibility/2006">
              <mc:Choice xmlns:v="urn:schemas-microsoft-com:vml" Requires="v">
                <p:oleObj spid="_x0000_s38154" name="Equation" r:id="rId5" imgW="3733800" imgH="419100" progId="Equation.3">
                  <p:embed/>
                </p:oleObj>
              </mc:Choice>
              <mc:Fallback>
                <p:oleObj name="Equation" r:id="rId5" imgW="3733800" imgH="4191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1590675"/>
                        <a:ext cx="4105275"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3" name="Object 5"/>
          <p:cNvGraphicFramePr>
            <a:graphicFrameLocks noChangeAspect="1"/>
          </p:cNvGraphicFramePr>
          <p:nvPr/>
        </p:nvGraphicFramePr>
        <p:xfrm>
          <a:off x="5168900" y="1590675"/>
          <a:ext cx="3124200" cy="404813"/>
        </p:xfrm>
        <a:graphic>
          <a:graphicData uri="http://schemas.openxmlformats.org/presentationml/2006/ole">
            <mc:AlternateContent xmlns:mc="http://schemas.openxmlformats.org/markup-compatibility/2006">
              <mc:Choice xmlns:v="urn:schemas-microsoft-com:vml" Requires="v">
                <p:oleObj spid="_x0000_s38155" name="Equation" r:id="rId7" imgW="3124200" imgH="406400" progId="Equation.3">
                  <p:embed/>
                </p:oleObj>
              </mc:Choice>
              <mc:Fallback>
                <p:oleObj name="Equation" r:id="rId7" imgW="3124200" imgH="4064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68900" y="1590675"/>
                        <a:ext cx="3124200" cy="404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3494" name="Group 6"/>
          <p:cNvGrpSpPr>
            <a:grpSpLocks/>
          </p:cNvGrpSpPr>
          <p:nvPr/>
        </p:nvGrpSpPr>
        <p:grpSpPr bwMode="auto">
          <a:xfrm>
            <a:off x="927100" y="2263775"/>
            <a:ext cx="7440613" cy="519113"/>
            <a:chOff x="584" y="1785"/>
            <a:chExt cx="4687" cy="327"/>
          </a:xfrm>
        </p:grpSpPr>
        <p:graphicFrame>
          <p:nvGraphicFramePr>
            <p:cNvPr id="37909" name="Object 7"/>
            <p:cNvGraphicFramePr>
              <a:graphicFrameLocks noChangeAspect="1"/>
            </p:cNvGraphicFramePr>
            <p:nvPr/>
          </p:nvGraphicFramePr>
          <p:xfrm>
            <a:off x="584" y="1833"/>
            <a:ext cx="2776" cy="279"/>
          </p:xfrm>
          <a:graphic>
            <a:graphicData uri="http://schemas.openxmlformats.org/presentationml/2006/ole">
              <mc:AlternateContent xmlns:mc="http://schemas.openxmlformats.org/markup-compatibility/2006">
                <mc:Choice xmlns:v="urn:schemas-microsoft-com:vml" Requires="v">
                  <p:oleObj spid="_x0000_s38156" name="公式" r:id="rId9" imgW="4406900" imgH="444500" progId="Equation.3">
                    <p:embed/>
                  </p:oleObj>
                </mc:Choice>
                <mc:Fallback>
                  <p:oleObj name="公式" r:id="rId9" imgW="4406900" imgH="4445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4" y="1833"/>
                          <a:ext cx="2776" cy="2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7910" name="Group 8"/>
            <p:cNvGrpSpPr>
              <a:grpSpLocks/>
            </p:cNvGrpSpPr>
            <p:nvPr/>
          </p:nvGrpSpPr>
          <p:grpSpPr bwMode="auto">
            <a:xfrm>
              <a:off x="3456" y="1785"/>
              <a:ext cx="1815" cy="327"/>
              <a:chOff x="3744" y="2496"/>
              <a:chExt cx="1815" cy="327"/>
            </a:xfrm>
          </p:grpSpPr>
          <p:sp>
            <p:nvSpPr>
              <p:cNvPr id="37911" name="Text Box 9"/>
              <p:cNvSpPr txBox="1">
                <a:spLocks noChangeArrowheads="1"/>
              </p:cNvSpPr>
              <p:nvPr/>
            </p:nvSpPr>
            <p:spPr bwMode="auto">
              <a:xfrm>
                <a:off x="3744" y="2496"/>
                <a:ext cx="1815"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（其中     为数）</a:t>
                </a:r>
                <a:r>
                  <a:rPr lang="en-US" altLang="zh-CN">
                    <a:solidFill>
                      <a:schemeClr val="bg2"/>
                    </a:solidFill>
                    <a:ea typeface="宋体" pitchFamily="2" charset="-122"/>
                  </a:rPr>
                  <a:t>;</a:t>
                </a:r>
              </a:p>
            </p:txBody>
          </p:sp>
          <p:graphicFrame>
            <p:nvGraphicFramePr>
              <p:cNvPr id="37912" name="Object 10"/>
              <p:cNvGraphicFramePr>
                <a:graphicFrameLocks noChangeAspect="1"/>
              </p:cNvGraphicFramePr>
              <p:nvPr/>
            </p:nvGraphicFramePr>
            <p:xfrm>
              <a:off x="4512" y="2544"/>
              <a:ext cx="176" cy="215"/>
            </p:xfrm>
            <a:graphic>
              <a:graphicData uri="http://schemas.openxmlformats.org/presentationml/2006/ole">
                <mc:AlternateContent xmlns:mc="http://schemas.openxmlformats.org/markup-compatibility/2006">
                  <mc:Choice xmlns:v="urn:schemas-microsoft-com:vml" Requires="v">
                    <p:oleObj spid="_x0000_s38157" name="公式" r:id="rId11" imgW="279279" imgH="342751" progId="Equation.3">
                      <p:embed/>
                    </p:oleObj>
                  </mc:Choice>
                  <mc:Fallback>
                    <p:oleObj name="公式" r:id="rId11" imgW="279279" imgH="342751"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12" y="2544"/>
                            <a:ext cx="176" cy="2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aphicFrame>
        <p:nvGraphicFramePr>
          <p:cNvPr id="63499" name="Object 11"/>
          <p:cNvGraphicFramePr>
            <a:graphicFrameLocks noChangeAspect="1"/>
          </p:cNvGraphicFramePr>
          <p:nvPr/>
        </p:nvGraphicFramePr>
        <p:xfrm>
          <a:off x="900113" y="2859088"/>
          <a:ext cx="4103687" cy="657225"/>
        </p:xfrm>
        <a:graphic>
          <a:graphicData uri="http://schemas.openxmlformats.org/presentationml/2006/ole">
            <mc:AlternateContent xmlns:mc="http://schemas.openxmlformats.org/markup-compatibility/2006">
              <mc:Choice xmlns:v="urn:schemas-microsoft-com:vml" Requires="v">
                <p:oleObj spid="_x0000_s38158" name="Equation" r:id="rId13" imgW="1586811" imgH="253890" progId="Equation.DSMT4">
                  <p:embed/>
                </p:oleObj>
              </mc:Choice>
              <mc:Fallback>
                <p:oleObj name="Equation" r:id="rId13" imgW="1586811" imgH="253890" progId="Equation.DSMT4">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00113" y="2859088"/>
                        <a:ext cx="4103687" cy="65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01" name="Rectangle 13"/>
          <p:cNvSpPr>
            <a:spLocks noChangeArrowheads="1"/>
          </p:cNvSpPr>
          <p:nvPr/>
        </p:nvSpPr>
        <p:spPr bwMode="auto">
          <a:xfrm>
            <a:off x="609600" y="3621088"/>
            <a:ext cx="81661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solidFill>
                  <a:schemeClr val="bg2"/>
                </a:solidFill>
                <a:ea typeface="宋体" pitchFamily="2" charset="-122"/>
              </a:rPr>
              <a:t>         </a:t>
            </a:r>
            <a:r>
              <a:rPr lang="zh-CN" altLang="en-US">
                <a:solidFill>
                  <a:schemeClr val="bg2"/>
                </a:solidFill>
                <a:ea typeface="宋体" pitchFamily="2" charset="-122"/>
              </a:rPr>
              <a:t>若</a:t>
            </a:r>
            <a:r>
              <a:rPr lang="en-US" altLang="zh-CN">
                <a:solidFill>
                  <a:schemeClr val="bg2"/>
                </a:solidFill>
                <a:ea typeface="宋体" pitchFamily="2" charset="-122"/>
              </a:rPr>
              <a:t>A</a:t>
            </a:r>
            <a:r>
              <a:rPr lang="zh-CN" altLang="en-US">
                <a:solidFill>
                  <a:schemeClr val="bg2"/>
                </a:solidFill>
                <a:ea typeface="宋体" pitchFamily="2" charset="-122"/>
              </a:rPr>
              <a:t>是    阶矩阵，则       为</a:t>
            </a:r>
            <a:r>
              <a:rPr lang="en-US" altLang="zh-CN">
                <a:solidFill>
                  <a:schemeClr val="bg2"/>
                </a:solidFill>
                <a:ea typeface="宋体" pitchFamily="2" charset="-122"/>
              </a:rPr>
              <a:t>A</a:t>
            </a:r>
            <a:r>
              <a:rPr lang="zh-CN" altLang="en-US">
                <a:solidFill>
                  <a:schemeClr val="bg2"/>
                </a:solidFill>
                <a:ea typeface="宋体" pitchFamily="2" charset="-122"/>
              </a:rPr>
              <a:t>的     次幂，即       </a:t>
            </a:r>
          </a:p>
        </p:txBody>
      </p:sp>
      <p:graphicFrame>
        <p:nvGraphicFramePr>
          <p:cNvPr id="63502" name="Object 14"/>
          <p:cNvGraphicFramePr>
            <a:graphicFrameLocks noChangeAspect="1"/>
          </p:cNvGraphicFramePr>
          <p:nvPr/>
        </p:nvGraphicFramePr>
        <p:xfrm>
          <a:off x="933450" y="3697288"/>
          <a:ext cx="469900" cy="430212"/>
        </p:xfrm>
        <a:graphic>
          <a:graphicData uri="http://schemas.openxmlformats.org/presentationml/2006/ole">
            <mc:AlternateContent xmlns:mc="http://schemas.openxmlformats.org/markup-compatibility/2006">
              <mc:Choice xmlns:v="urn:schemas-microsoft-com:vml" Requires="v">
                <p:oleObj spid="_x0000_s38159" name="Equation" r:id="rId15" imgW="469696" imgH="431613" progId="Equation.DSMT4">
                  <p:embed/>
                </p:oleObj>
              </mc:Choice>
              <mc:Fallback>
                <p:oleObj name="Equation" r:id="rId15" imgW="469696" imgH="431613" progId="Equation.DSMT4">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33450" y="3697288"/>
                        <a:ext cx="469900"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3" name="Object 15"/>
          <p:cNvGraphicFramePr>
            <a:graphicFrameLocks noChangeAspect="1"/>
          </p:cNvGraphicFramePr>
          <p:nvPr/>
        </p:nvGraphicFramePr>
        <p:xfrm>
          <a:off x="2514600" y="3773488"/>
          <a:ext cx="239713" cy="252412"/>
        </p:xfrm>
        <a:graphic>
          <a:graphicData uri="http://schemas.openxmlformats.org/presentationml/2006/ole">
            <mc:AlternateContent xmlns:mc="http://schemas.openxmlformats.org/markup-compatibility/2006">
              <mc:Choice xmlns:v="urn:schemas-microsoft-com:vml" Requires="v">
                <p:oleObj spid="_x0000_s38160" name="公式" r:id="rId17" imgW="241195" imgH="253890" progId="Equation.3">
                  <p:embed/>
                </p:oleObj>
              </mc:Choice>
              <mc:Fallback>
                <p:oleObj name="公式" r:id="rId17" imgW="241195" imgH="253890" progId="Equation.3">
                  <p:embed/>
                  <p:pic>
                    <p:nvPicPr>
                      <p:cNvPr id="0"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514600" y="3773488"/>
                        <a:ext cx="239713" cy="252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4" name="Object 16"/>
          <p:cNvGraphicFramePr>
            <a:graphicFrameLocks noChangeAspect="1"/>
          </p:cNvGraphicFramePr>
          <p:nvPr/>
        </p:nvGraphicFramePr>
        <p:xfrm>
          <a:off x="4705350" y="3644900"/>
          <a:ext cx="442913" cy="381000"/>
        </p:xfrm>
        <a:graphic>
          <a:graphicData uri="http://schemas.openxmlformats.org/presentationml/2006/ole">
            <mc:AlternateContent xmlns:mc="http://schemas.openxmlformats.org/markup-compatibility/2006">
              <mc:Choice xmlns:v="urn:schemas-microsoft-com:vml" Requires="v">
                <p:oleObj spid="_x0000_s38161" name="公式" r:id="rId19" imgW="444307" imgH="380835" progId="Equation.3">
                  <p:embed/>
                </p:oleObj>
              </mc:Choice>
              <mc:Fallback>
                <p:oleObj name="公式" r:id="rId19" imgW="444307" imgH="380835" progId="Equation.3">
                  <p:embed/>
                  <p:pic>
                    <p:nvPicPr>
                      <p:cNvPr id="0" name="Object 1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705350" y="3644900"/>
                        <a:ext cx="442913"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5" name="Object 17"/>
          <p:cNvGraphicFramePr>
            <a:graphicFrameLocks noChangeAspect="1"/>
          </p:cNvGraphicFramePr>
          <p:nvPr/>
        </p:nvGraphicFramePr>
        <p:xfrm>
          <a:off x="6324600" y="3716338"/>
          <a:ext cx="252413" cy="330200"/>
        </p:xfrm>
        <a:graphic>
          <a:graphicData uri="http://schemas.openxmlformats.org/presentationml/2006/ole">
            <mc:AlternateContent xmlns:mc="http://schemas.openxmlformats.org/markup-compatibility/2006">
              <mc:Choice xmlns:v="urn:schemas-microsoft-com:vml" Requires="v">
                <p:oleObj spid="_x0000_s38162" name="公式" r:id="rId21" imgW="253890" imgH="330057" progId="Equation.3">
                  <p:embed/>
                </p:oleObj>
              </mc:Choice>
              <mc:Fallback>
                <p:oleObj name="公式" r:id="rId21" imgW="253890" imgH="330057" progId="Equation.3">
                  <p:embed/>
                  <p:pic>
                    <p:nvPicPr>
                      <p:cNvPr id="0" name="Object 1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324600" y="3716338"/>
                        <a:ext cx="252413"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6" name="Object 18"/>
          <p:cNvGraphicFramePr>
            <a:graphicFrameLocks noChangeAspect="1"/>
          </p:cNvGraphicFramePr>
          <p:nvPr/>
        </p:nvGraphicFramePr>
        <p:xfrm>
          <a:off x="1476375" y="4132263"/>
          <a:ext cx="2087563" cy="881062"/>
        </p:xfrm>
        <a:graphic>
          <a:graphicData uri="http://schemas.openxmlformats.org/presentationml/2006/ole">
            <mc:AlternateContent xmlns:mc="http://schemas.openxmlformats.org/markup-compatibility/2006">
              <mc:Choice xmlns:v="urn:schemas-microsoft-com:vml" Requires="v">
                <p:oleObj spid="_x0000_s38163" name="Equation" r:id="rId23" imgW="1054100" imgH="444500" progId="Equation.DSMT4">
                  <p:embed/>
                </p:oleObj>
              </mc:Choice>
              <mc:Fallback>
                <p:oleObj name="Equation" r:id="rId23" imgW="1054100" imgH="444500" progId="Equation.DSMT4">
                  <p:embed/>
                  <p:pic>
                    <p:nvPicPr>
                      <p:cNvPr id="0" name="Object 1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476375" y="4132263"/>
                        <a:ext cx="2087563" cy="881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7" name="Object 19"/>
          <p:cNvGraphicFramePr>
            <a:graphicFrameLocks noChangeAspect="1"/>
          </p:cNvGraphicFramePr>
          <p:nvPr/>
        </p:nvGraphicFramePr>
        <p:xfrm>
          <a:off x="4491038" y="4076700"/>
          <a:ext cx="1376362" cy="504825"/>
        </p:xfrm>
        <a:graphic>
          <a:graphicData uri="http://schemas.openxmlformats.org/presentationml/2006/ole">
            <mc:AlternateContent xmlns:mc="http://schemas.openxmlformats.org/markup-compatibility/2006">
              <mc:Choice xmlns:v="urn:schemas-microsoft-com:vml" Requires="v">
                <p:oleObj spid="_x0000_s38164" name="Equation" r:id="rId25" imgW="520474" imgH="190417" progId="Equation.DSMT4">
                  <p:embed/>
                </p:oleObj>
              </mc:Choice>
              <mc:Fallback>
                <p:oleObj name="Equation" r:id="rId25" imgW="520474" imgH="190417" progId="Equation.DSMT4">
                  <p:embed/>
                  <p:pic>
                    <p:nvPicPr>
                      <p:cNvPr id="0" name="Object 19"/>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491038" y="4076700"/>
                        <a:ext cx="1376362"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8" name="Object 20"/>
          <p:cNvGraphicFramePr>
            <a:graphicFrameLocks noChangeAspect="1"/>
          </p:cNvGraphicFramePr>
          <p:nvPr/>
        </p:nvGraphicFramePr>
        <p:xfrm>
          <a:off x="6732588" y="4076700"/>
          <a:ext cx="1239837" cy="709613"/>
        </p:xfrm>
        <a:graphic>
          <a:graphicData uri="http://schemas.openxmlformats.org/presentationml/2006/ole">
            <mc:AlternateContent xmlns:mc="http://schemas.openxmlformats.org/markup-compatibility/2006">
              <mc:Choice xmlns:v="urn:schemas-microsoft-com:vml" Requires="v">
                <p:oleObj spid="_x0000_s38165" name="Equation" r:id="rId27" imgW="533169" imgH="304668" progId="Equation.DSMT4">
                  <p:embed/>
                </p:oleObj>
              </mc:Choice>
              <mc:Fallback>
                <p:oleObj name="Equation" r:id="rId27" imgW="533169" imgH="304668" progId="Equation.DSMT4">
                  <p:embed/>
                  <p:pic>
                    <p:nvPicPr>
                      <p:cNvPr id="0" name="Object 20"/>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732588" y="4076700"/>
                        <a:ext cx="1239837" cy="709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9" name="Object 21"/>
          <p:cNvGraphicFramePr>
            <a:graphicFrameLocks noChangeAspect="1"/>
          </p:cNvGraphicFramePr>
          <p:nvPr/>
        </p:nvGraphicFramePr>
        <p:xfrm>
          <a:off x="1547813" y="5084763"/>
          <a:ext cx="2667000" cy="442912"/>
        </p:xfrm>
        <a:graphic>
          <a:graphicData uri="http://schemas.openxmlformats.org/presentationml/2006/ole">
            <mc:AlternateContent xmlns:mc="http://schemas.openxmlformats.org/markup-compatibility/2006">
              <mc:Choice xmlns:v="urn:schemas-microsoft-com:vml" Requires="v">
                <p:oleObj spid="_x0000_s38166" name="Equation" r:id="rId29" imgW="2476500" imgH="444500" progId="Equation.DSMT4">
                  <p:embed/>
                </p:oleObj>
              </mc:Choice>
              <mc:Fallback>
                <p:oleObj name="Equation" r:id="rId29" imgW="2476500" imgH="444500" progId="Equation.DSMT4">
                  <p:embed/>
                  <p:pic>
                    <p:nvPicPr>
                      <p:cNvPr id="0" name="Object 2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547813" y="5084763"/>
                        <a:ext cx="2667000"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10" name="Text Box 22"/>
          <p:cNvSpPr txBox="1">
            <a:spLocks noChangeArrowheads="1"/>
          </p:cNvSpPr>
          <p:nvPr/>
        </p:nvSpPr>
        <p:spPr bwMode="auto">
          <a:xfrm>
            <a:off x="1403350" y="5595938"/>
            <a:ext cx="36480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并对方阵</a:t>
            </a:r>
            <a:r>
              <a:rPr lang="en-US" altLang="zh-CN" i="1"/>
              <a:t>A</a:t>
            </a:r>
            <a:r>
              <a:rPr lang="zh-CN" altLang="en-US"/>
              <a:t>规定</a:t>
            </a:r>
            <a:r>
              <a:rPr lang="en-US" altLang="zh-CN"/>
              <a:t>: </a:t>
            </a:r>
            <a:r>
              <a:rPr lang="en-US" altLang="zh-CN" i="1"/>
              <a:t>A</a:t>
            </a:r>
            <a:r>
              <a:rPr lang="en-US" altLang="zh-CN" baseline="30000"/>
              <a:t>0</a:t>
            </a:r>
            <a:r>
              <a:rPr lang="en-US" altLang="zh-CN"/>
              <a:t>=</a:t>
            </a:r>
            <a:r>
              <a:rPr lang="en-US" altLang="zh-CN" i="1"/>
              <a:t>E.</a:t>
            </a:r>
          </a:p>
        </p:txBody>
      </p:sp>
      <p:sp>
        <p:nvSpPr>
          <p:cNvPr id="63511" name="Rectangle 23"/>
          <p:cNvSpPr>
            <a:spLocks noChangeArrowheads="1"/>
          </p:cNvSpPr>
          <p:nvPr/>
        </p:nvSpPr>
        <p:spPr bwMode="auto">
          <a:xfrm>
            <a:off x="3492500" y="4133850"/>
            <a:ext cx="9842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solidFill>
                  <a:schemeClr val="bg2"/>
                </a:solidFill>
                <a:ea typeface="宋体" pitchFamily="2" charset="-122"/>
              </a:rPr>
              <a:t>,</a:t>
            </a:r>
            <a:r>
              <a:rPr lang="zh-CN" altLang="en-US">
                <a:solidFill>
                  <a:schemeClr val="bg2"/>
                </a:solidFill>
                <a:ea typeface="宋体" pitchFamily="2" charset="-122"/>
              </a:rPr>
              <a:t>并且</a:t>
            </a:r>
          </a:p>
        </p:txBody>
      </p:sp>
      <p:graphicFrame>
        <p:nvGraphicFramePr>
          <p:cNvPr id="63512" name="Object 24"/>
          <p:cNvGraphicFramePr>
            <a:graphicFrameLocks noChangeAspect="1"/>
          </p:cNvGraphicFramePr>
          <p:nvPr/>
        </p:nvGraphicFramePr>
        <p:xfrm>
          <a:off x="5802313" y="4076700"/>
          <a:ext cx="930275" cy="552450"/>
        </p:xfrm>
        <a:graphic>
          <a:graphicData uri="http://schemas.openxmlformats.org/presentationml/2006/ole">
            <mc:AlternateContent xmlns:mc="http://schemas.openxmlformats.org/markup-compatibility/2006">
              <mc:Choice xmlns:v="urn:schemas-microsoft-com:vml" Requires="v">
                <p:oleObj spid="_x0000_s38167" name="Equation" r:id="rId31" imgW="381000" imgH="228600" progId="Equation.DSMT4">
                  <p:embed/>
                </p:oleObj>
              </mc:Choice>
              <mc:Fallback>
                <p:oleObj name="Equation" r:id="rId31" imgW="381000" imgH="228600" progId="Equation.DSMT4">
                  <p:embed/>
                  <p:pic>
                    <p:nvPicPr>
                      <p:cNvPr id="0" name="Object 24"/>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802313" y="4076700"/>
                        <a:ext cx="930275"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13" name="Object 25"/>
          <p:cNvGraphicFramePr>
            <a:graphicFrameLocks noChangeAspect="1"/>
          </p:cNvGraphicFramePr>
          <p:nvPr/>
        </p:nvGraphicFramePr>
        <p:xfrm>
          <a:off x="7956550" y="4148138"/>
          <a:ext cx="765175" cy="511175"/>
        </p:xfrm>
        <a:graphic>
          <a:graphicData uri="http://schemas.openxmlformats.org/presentationml/2006/ole">
            <mc:AlternateContent xmlns:mc="http://schemas.openxmlformats.org/markup-compatibility/2006">
              <mc:Choice xmlns:v="urn:schemas-microsoft-com:vml" Requires="v">
                <p:oleObj spid="_x0000_s38168" name="Equation" r:id="rId33" imgW="304536" imgH="203024" progId="Equation.DSMT4">
                  <p:embed/>
                </p:oleObj>
              </mc:Choice>
              <mc:Fallback>
                <p:oleObj name="Equation" r:id="rId33" imgW="304536" imgH="203024" progId="Equation.DSMT4">
                  <p:embed/>
                  <p:pic>
                    <p:nvPicPr>
                      <p:cNvPr id="0" name="Object 25"/>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7956550" y="4148138"/>
                        <a:ext cx="765175"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3491"/>
                                        </p:tgtEl>
                                        <p:attrNameLst>
                                          <p:attrName>style.visibility</p:attrName>
                                        </p:attrNameLst>
                                      </p:cBhvr>
                                      <p:to>
                                        <p:strVal val="visible"/>
                                      </p:to>
                                    </p:set>
                                    <p:animEffect transition="in" filter="wipe(left)">
                                      <p:cBhvr>
                                        <p:cTn id="7" dur="500"/>
                                        <p:tgtEl>
                                          <p:spTgt spid="634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3492"/>
                                        </p:tgtEl>
                                        <p:attrNameLst>
                                          <p:attrName>style.visibility</p:attrName>
                                        </p:attrNameLst>
                                      </p:cBhvr>
                                      <p:to>
                                        <p:strVal val="visible"/>
                                      </p:to>
                                    </p:set>
                                    <p:animEffect transition="in" filter="wipe(left)">
                                      <p:cBhvr>
                                        <p:cTn id="12" dur="500"/>
                                        <p:tgtEl>
                                          <p:spTgt spid="634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3493"/>
                                        </p:tgtEl>
                                        <p:attrNameLst>
                                          <p:attrName>style.visibility</p:attrName>
                                        </p:attrNameLst>
                                      </p:cBhvr>
                                      <p:to>
                                        <p:strVal val="visible"/>
                                      </p:to>
                                    </p:set>
                                    <p:animEffect transition="in" filter="wipe(left)">
                                      <p:cBhvr>
                                        <p:cTn id="17" dur="500"/>
                                        <p:tgtEl>
                                          <p:spTgt spid="634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3494"/>
                                        </p:tgtEl>
                                        <p:attrNameLst>
                                          <p:attrName>style.visibility</p:attrName>
                                        </p:attrNameLst>
                                      </p:cBhvr>
                                      <p:to>
                                        <p:strVal val="visible"/>
                                      </p:to>
                                    </p:set>
                                    <p:animEffect transition="in" filter="wipe(left)">
                                      <p:cBhvr>
                                        <p:cTn id="22" dur="500"/>
                                        <p:tgtEl>
                                          <p:spTgt spid="6349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3499"/>
                                        </p:tgtEl>
                                        <p:attrNameLst>
                                          <p:attrName>style.visibility</p:attrName>
                                        </p:attrNameLst>
                                      </p:cBhvr>
                                      <p:to>
                                        <p:strVal val="visible"/>
                                      </p:to>
                                    </p:set>
                                    <p:animEffect transition="in" filter="wipe(left)">
                                      <p:cBhvr>
                                        <p:cTn id="27" dur="500"/>
                                        <p:tgtEl>
                                          <p:spTgt spid="6349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3501"/>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63502"/>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63503"/>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63504"/>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63505"/>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63506"/>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63511"/>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63507"/>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0"/>
                                          </p:stCondLst>
                                        </p:cTn>
                                        <p:tgtEl>
                                          <p:spTgt spid="63512"/>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0"/>
                                          </p:stCondLst>
                                        </p:cTn>
                                        <p:tgtEl>
                                          <p:spTgt spid="63508"/>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63513"/>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63509"/>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635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01" grpId="0"/>
      <p:bldP spid="63510" grpId="0"/>
      <p:bldP spid="6351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884238" y="3595688"/>
            <a:ext cx="73596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(1)</a:t>
            </a:r>
            <a:r>
              <a:rPr lang="en-US" altLang="zh-CN">
                <a:solidFill>
                  <a:srgbClr val="0000FF"/>
                </a:solidFill>
                <a:ea typeface="宋体" pitchFamily="2" charset="-122"/>
              </a:rPr>
              <a:t> </a:t>
            </a:r>
            <a:r>
              <a:rPr lang="zh-CN" altLang="en-US">
                <a:solidFill>
                  <a:schemeClr val="bg2"/>
                </a:solidFill>
                <a:ea typeface="宋体" pitchFamily="2" charset="-122"/>
              </a:rPr>
              <a:t>矩阵乘法</a:t>
            </a:r>
            <a:r>
              <a:rPr lang="zh-CN" altLang="en-US">
                <a:solidFill>
                  <a:srgbClr val="CC0000"/>
                </a:solidFill>
              </a:rPr>
              <a:t>不满足交换律</a:t>
            </a:r>
            <a:r>
              <a:rPr lang="zh-CN" altLang="en-US">
                <a:solidFill>
                  <a:schemeClr val="bg2"/>
                </a:solidFill>
                <a:ea typeface="宋体" pitchFamily="2" charset="-122"/>
              </a:rPr>
              <a:t>，即一般：</a:t>
            </a:r>
          </a:p>
        </p:txBody>
      </p:sp>
      <p:grpSp>
        <p:nvGrpSpPr>
          <p:cNvPr id="64515" name="Group 3"/>
          <p:cNvGrpSpPr>
            <a:grpSpLocks/>
          </p:cNvGrpSpPr>
          <p:nvPr/>
        </p:nvGrpSpPr>
        <p:grpSpPr bwMode="auto">
          <a:xfrm>
            <a:off x="1820863" y="4205288"/>
            <a:ext cx="3797300" cy="493712"/>
            <a:chOff x="2976" y="240"/>
            <a:chExt cx="2392" cy="311"/>
          </a:xfrm>
        </p:grpSpPr>
        <p:graphicFrame>
          <p:nvGraphicFramePr>
            <p:cNvPr id="38931" name="Object 4"/>
            <p:cNvGraphicFramePr>
              <a:graphicFrameLocks noChangeAspect="1"/>
            </p:cNvGraphicFramePr>
            <p:nvPr/>
          </p:nvGraphicFramePr>
          <p:xfrm>
            <a:off x="2976" y="288"/>
            <a:ext cx="1008" cy="240"/>
          </p:xfrm>
          <a:graphic>
            <a:graphicData uri="http://schemas.openxmlformats.org/presentationml/2006/ole">
              <mc:AlternateContent xmlns:mc="http://schemas.openxmlformats.org/markup-compatibility/2006">
                <mc:Choice xmlns:v="urn:schemas-microsoft-com:vml" Requires="v">
                  <p:oleObj spid="_x0000_s39053" name="公式" r:id="rId3" imgW="1600200" imgH="380880" progId="Equation.3">
                    <p:embed/>
                  </p:oleObj>
                </mc:Choice>
                <mc:Fallback>
                  <p:oleObj name="公式" r:id="rId3" imgW="1600200" imgH="38088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6" y="288"/>
                          <a:ext cx="1008"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32" name="Object 5"/>
            <p:cNvGraphicFramePr>
              <a:graphicFrameLocks noChangeAspect="1"/>
            </p:cNvGraphicFramePr>
            <p:nvPr/>
          </p:nvGraphicFramePr>
          <p:xfrm>
            <a:off x="4080" y="240"/>
            <a:ext cx="1288" cy="311"/>
          </p:xfrm>
          <a:graphic>
            <a:graphicData uri="http://schemas.openxmlformats.org/presentationml/2006/ole">
              <mc:AlternateContent xmlns:mc="http://schemas.openxmlformats.org/markup-compatibility/2006">
                <mc:Choice xmlns:v="urn:schemas-microsoft-com:vml" Requires="v">
                  <p:oleObj spid="_x0000_s39054" name="公式" r:id="rId5" imgW="2373870" imgH="495085" progId="Equation.3">
                    <p:embed/>
                  </p:oleObj>
                </mc:Choice>
                <mc:Fallback>
                  <p:oleObj name="公式" r:id="rId5" imgW="2373870" imgH="495085"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80" y="240"/>
                          <a:ext cx="1288" cy="3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6574" name="Rectangle 14"/>
          <p:cNvSpPr>
            <a:spLocks noGrp="1" noChangeArrowheads="1"/>
          </p:cNvSpPr>
          <p:nvPr>
            <p:ph type="title"/>
          </p:nvPr>
        </p:nvSpPr>
        <p:spPr>
          <a:xfrm>
            <a:off x="685800" y="115888"/>
            <a:ext cx="7543800" cy="792162"/>
          </a:xfrm>
        </p:spPr>
        <p:txBody>
          <a:bodyPr/>
          <a:lstStyle/>
          <a:p>
            <a:pPr eaLnBrk="1" hangingPunct="1">
              <a:defRPr/>
            </a:pPr>
            <a:r>
              <a:rPr lang="zh-CN" altLang="en-US" sz="3200"/>
              <a:t>几点注意：</a:t>
            </a:r>
          </a:p>
        </p:txBody>
      </p:sp>
      <p:sp>
        <p:nvSpPr>
          <p:cNvPr id="66575" name="Rectangle 15"/>
          <p:cNvSpPr>
            <a:spLocks noChangeArrowheads="1"/>
          </p:cNvSpPr>
          <p:nvPr/>
        </p:nvSpPr>
        <p:spPr bwMode="auto">
          <a:xfrm>
            <a:off x="1173163" y="4852988"/>
            <a:ext cx="71485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这是因为一般它们运算的结果不是同型矩阵</a:t>
            </a:r>
            <a:r>
              <a:rPr lang="en-US" altLang="zh-CN"/>
              <a:t>. </a:t>
            </a:r>
          </a:p>
        </p:txBody>
      </p:sp>
      <p:sp>
        <p:nvSpPr>
          <p:cNvPr id="66576" name="Rectangle 16"/>
          <p:cNvSpPr>
            <a:spLocks noChangeArrowheads="1"/>
          </p:cNvSpPr>
          <p:nvPr/>
        </p:nvSpPr>
        <p:spPr bwMode="auto">
          <a:xfrm>
            <a:off x="596900" y="5357813"/>
            <a:ext cx="50053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即使是同型矩阵也不一定相等</a:t>
            </a:r>
            <a:r>
              <a:rPr lang="en-US" altLang="zh-CN"/>
              <a:t>. </a:t>
            </a:r>
          </a:p>
        </p:txBody>
      </p:sp>
      <p:grpSp>
        <p:nvGrpSpPr>
          <p:cNvPr id="66577" name="Group 17"/>
          <p:cNvGrpSpPr>
            <a:grpSpLocks/>
          </p:cNvGrpSpPr>
          <p:nvPr/>
        </p:nvGrpSpPr>
        <p:grpSpPr bwMode="auto">
          <a:xfrm>
            <a:off x="1101725" y="692150"/>
            <a:ext cx="4640263" cy="998538"/>
            <a:chOff x="850" y="1171"/>
            <a:chExt cx="4046" cy="656"/>
          </a:xfrm>
        </p:grpSpPr>
        <p:sp>
          <p:nvSpPr>
            <p:cNvPr id="38928" name="Text Box 18"/>
            <p:cNvSpPr txBox="1">
              <a:spLocks noChangeArrowheads="1"/>
            </p:cNvSpPr>
            <p:nvPr/>
          </p:nvSpPr>
          <p:spPr bwMode="auto">
            <a:xfrm>
              <a:off x="850" y="1334"/>
              <a:ext cx="1016"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例</a:t>
              </a:r>
              <a:r>
                <a:rPr lang="zh-CN" altLang="en-US">
                  <a:solidFill>
                    <a:srgbClr val="0000FF"/>
                  </a:solidFill>
                  <a:ea typeface="宋体" pitchFamily="2" charset="-122"/>
                </a:rPr>
                <a:t>  </a:t>
              </a:r>
              <a:r>
                <a:rPr lang="zh-CN" altLang="en-US">
                  <a:solidFill>
                    <a:schemeClr val="bg2"/>
                  </a:solidFill>
                  <a:ea typeface="宋体" pitchFamily="2" charset="-122"/>
                </a:rPr>
                <a:t> 设</a:t>
              </a:r>
            </a:p>
          </p:txBody>
        </p:sp>
        <p:graphicFrame>
          <p:nvGraphicFramePr>
            <p:cNvPr id="38929" name="Object 19"/>
            <p:cNvGraphicFramePr>
              <a:graphicFrameLocks noChangeAspect="1"/>
            </p:cNvGraphicFramePr>
            <p:nvPr/>
          </p:nvGraphicFramePr>
          <p:xfrm>
            <a:off x="1800" y="1171"/>
            <a:ext cx="1464" cy="656"/>
          </p:xfrm>
          <a:graphic>
            <a:graphicData uri="http://schemas.openxmlformats.org/presentationml/2006/ole">
              <mc:AlternateContent xmlns:mc="http://schemas.openxmlformats.org/markup-compatibility/2006">
                <mc:Choice xmlns:v="urn:schemas-microsoft-com:vml" Requires="v">
                  <p:oleObj spid="_x0000_s39055" name="Equation" r:id="rId7" imgW="2324100" imgH="1041400" progId="Equation.DSMT4">
                    <p:embed/>
                  </p:oleObj>
                </mc:Choice>
                <mc:Fallback>
                  <p:oleObj name="Equation" r:id="rId7" imgW="2324100" imgH="1041400" progId="Equation.DSMT4">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00" y="1171"/>
                          <a:ext cx="1464" cy="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30" name="Object 20"/>
            <p:cNvGraphicFramePr>
              <a:graphicFrameLocks noChangeAspect="1"/>
            </p:cNvGraphicFramePr>
            <p:nvPr/>
          </p:nvGraphicFramePr>
          <p:xfrm>
            <a:off x="3432" y="1171"/>
            <a:ext cx="1464" cy="656"/>
          </p:xfrm>
          <a:graphic>
            <a:graphicData uri="http://schemas.openxmlformats.org/presentationml/2006/ole">
              <mc:AlternateContent xmlns:mc="http://schemas.openxmlformats.org/markup-compatibility/2006">
                <mc:Choice xmlns:v="urn:schemas-microsoft-com:vml" Requires="v">
                  <p:oleObj spid="_x0000_s39056" name="公式" r:id="rId9" imgW="2324100" imgH="1041400" progId="Equation.3">
                    <p:embed/>
                  </p:oleObj>
                </mc:Choice>
                <mc:Fallback>
                  <p:oleObj name="公式" r:id="rId9" imgW="2324100" imgH="1041400" progId="Equation.3">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32" y="1171"/>
                          <a:ext cx="1464" cy="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66581" name="Text Box 21"/>
          <p:cNvSpPr txBox="1">
            <a:spLocks noChangeArrowheads="1"/>
          </p:cNvSpPr>
          <p:nvPr/>
        </p:nvSpPr>
        <p:spPr bwMode="auto">
          <a:xfrm>
            <a:off x="812800" y="1917700"/>
            <a:ext cx="5397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则</a:t>
            </a:r>
          </a:p>
        </p:txBody>
      </p:sp>
      <p:graphicFrame>
        <p:nvGraphicFramePr>
          <p:cNvPr id="66582" name="Object 22"/>
          <p:cNvGraphicFramePr>
            <a:graphicFrameLocks noChangeAspect="1"/>
          </p:cNvGraphicFramePr>
          <p:nvPr/>
        </p:nvGraphicFramePr>
        <p:xfrm>
          <a:off x="1317625" y="1773238"/>
          <a:ext cx="2044700" cy="977900"/>
        </p:xfrm>
        <a:graphic>
          <a:graphicData uri="http://schemas.openxmlformats.org/presentationml/2006/ole">
            <mc:AlternateContent xmlns:mc="http://schemas.openxmlformats.org/markup-compatibility/2006">
              <mc:Choice xmlns:v="urn:schemas-microsoft-com:vml" Requires="v">
                <p:oleObj spid="_x0000_s39057" name="Equation" r:id="rId11" imgW="2044700" imgH="977900" progId="Equation.3">
                  <p:embed/>
                </p:oleObj>
              </mc:Choice>
              <mc:Fallback>
                <p:oleObj name="Equation" r:id="rId11" imgW="2044700" imgH="977900" progId="Equation.3">
                  <p:embed/>
                  <p:pic>
                    <p:nvPicPr>
                      <p:cNvPr id="0"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17625" y="1773238"/>
                        <a:ext cx="20447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83" name="Object 23"/>
          <p:cNvGraphicFramePr>
            <a:graphicFrameLocks noChangeAspect="1"/>
          </p:cNvGraphicFramePr>
          <p:nvPr/>
        </p:nvGraphicFramePr>
        <p:xfrm>
          <a:off x="3405188" y="1844675"/>
          <a:ext cx="2565400" cy="977900"/>
        </p:xfrm>
        <a:graphic>
          <a:graphicData uri="http://schemas.openxmlformats.org/presentationml/2006/ole">
            <mc:AlternateContent xmlns:mc="http://schemas.openxmlformats.org/markup-compatibility/2006">
              <mc:Choice xmlns:v="urn:schemas-microsoft-com:vml" Requires="v">
                <p:oleObj spid="_x0000_s39058" name="Equation" r:id="rId13" imgW="2565400" imgH="977900" progId="Equation.3">
                  <p:embed/>
                </p:oleObj>
              </mc:Choice>
              <mc:Fallback>
                <p:oleObj name="Equation" r:id="rId13" imgW="2565400" imgH="977900" progId="Equation.3">
                  <p:embed/>
                  <p:pic>
                    <p:nvPicPr>
                      <p:cNvPr id="0" name="Object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05188" y="1844675"/>
                        <a:ext cx="25654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584" name="Text Box 24"/>
          <p:cNvSpPr txBox="1">
            <a:spLocks noChangeArrowheads="1"/>
          </p:cNvSpPr>
          <p:nvPr/>
        </p:nvSpPr>
        <p:spPr bwMode="auto">
          <a:xfrm>
            <a:off x="1244600" y="2852738"/>
            <a:ext cx="4064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显然，</a:t>
            </a:r>
            <a:r>
              <a:rPr lang="en-US" altLang="zh-CN" i="1"/>
              <a:t>AB</a:t>
            </a:r>
            <a:r>
              <a:rPr lang="en-US" altLang="zh-CN"/>
              <a:t>≠</a:t>
            </a:r>
            <a:r>
              <a:rPr lang="en-US" altLang="zh-CN" i="1"/>
              <a:t>BA</a:t>
            </a:r>
            <a:r>
              <a:rPr lang="en-US" altLang="zh-CN"/>
              <a:t>,  </a:t>
            </a:r>
            <a:r>
              <a:rPr lang="en-US" altLang="zh-CN" i="1"/>
              <a:t>BA=BC</a:t>
            </a:r>
            <a:r>
              <a:rPr lang="en-US" altLang="zh-CN"/>
              <a:t>.</a:t>
            </a:r>
          </a:p>
        </p:txBody>
      </p:sp>
      <p:sp>
        <p:nvSpPr>
          <p:cNvPr id="66585" name="Text Box 25"/>
          <p:cNvSpPr txBox="1">
            <a:spLocks noChangeArrowheads="1"/>
          </p:cNvSpPr>
          <p:nvPr/>
        </p:nvSpPr>
        <p:spPr bwMode="auto">
          <a:xfrm>
            <a:off x="3765550" y="1196975"/>
            <a:ext cx="5413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a:t>
            </a:r>
          </a:p>
        </p:txBody>
      </p:sp>
      <p:graphicFrame>
        <p:nvGraphicFramePr>
          <p:cNvPr id="66586" name="Object 26"/>
          <p:cNvGraphicFramePr>
            <a:graphicFrameLocks noChangeAspect="1"/>
          </p:cNvGraphicFramePr>
          <p:nvPr/>
        </p:nvGraphicFramePr>
        <p:xfrm>
          <a:off x="6100763" y="620713"/>
          <a:ext cx="2057400" cy="1122362"/>
        </p:xfrm>
        <a:graphic>
          <a:graphicData uri="http://schemas.openxmlformats.org/presentationml/2006/ole">
            <mc:AlternateContent xmlns:mc="http://schemas.openxmlformats.org/markup-compatibility/2006">
              <mc:Choice xmlns:v="urn:schemas-microsoft-com:vml" Requires="v">
                <p:oleObj spid="_x0000_s39059" name="Equation" r:id="rId15" imgW="838200" imgH="457200" progId="Equation.DSMT4">
                  <p:embed/>
                </p:oleObj>
              </mc:Choice>
              <mc:Fallback>
                <p:oleObj name="Equation" r:id="rId15" imgW="838200" imgH="457200" progId="Equation.DSMT4">
                  <p:embed/>
                  <p:pic>
                    <p:nvPicPr>
                      <p:cNvPr id="0" name="Object 2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00763" y="620713"/>
                        <a:ext cx="2057400" cy="1122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587" name="Text Box 27"/>
          <p:cNvSpPr txBox="1">
            <a:spLocks noChangeArrowheads="1"/>
          </p:cNvSpPr>
          <p:nvPr/>
        </p:nvSpPr>
        <p:spPr bwMode="auto">
          <a:xfrm>
            <a:off x="5637213" y="1125538"/>
            <a:ext cx="5413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a:t>
            </a:r>
          </a:p>
        </p:txBody>
      </p:sp>
      <p:graphicFrame>
        <p:nvGraphicFramePr>
          <p:cNvPr id="66588" name="Object 28"/>
          <p:cNvGraphicFramePr>
            <a:graphicFrameLocks noChangeAspect="1"/>
          </p:cNvGraphicFramePr>
          <p:nvPr/>
        </p:nvGraphicFramePr>
        <p:xfrm>
          <a:off x="5997575" y="1752600"/>
          <a:ext cx="2319338" cy="1044575"/>
        </p:xfrm>
        <a:graphic>
          <a:graphicData uri="http://schemas.openxmlformats.org/presentationml/2006/ole">
            <mc:AlternateContent xmlns:mc="http://schemas.openxmlformats.org/markup-compatibility/2006">
              <mc:Choice xmlns:v="urn:schemas-microsoft-com:vml" Requires="v">
                <p:oleObj spid="_x0000_s39060" name="Equation" r:id="rId17" imgW="1016000" imgH="457200" progId="Equation.DSMT4">
                  <p:embed/>
                </p:oleObj>
              </mc:Choice>
              <mc:Fallback>
                <p:oleObj name="Equation" r:id="rId17" imgW="1016000" imgH="457200" progId="Equation.DSMT4">
                  <p:embed/>
                  <p:pic>
                    <p:nvPicPr>
                      <p:cNvPr id="0" name="Object 2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997575" y="1752600"/>
                        <a:ext cx="2319338" cy="1044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6577"/>
                                        </p:tgtEl>
                                        <p:attrNameLst>
                                          <p:attrName>style.visibility</p:attrName>
                                        </p:attrNameLst>
                                      </p:cBhvr>
                                      <p:to>
                                        <p:strVal val="visible"/>
                                      </p:to>
                                    </p:set>
                                    <p:animEffect transition="in" filter="blinds(horizontal)">
                                      <p:cBhvr>
                                        <p:cTn id="7" dur="500"/>
                                        <p:tgtEl>
                                          <p:spTgt spid="66577"/>
                                        </p:tgtEl>
                                      </p:cBhvr>
                                    </p:animEffect>
                                  </p:childTnLst>
                                </p:cTn>
                              </p:par>
                              <p:par>
                                <p:cTn id="8" presetID="1" presetClass="entr" presetSubtype="0" fill="hold" grpId="0" nodeType="withEffect">
                                  <p:stCondLst>
                                    <p:cond delay="0"/>
                                  </p:stCondLst>
                                  <p:childTnLst>
                                    <p:set>
                                      <p:cBhvr>
                                        <p:cTn id="9" dur="1" fill="hold">
                                          <p:stCondLst>
                                            <p:cond delay="0"/>
                                          </p:stCondLst>
                                        </p:cTn>
                                        <p:tgtEl>
                                          <p:spTgt spid="66585"/>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66587"/>
                                        </p:tgtEl>
                                        <p:attrNameLst>
                                          <p:attrName>style.visibility</p:attrName>
                                        </p:attrNameLst>
                                      </p:cBhvr>
                                      <p:to>
                                        <p:strVal val="visible"/>
                                      </p:to>
                                    </p:set>
                                  </p:childTnLst>
                                </p:cTn>
                              </p:par>
                              <p:par>
                                <p:cTn id="12" presetID="3" presetClass="entr" presetSubtype="10" fill="hold" nodeType="withEffect">
                                  <p:stCondLst>
                                    <p:cond delay="0"/>
                                  </p:stCondLst>
                                  <p:childTnLst>
                                    <p:set>
                                      <p:cBhvr>
                                        <p:cTn id="13" dur="1" fill="hold">
                                          <p:stCondLst>
                                            <p:cond delay="0"/>
                                          </p:stCondLst>
                                        </p:cTn>
                                        <p:tgtEl>
                                          <p:spTgt spid="66586"/>
                                        </p:tgtEl>
                                        <p:attrNameLst>
                                          <p:attrName>style.visibility</p:attrName>
                                        </p:attrNameLst>
                                      </p:cBhvr>
                                      <p:to>
                                        <p:strVal val="visible"/>
                                      </p:to>
                                    </p:set>
                                    <p:animEffect transition="in" filter="blinds(horizontal)">
                                      <p:cBhvr>
                                        <p:cTn id="14" dur="500"/>
                                        <p:tgtEl>
                                          <p:spTgt spid="66586"/>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658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66582"/>
                                        </p:tgtEl>
                                        <p:attrNameLst>
                                          <p:attrName>style.visibility</p:attrName>
                                        </p:attrNameLst>
                                      </p:cBhvr>
                                      <p:to>
                                        <p:strVal val="visible"/>
                                      </p:to>
                                    </p:set>
                                    <p:animEffect transition="in" filter="blinds(horizontal)">
                                      <p:cBhvr>
                                        <p:cTn id="23" dur="500"/>
                                        <p:tgtEl>
                                          <p:spTgt spid="6658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66583"/>
                                        </p:tgtEl>
                                        <p:attrNameLst>
                                          <p:attrName>style.visibility</p:attrName>
                                        </p:attrNameLst>
                                      </p:cBhvr>
                                      <p:to>
                                        <p:strVal val="visible"/>
                                      </p:to>
                                    </p:set>
                                    <p:animEffect transition="in" filter="blinds(horizontal)">
                                      <p:cBhvr>
                                        <p:cTn id="28" dur="500"/>
                                        <p:tgtEl>
                                          <p:spTgt spid="6658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66588"/>
                                        </p:tgtEl>
                                        <p:attrNameLst>
                                          <p:attrName>style.visibility</p:attrName>
                                        </p:attrNameLst>
                                      </p:cBhvr>
                                      <p:to>
                                        <p:strVal val="visible"/>
                                      </p:to>
                                    </p:set>
                                    <p:animEffect transition="in" filter="blinds(horizontal)">
                                      <p:cBhvr>
                                        <p:cTn id="33" dur="500"/>
                                        <p:tgtEl>
                                          <p:spTgt spid="6658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66584"/>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4514">
                                            <p:txEl>
                                              <p:pRg st="0" end="0"/>
                                            </p:txEl>
                                          </p:spTgt>
                                        </p:tgtEl>
                                        <p:attrNameLst>
                                          <p:attrName>style.visibility</p:attrName>
                                        </p:attrNameLst>
                                      </p:cBhvr>
                                      <p:to>
                                        <p:strVal val="visible"/>
                                      </p:to>
                                    </p:set>
                                    <p:animEffect transition="in" filter="wipe(left)">
                                      <p:cBhvr>
                                        <p:cTn id="42" dur="500"/>
                                        <p:tgtEl>
                                          <p:spTgt spid="64514">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4515"/>
                                        </p:tgtEl>
                                        <p:attrNameLst>
                                          <p:attrName>style.visibility</p:attrName>
                                        </p:attrNameLst>
                                      </p:cBhvr>
                                      <p:to>
                                        <p:strVal val="visible"/>
                                      </p:to>
                                    </p:set>
                                    <p:animEffect transition="in" filter="wipe(left)">
                                      <p:cBhvr>
                                        <p:cTn id="47" dur="500"/>
                                        <p:tgtEl>
                                          <p:spTgt spid="6451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6575"/>
                                        </p:tgtEl>
                                        <p:attrNameLst>
                                          <p:attrName>style.visibility</p:attrName>
                                        </p:attrNameLst>
                                      </p:cBhvr>
                                      <p:to>
                                        <p:strVal val="visible"/>
                                      </p:to>
                                    </p:set>
                                    <p:animEffect transition="in" filter="wipe(left)">
                                      <p:cBhvr>
                                        <p:cTn id="52" dur="500"/>
                                        <p:tgtEl>
                                          <p:spTgt spid="6657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66576"/>
                                        </p:tgtEl>
                                        <p:attrNameLst>
                                          <p:attrName>style.visibility</p:attrName>
                                        </p:attrNameLst>
                                      </p:cBhvr>
                                      <p:to>
                                        <p:strVal val="visible"/>
                                      </p:to>
                                    </p:set>
                                    <p:animEffect transition="in" filter="wipe(left)">
                                      <p:cBhvr>
                                        <p:cTn id="57" dur="500"/>
                                        <p:tgtEl>
                                          <p:spTgt spid="665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75" grpId="0"/>
      <p:bldP spid="66576" grpId="0"/>
      <p:bldP spid="66581" grpId="0"/>
      <p:bldP spid="66584" grpId="0"/>
      <p:bldP spid="66585" grpId="0"/>
      <p:bldP spid="6658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xfrm>
            <a:off x="827088" y="92075"/>
            <a:ext cx="7905750" cy="1143000"/>
          </a:xfrm>
        </p:spPr>
        <p:txBody>
          <a:bodyPr/>
          <a:lstStyle/>
          <a:p>
            <a:pPr eaLnBrk="1" hangingPunct="1">
              <a:defRPr/>
            </a:pPr>
            <a:r>
              <a:rPr lang="en-US" altLang="zh-CN" sz="2800">
                <a:solidFill>
                  <a:schemeClr val="tx1"/>
                </a:solidFill>
              </a:rPr>
              <a:t>       </a:t>
            </a:r>
            <a:r>
              <a:rPr lang="zh-CN" altLang="en-US" sz="2800">
                <a:solidFill>
                  <a:schemeClr val="tx1"/>
                </a:solidFill>
              </a:rPr>
              <a:t>特殊的，若矩阵</a:t>
            </a:r>
            <a:r>
              <a:rPr lang="en-US" altLang="zh-CN" sz="2800" i="1">
                <a:solidFill>
                  <a:schemeClr val="tx1"/>
                </a:solidFill>
              </a:rPr>
              <a:t>A</a:t>
            </a:r>
            <a:r>
              <a:rPr lang="en-US" altLang="zh-CN" sz="2800">
                <a:solidFill>
                  <a:schemeClr val="tx1"/>
                </a:solidFill>
              </a:rPr>
              <a:t>, </a:t>
            </a:r>
            <a:r>
              <a:rPr lang="en-US" altLang="zh-CN" sz="2800" i="1">
                <a:solidFill>
                  <a:schemeClr val="tx1"/>
                </a:solidFill>
              </a:rPr>
              <a:t>B</a:t>
            </a:r>
            <a:r>
              <a:rPr lang="zh-CN" altLang="en-US" sz="2800">
                <a:solidFill>
                  <a:schemeClr val="tx1"/>
                </a:solidFill>
              </a:rPr>
              <a:t>满足</a:t>
            </a:r>
            <a:r>
              <a:rPr lang="en-US" altLang="zh-CN" sz="2800" i="1">
                <a:solidFill>
                  <a:schemeClr val="tx1"/>
                </a:solidFill>
              </a:rPr>
              <a:t>AB</a:t>
            </a:r>
            <a:r>
              <a:rPr lang="en-US" altLang="zh-CN" sz="2800">
                <a:solidFill>
                  <a:schemeClr val="tx1"/>
                </a:solidFill>
              </a:rPr>
              <a:t>=</a:t>
            </a:r>
            <a:r>
              <a:rPr lang="en-US" altLang="zh-CN" sz="2800" i="1">
                <a:solidFill>
                  <a:schemeClr val="tx1"/>
                </a:solidFill>
              </a:rPr>
              <a:t>BA</a:t>
            </a:r>
            <a:r>
              <a:rPr lang="zh-CN" altLang="en-US" sz="2800">
                <a:solidFill>
                  <a:schemeClr val="tx1"/>
                </a:solidFill>
              </a:rPr>
              <a:t>，则称</a:t>
            </a:r>
            <a:r>
              <a:rPr lang="en-US" altLang="zh-CN" sz="2800" i="1">
                <a:solidFill>
                  <a:schemeClr val="tx1"/>
                </a:solidFill>
              </a:rPr>
              <a:t>A</a:t>
            </a:r>
            <a:r>
              <a:rPr lang="zh-CN" altLang="en-US" sz="2800">
                <a:solidFill>
                  <a:schemeClr val="tx1"/>
                </a:solidFill>
              </a:rPr>
              <a:t>与</a:t>
            </a:r>
            <a:r>
              <a:rPr lang="en-US" altLang="zh-CN" sz="2800" i="1">
                <a:solidFill>
                  <a:schemeClr val="tx1"/>
                </a:solidFill>
              </a:rPr>
              <a:t>B</a:t>
            </a:r>
            <a:r>
              <a:rPr lang="zh-CN" altLang="en-US" sz="2800">
                <a:solidFill>
                  <a:schemeClr val="tx1"/>
                </a:solidFill>
              </a:rPr>
              <a:t>是</a:t>
            </a:r>
            <a:r>
              <a:rPr lang="zh-CN" altLang="en-US" sz="2800">
                <a:solidFill>
                  <a:srgbClr val="0000CC"/>
                </a:solidFill>
              </a:rPr>
              <a:t>可交换的</a:t>
            </a:r>
            <a:r>
              <a:rPr lang="en-US" altLang="zh-CN" sz="2800">
                <a:solidFill>
                  <a:srgbClr val="0000CC"/>
                </a:solidFill>
              </a:rPr>
              <a:t>.</a:t>
            </a:r>
          </a:p>
        </p:txBody>
      </p:sp>
      <p:sp>
        <p:nvSpPr>
          <p:cNvPr id="121859" name="Rectangle 3"/>
          <p:cNvSpPr>
            <a:spLocks noGrp="1" noChangeArrowheads="1"/>
          </p:cNvSpPr>
          <p:nvPr>
            <p:ph type="body" idx="1"/>
          </p:nvPr>
        </p:nvSpPr>
        <p:spPr bwMode="auto">
          <a:xfrm>
            <a:off x="914400" y="1243013"/>
            <a:ext cx="7834313" cy="1655762"/>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eaLnBrk="1" hangingPunct="1">
              <a:buFontTx/>
              <a:buNone/>
            </a:pPr>
            <a:r>
              <a:rPr lang="zh-CN" altLang="en-US" sz="2800">
                <a:latin typeface="黑体" pitchFamily="49" charset="-122"/>
                <a:ea typeface="黑体" pitchFamily="49" charset="-122"/>
              </a:rPr>
              <a:t>例如</a:t>
            </a:r>
            <a:r>
              <a:rPr lang="en-US" altLang="zh-CN" sz="2800">
                <a:latin typeface="黑体" pitchFamily="49" charset="-122"/>
                <a:ea typeface="黑体" pitchFamily="49" charset="-122"/>
              </a:rPr>
              <a:t>:</a:t>
            </a:r>
          </a:p>
          <a:p>
            <a:pPr eaLnBrk="1" hangingPunct="1">
              <a:buFontTx/>
              <a:buNone/>
            </a:pPr>
            <a:r>
              <a:rPr lang="en-US" altLang="zh-CN" sz="2800">
                <a:latin typeface="黑体" pitchFamily="49" charset="-122"/>
                <a:ea typeface="黑体" pitchFamily="49" charset="-122"/>
              </a:rPr>
              <a:t>     </a:t>
            </a:r>
            <a:r>
              <a:rPr lang="zh-CN" altLang="en-US" sz="2800">
                <a:latin typeface="黑体" pitchFamily="49" charset="-122"/>
                <a:ea typeface="黑体" pitchFamily="49" charset="-122"/>
              </a:rPr>
              <a:t>单位矩阵 </a:t>
            </a:r>
            <a:r>
              <a:rPr lang="en-US" altLang="zh-CN" sz="2800" i="1">
                <a:solidFill>
                  <a:srgbClr val="0000CC"/>
                </a:solidFill>
                <a:ea typeface="黑体" pitchFamily="49" charset="-122"/>
              </a:rPr>
              <a:t>E </a:t>
            </a:r>
            <a:r>
              <a:rPr lang="zh-CN" altLang="en-US" sz="2800">
                <a:latin typeface="黑体" pitchFamily="49" charset="-122"/>
                <a:ea typeface="黑体" pitchFamily="49" charset="-122"/>
              </a:rPr>
              <a:t>和任何同阶方阵可交换</a:t>
            </a:r>
            <a:r>
              <a:rPr lang="en-US" altLang="zh-CN" sz="2800">
                <a:latin typeface="黑体" pitchFamily="49" charset="-122"/>
                <a:ea typeface="黑体" pitchFamily="49" charset="-122"/>
              </a:rPr>
              <a:t>.</a:t>
            </a:r>
          </a:p>
          <a:p>
            <a:pPr eaLnBrk="1" hangingPunct="1">
              <a:buFontTx/>
              <a:buNone/>
            </a:pPr>
            <a:r>
              <a:rPr lang="en-US" altLang="zh-CN" sz="2800">
                <a:latin typeface="黑体" pitchFamily="49" charset="-122"/>
                <a:ea typeface="黑体" pitchFamily="49" charset="-122"/>
              </a:rPr>
              <a:t>     </a:t>
            </a:r>
            <a:r>
              <a:rPr lang="zh-CN" altLang="en-US" sz="2800">
                <a:latin typeface="黑体" pitchFamily="49" charset="-122"/>
                <a:ea typeface="黑体" pitchFamily="49" charset="-122"/>
              </a:rPr>
              <a:t>数量矩阵</a:t>
            </a:r>
            <a:r>
              <a:rPr lang="en-US" altLang="zh-CN" sz="2400" i="1">
                <a:solidFill>
                  <a:srgbClr val="0000CC"/>
                </a:solidFill>
                <a:latin typeface="Symbol" pitchFamily="18" charset="2"/>
              </a:rPr>
              <a:t>l</a:t>
            </a:r>
            <a:r>
              <a:rPr lang="en-US" altLang="zh-CN" sz="2800" i="1">
                <a:solidFill>
                  <a:srgbClr val="0000CC"/>
                </a:solidFill>
                <a:ea typeface="黑体" pitchFamily="49" charset="-122"/>
              </a:rPr>
              <a:t>E</a:t>
            </a:r>
            <a:r>
              <a:rPr lang="en-US" altLang="zh-CN" sz="2800" i="1">
                <a:ea typeface="黑体" pitchFamily="49" charset="-122"/>
              </a:rPr>
              <a:t> </a:t>
            </a:r>
            <a:r>
              <a:rPr lang="zh-CN" altLang="en-US" sz="2800">
                <a:latin typeface="黑体" pitchFamily="49" charset="-122"/>
                <a:ea typeface="黑体" pitchFamily="49" charset="-122"/>
              </a:rPr>
              <a:t>和任何同阶方阵可交换</a:t>
            </a:r>
            <a:r>
              <a:rPr lang="en-US" altLang="zh-CN" sz="2800">
                <a:latin typeface="黑体" pitchFamily="49" charset="-122"/>
                <a:ea typeface="黑体" pitchFamily="49" charset="-122"/>
              </a:rPr>
              <a:t>.</a:t>
            </a:r>
          </a:p>
        </p:txBody>
      </p:sp>
      <p:sp>
        <p:nvSpPr>
          <p:cNvPr id="121860" name="Rectangle 4"/>
          <p:cNvSpPr>
            <a:spLocks noChangeArrowheads="1"/>
          </p:cNvSpPr>
          <p:nvPr/>
        </p:nvSpPr>
        <p:spPr bwMode="auto">
          <a:xfrm>
            <a:off x="3059113" y="595313"/>
            <a:ext cx="49244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显然，此时</a:t>
            </a:r>
            <a:r>
              <a:rPr lang="en-US" altLang="zh-CN" i="1"/>
              <a:t>A</a:t>
            </a:r>
            <a:r>
              <a:rPr lang="en-US" altLang="zh-CN"/>
              <a:t>, </a:t>
            </a:r>
            <a:r>
              <a:rPr lang="en-US" altLang="zh-CN" i="1"/>
              <a:t>B</a:t>
            </a:r>
            <a:r>
              <a:rPr lang="zh-CN" altLang="en-US"/>
              <a:t>均为</a:t>
            </a:r>
            <a:r>
              <a:rPr lang="zh-CN" altLang="en-US">
                <a:solidFill>
                  <a:srgbClr val="FF0000"/>
                </a:solidFill>
              </a:rPr>
              <a:t>同阶方阵</a:t>
            </a:r>
            <a:r>
              <a:rPr lang="en-US" altLang="zh-CN"/>
              <a:t>. </a:t>
            </a:r>
          </a:p>
        </p:txBody>
      </p:sp>
      <p:sp>
        <p:nvSpPr>
          <p:cNvPr id="121861" name="Rectangle 5"/>
          <p:cNvSpPr>
            <a:spLocks noChangeArrowheads="1"/>
          </p:cNvSpPr>
          <p:nvPr/>
        </p:nvSpPr>
        <p:spPr bwMode="auto">
          <a:xfrm>
            <a:off x="755650" y="2900363"/>
            <a:ext cx="80645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(2) </a:t>
            </a:r>
            <a:r>
              <a:rPr lang="zh-CN" altLang="en-US"/>
              <a:t>由</a:t>
            </a:r>
            <a:r>
              <a:rPr lang="en-US" altLang="zh-CN" i="1"/>
              <a:t>AB</a:t>
            </a:r>
            <a:r>
              <a:rPr lang="zh-CN" altLang="en-US" i="1"/>
              <a:t>＝</a:t>
            </a:r>
            <a:r>
              <a:rPr lang="en-US" altLang="zh-CN" i="1"/>
              <a:t>O</a:t>
            </a:r>
            <a:r>
              <a:rPr lang="zh-CN" altLang="en-US">
                <a:solidFill>
                  <a:srgbClr val="FF0000"/>
                </a:solidFill>
              </a:rPr>
              <a:t>不能</a:t>
            </a:r>
            <a:r>
              <a:rPr lang="zh-CN" altLang="en-US"/>
              <a:t>得出</a:t>
            </a:r>
            <a:r>
              <a:rPr lang="en-US" altLang="zh-CN" i="1"/>
              <a:t>A</a:t>
            </a:r>
            <a:r>
              <a:rPr lang="zh-CN" altLang="en-US" i="1"/>
              <a:t>、</a:t>
            </a:r>
            <a:r>
              <a:rPr lang="en-US" altLang="zh-CN" i="1"/>
              <a:t>B</a:t>
            </a:r>
            <a:r>
              <a:rPr lang="zh-CN" altLang="en-US"/>
              <a:t>至少有一个零矩阵</a:t>
            </a:r>
            <a:r>
              <a:rPr lang="en-US" altLang="zh-CN"/>
              <a:t>. </a:t>
            </a:r>
          </a:p>
        </p:txBody>
      </p:sp>
      <p:sp>
        <p:nvSpPr>
          <p:cNvPr id="121862" name="Text Box 6"/>
          <p:cNvSpPr txBox="1">
            <a:spLocks noChangeArrowheads="1"/>
          </p:cNvSpPr>
          <p:nvPr/>
        </p:nvSpPr>
        <p:spPr bwMode="auto">
          <a:xfrm>
            <a:off x="1187450" y="3475038"/>
            <a:ext cx="36004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如前面的</a:t>
            </a:r>
            <a:r>
              <a:rPr lang="en-US" altLang="zh-CN" i="1"/>
              <a:t>A, B</a:t>
            </a:r>
            <a:r>
              <a:rPr lang="zh-CN" altLang="en-US"/>
              <a:t>矩阵</a:t>
            </a:r>
          </a:p>
        </p:txBody>
      </p:sp>
      <p:graphicFrame>
        <p:nvGraphicFramePr>
          <p:cNvPr id="121865" name="Object 9"/>
          <p:cNvGraphicFramePr>
            <a:graphicFrameLocks noChangeAspect="1"/>
          </p:cNvGraphicFramePr>
          <p:nvPr/>
        </p:nvGraphicFramePr>
        <p:xfrm>
          <a:off x="1547813" y="4051300"/>
          <a:ext cx="1679575" cy="998538"/>
        </p:xfrm>
        <a:graphic>
          <a:graphicData uri="http://schemas.openxmlformats.org/presentationml/2006/ole">
            <mc:AlternateContent xmlns:mc="http://schemas.openxmlformats.org/markup-compatibility/2006">
              <mc:Choice xmlns:v="urn:schemas-microsoft-com:vml" Requires="v">
                <p:oleObj spid="_x0000_s39994" name="Equation" r:id="rId3" imgW="2324100" imgH="1041400" progId="Equation.DSMT4">
                  <p:embed/>
                </p:oleObj>
              </mc:Choice>
              <mc:Fallback>
                <p:oleObj name="Equation" r:id="rId3" imgW="2324100" imgH="1041400"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4051300"/>
                        <a:ext cx="1679575" cy="998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1866" name="Object 10"/>
          <p:cNvGraphicFramePr>
            <a:graphicFrameLocks noChangeAspect="1"/>
          </p:cNvGraphicFramePr>
          <p:nvPr/>
        </p:nvGraphicFramePr>
        <p:xfrm>
          <a:off x="4427538" y="4051300"/>
          <a:ext cx="1679575" cy="998538"/>
        </p:xfrm>
        <a:graphic>
          <a:graphicData uri="http://schemas.openxmlformats.org/presentationml/2006/ole">
            <mc:AlternateContent xmlns:mc="http://schemas.openxmlformats.org/markup-compatibility/2006">
              <mc:Choice xmlns:v="urn:schemas-microsoft-com:vml" Requires="v">
                <p:oleObj spid="_x0000_s39995" name="公式" r:id="rId5" imgW="2324100" imgH="1041400" progId="Equation.3">
                  <p:embed/>
                </p:oleObj>
              </mc:Choice>
              <mc:Fallback>
                <p:oleObj name="公式" r:id="rId5" imgW="2324100" imgH="10414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7538" y="4051300"/>
                        <a:ext cx="1679575" cy="998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1868" name="Object 12"/>
          <p:cNvGraphicFramePr>
            <a:graphicFrameLocks noChangeAspect="1"/>
          </p:cNvGraphicFramePr>
          <p:nvPr/>
        </p:nvGraphicFramePr>
        <p:xfrm>
          <a:off x="1979613" y="5059363"/>
          <a:ext cx="2913062" cy="1177925"/>
        </p:xfrm>
        <a:graphic>
          <a:graphicData uri="http://schemas.openxmlformats.org/presentationml/2006/ole">
            <mc:AlternateContent xmlns:mc="http://schemas.openxmlformats.org/markup-compatibility/2006">
              <mc:Choice xmlns:v="urn:schemas-microsoft-com:vml" Requires="v">
                <p:oleObj spid="_x0000_s39996" name="Equation" r:id="rId7" imgW="1130300" imgH="457200" progId="Equation.DSMT4">
                  <p:embed/>
                </p:oleObj>
              </mc:Choice>
              <mc:Fallback>
                <p:oleObj name="Equation" r:id="rId7" imgW="1130300" imgH="457200" progId="Equation.DSMT4">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9613" y="5059363"/>
                        <a:ext cx="2913062" cy="1177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69" name="Text Box 13"/>
          <p:cNvSpPr txBox="1">
            <a:spLocks noChangeArrowheads="1"/>
          </p:cNvSpPr>
          <p:nvPr/>
        </p:nvSpPr>
        <p:spPr bwMode="auto">
          <a:xfrm>
            <a:off x="3276600" y="4267200"/>
            <a:ext cx="8874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a:t>
            </a:r>
            <a:r>
              <a:rPr lang="en-US" altLang="zh-CN" i="1"/>
              <a:t>O</a:t>
            </a:r>
            <a:r>
              <a:rPr lang="en-US" altLang="zh-CN"/>
              <a:t>,</a:t>
            </a:r>
          </a:p>
        </p:txBody>
      </p:sp>
      <p:sp>
        <p:nvSpPr>
          <p:cNvPr id="121870" name="Text Box 14"/>
          <p:cNvSpPr txBox="1">
            <a:spLocks noChangeArrowheads="1"/>
          </p:cNvSpPr>
          <p:nvPr/>
        </p:nvSpPr>
        <p:spPr bwMode="auto">
          <a:xfrm>
            <a:off x="6156325" y="4267200"/>
            <a:ext cx="9763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 </a:t>
            </a:r>
            <a:r>
              <a:rPr lang="en-US" altLang="zh-CN" i="1"/>
              <a:t>O</a:t>
            </a:r>
            <a:r>
              <a:rPr lang="en-US" altLang="zh-CN"/>
              <a:t>,</a:t>
            </a:r>
          </a:p>
        </p:txBody>
      </p:sp>
      <p:sp>
        <p:nvSpPr>
          <p:cNvPr id="121871" name="Text Box 15"/>
          <p:cNvSpPr txBox="1">
            <a:spLocks noChangeArrowheads="1"/>
          </p:cNvSpPr>
          <p:nvPr/>
        </p:nvSpPr>
        <p:spPr bwMode="auto">
          <a:xfrm>
            <a:off x="1258888" y="5275263"/>
            <a:ext cx="5413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而</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1860"/>
                                        </p:tgtEl>
                                        <p:attrNameLst>
                                          <p:attrName>style.visibility</p:attrName>
                                        </p:attrNameLst>
                                      </p:cBhvr>
                                      <p:to>
                                        <p:strVal val="visible"/>
                                      </p:to>
                                    </p:set>
                                    <p:animEffect transition="in" filter="wipe(left)">
                                      <p:cBhvr>
                                        <p:cTn id="7" dur="500"/>
                                        <p:tgtEl>
                                          <p:spTgt spid="1218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1859">
                                            <p:txEl>
                                              <p:pRg st="0" end="0"/>
                                            </p:txEl>
                                          </p:spTgt>
                                        </p:tgtEl>
                                        <p:attrNameLst>
                                          <p:attrName>style.visibility</p:attrName>
                                        </p:attrNameLst>
                                      </p:cBhvr>
                                      <p:to>
                                        <p:strVal val="visible"/>
                                      </p:to>
                                    </p:set>
                                    <p:animEffect transition="in" filter="wipe(left)">
                                      <p:cBhvr>
                                        <p:cTn id="12" dur="500"/>
                                        <p:tgtEl>
                                          <p:spTgt spid="12185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1859">
                                            <p:txEl>
                                              <p:pRg st="1" end="1"/>
                                            </p:txEl>
                                          </p:spTgt>
                                        </p:tgtEl>
                                        <p:attrNameLst>
                                          <p:attrName>style.visibility</p:attrName>
                                        </p:attrNameLst>
                                      </p:cBhvr>
                                      <p:to>
                                        <p:strVal val="visible"/>
                                      </p:to>
                                    </p:set>
                                    <p:animEffect transition="in" filter="wipe(left)">
                                      <p:cBhvr>
                                        <p:cTn id="17" dur="500"/>
                                        <p:tgtEl>
                                          <p:spTgt spid="12185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1859">
                                            <p:txEl>
                                              <p:pRg st="2" end="2"/>
                                            </p:txEl>
                                          </p:spTgt>
                                        </p:tgtEl>
                                        <p:attrNameLst>
                                          <p:attrName>style.visibility</p:attrName>
                                        </p:attrNameLst>
                                      </p:cBhvr>
                                      <p:to>
                                        <p:strVal val="visible"/>
                                      </p:to>
                                    </p:set>
                                    <p:animEffect transition="in" filter="wipe(left)">
                                      <p:cBhvr>
                                        <p:cTn id="22" dur="500"/>
                                        <p:tgtEl>
                                          <p:spTgt spid="121859">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1861"/>
                                        </p:tgtEl>
                                        <p:attrNameLst>
                                          <p:attrName>style.visibility</p:attrName>
                                        </p:attrNameLst>
                                      </p:cBhvr>
                                      <p:to>
                                        <p:strVal val="visible"/>
                                      </p:to>
                                    </p:set>
                                    <p:animEffect transition="in" filter="wipe(left)">
                                      <p:cBhvr>
                                        <p:cTn id="27" dur="500"/>
                                        <p:tgtEl>
                                          <p:spTgt spid="12186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1862"/>
                                        </p:tgtEl>
                                        <p:attrNameLst>
                                          <p:attrName>style.visibility</p:attrName>
                                        </p:attrNameLst>
                                      </p:cBhvr>
                                      <p:to>
                                        <p:strVal val="visible"/>
                                      </p:to>
                                    </p:set>
                                    <p:animEffect transition="in" filter="wipe(left)">
                                      <p:cBhvr>
                                        <p:cTn id="32" dur="500"/>
                                        <p:tgtEl>
                                          <p:spTgt spid="121862"/>
                                        </p:tgtEl>
                                      </p:cBhvr>
                                    </p:animEffect>
                                  </p:childTnLst>
                                </p:cTn>
                              </p:par>
                              <p:par>
                                <p:cTn id="33" presetID="22" presetClass="entr" presetSubtype="8" fill="hold" nodeType="withEffect">
                                  <p:stCondLst>
                                    <p:cond delay="0"/>
                                  </p:stCondLst>
                                  <p:childTnLst>
                                    <p:set>
                                      <p:cBhvr>
                                        <p:cTn id="34" dur="1" fill="hold">
                                          <p:stCondLst>
                                            <p:cond delay="0"/>
                                          </p:stCondLst>
                                        </p:cTn>
                                        <p:tgtEl>
                                          <p:spTgt spid="121865"/>
                                        </p:tgtEl>
                                        <p:attrNameLst>
                                          <p:attrName>style.visibility</p:attrName>
                                        </p:attrNameLst>
                                      </p:cBhvr>
                                      <p:to>
                                        <p:strVal val="visible"/>
                                      </p:to>
                                    </p:set>
                                    <p:animEffect transition="in" filter="wipe(left)">
                                      <p:cBhvr>
                                        <p:cTn id="35" dur="500"/>
                                        <p:tgtEl>
                                          <p:spTgt spid="12186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21869"/>
                                        </p:tgtEl>
                                        <p:attrNameLst>
                                          <p:attrName>style.visibility</p:attrName>
                                        </p:attrNameLst>
                                      </p:cBhvr>
                                      <p:to>
                                        <p:strVal val="visible"/>
                                      </p:to>
                                    </p:set>
                                    <p:animEffect transition="in" filter="wipe(left)">
                                      <p:cBhvr>
                                        <p:cTn id="40" dur="500"/>
                                        <p:tgtEl>
                                          <p:spTgt spid="12186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21866"/>
                                        </p:tgtEl>
                                        <p:attrNameLst>
                                          <p:attrName>style.visibility</p:attrName>
                                        </p:attrNameLst>
                                      </p:cBhvr>
                                      <p:to>
                                        <p:strVal val="visible"/>
                                      </p:to>
                                    </p:set>
                                    <p:animEffect transition="in" filter="wipe(left)">
                                      <p:cBhvr>
                                        <p:cTn id="45" dur="500"/>
                                        <p:tgtEl>
                                          <p:spTgt spid="12186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21870"/>
                                        </p:tgtEl>
                                        <p:attrNameLst>
                                          <p:attrName>style.visibility</p:attrName>
                                        </p:attrNameLst>
                                      </p:cBhvr>
                                      <p:to>
                                        <p:strVal val="visible"/>
                                      </p:to>
                                    </p:set>
                                    <p:animEffect transition="in" filter="wipe(left)">
                                      <p:cBhvr>
                                        <p:cTn id="50" dur="500"/>
                                        <p:tgtEl>
                                          <p:spTgt spid="12187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121868"/>
                                        </p:tgtEl>
                                        <p:attrNameLst>
                                          <p:attrName>style.visibility</p:attrName>
                                        </p:attrNameLst>
                                      </p:cBhvr>
                                      <p:to>
                                        <p:strVal val="visible"/>
                                      </p:to>
                                    </p:set>
                                    <p:animEffect transition="in" filter="wipe(left)">
                                      <p:cBhvr>
                                        <p:cTn id="55" dur="500"/>
                                        <p:tgtEl>
                                          <p:spTgt spid="121868"/>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121871"/>
                                        </p:tgtEl>
                                        <p:attrNameLst>
                                          <p:attrName>style.visibility</p:attrName>
                                        </p:attrNameLst>
                                      </p:cBhvr>
                                      <p:to>
                                        <p:strVal val="visible"/>
                                      </p:to>
                                    </p:set>
                                    <p:animEffect transition="in" filter="wipe(left)">
                                      <p:cBhvr>
                                        <p:cTn id="58" dur="500"/>
                                        <p:tgtEl>
                                          <p:spTgt spid="1218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p:bldP spid="121860" grpId="0"/>
      <p:bldP spid="121861" grpId="0"/>
      <p:bldP spid="121862" grpId="0"/>
      <p:bldP spid="121869" grpId="0"/>
      <p:bldP spid="121870" grpId="0"/>
      <p:bldP spid="12187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0838" name="Object 6"/>
          <p:cNvGraphicFramePr>
            <a:graphicFrameLocks noChangeAspect="1"/>
          </p:cNvGraphicFramePr>
          <p:nvPr/>
        </p:nvGraphicFramePr>
        <p:xfrm>
          <a:off x="1692275" y="1628775"/>
          <a:ext cx="1679575" cy="998538"/>
        </p:xfrm>
        <a:graphic>
          <a:graphicData uri="http://schemas.openxmlformats.org/presentationml/2006/ole">
            <mc:AlternateContent xmlns:mc="http://schemas.openxmlformats.org/markup-compatibility/2006">
              <mc:Choice xmlns:v="urn:schemas-microsoft-com:vml" Requires="v">
                <p:oleObj spid="_x0000_s41049" name="公式" r:id="rId3" imgW="2324100" imgH="1041400" progId="Equation.3">
                  <p:embed/>
                </p:oleObj>
              </mc:Choice>
              <mc:Fallback>
                <p:oleObj name="公式" r:id="rId3" imgW="2324100" imgH="10414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1628775"/>
                        <a:ext cx="1679575" cy="998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0839" name="Object 7"/>
          <p:cNvGraphicFramePr>
            <a:graphicFrameLocks noChangeAspect="1"/>
          </p:cNvGraphicFramePr>
          <p:nvPr/>
        </p:nvGraphicFramePr>
        <p:xfrm>
          <a:off x="3673475" y="1600200"/>
          <a:ext cx="2157413" cy="1135063"/>
        </p:xfrm>
        <a:graphic>
          <a:graphicData uri="http://schemas.openxmlformats.org/presentationml/2006/ole">
            <mc:AlternateContent xmlns:mc="http://schemas.openxmlformats.org/markup-compatibility/2006">
              <mc:Choice xmlns:v="urn:schemas-microsoft-com:vml" Requires="v">
                <p:oleObj spid="_x0000_s41050" name="Equation" r:id="rId5" imgW="1155700" imgH="457200" progId="Equation.DSMT4">
                  <p:embed/>
                </p:oleObj>
              </mc:Choice>
              <mc:Fallback>
                <p:oleObj name="Equation" r:id="rId5" imgW="1155700" imgH="4572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73475" y="1600200"/>
                        <a:ext cx="2157413" cy="1135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0842" name="Object 10"/>
          <p:cNvGraphicFramePr>
            <a:graphicFrameLocks noChangeAspect="1"/>
          </p:cNvGraphicFramePr>
          <p:nvPr/>
        </p:nvGraphicFramePr>
        <p:xfrm>
          <a:off x="1692275" y="2752725"/>
          <a:ext cx="3024188" cy="1017588"/>
        </p:xfrm>
        <a:graphic>
          <a:graphicData uri="http://schemas.openxmlformats.org/presentationml/2006/ole">
            <mc:AlternateContent xmlns:mc="http://schemas.openxmlformats.org/markup-compatibility/2006">
              <mc:Choice xmlns:v="urn:schemas-microsoft-com:vml" Requires="v">
                <p:oleObj spid="_x0000_s41051" name="Equation" r:id="rId7" imgW="1358900" imgH="457200" progId="Equation.DSMT4">
                  <p:embed/>
                </p:oleObj>
              </mc:Choice>
              <mc:Fallback>
                <p:oleObj name="Equation" r:id="rId7" imgW="1358900" imgH="4572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2275" y="2752725"/>
                        <a:ext cx="3024188" cy="1017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844" name="Object 12"/>
          <p:cNvGraphicFramePr>
            <a:graphicFrameLocks noChangeAspect="1"/>
          </p:cNvGraphicFramePr>
          <p:nvPr/>
        </p:nvGraphicFramePr>
        <p:xfrm>
          <a:off x="6300788" y="1557338"/>
          <a:ext cx="2089150" cy="1122362"/>
        </p:xfrm>
        <a:graphic>
          <a:graphicData uri="http://schemas.openxmlformats.org/presentationml/2006/ole">
            <mc:AlternateContent xmlns:mc="http://schemas.openxmlformats.org/markup-compatibility/2006">
              <mc:Choice xmlns:v="urn:schemas-microsoft-com:vml" Requires="v">
                <p:oleObj spid="_x0000_s41052" name="公式" r:id="rId9" imgW="850900" imgH="457200" progId="Equation.3">
                  <p:embed/>
                </p:oleObj>
              </mc:Choice>
              <mc:Fallback>
                <p:oleObj name="公式" r:id="rId9" imgW="850900" imgH="457200"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00788" y="1557338"/>
                        <a:ext cx="2089150" cy="1122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0846" name="Text Box 14"/>
          <p:cNvSpPr txBox="1">
            <a:spLocks noChangeArrowheads="1"/>
          </p:cNvSpPr>
          <p:nvPr/>
        </p:nvSpPr>
        <p:spPr bwMode="auto">
          <a:xfrm>
            <a:off x="1979613" y="3903663"/>
            <a:ext cx="4319587" cy="557212"/>
          </a:xfrm>
          <a:prstGeom prst="rect">
            <a:avLst/>
          </a:prstGeom>
          <a:solidFill>
            <a:schemeClr val="accent1"/>
          </a:solidFill>
          <a:ln w="38100" cmpd="dbl">
            <a:solidFill>
              <a:srgbClr val="0000CC"/>
            </a:solidFill>
            <a:miter lim="800000"/>
            <a:headEnd/>
            <a:tailEnd/>
          </a:ln>
          <a:effectLst>
            <a:outerShdw dist="107763" dir="18900000" algn="ctr" rotWithShape="0">
              <a:schemeClr val="bg2">
                <a:alpha val="50000"/>
              </a:schemeClr>
            </a:outerShdw>
          </a:effec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algn="ctr" eaLnBrk="1" hangingPunct="1">
              <a:spcBef>
                <a:spcPct val="50000"/>
              </a:spcBef>
            </a:pPr>
            <a:r>
              <a:rPr lang="zh-CN" altLang="en-US">
                <a:ea typeface="楷体_GB2312" pitchFamily="49" charset="-122"/>
              </a:rPr>
              <a:t>这一点一定要引起注意！</a:t>
            </a:r>
          </a:p>
        </p:txBody>
      </p:sp>
      <p:sp>
        <p:nvSpPr>
          <p:cNvPr id="120847" name="Rectangle 15"/>
          <p:cNvSpPr>
            <a:spLocks noGrp="1" noChangeArrowheads="1"/>
          </p:cNvSpPr>
          <p:nvPr>
            <p:ph type="title"/>
          </p:nvPr>
        </p:nvSpPr>
        <p:spPr>
          <a:xfrm>
            <a:off x="914400" y="115888"/>
            <a:ext cx="7834313" cy="1143000"/>
          </a:xfrm>
        </p:spPr>
        <p:txBody>
          <a:bodyPr/>
          <a:lstStyle/>
          <a:p>
            <a:pPr marL="542925" indent="-542925" eaLnBrk="1" hangingPunct="1">
              <a:defRPr/>
            </a:pPr>
            <a:r>
              <a:rPr lang="en-US" altLang="zh-CN" sz="2800">
                <a:solidFill>
                  <a:schemeClr val="tx1"/>
                </a:solidFill>
              </a:rPr>
              <a:t>(3) </a:t>
            </a:r>
            <a:r>
              <a:rPr lang="zh-CN" altLang="en-US" sz="2800">
                <a:solidFill>
                  <a:schemeClr val="tx1"/>
                </a:solidFill>
              </a:rPr>
              <a:t>由</a:t>
            </a:r>
            <a:r>
              <a:rPr lang="en-US" altLang="zh-CN" sz="2800" i="1">
                <a:solidFill>
                  <a:schemeClr val="tx1"/>
                </a:solidFill>
              </a:rPr>
              <a:t>BA=BC</a:t>
            </a:r>
            <a:r>
              <a:rPr lang="en-US" altLang="zh-CN" sz="2800">
                <a:solidFill>
                  <a:schemeClr val="tx1"/>
                </a:solidFill>
              </a:rPr>
              <a:t> </a:t>
            </a:r>
            <a:r>
              <a:rPr lang="zh-CN" altLang="en-US" sz="2800">
                <a:solidFill>
                  <a:schemeClr val="tx1"/>
                </a:solidFill>
              </a:rPr>
              <a:t>（或</a:t>
            </a:r>
            <a:r>
              <a:rPr lang="en-US" altLang="zh-CN" sz="2800" i="1">
                <a:solidFill>
                  <a:schemeClr val="tx1"/>
                </a:solidFill>
              </a:rPr>
              <a:t>AB=CB</a:t>
            </a:r>
            <a:r>
              <a:rPr lang="zh-CN" altLang="en-US" sz="2800">
                <a:solidFill>
                  <a:schemeClr val="tx1"/>
                </a:solidFill>
              </a:rPr>
              <a:t>），且</a:t>
            </a:r>
            <a:r>
              <a:rPr lang="en-US" altLang="zh-CN" sz="2800" i="1">
                <a:solidFill>
                  <a:schemeClr val="tx1"/>
                </a:solidFill>
              </a:rPr>
              <a:t>B</a:t>
            </a:r>
            <a:r>
              <a:rPr lang="en-US" altLang="zh-CN" sz="2800">
                <a:solidFill>
                  <a:schemeClr val="tx1"/>
                </a:solidFill>
              </a:rPr>
              <a:t>≠</a:t>
            </a:r>
            <a:r>
              <a:rPr lang="en-US" altLang="zh-CN" sz="2800" i="1">
                <a:solidFill>
                  <a:schemeClr val="tx1"/>
                </a:solidFill>
              </a:rPr>
              <a:t>O</a:t>
            </a:r>
            <a:r>
              <a:rPr lang="zh-CN" altLang="en-US" sz="2800">
                <a:solidFill>
                  <a:schemeClr val="tx1"/>
                </a:solidFill>
              </a:rPr>
              <a:t>，不能得出</a:t>
            </a:r>
            <a:r>
              <a:rPr lang="en-US" altLang="zh-CN" sz="2800" i="1">
                <a:solidFill>
                  <a:schemeClr val="tx1"/>
                </a:solidFill>
              </a:rPr>
              <a:t>A</a:t>
            </a:r>
            <a:r>
              <a:rPr lang="zh-CN" altLang="en-US" sz="2800" i="1">
                <a:solidFill>
                  <a:schemeClr val="tx1"/>
                </a:solidFill>
              </a:rPr>
              <a:t>＝</a:t>
            </a:r>
            <a:r>
              <a:rPr lang="en-US" altLang="zh-CN" sz="2800" i="1">
                <a:solidFill>
                  <a:schemeClr val="tx1"/>
                </a:solidFill>
              </a:rPr>
              <a:t>C </a:t>
            </a:r>
            <a:r>
              <a:rPr lang="zh-CN" altLang="en-US" sz="2800">
                <a:solidFill>
                  <a:schemeClr val="tx1"/>
                </a:solidFill>
              </a:rPr>
              <a:t>的结论，即</a:t>
            </a:r>
            <a:r>
              <a:rPr lang="zh-CN" altLang="en-US" sz="2800">
                <a:solidFill>
                  <a:srgbClr val="CC0000"/>
                </a:solidFill>
              </a:rPr>
              <a:t>乘法一般不满足消去律</a:t>
            </a:r>
            <a:r>
              <a:rPr lang="en-US" altLang="zh-CN" sz="2800">
                <a:solidFill>
                  <a:schemeClr val="tx1"/>
                </a:solidFill>
              </a:rPr>
              <a:t>. </a:t>
            </a:r>
          </a:p>
        </p:txBody>
      </p:sp>
      <p:sp>
        <p:nvSpPr>
          <p:cNvPr id="120848" name="Text Box 16"/>
          <p:cNvSpPr txBox="1">
            <a:spLocks noChangeArrowheads="1"/>
          </p:cNvSpPr>
          <p:nvPr/>
        </p:nvSpPr>
        <p:spPr bwMode="auto">
          <a:xfrm>
            <a:off x="1331913" y="1052513"/>
            <a:ext cx="1606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如前面的</a:t>
            </a:r>
          </a:p>
        </p:txBody>
      </p:sp>
      <p:sp>
        <p:nvSpPr>
          <p:cNvPr id="120849" name="Text Box 17"/>
          <p:cNvSpPr txBox="1">
            <a:spLocks noChangeArrowheads="1"/>
          </p:cNvSpPr>
          <p:nvPr/>
        </p:nvSpPr>
        <p:spPr bwMode="auto">
          <a:xfrm>
            <a:off x="3419475" y="1744663"/>
            <a:ext cx="273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a:t>
            </a:r>
          </a:p>
        </p:txBody>
      </p:sp>
      <p:sp>
        <p:nvSpPr>
          <p:cNvPr id="120850" name="Text Box 18"/>
          <p:cNvSpPr txBox="1">
            <a:spLocks noChangeArrowheads="1"/>
          </p:cNvSpPr>
          <p:nvPr/>
        </p:nvSpPr>
        <p:spPr bwMode="auto">
          <a:xfrm>
            <a:off x="5883275" y="1801813"/>
            <a:ext cx="273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a:t>
            </a:r>
          </a:p>
        </p:txBody>
      </p:sp>
      <p:sp>
        <p:nvSpPr>
          <p:cNvPr id="120851" name="Rectangle 19"/>
          <p:cNvSpPr>
            <a:spLocks noChangeArrowheads="1"/>
          </p:cNvSpPr>
          <p:nvPr/>
        </p:nvSpPr>
        <p:spPr bwMode="auto">
          <a:xfrm>
            <a:off x="4859338" y="2895600"/>
            <a:ext cx="1812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，但</a:t>
            </a:r>
            <a:r>
              <a:rPr lang="en-US" altLang="zh-CN" i="1"/>
              <a:t>A</a:t>
            </a:r>
            <a:r>
              <a:rPr lang="en-US" altLang="zh-CN"/>
              <a:t>≠</a:t>
            </a:r>
            <a:r>
              <a:rPr lang="en-US" altLang="zh-CN" i="1"/>
              <a:t>C.</a:t>
            </a:r>
          </a:p>
        </p:txBody>
      </p:sp>
      <p:sp>
        <p:nvSpPr>
          <p:cNvPr id="120852" name="Rectangle 20"/>
          <p:cNvSpPr>
            <a:spLocks noChangeArrowheads="1"/>
          </p:cNvSpPr>
          <p:nvPr/>
        </p:nvSpPr>
        <p:spPr bwMode="auto">
          <a:xfrm>
            <a:off x="755650" y="4652963"/>
            <a:ext cx="80645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1pPr>
            <a:lvl2pPr>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2pPr>
            <a:lvl3pPr>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3pPr>
            <a:lvl4pPr>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4pPr>
            <a:lvl5pPr>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5pPr>
            <a:lvl6pPr marL="457200" fontAlgn="base">
              <a:spcBef>
                <a:spcPct val="0"/>
              </a:spcBef>
              <a:spcAft>
                <a:spcPct val="0"/>
              </a:spcAft>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6pPr>
            <a:lvl7pPr marL="914400" fontAlgn="base">
              <a:spcBef>
                <a:spcPct val="0"/>
              </a:spcBef>
              <a:spcAft>
                <a:spcPct val="0"/>
              </a:spcAft>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7pPr>
            <a:lvl8pPr marL="1371600" fontAlgn="base">
              <a:spcBef>
                <a:spcPct val="0"/>
              </a:spcBef>
              <a:spcAft>
                <a:spcPct val="0"/>
              </a:spcAft>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8pPr>
            <a:lvl9pPr marL="1828800" fontAlgn="base">
              <a:spcBef>
                <a:spcPct val="0"/>
              </a:spcBef>
              <a:spcAft>
                <a:spcPct val="0"/>
              </a:spcAft>
              <a:defRPr kumimoji="1" sz="4000" b="1">
                <a:solidFill>
                  <a:srgbClr val="0000FF"/>
                </a:solidFill>
                <a:effectLst>
                  <a:outerShdw blurRad="38100" dist="38100" dir="2700000" algn="tl">
                    <a:srgbClr val="C0C0C0"/>
                  </a:outerShdw>
                </a:effectLst>
                <a:latin typeface="Times New Roman" pitchFamily="18" charset="0"/>
                <a:ea typeface="黑体" pitchFamily="2" charset="-122"/>
              </a:defRPr>
            </a:lvl9pPr>
          </a:lstStyle>
          <a:p>
            <a:pPr>
              <a:defRPr/>
            </a:pPr>
            <a:r>
              <a:rPr lang="zh-CN" altLang="en-US" sz="2800">
                <a:solidFill>
                  <a:schemeClr val="tx1"/>
                </a:solidFill>
              </a:rPr>
              <a:t>若</a:t>
            </a:r>
            <a:r>
              <a:rPr lang="en-US" altLang="zh-CN" sz="2800" i="1">
                <a:solidFill>
                  <a:schemeClr val="tx1"/>
                </a:solidFill>
              </a:rPr>
              <a:t>BA=O, AB=O</a:t>
            </a:r>
            <a:r>
              <a:rPr lang="zh-CN" altLang="en-US" sz="2800">
                <a:solidFill>
                  <a:schemeClr val="tx1"/>
                </a:solidFill>
              </a:rPr>
              <a:t>，不能得出</a:t>
            </a:r>
            <a:r>
              <a:rPr lang="en-US" altLang="zh-CN" sz="2800" i="1">
                <a:solidFill>
                  <a:schemeClr val="tx1"/>
                </a:solidFill>
              </a:rPr>
              <a:t>A=O</a:t>
            </a:r>
            <a:r>
              <a:rPr lang="zh-CN" altLang="en-US" sz="2800">
                <a:solidFill>
                  <a:schemeClr val="tx1"/>
                </a:solidFill>
              </a:rPr>
              <a:t>或</a:t>
            </a:r>
            <a:r>
              <a:rPr lang="en-US" altLang="zh-CN" sz="2800" i="1">
                <a:solidFill>
                  <a:schemeClr val="tx1"/>
                </a:solidFill>
              </a:rPr>
              <a:t>B=O </a:t>
            </a:r>
            <a:r>
              <a:rPr lang="zh-CN" altLang="en-US" sz="2800">
                <a:solidFill>
                  <a:schemeClr val="tx1"/>
                </a:solidFill>
              </a:rPr>
              <a:t>的结论，如 </a:t>
            </a:r>
          </a:p>
        </p:txBody>
      </p:sp>
      <p:graphicFrame>
        <p:nvGraphicFramePr>
          <p:cNvPr id="120853" name="Object 21"/>
          <p:cNvGraphicFramePr>
            <a:graphicFrameLocks noChangeAspect="1"/>
          </p:cNvGraphicFramePr>
          <p:nvPr/>
        </p:nvGraphicFramePr>
        <p:xfrm>
          <a:off x="1173163" y="5208588"/>
          <a:ext cx="4410075" cy="1244600"/>
        </p:xfrm>
        <a:graphic>
          <a:graphicData uri="http://schemas.openxmlformats.org/presentationml/2006/ole">
            <mc:AlternateContent xmlns:mc="http://schemas.openxmlformats.org/markup-compatibility/2006">
              <mc:Choice xmlns:v="urn:schemas-microsoft-com:vml" Requires="v">
                <p:oleObj spid="_x0000_s41053" name="Equation" r:id="rId11" imgW="2209800" imgH="469900" progId="Equation.DSMT4">
                  <p:embed/>
                </p:oleObj>
              </mc:Choice>
              <mc:Fallback>
                <p:oleObj name="Equation" r:id="rId11" imgW="2209800" imgH="469900" progId="Equation.DSMT4">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73163" y="5208588"/>
                        <a:ext cx="4410075" cy="124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084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0838"/>
                                        </p:tgtEl>
                                        <p:attrNameLst>
                                          <p:attrName>style.visibility</p:attrName>
                                        </p:attrNameLst>
                                      </p:cBhvr>
                                      <p:to>
                                        <p:strVal val="visible"/>
                                      </p:to>
                                    </p:set>
                                  </p:childTnLst>
                                </p:cTn>
                              </p:par>
                              <p:par>
                                <p:cTn id="9" presetID="22" presetClass="entr" presetSubtype="8" fill="hold" grpId="0" nodeType="withEffect">
                                  <p:stCondLst>
                                    <p:cond delay="0"/>
                                  </p:stCondLst>
                                  <p:childTnLst>
                                    <p:set>
                                      <p:cBhvr>
                                        <p:cTn id="10" dur="1" fill="hold">
                                          <p:stCondLst>
                                            <p:cond delay="0"/>
                                          </p:stCondLst>
                                        </p:cTn>
                                        <p:tgtEl>
                                          <p:spTgt spid="120849"/>
                                        </p:tgtEl>
                                        <p:attrNameLst>
                                          <p:attrName>style.visibility</p:attrName>
                                        </p:attrNameLst>
                                      </p:cBhvr>
                                      <p:to>
                                        <p:strVal val="visible"/>
                                      </p:to>
                                    </p:set>
                                    <p:animEffect transition="in" filter="wipe(left)">
                                      <p:cBhvr>
                                        <p:cTn id="11" dur="500"/>
                                        <p:tgtEl>
                                          <p:spTgt spid="120849"/>
                                        </p:tgtEl>
                                      </p:cBhvr>
                                    </p:animEffect>
                                  </p:childTnLst>
                                </p:cTn>
                              </p:par>
                              <p:par>
                                <p:cTn id="12" presetID="1" presetClass="entr" presetSubtype="0" fill="hold" nodeType="withEffect">
                                  <p:stCondLst>
                                    <p:cond delay="0"/>
                                  </p:stCondLst>
                                  <p:childTnLst>
                                    <p:set>
                                      <p:cBhvr>
                                        <p:cTn id="13" dur="1" fill="hold">
                                          <p:stCondLst>
                                            <p:cond delay="0"/>
                                          </p:stCondLst>
                                        </p:cTn>
                                        <p:tgtEl>
                                          <p:spTgt spid="120839"/>
                                        </p:tgtEl>
                                        <p:attrNameLst>
                                          <p:attrName>style.visibility</p:attrName>
                                        </p:attrNameLst>
                                      </p:cBhvr>
                                      <p:to>
                                        <p:strVal val="visible"/>
                                      </p:to>
                                    </p:set>
                                  </p:childTnLst>
                                </p:cTn>
                              </p:par>
                              <p:par>
                                <p:cTn id="14" presetID="22" presetClass="entr" presetSubtype="8" fill="hold" grpId="0" nodeType="withEffect">
                                  <p:stCondLst>
                                    <p:cond delay="0"/>
                                  </p:stCondLst>
                                  <p:childTnLst>
                                    <p:set>
                                      <p:cBhvr>
                                        <p:cTn id="15" dur="1" fill="hold">
                                          <p:stCondLst>
                                            <p:cond delay="0"/>
                                          </p:stCondLst>
                                        </p:cTn>
                                        <p:tgtEl>
                                          <p:spTgt spid="120850"/>
                                        </p:tgtEl>
                                        <p:attrNameLst>
                                          <p:attrName>style.visibility</p:attrName>
                                        </p:attrNameLst>
                                      </p:cBhvr>
                                      <p:to>
                                        <p:strVal val="visible"/>
                                      </p:to>
                                    </p:set>
                                    <p:animEffect transition="in" filter="wipe(left)">
                                      <p:cBhvr>
                                        <p:cTn id="16" dur="500"/>
                                        <p:tgtEl>
                                          <p:spTgt spid="120850"/>
                                        </p:tgtEl>
                                      </p:cBhvr>
                                    </p:animEffect>
                                  </p:childTnLst>
                                </p:cTn>
                              </p:par>
                              <p:par>
                                <p:cTn id="17" presetID="3" presetClass="entr" presetSubtype="10" fill="hold" nodeType="withEffect">
                                  <p:stCondLst>
                                    <p:cond delay="0"/>
                                  </p:stCondLst>
                                  <p:childTnLst>
                                    <p:set>
                                      <p:cBhvr>
                                        <p:cTn id="18" dur="1" fill="hold">
                                          <p:stCondLst>
                                            <p:cond delay="0"/>
                                          </p:stCondLst>
                                        </p:cTn>
                                        <p:tgtEl>
                                          <p:spTgt spid="120844"/>
                                        </p:tgtEl>
                                        <p:attrNameLst>
                                          <p:attrName>style.visibility</p:attrName>
                                        </p:attrNameLst>
                                      </p:cBhvr>
                                      <p:to>
                                        <p:strVal val="visible"/>
                                      </p:to>
                                    </p:set>
                                    <p:animEffect transition="in" filter="blinds(horizontal)">
                                      <p:cBhvr>
                                        <p:cTn id="19" dur="500"/>
                                        <p:tgtEl>
                                          <p:spTgt spid="12084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120842"/>
                                        </p:tgtEl>
                                        <p:attrNameLst>
                                          <p:attrName>style.visibility</p:attrName>
                                        </p:attrNameLst>
                                      </p:cBhvr>
                                      <p:to>
                                        <p:strVal val="visible"/>
                                      </p:to>
                                    </p:set>
                                    <p:animEffect transition="in" filter="blinds(horizontal)">
                                      <p:cBhvr>
                                        <p:cTn id="24" dur="500"/>
                                        <p:tgtEl>
                                          <p:spTgt spid="12084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20851"/>
                                        </p:tgtEl>
                                        <p:attrNameLst>
                                          <p:attrName>style.visibility</p:attrName>
                                        </p:attrNameLst>
                                      </p:cBhvr>
                                      <p:to>
                                        <p:strVal val="visible"/>
                                      </p:to>
                                    </p:set>
                                    <p:animEffect transition="in" filter="wipe(left)">
                                      <p:cBhvr>
                                        <p:cTn id="29" dur="500"/>
                                        <p:tgtEl>
                                          <p:spTgt spid="12085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4" presetClass="entr" presetSubtype="16" fill="hold" grpId="0" nodeType="clickEffect">
                                  <p:stCondLst>
                                    <p:cond delay="0"/>
                                  </p:stCondLst>
                                  <p:childTnLst>
                                    <p:set>
                                      <p:cBhvr>
                                        <p:cTn id="33" dur="1" fill="hold">
                                          <p:stCondLst>
                                            <p:cond delay="0"/>
                                          </p:stCondLst>
                                        </p:cTn>
                                        <p:tgtEl>
                                          <p:spTgt spid="120846"/>
                                        </p:tgtEl>
                                        <p:attrNameLst>
                                          <p:attrName>style.visibility</p:attrName>
                                        </p:attrNameLst>
                                      </p:cBhvr>
                                      <p:to>
                                        <p:strVal val="visible"/>
                                      </p:to>
                                    </p:set>
                                    <p:animEffect transition="in" filter="box(in)">
                                      <p:cBhvr>
                                        <p:cTn id="34" dur="500"/>
                                        <p:tgtEl>
                                          <p:spTgt spid="12084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2" presetClass="entr" presetSubtype="4" fill="hold" grpId="0" nodeType="clickEffect">
                                  <p:stCondLst>
                                    <p:cond delay="0"/>
                                  </p:stCondLst>
                                  <p:childTnLst>
                                    <p:set>
                                      <p:cBhvr>
                                        <p:cTn id="38" dur="1" fill="hold">
                                          <p:stCondLst>
                                            <p:cond delay="0"/>
                                          </p:stCondLst>
                                        </p:cTn>
                                        <p:tgtEl>
                                          <p:spTgt spid="120852"/>
                                        </p:tgtEl>
                                        <p:attrNameLst>
                                          <p:attrName>style.visibility</p:attrName>
                                        </p:attrNameLst>
                                      </p:cBhvr>
                                      <p:to>
                                        <p:strVal val="visible"/>
                                      </p:to>
                                    </p:set>
                                    <p:animEffect transition="in" filter="slide(fromBottom)">
                                      <p:cBhvr>
                                        <p:cTn id="39" dur="500"/>
                                        <p:tgtEl>
                                          <p:spTgt spid="12085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nodeType="clickEffect">
                                  <p:stCondLst>
                                    <p:cond delay="0"/>
                                  </p:stCondLst>
                                  <p:childTnLst>
                                    <p:set>
                                      <p:cBhvr>
                                        <p:cTn id="43" dur="1" fill="hold">
                                          <p:stCondLst>
                                            <p:cond delay="0"/>
                                          </p:stCondLst>
                                        </p:cTn>
                                        <p:tgtEl>
                                          <p:spTgt spid="1208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46" grpId="0" animBg="1"/>
      <p:bldP spid="120848" grpId="0"/>
      <p:bldP spid="120849" grpId="0"/>
      <p:bldP spid="120850" grpId="0"/>
      <p:bldP spid="120851" grpId="0"/>
      <p:bldP spid="12085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a:xfrm>
            <a:off x="755650" y="260350"/>
            <a:ext cx="7905750" cy="1143000"/>
          </a:xfrm>
        </p:spPr>
        <p:txBody>
          <a:bodyPr/>
          <a:lstStyle/>
          <a:p>
            <a:pPr marL="628650" indent="-628650" eaLnBrk="1" hangingPunct="1">
              <a:defRPr/>
            </a:pPr>
            <a:r>
              <a:rPr lang="zh-CN" altLang="en-US" sz="2800">
                <a:solidFill>
                  <a:schemeClr val="tx1"/>
                </a:solidFill>
              </a:rPr>
              <a:t>例</a:t>
            </a:r>
            <a:r>
              <a:rPr lang="en-US" altLang="zh-CN" sz="2800">
                <a:solidFill>
                  <a:schemeClr val="tx1"/>
                </a:solidFill>
              </a:rPr>
              <a:t>5	</a:t>
            </a:r>
            <a:r>
              <a:rPr lang="zh-CN" altLang="en-US" sz="2800">
                <a:solidFill>
                  <a:schemeClr val="tx1"/>
                </a:solidFill>
              </a:rPr>
              <a:t>若</a:t>
            </a:r>
            <a:r>
              <a:rPr lang="en-US" altLang="zh-CN" sz="2800" i="1">
                <a:solidFill>
                  <a:schemeClr val="tx1"/>
                </a:solidFill>
              </a:rPr>
              <a:t>A</a:t>
            </a:r>
            <a:r>
              <a:rPr lang="en-US" altLang="zh-CN" sz="2800" baseline="30000">
                <a:solidFill>
                  <a:schemeClr val="tx1"/>
                </a:solidFill>
              </a:rPr>
              <a:t>2</a:t>
            </a:r>
            <a:r>
              <a:rPr lang="en-US" altLang="zh-CN" sz="2800">
                <a:solidFill>
                  <a:schemeClr val="tx1"/>
                </a:solidFill>
              </a:rPr>
              <a:t> </a:t>
            </a:r>
            <a:r>
              <a:rPr lang="zh-CN" altLang="en-US" sz="2800">
                <a:solidFill>
                  <a:schemeClr val="tx1"/>
                </a:solidFill>
              </a:rPr>
              <a:t>＝</a:t>
            </a:r>
            <a:r>
              <a:rPr lang="en-US" altLang="zh-CN" sz="2800" i="1">
                <a:solidFill>
                  <a:schemeClr val="tx1"/>
                </a:solidFill>
              </a:rPr>
              <a:t>B</a:t>
            </a:r>
            <a:r>
              <a:rPr lang="en-US" altLang="zh-CN" sz="2800" baseline="30000">
                <a:solidFill>
                  <a:schemeClr val="tx1"/>
                </a:solidFill>
              </a:rPr>
              <a:t>2</a:t>
            </a:r>
            <a:r>
              <a:rPr lang="zh-CN" altLang="en-US" sz="2800">
                <a:solidFill>
                  <a:schemeClr val="tx1"/>
                </a:solidFill>
              </a:rPr>
              <a:t>＝</a:t>
            </a:r>
            <a:r>
              <a:rPr lang="en-US" altLang="zh-CN" sz="2800" i="1">
                <a:solidFill>
                  <a:schemeClr val="tx1"/>
                </a:solidFill>
              </a:rPr>
              <a:t>E</a:t>
            </a:r>
            <a:r>
              <a:rPr lang="zh-CN" altLang="en-US" sz="2800">
                <a:solidFill>
                  <a:schemeClr val="tx1"/>
                </a:solidFill>
              </a:rPr>
              <a:t>，则</a:t>
            </a:r>
            <a:r>
              <a:rPr lang="en-US" altLang="zh-CN" sz="2800">
                <a:solidFill>
                  <a:schemeClr val="tx1"/>
                </a:solidFill>
              </a:rPr>
              <a:t>(</a:t>
            </a:r>
            <a:r>
              <a:rPr lang="en-US" altLang="zh-CN" sz="2800" i="1">
                <a:solidFill>
                  <a:schemeClr val="tx1"/>
                </a:solidFill>
              </a:rPr>
              <a:t>AB</a:t>
            </a:r>
            <a:r>
              <a:rPr lang="en-US" altLang="zh-CN" sz="2800">
                <a:solidFill>
                  <a:schemeClr val="tx1"/>
                </a:solidFill>
              </a:rPr>
              <a:t>)</a:t>
            </a:r>
            <a:r>
              <a:rPr lang="en-US" altLang="zh-CN" sz="2800" baseline="30000">
                <a:solidFill>
                  <a:schemeClr val="tx1"/>
                </a:solidFill>
              </a:rPr>
              <a:t>2</a:t>
            </a:r>
            <a:r>
              <a:rPr lang="en-US" altLang="zh-CN" sz="2800">
                <a:solidFill>
                  <a:schemeClr val="tx1"/>
                </a:solidFill>
              </a:rPr>
              <a:t>=</a:t>
            </a:r>
            <a:r>
              <a:rPr lang="en-US" altLang="zh-CN" sz="2800" i="1">
                <a:solidFill>
                  <a:schemeClr val="tx1"/>
                </a:solidFill>
              </a:rPr>
              <a:t>E</a:t>
            </a:r>
            <a:r>
              <a:rPr lang="zh-CN" altLang="en-US" sz="2800">
                <a:solidFill>
                  <a:schemeClr val="tx1"/>
                </a:solidFill>
              </a:rPr>
              <a:t>的充分必要条件是 </a:t>
            </a:r>
            <a:r>
              <a:rPr lang="en-US" altLang="zh-CN" sz="2800" i="1">
                <a:solidFill>
                  <a:schemeClr val="tx1"/>
                </a:solidFill>
              </a:rPr>
              <a:t>A</a:t>
            </a:r>
            <a:r>
              <a:rPr lang="zh-CN" altLang="en-US" sz="2800">
                <a:solidFill>
                  <a:schemeClr val="tx1"/>
                </a:solidFill>
              </a:rPr>
              <a:t>与</a:t>
            </a:r>
            <a:r>
              <a:rPr lang="en-US" altLang="zh-CN" sz="2800" i="1">
                <a:solidFill>
                  <a:schemeClr val="tx1"/>
                </a:solidFill>
              </a:rPr>
              <a:t>B</a:t>
            </a:r>
            <a:r>
              <a:rPr lang="en-US" altLang="zh-CN" sz="2800">
                <a:solidFill>
                  <a:schemeClr val="tx1"/>
                </a:solidFill>
              </a:rPr>
              <a:t> </a:t>
            </a:r>
            <a:r>
              <a:rPr lang="zh-CN" altLang="en-US" sz="2800">
                <a:solidFill>
                  <a:schemeClr val="tx1"/>
                </a:solidFill>
              </a:rPr>
              <a:t>可交换</a:t>
            </a:r>
            <a:r>
              <a:rPr lang="en-US" altLang="zh-CN" sz="2800">
                <a:solidFill>
                  <a:schemeClr val="tx1"/>
                </a:solidFill>
              </a:rPr>
              <a:t>.</a:t>
            </a:r>
          </a:p>
        </p:txBody>
      </p:sp>
      <p:sp>
        <p:nvSpPr>
          <p:cNvPr id="124933" name="Rectangle 5"/>
          <p:cNvSpPr>
            <a:spLocks noChangeArrowheads="1"/>
          </p:cNvSpPr>
          <p:nvPr/>
        </p:nvSpPr>
        <p:spPr bwMode="auto">
          <a:xfrm>
            <a:off x="755650" y="1196975"/>
            <a:ext cx="125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证明：</a:t>
            </a:r>
          </a:p>
        </p:txBody>
      </p:sp>
      <p:sp>
        <p:nvSpPr>
          <p:cNvPr id="124934" name="Rectangle 6"/>
          <p:cNvSpPr>
            <a:spLocks noChangeArrowheads="1"/>
          </p:cNvSpPr>
          <p:nvPr/>
        </p:nvSpPr>
        <p:spPr bwMode="auto">
          <a:xfrm>
            <a:off x="1116013" y="1700213"/>
            <a:ext cx="61372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CC0000"/>
                </a:solidFill>
              </a:rPr>
              <a:t>充分性</a:t>
            </a:r>
            <a:r>
              <a:rPr lang="zh-CN" altLang="en-US"/>
              <a:t>  若</a:t>
            </a:r>
            <a:r>
              <a:rPr lang="en-US" altLang="zh-CN" i="1"/>
              <a:t>A</a:t>
            </a:r>
            <a:r>
              <a:rPr lang="zh-CN" altLang="en-US"/>
              <a:t>与</a:t>
            </a:r>
            <a:r>
              <a:rPr lang="en-US" altLang="zh-CN" i="1"/>
              <a:t>B</a:t>
            </a:r>
            <a:r>
              <a:rPr lang="zh-CN" altLang="en-US"/>
              <a:t>可交换，即 </a:t>
            </a:r>
            <a:r>
              <a:rPr lang="en-US" altLang="zh-CN" i="1"/>
              <a:t>AB</a:t>
            </a:r>
            <a:r>
              <a:rPr lang="zh-CN" altLang="en-US" i="1"/>
              <a:t>＝</a:t>
            </a:r>
            <a:r>
              <a:rPr lang="en-US" altLang="zh-CN" i="1"/>
              <a:t>BA</a:t>
            </a:r>
            <a:r>
              <a:rPr lang="zh-CN" altLang="en-US"/>
              <a:t>，</a:t>
            </a:r>
          </a:p>
        </p:txBody>
      </p:sp>
      <p:sp>
        <p:nvSpPr>
          <p:cNvPr id="124935" name="Rectangle 7"/>
          <p:cNvSpPr>
            <a:spLocks noChangeArrowheads="1"/>
          </p:cNvSpPr>
          <p:nvPr/>
        </p:nvSpPr>
        <p:spPr bwMode="auto">
          <a:xfrm>
            <a:off x="827088" y="2276475"/>
            <a:ext cx="17256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则 </a:t>
            </a:r>
            <a:r>
              <a:rPr lang="en-US" altLang="zh-CN"/>
              <a:t>(</a:t>
            </a:r>
            <a:r>
              <a:rPr lang="en-US" altLang="zh-CN" i="1"/>
              <a:t>AB</a:t>
            </a:r>
            <a:r>
              <a:rPr lang="en-US" altLang="zh-CN"/>
              <a:t>)</a:t>
            </a:r>
            <a:r>
              <a:rPr lang="en-US" altLang="zh-CN" baseline="30000"/>
              <a:t>2 </a:t>
            </a:r>
            <a:r>
              <a:rPr lang="en-US" altLang="zh-CN"/>
              <a:t>=</a:t>
            </a:r>
          </a:p>
        </p:txBody>
      </p:sp>
      <p:sp>
        <p:nvSpPr>
          <p:cNvPr id="124936" name="Rectangle 8"/>
          <p:cNvSpPr>
            <a:spLocks noChangeArrowheads="1"/>
          </p:cNvSpPr>
          <p:nvPr/>
        </p:nvSpPr>
        <p:spPr bwMode="auto">
          <a:xfrm>
            <a:off x="2505075" y="2276475"/>
            <a:ext cx="11303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i="1"/>
              <a:t>ABAB</a:t>
            </a:r>
          </a:p>
        </p:txBody>
      </p:sp>
      <p:sp>
        <p:nvSpPr>
          <p:cNvPr id="124937" name="Rectangle 9"/>
          <p:cNvSpPr>
            <a:spLocks noChangeArrowheads="1"/>
          </p:cNvSpPr>
          <p:nvPr/>
        </p:nvSpPr>
        <p:spPr bwMode="auto">
          <a:xfrm>
            <a:off x="3563938" y="2276475"/>
            <a:ext cx="1571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a:t>
            </a:r>
            <a:r>
              <a:rPr lang="en-US" altLang="zh-CN" i="1"/>
              <a:t>A</a:t>
            </a:r>
            <a:r>
              <a:rPr lang="en-US" altLang="zh-CN"/>
              <a:t>(</a:t>
            </a:r>
            <a:r>
              <a:rPr lang="en-US" altLang="zh-CN" i="1"/>
              <a:t>BA</a:t>
            </a:r>
            <a:r>
              <a:rPr lang="en-US" altLang="zh-CN"/>
              <a:t>)</a:t>
            </a:r>
            <a:r>
              <a:rPr lang="en-US" altLang="zh-CN" i="1"/>
              <a:t>B</a:t>
            </a:r>
          </a:p>
        </p:txBody>
      </p:sp>
      <p:sp>
        <p:nvSpPr>
          <p:cNvPr id="124938" name="Rectangle 10"/>
          <p:cNvSpPr>
            <a:spLocks noChangeArrowheads="1"/>
          </p:cNvSpPr>
          <p:nvPr/>
        </p:nvSpPr>
        <p:spPr bwMode="auto">
          <a:xfrm>
            <a:off x="5076825" y="2276475"/>
            <a:ext cx="1571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a:t>
            </a:r>
            <a:r>
              <a:rPr lang="en-US" altLang="zh-CN" i="1"/>
              <a:t>A</a:t>
            </a:r>
            <a:r>
              <a:rPr lang="en-US" altLang="zh-CN"/>
              <a:t>(</a:t>
            </a:r>
            <a:r>
              <a:rPr lang="en-US" altLang="zh-CN" i="1"/>
              <a:t>AB</a:t>
            </a:r>
            <a:r>
              <a:rPr lang="en-US" altLang="zh-CN"/>
              <a:t>)</a:t>
            </a:r>
            <a:r>
              <a:rPr lang="en-US" altLang="zh-CN" i="1"/>
              <a:t>B</a:t>
            </a:r>
          </a:p>
        </p:txBody>
      </p:sp>
      <p:sp>
        <p:nvSpPr>
          <p:cNvPr id="124939" name="Rectangle 11"/>
          <p:cNvSpPr>
            <a:spLocks noChangeArrowheads="1"/>
          </p:cNvSpPr>
          <p:nvPr/>
        </p:nvSpPr>
        <p:spPr bwMode="auto">
          <a:xfrm>
            <a:off x="6588125" y="2276475"/>
            <a:ext cx="180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a:t>
            </a:r>
            <a:r>
              <a:rPr lang="en-US" altLang="zh-CN" i="1"/>
              <a:t>AA</a:t>
            </a:r>
            <a:r>
              <a:rPr lang="en-US" altLang="zh-CN"/>
              <a:t>)(</a:t>
            </a:r>
            <a:r>
              <a:rPr lang="en-US" altLang="zh-CN" i="1"/>
              <a:t>BB</a:t>
            </a:r>
            <a:r>
              <a:rPr lang="en-US" altLang="zh-CN"/>
              <a:t>)</a:t>
            </a:r>
          </a:p>
        </p:txBody>
      </p:sp>
      <p:sp>
        <p:nvSpPr>
          <p:cNvPr id="124940" name="Rectangle 12"/>
          <p:cNvSpPr>
            <a:spLocks noChangeArrowheads="1"/>
          </p:cNvSpPr>
          <p:nvPr/>
        </p:nvSpPr>
        <p:spPr bwMode="auto">
          <a:xfrm>
            <a:off x="3203575" y="2781300"/>
            <a:ext cx="8604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a:t>
            </a:r>
            <a:r>
              <a:rPr lang="en-US" altLang="zh-CN" i="1"/>
              <a:t>EE</a:t>
            </a:r>
          </a:p>
        </p:txBody>
      </p:sp>
      <p:sp>
        <p:nvSpPr>
          <p:cNvPr id="124941" name="Rectangle 13"/>
          <p:cNvSpPr>
            <a:spLocks noChangeArrowheads="1"/>
          </p:cNvSpPr>
          <p:nvPr/>
        </p:nvSpPr>
        <p:spPr bwMode="auto">
          <a:xfrm>
            <a:off x="3995738" y="2781300"/>
            <a:ext cx="6238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a:t>
            </a:r>
            <a:r>
              <a:rPr lang="en-US" altLang="zh-CN" i="1"/>
              <a:t>E</a:t>
            </a:r>
          </a:p>
        </p:txBody>
      </p:sp>
      <p:sp>
        <p:nvSpPr>
          <p:cNvPr id="124942" name="Rectangle 14"/>
          <p:cNvSpPr>
            <a:spLocks noChangeArrowheads="1"/>
          </p:cNvSpPr>
          <p:nvPr/>
        </p:nvSpPr>
        <p:spPr bwMode="auto">
          <a:xfrm>
            <a:off x="2195513" y="2781300"/>
            <a:ext cx="1101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a:t>
            </a:r>
            <a:r>
              <a:rPr lang="en-US" altLang="zh-CN" i="1"/>
              <a:t>A</a:t>
            </a:r>
            <a:r>
              <a:rPr lang="en-US" altLang="zh-CN" baseline="30000"/>
              <a:t>2</a:t>
            </a:r>
            <a:r>
              <a:rPr lang="en-US" altLang="zh-CN" i="1"/>
              <a:t>B</a:t>
            </a:r>
            <a:r>
              <a:rPr lang="en-US" altLang="zh-CN" baseline="30000"/>
              <a:t>2</a:t>
            </a:r>
          </a:p>
        </p:txBody>
      </p:sp>
      <p:sp>
        <p:nvSpPr>
          <p:cNvPr id="124943" name="Rectangle 15"/>
          <p:cNvSpPr>
            <a:spLocks noChangeArrowheads="1"/>
          </p:cNvSpPr>
          <p:nvPr/>
        </p:nvSpPr>
        <p:spPr bwMode="auto">
          <a:xfrm>
            <a:off x="1187450" y="3573463"/>
            <a:ext cx="34115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CC0000"/>
                </a:solidFill>
              </a:rPr>
              <a:t>必要性  </a:t>
            </a:r>
            <a:r>
              <a:rPr lang="zh-CN" altLang="en-US"/>
              <a:t>若</a:t>
            </a:r>
            <a:r>
              <a:rPr lang="en-US" altLang="zh-CN"/>
              <a:t>(</a:t>
            </a:r>
            <a:r>
              <a:rPr lang="en-US" altLang="zh-CN" i="1"/>
              <a:t>AB</a:t>
            </a:r>
            <a:r>
              <a:rPr lang="en-US" altLang="zh-CN"/>
              <a:t>)</a:t>
            </a:r>
            <a:r>
              <a:rPr lang="en-US" altLang="zh-CN" baseline="30000"/>
              <a:t>2</a:t>
            </a:r>
            <a:r>
              <a:rPr lang="en-US" altLang="zh-CN"/>
              <a:t>=</a:t>
            </a:r>
            <a:r>
              <a:rPr lang="en-US" altLang="zh-CN" i="1"/>
              <a:t>E</a:t>
            </a:r>
            <a:r>
              <a:rPr lang="zh-CN" altLang="en-US"/>
              <a:t>，</a:t>
            </a:r>
          </a:p>
        </p:txBody>
      </p:sp>
      <p:sp>
        <p:nvSpPr>
          <p:cNvPr id="124944" name="Rectangle 16"/>
          <p:cNvSpPr>
            <a:spLocks noChangeArrowheads="1"/>
          </p:cNvSpPr>
          <p:nvPr/>
        </p:nvSpPr>
        <p:spPr bwMode="auto">
          <a:xfrm>
            <a:off x="4500563" y="3573463"/>
            <a:ext cx="42338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两边同左乘</a:t>
            </a:r>
            <a:r>
              <a:rPr lang="en-US" altLang="zh-CN"/>
              <a:t>A</a:t>
            </a:r>
            <a:r>
              <a:rPr lang="zh-CN" altLang="en-US"/>
              <a:t>，再右乘</a:t>
            </a:r>
            <a:r>
              <a:rPr lang="en-US" altLang="zh-CN" i="1"/>
              <a:t>B</a:t>
            </a:r>
            <a:r>
              <a:rPr lang="zh-CN" altLang="en-US"/>
              <a:t>得</a:t>
            </a:r>
          </a:p>
        </p:txBody>
      </p:sp>
      <p:sp>
        <p:nvSpPr>
          <p:cNvPr id="124945" name="Rectangle 17"/>
          <p:cNvSpPr>
            <a:spLocks noChangeArrowheads="1"/>
          </p:cNvSpPr>
          <p:nvPr/>
        </p:nvSpPr>
        <p:spPr bwMode="auto">
          <a:xfrm>
            <a:off x="1547813" y="4148138"/>
            <a:ext cx="14890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i="1"/>
              <a:t>A</a:t>
            </a:r>
            <a:r>
              <a:rPr lang="en-US" altLang="zh-CN"/>
              <a:t>(</a:t>
            </a:r>
            <a:r>
              <a:rPr lang="en-US" altLang="zh-CN" i="1"/>
              <a:t>AB</a:t>
            </a:r>
            <a:r>
              <a:rPr lang="en-US" altLang="zh-CN"/>
              <a:t>)</a:t>
            </a:r>
            <a:r>
              <a:rPr lang="en-US" altLang="zh-CN" baseline="30000"/>
              <a:t>2</a:t>
            </a:r>
            <a:r>
              <a:rPr lang="en-US" altLang="zh-CN" i="1"/>
              <a:t>B</a:t>
            </a:r>
          </a:p>
        </p:txBody>
      </p:sp>
      <p:sp>
        <p:nvSpPr>
          <p:cNvPr id="124946" name="Rectangle 18"/>
          <p:cNvSpPr>
            <a:spLocks noChangeArrowheads="1"/>
          </p:cNvSpPr>
          <p:nvPr/>
        </p:nvSpPr>
        <p:spPr bwMode="auto">
          <a:xfrm>
            <a:off x="2987675" y="4148138"/>
            <a:ext cx="10969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a:t>
            </a:r>
            <a:r>
              <a:rPr lang="en-US" altLang="zh-CN" i="1"/>
              <a:t>AEB</a:t>
            </a:r>
          </a:p>
        </p:txBody>
      </p:sp>
      <p:sp>
        <p:nvSpPr>
          <p:cNvPr id="124947" name="Rectangle 19"/>
          <p:cNvSpPr>
            <a:spLocks noChangeArrowheads="1"/>
          </p:cNvSpPr>
          <p:nvPr/>
        </p:nvSpPr>
        <p:spPr bwMode="auto">
          <a:xfrm>
            <a:off x="3995738" y="4148138"/>
            <a:ext cx="8604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a:t>
            </a:r>
            <a:r>
              <a:rPr lang="en-US" altLang="zh-CN" i="1"/>
              <a:t>AB</a:t>
            </a:r>
          </a:p>
        </p:txBody>
      </p:sp>
      <p:sp>
        <p:nvSpPr>
          <p:cNvPr id="124948" name="Rectangle 20"/>
          <p:cNvSpPr>
            <a:spLocks noChangeArrowheads="1"/>
          </p:cNvSpPr>
          <p:nvPr/>
        </p:nvSpPr>
        <p:spPr bwMode="auto">
          <a:xfrm>
            <a:off x="755650" y="4652963"/>
            <a:ext cx="37973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而</a:t>
            </a:r>
            <a:r>
              <a:rPr lang="en-US" altLang="zh-CN" i="1"/>
              <a:t>A</a:t>
            </a:r>
            <a:r>
              <a:rPr lang="en-US" altLang="zh-CN"/>
              <a:t>(</a:t>
            </a:r>
            <a:r>
              <a:rPr lang="en-US" altLang="zh-CN" i="1"/>
              <a:t>AB</a:t>
            </a:r>
            <a:r>
              <a:rPr lang="en-US" altLang="zh-CN"/>
              <a:t>)</a:t>
            </a:r>
            <a:r>
              <a:rPr lang="en-US" altLang="zh-CN" baseline="30000"/>
              <a:t>2</a:t>
            </a:r>
            <a:r>
              <a:rPr lang="en-US" altLang="zh-CN" i="1"/>
              <a:t>B</a:t>
            </a:r>
            <a:r>
              <a:rPr lang="en-US" altLang="zh-CN"/>
              <a:t> </a:t>
            </a:r>
            <a:r>
              <a:rPr lang="zh-CN" altLang="en-US"/>
              <a:t>＝ </a:t>
            </a:r>
            <a:r>
              <a:rPr lang="en-US" altLang="zh-CN" i="1"/>
              <a:t>AABABB</a:t>
            </a:r>
          </a:p>
        </p:txBody>
      </p:sp>
      <p:sp>
        <p:nvSpPr>
          <p:cNvPr id="124949" name="Rectangle 21"/>
          <p:cNvSpPr>
            <a:spLocks noChangeArrowheads="1"/>
          </p:cNvSpPr>
          <p:nvPr/>
        </p:nvSpPr>
        <p:spPr bwMode="auto">
          <a:xfrm>
            <a:off x="4500563" y="4652963"/>
            <a:ext cx="2371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 (</a:t>
            </a:r>
            <a:r>
              <a:rPr lang="en-US" altLang="zh-CN" i="1"/>
              <a:t>AA</a:t>
            </a:r>
            <a:r>
              <a:rPr lang="en-US" altLang="zh-CN"/>
              <a:t>)</a:t>
            </a:r>
            <a:r>
              <a:rPr lang="en-US" altLang="zh-CN" i="1"/>
              <a:t>BA</a:t>
            </a:r>
            <a:r>
              <a:rPr lang="en-US" altLang="zh-CN"/>
              <a:t>(</a:t>
            </a:r>
            <a:r>
              <a:rPr lang="en-US" altLang="zh-CN" i="1"/>
              <a:t>BB</a:t>
            </a:r>
            <a:r>
              <a:rPr lang="en-US" altLang="zh-CN"/>
              <a:t>)</a:t>
            </a:r>
          </a:p>
        </p:txBody>
      </p:sp>
      <p:sp>
        <p:nvSpPr>
          <p:cNvPr id="124950" name="Rectangle 22"/>
          <p:cNvSpPr>
            <a:spLocks noChangeArrowheads="1"/>
          </p:cNvSpPr>
          <p:nvPr/>
        </p:nvSpPr>
        <p:spPr bwMode="auto">
          <a:xfrm>
            <a:off x="6732588" y="4652963"/>
            <a:ext cx="13335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a:t>
            </a:r>
            <a:r>
              <a:rPr lang="en-US" altLang="zh-CN" i="1"/>
              <a:t>EBAE</a:t>
            </a:r>
          </a:p>
        </p:txBody>
      </p:sp>
      <p:sp>
        <p:nvSpPr>
          <p:cNvPr id="124951" name="Rectangle 23"/>
          <p:cNvSpPr>
            <a:spLocks noChangeArrowheads="1"/>
          </p:cNvSpPr>
          <p:nvPr/>
        </p:nvSpPr>
        <p:spPr bwMode="auto">
          <a:xfrm>
            <a:off x="1187450" y="5229225"/>
            <a:ext cx="4625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故 </a:t>
            </a:r>
            <a:r>
              <a:rPr lang="en-US" altLang="zh-CN" i="1"/>
              <a:t>BA</a:t>
            </a:r>
            <a:r>
              <a:rPr lang="zh-CN" altLang="en-US" i="1"/>
              <a:t>＝</a:t>
            </a:r>
            <a:r>
              <a:rPr lang="en-US" altLang="zh-CN" i="1"/>
              <a:t>AB</a:t>
            </a:r>
            <a:r>
              <a:rPr lang="zh-CN" altLang="en-US"/>
              <a:t>，即</a:t>
            </a:r>
            <a:r>
              <a:rPr lang="en-US" altLang="zh-CN" i="1"/>
              <a:t>A</a:t>
            </a:r>
            <a:r>
              <a:rPr lang="zh-CN" altLang="en-US"/>
              <a:t>与</a:t>
            </a:r>
            <a:r>
              <a:rPr lang="en-US" altLang="zh-CN" i="1"/>
              <a:t>B</a:t>
            </a:r>
            <a:r>
              <a:rPr lang="zh-CN" altLang="en-US"/>
              <a:t>可交换</a:t>
            </a:r>
            <a:r>
              <a:rPr lang="en-US" altLang="zh-CN"/>
              <a:t>.</a:t>
            </a:r>
          </a:p>
        </p:txBody>
      </p:sp>
      <p:sp>
        <p:nvSpPr>
          <p:cNvPr id="124952" name="Rectangle 24"/>
          <p:cNvSpPr>
            <a:spLocks noChangeArrowheads="1"/>
          </p:cNvSpPr>
          <p:nvPr/>
        </p:nvSpPr>
        <p:spPr bwMode="auto">
          <a:xfrm>
            <a:off x="8027988" y="4652963"/>
            <a:ext cx="8604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a:t>
            </a:r>
            <a:r>
              <a:rPr lang="en-US" altLang="zh-CN" i="1"/>
              <a:t>BA</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493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24934"/>
                                        </p:tgtEl>
                                        <p:attrNameLst>
                                          <p:attrName>style.visibility</p:attrName>
                                        </p:attrNameLst>
                                      </p:cBhvr>
                                      <p:to>
                                        <p:strVal val="visible"/>
                                      </p:to>
                                    </p:set>
                                    <p:animEffect transition="in" filter="wipe(left)">
                                      <p:cBhvr>
                                        <p:cTn id="11" dur="500"/>
                                        <p:tgtEl>
                                          <p:spTgt spid="12493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4935"/>
                                        </p:tgtEl>
                                        <p:attrNameLst>
                                          <p:attrName>style.visibility</p:attrName>
                                        </p:attrNameLst>
                                      </p:cBhvr>
                                      <p:to>
                                        <p:strVal val="visible"/>
                                      </p:to>
                                    </p:set>
                                    <p:animEffect transition="in" filter="wipe(left)">
                                      <p:cBhvr>
                                        <p:cTn id="16" dur="500"/>
                                        <p:tgtEl>
                                          <p:spTgt spid="12493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4936"/>
                                        </p:tgtEl>
                                        <p:attrNameLst>
                                          <p:attrName>style.visibility</p:attrName>
                                        </p:attrNameLst>
                                      </p:cBhvr>
                                      <p:to>
                                        <p:strVal val="visible"/>
                                      </p:to>
                                    </p:set>
                                    <p:animEffect transition="in" filter="wipe(left)">
                                      <p:cBhvr>
                                        <p:cTn id="21" dur="500"/>
                                        <p:tgtEl>
                                          <p:spTgt spid="12493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24937"/>
                                        </p:tgtEl>
                                        <p:attrNameLst>
                                          <p:attrName>style.visibility</p:attrName>
                                        </p:attrNameLst>
                                      </p:cBhvr>
                                      <p:to>
                                        <p:strVal val="visible"/>
                                      </p:to>
                                    </p:set>
                                    <p:animEffect transition="in" filter="wipe(left)">
                                      <p:cBhvr>
                                        <p:cTn id="26" dur="500"/>
                                        <p:tgtEl>
                                          <p:spTgt spid="12493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24938"/>
                                        </p:tgtEl>
                                        <p:attrNameLst>
                                          <p:attrName>style.visibility</p:attrName>
                                        </p:attrNameLst>
                                      </p:cBhvr>
                                      <p:to>
                                        <p:strVal val="visible"/>
                                      </p:to>
                                    </p:set>
                                    <p:animEffect transition="in" filter="wipe(left)">
                                      <p:cBhvr>
                                        <p:cTn id="31" dur="500"/>
                                        <p:tgtEl>
                                          <p:spTgt spid="12493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24939"/>
                                        </p:tgtEl>
                                        <p:attrNameLst>
                                          <p:attrName>style.visibility</p:attrName>
                                        </p:attrNameLst>
                                      </p:cBhvr>
                                      <p:to>
                                        <p:strVal val="visible"/>
                                      </p:to>
                                    </p:set>
                                    <p:animEffect transition="in" filter="wipe(left)">
                                      <p:cBhvr>
                                        <p:cTn id="36" dur="500"/>
                                        <p:tgtEl>
                                          <p:spTgt spid="12493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24942"/>
                                        </p:tgtEl>
                                        <p:attrNameLst>
                                          <p:attrName>style.visibility</p:attrName>
                                        </p:attrNameLst>
                                      </p:cBhvr>
                                      <p:to>
                                        <p:strVal val="visible"/>
                                      </p:to>
                                    </p:set>
                                    <p:animEffect transition="in" filter="wipe(left)">
                                      <p:cBhvr>
                                        <p:cTn id="41" dur="500"/>
                                        <p:tgtEl>
                                          <p:spTgt spid="12494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24940"/>
                                        </p:tgtEl>
                                        <p:attrNameLst>
                                          <p:attrName>style.visibility</p:attrName>
                                        </p:attrNameLst>
                                      </p:cBhvr>
                                      <p:to>
                                        <p:strVal val="visible"/>
                                      </p:to>
                                    </p:set>
                                    <p:animEffect transition="in" filter="wipe(left)">
                                      <p:cBhvr>
                                        <p:cTn id="46" dur="500"/>
                                        <p:tgtEl>
                                          <p:spTgt spid="12494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24941"/>
                                        </p:tgtEl>
                                        <p:attrNameLst>
                                          <p:attrName>style.visibility</p:attrName>
                                        </p:attrNameLst>
                                      </p:cBhvr>
                                      <p:to>
                                        <p:strVal val="visible"/>
                                      </p:to>
                                    </p:set>
                                    <p:animEffect transition="in" filter="wipe(left)">
                                      <p:cBhvr>
                                        <p:cTn id="51" dur="500"/>
                                        <p:tgtEl>
                                          <p:spTgt spid="12494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24943"/>
                                        </p:tgtEl>
                                        <p:attrNameLst>
                                          <p:attrName>style.visibility</p:attrName>
                                        </p:attrNameLst>
                                      </p:cBhvr>
                                      <p:to>
                                        <p:strVal val="visible"/>
                                      </p:to>
                                    </p:set>
                                    <p:animEffect transition="in" filter="wipe(left)">
                                      <p:cBhvr>
                                        <p:cTn id="56" dur="500"/>
                                        <p:tgtEl>
                                          <p:spTgt spid="124943"/>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24944"/>
                                        </p:tgtEl>
                                        <p:attrNameLst>
                                          <p:attrName>style.visibility</p:attrName>
                                        </p:attrNameLst>
                                      </p:cBhvr>
                                      <p:to>
                                        <p:strVal val="visible"/>
                                      </p:to>
                                    </p:set>
                                    <p:animEffect transition="in" filter="wipe(left)">
                                      <p:cBhvr>
                                        <p:cTn id="61" dur="500"/>
                                        <p:tgtEl>
                                          <p:spTgt spid="12494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24945"/>
                                        </p:tgtEl>
                                        <p:attrNameLst>
                                          <p:attrName>style.visibility</p:attrName>
                                        </p:attrNameLst>
                                      </p:cBhvr>
                                      <p:to>
                                        <p:strVal val="visible"/>
                                      </p:to>
                                    </p:set>
                                    <p:animEffect transition="in" filter="wipe(left)">
                                      <p:cBhvr>
                                        <p:cTn id="66" dur="500"/>
                                        <p:tgtEl>
                                          <p:spTgt spid="124945"/>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24946"/>
                                        </p:tgtEl>
                                        <p:attrNameLst>
                                          <p:attrName>style.visibility</p:attrName>
                                        </p:attrNameLst>
                                      </p:cBhvr>
                                      <p:to>
                                        <p:strVal val="visible"/>
                                      </p:to>
                                    </p:set>
                                    <p:animEffect transition="in" filter="wipe(left)">
                                      <p:cBhvr>
                                        <p:cTn id="71" dur="500"/>
                                        <p:tgtEl>
                                          <p:spTgt spid="124946"/>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24947"/>
                                        </p:tgtEl>
                                        <p:attrNameLst>
                                          <p:attrName>style.visibility</p:attrName>
                                        </p:attrNameLst>
                                      </p:cBhvr>
                                      <p:to>
                                        <p:strVal val="visible"/>
                                      </p:to>
                                    </p:set>
                                    <p:animEffect transition="in" filter="wipe(left)">
                                      <p:cBhvr>
                                        <p:cTn id="76" dur="500"/>
                                        <p:tgtEl>
                                          <p:spTgt spid="124947"/>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24948"/>
                                        </p:tgtEl>
                                        <p:attrNameLst>
                                          <p:attrName>style.visibility</p:attrName>
                                        </p:attrNameLst>
                                      </p:cBhvr>
                                      <p:to>
                                        <p:strVal val="visible"/>
                                      </p:to>
                                    </p:set>
                                    <p:animEffect transition="in" filter="wipe(left)">
                                      <p:cBhvr>
                                        <p:cTn id="81" dur="500"/>
                                        <p:tgtEl>
                                          <p:spTgt spid="124948"/>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24949"/>
                                        </p:tgtEl>
                                        <p:attrNameLst>
                                          <p:attrName>style.visibility</p:attrName>
                                        </p:attrNameLst>
                                      </p:cBhvr>
                                      <p:to>
                                        <p:strVal val="visible"/>
                                      </p:to>
                                    </p:set>
                                    <p:animEffect transition="in" filter="wipe(left)">
                                      <p:cBhvr>
                                        <p:cTn id="86" dur="500"/>
                                        <p:tgtEl>
                                          <p:spTgt spid="124949"/>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124950"/>
                                        </p:tgtEl>
                                        <p:attrNameLst>
                                          <p:attrName>style.visibility</p:attrName>
                                        </p:attrNameLst>
                                      </p:cBhvr>
                                      <p:to>
                                        <p:strVal val="visible"/>
                                      </p:to>
                                    </p:set>
                                    <p:animEffect transition="in" filter="wipe(left)">
                                      <p:cBhvr>
                                        <p:cTn id="91" dur="500"/>
                                        <p:tgtEl>
                                          <p:spTgt spid="124950"/>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124952"/>
                                        </p:tgtEl>
                                        <p:attrNameLst>
                                          <p:attrName>style.visibility</p:attrName>
                                        </p:attrNameLst>
                                      </p:cBhvr>
                                      <p:to>
                                        <p:strVal val="visible"/>
                                      </p:to>
                                    </p:set>
                                    <p:animEffect transition="in" filter="wipe(left)">
                                      <p:cBhvr>
                                        <p:cTn id="96" dur="500"/>
                                        <p:tgtEl>
                                          <p:spTgt spid="124952"/>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124951"/>
                                        </p:tgtEl>
                                        <p:attrNameLst>
                                          <p:attrName>style.visibility</p:attrName>
                                        </p:attrNameLst>
                                      </p:cBhvr>
                                      <p:to>
                                        <p:strVal val="visible"/>
                                      </p:to>
                                    </p:set>
                                    <p:animEffect transition="in" filter="wipe(left)">
                                      <p:cBhvr>
                                        <p:cTn id="101" dur="500"/>
                                        <p:tgtEl>
                                          <p:spTgt spid="1249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3" grpId="0"/>
      <p:bldP spid="124934" grpId="0"/>
      <p:bldP spid="124935" grpId="0"/>
      <p:bldP spid="124936" grpId="0"/>
      <p:bldP spid="124937" grpId="0"/>
      <p:bldP spid="124938" grpId="0"/>
      <p:bldP spid="124939" grpId="0"/>
      <p:bldP spid="124940" grpId="0"/>
      <p:bldP spid="124941" grpId="0"/>
      <p:bldP spid="124942" grpId="0"/>
      <p:bldP spid="124943" grpId="0"/>
      <p:bldP spid="124944" grpId="0"/>
      <p:bldP spid="124945" grpId="0"/>
      <p:bldP spid="124946" grpId="0"/>
      <p:bldP spid="124947" grpId="0"/>
      <p:bldP spid="124948" grpId="0"/>
      <p:bldP spid="124949" grpId="0"/>
      <p:bldP spid="124950" grpId="0"/>
      <p:bldP spid="124951" grpId="0"/>
      <p:bldP spid="12495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Rectangle 4"/>
          <p:cNvSpPr>
            <a:spLocks noGrp="1" noChangeArrowheads="1"/>
          </p:cNvSpPr>
          <p:nvPr>
            <p:ph type="title"/>
          </p:nvPr>
        </p:nvSpPr>
        <p:spPr>
          <a:xfrm>
            <a:off x="900113" y="333375"/>
            <a:ext cx="7543800" cy="1143000"/>
          </a:xfrm>
        </p:spPr>
        <p:txBody>
          <a:bodyPr/>
          <a:lstStyle/>
          <a:p>
            <a:pPr marL="714375" indent="-714375" eaLnBrk="1" hangingPunct="1">
              <a:defRPr/>
            </a:pPr>
            <a:r>
              <a:rPr lang="zh-CN" altLang="en-US" sz="2800">
                <a:solidFill>
                  <a:schemeClr val="tx1"/>
                </a:solidFill>
              </a:rPr>
              <a:t>例</a:t>
            </a:r>
            <a:r>
              <a:rPr lang="en-US" altLang="zh-CN" sz="2800">
                <a:solidFill>
                  <a:schemeClr val="tx1"/>
                </a:solidFill>
              </a:rPr>
              <a:t>6	</a:t>
            </a:r>
            <a:r>
              <a:rPr lang="zh-CN" altLang="en-US" sz="2800">
                <a:solidFill>
                  <a:schemeClr val="tx1"/>
                </a:solidFill>
              </a:rPr>
              <a:t>如果方阵</a:t>
            </a:r>
            <a:r>
              <a:rPr lang="en-US" altLang="zh-CN" sz="2800" i="1">
                <a:solidFill>
                  <a:schemeClr val="tx1"/>
                </a:solidFill>
              </a:rPr>
              <a:t>A</a:t>
            </a:r>
            <a:r>
              <a:rPr lang="zh-CN" altLang="en-US" sz="2800" i="1">
                <a:solidFill>
                  <a:schemeClr val="tx1"/>
                </a:solidFill>
              </a:rPr>
              <a:t>，</a:t>
            </a:r>
            <a:r>
              <a:rPr lang="en-US" altLang="zh-CN" sz="2800" i="1">
                <a:solidFill>
                  <a:schemeClr val="tx1"/>
                </a:solidFill>
              </a:rPr>
              <a:t>B</a:t>
            </a:r>
            <a:r>
              <a:rPr lang="zh-CN" altLang="en-US" sz="2800">
                <a:solidFill>
                  <a:schemeClr val="tx1"/>
                </a:solidFill>
              </a:rPr>
              <a:t>满足</a:t>
            </a:r>
            <a:r>
              <a:rPr lang="en-US" altLang="zh-CN" sz="2800" i="1">
                <a:solidFill>
                  <a:schemeClr val="tx1"/>
                </a:solidFill>
              </a:rPr>
              <a:t>AB</a:t>
            </a:r>
            <a:r>
              <a:rPr lang="zh-CN" altLang="en-US" sz="2800">
                <a:solidFill>
                  <a:schemeClr val="tx1"/>
                </a:solidFill>
              </a:rPr>
              <a:t>＋</a:t>
            </a:r>
            <a:r>
              <a:rPr lang="en-US" altLang="zh-CN" sz="2800" i="1">
                <a:solidFill>
                  <a:schemeClr val="tx1"/>
                </a:solidFill>
              </a:rPr>
              <a:t>BA</a:t>
            </a:r>
            <a:r>
              <a:rPr lang="zh-CN" altLang="en-US" sz="2800" i="1">
                <a:solidFill>
                  <a:schemeClr val="tx1"/>
                </a:solidFill>
              </a:rPr>
              <a:t>＝</a:t>
            </a:r>
            <a:r>
              <a:rPr lang="en-US" altLang="zh-CN" sz="2800" i="1">
                <a:solidFill>
                  <a:schemeClr val="tx1"/>
                </a:solidFill>
              </a:rPr>
              <a:t>E</a:t>
            </a:r>
            <a:r>
              <a:rPr lang="zh-CN" altLang="en-US" sz="2800">
                <a:solidFill>
                  <a:schemeClr val="tx1"/>
                </a:solidFill>
              </a:rPr>
              <a:t>，且</a:t>
            </a:r>
            <a:r>
              <a:rPr lang="en-US" altLang="zh-CN" sz="2800" i="1">
                <a:solidFill>
                  <a:schemeClr val="tx1"/>
                </a:solidFill>
              </a:rPr>
              <a:t>A</a:t>
            </a:r>
            <a:r>
              <a:rPr lang="en-US" altLang="zh-CN" sz="2800" baseline="30000">
                <a:solidFill>
                  <a:schemeClr val="tx1"/>
                </a:solidFill>
              </a:rPr>
              <a:t>2</a:t>
            </a:r>
            <a:r>
              <a:rPr lang="zh-CN" altLang="en-US" sz="2800">
                <a:solidFill>
                  <a:schemeClr val="tx1"/>
                </a:solidFill>
              </a:rPr>
              <a:t>＝</a:t>
            </a:r>
            <a:r>
              <a:rPr lang="en-US" altLang="zh-CN" sz="2800" i="1">
                <a:solidFill>
                  <a:schemeClr val="tx1"/>
                </a:solidFill>
              </a:rPr>
              <a:t>O</a:t>
            </a:r>
            <a:r>
              <a:rPr lang="zh-CN" altLang="en-US" sz="2800">
                <a:solidFill>
                  <a:schemeClr val="tx1"/>
                </a:solidFill>
              </a:rPr>
              <a:t>（或</a:t>
            </a:r>
            <a:r>
              <a:rPr lang="en-US" altLang="zh-CN" sz="2800" i="1">
                <a:solidFill>
                  <a:schemeClr val="tx1"/>
                </a:solidFill>
              </a:rPr>
              <a:t>B</a:t>
            </a:r>
            <a:r>
              <a:rPr lang="en-US" altLang="zh-CN" sz="2800" baseline="30000">
                <a:solidFill>
                  <a:schemeClr val="tx1"/>
                </a:solidFill>
              </a:rPr>
              <a:t>2</a:t>
            </a:r>
            <a:r>
              <a:rPr lang="zh-CN" altLang="en-US" sz="2800">
                <a:solidFill>
                  <a:schemeClr val="tx1"/>
                </a:solidFill>
              </a:rPr>
              <a:t>＝</a:t>
            </a:r>
            <a:r>
              <a:rPr lang="en-US" altLang="zh-CN" sz="2800" i="1">
                <a:solidFill>
                  <a:schemeClr val="tx1"/>
                </a:solidFill>
              </a:rPr>
              <a:t>O</a:t>
            </a:r>
            <a:r>
              <a:rPr lang="en-US" altLang="zh-CN" sz="2800">
                <a:solidFill>
                  <a:schemeClr val="tx1"/>
                </a:solidFill>
              </a:rPr>
              <a:t> </a:t>
            </a:r>
            <a:r>
              <a:rPr lang="zh-CN" altLang="en-US" sz="2800">
                <a:solidFill>
                  <a:schemeClr val="tx1"/>
                </a:solidFill>
              </a:rPr>
              <a:t>），则 </a:t>
            </a:r>
            <a:r>
              <a:rPr lang="en-US" altLang="zh-CN" sz="2800">
                <a:solidFill>
                  <a:schemeClr val="tx1"/>
                </a:solidFill>
              </a:rPr>
              <a:t>(</a:t>
            </a:r>
            <a:r>
              <a:rPr lang="en-US" altLang="zh-CN" sz="2800" i="1">
                <a:solidFill>
                  <a:schemeClr val="tx1"/>
                </a:solidFill>
              </a:rPr>
              <a:t>AB</a:t>
            </a:r>
            <a:r>
              <a:rPr lang="en-US" altLang="zh-CN" sz="2800">
                <a:solidFill>
                  <a:schemeClr val="tx1"/>
                </a:solidFill>
              </a:rPr>
              <a:t>)</a:t>
            </a:r>
            <a:r>
              <a:rPr lang="en-US" altLang="zh-CN" sz="2800" baseline="30000">
                <a:solidFill>
                  <a:schemeClr val="tx1"/>
                </a:solidFill>
              </a:rPr>
              <a:t>2</a:t>
            </a:r>
            <a:r>
              <a:rPr lang="en-US" altLang="zh-CN" sz="2800">
                <a:solidFill>
                  <a:schemeClr val="tx1"/>
                </a:solidFill>
              </a:rPr>
              <a:t>=</a:t>
            </a:r>
            <a:r>
              <a:rPr lang="en-US" altLang="zh-CN" sz="2800" i="1">
                <a:solidFill>
                  <a:schemeClr val="tx1"/>
                </a:solidFill>
              </a:rPr>
              <a:t>AB</a:t>
            </a:r>
            <a:r>
              <a:rPr lang="en-US" altLang="zh-CN" sz="2800">
                <a:solidFill>
                  <a:schemeClr val="tx1"/>
                </a:solidFill>
              </a:rPr>
              <a:t>.</a:t>
            </a:r>
          </a:p>
        </p:txBody>
      </p:sp>
      <p:sp>
        <p:nvSpPr>
          <p:cNvPr id="125957" name="Rectangle 5"/>
          <p:cNvSpPr>
            <a:spLocks noChangeArrowheads="1"/>
          </p:cNvSpPr>
          <p:nvPr/>
        </p:nvSpPr>
        <p:spPr bwMode="auto">
          <a:xfrm>
            <a:off x="1389063" y="4868863"/>
            <a:ext cx="23161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algn="ctr" eaLnBrk="1" hangingPunct="1"/>
            <a:r>
              <a:rPr lang="zh-CN" altLang="en-US"/>
              <a:t>故 </a:t>
            </a:r>
            <a:r>
              <a:rPr lang="en-US" altLang="zh-CN"/>
              <a:t>(</a:t>
            </a:r>
            <a:r>
              <a:rPr lang="en-US" altLang="zh-CN" i="1"/>
              <a:t>AB</a:t>
            </a:r>
            <a:r>
              <a:rPr lang="en-US" altLang="zh-CN"/>
              <a:t>)</a:t>
            </a:r>
            <a:r>
              <a:rPr lang="en-US" altLang="zh-CN" baseline="30000"/>
              <a:t>2</a:t>
            </a:r>
            <a:r>
              <a:rPr lang="en-US" altLang="zh-CN"/>
              <a:t>=</a:t>
            </a:r>
            <a:r>
              <a:rPr lang="en-US" altLang="zh-CN" i="1"/>
              <a:t>AB</a:t>
            </a:r>
            <a:r>
              <a:rPr lang="en-US" altLang="zh-CN"/>
              <a:t> .</a:t>
            </a:r>
          </a:p>
        </p:txBody>
      </p:sp>
      <p:sp>
        <p:nvSpPr>
          <p:cNvPr id="125958" name="Rectangle 6"/>
          <p:cNvSpPr>
            <a:spLocks noChangeArrowheads="1"/>
          </p:cNvSpPr>
          <p:nvPr/>
        </p:nvSpPr>
        <p:spPr bwMode="auto">
          <a:xfrm>
            <a:off x="1028700" y="1639888"/>
            <a:ext cx="37449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证明：仅以</a:t>
            </a:r>
            <a:r>
              <a:rPr lang="en-US" altLang="zh-CN" i="1"/>
              <a:t>A</a:t>
            </a:r>
            <a:r>
              <a:rPr lang="en-US" altLang="zh-CN" baseline="30000"/>
              <a:t>2</a:t>
            </a:r>
            <a:r>
              <a:rPr lang="zh-CN" altLang="en-US"/>
              <a:t>＝</a:t>
            </a:r>
            <a:r>
              <a:rPr lang="en-US" altLang="zh-CN" i="1"/>
              <a:t>O</a:t>
            </a:r>
            <a:r>
              <a:rPr lang="zh-CN" altLang="en-US"/>
              <a:t>为例</a:t>
            </a:r>
            <a:r>
              <a:rPr lang="en-US" altLang="zh-CN"/>
              <a:t>.</a:t>
            </a:r>
          </a:p>
        </p:txBody>
      </p:sp>
      <p:sp>
        <p:nvSpPr>
          <p:cNvPr id="125959" name="Rectangle 7"/>
          <p:cNvSpPr>
            <a:spLocks noChangeArrowheads="1"/>
          </p:cNvSpPr>
          <p:nvPr/>
        </p:nvSpPr>
        <p:spPr bwMode="auto">
          <a:xfrm>
            <a:off x="2055813" y="2144713"/>
            <a:ext cx="62468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在</a:t>
            </a:r>
            <a:r>
              <a:rPr lang="en-US" altLang="zh-CN" i="1"/>
              <a:t>AB</a:t>
            </a:r>
            <a:r>
              <a:rPr lang="zh-CN" altLang="en-US"/>
              <a:t>＋</a:t>
            </a:r>
            <a:r>
              <a:rPr lang="en-US" altLang="zh-CN" i="1"/>
              <a:t>BA</a:t>
            </a:r>
            <a:r>
              <a:rPr lang="zh-CN" altLang="en-US" i="1"/>
              <a:t>＝</a:t>
            </a:r>
            <a:r>
              <a:rPr lang="en-US" altLang="zh-CN" i="1"/>
              <a:t>E</a:t>
            </a:r>
            <a:r>
              <a:rPr lang="zh-CN" altLang="en-US"/>
              <a:t>两边同时左乘矩阵</a:t>
            </a:r>
            <a:r>
              <a:rPr lang="en-US" altLang="zh-CN" i="1"/>
              <a:t>A</a:t>
            </a:r>
            <a:r>
              <a:rPr lang="zh-CN" altLang="en-US"/>
              <a:t>，再</a:t>
            </a:r>
          </a:p>
        </p:txBody>
      </p:sp>
      <p:sp>
        <p:nvSpPr>
          <p:cNvPr id="125960" name="Rectangle 8"/>
          <p:cNvSpPr>
            <a:spLocks noChangeArrowheads="1"/>
          </p:cNvSpPr>
          <p:nvPr/>
        </p:nvSpPr>
        <p:spPr bwMode="auto">
          <a:xfrm>
            <a:off x="1389063" y="2633663"/>
            <a:ext cx="22066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右乘矩阵</a:t>
            </a:r>
            <a:r>
              <a:rPr lang="en-US" altLang="zh-CN" i="1"/>
              <a:t>B</a:t>
            </a:r>
            <a:r>
              <a:rPr lang="zh-CN" altLang="en-US"/>
              <a:t>得</a:t>
            </a:r>
          </a:p>
        </p:txBody>
      </p:sp>
      <p:sp>
        <p:nvSpPr>
          <p:cNvPr id="125961" name="Rectangle 9"/>
          <p:cNvSpPr>
            <a:spLocks noChangeArrowheads="1"/>
          </p:cNvSpPr>
          <p:nvPr/>
        </p:nvSpPr>
        <p:spPr bwMode="auto">
          <a:xfrm>
            <a:off x="2109788" y="3297238"/>
            <a:ext cx="35274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i="1"/>
              <a:t>A(AB</a:t>
            </a:r>
            <a:r>
              <a:rPr lang="zh-CN" altLang="en-US"/>
              <a:t>＋</a:t>
            </a:r>
            <a:r>
              <a:rPr lang="en-US" altLang="zh-CN" i="1"/>
              <a:t>BA)B</a:t>
            </a:r>
            <a:r>
              <a:rPr lang="zh-CN" altLang="en-US" i="1"/>
              <a:t>＝</a:t>
            </a:r>
            <a:r>
              <a:rPr lang="en-US" altLang="zh-CN" i="1"/>
              <a:t>AEB</a:t>
            </a:r>
          </a:p>
        </p:txBody>
      </p:sp>
      <p:sp>
        <p:nvSpPr>
          <p:cNvPr id="125962" name="Rectangle 10"/>
          <p:cNvSpPr>
            <a:spLocks noChangeArrowheads="1"/>
          </p:cNvSpPr>
          <p:nvPr/>
        </p:nvSpPr>
        <p:spPr bwMode="auto">
          <a:xfrm>
            <a:off x="5349875" y="3297238"/>
            <a:ext cx="8604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i="1"/>
              <a:t>=AB</a:t>
            </a:r>
          </a:p>
        </p:txBody>
      </p:sp>
      <p:sp>
        <p:nvSpPr>
          <p:cNvPr id="125963" name="Rectangle 11"/>
          <p:cNvSpPr>
            <a:spLocks noChangeArrowheads="1"/>
          </p:cNvSpPr>
          <p:nvPr/>
        </p:nvSpPr>
        <p:spPr bwMode="auto">
          <a:xfrm>
            <a:off x="1341438" y="4002088"/>
            <a:ext cx="49450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而 </a:t>
            </a:r>
            <a:r>
              <a:rPr lang="en-US" altLang="zh-CN" i="1"/>
              <a:t>A</a:t>
            </a:r>
            <a:r>
              <a:rPr lang="en-US" altLang="zh-CN"/>
              <a:t>(</a:t>
            </a:r>
            <a:r>
              <a:rPr lang="en-US" altLang="zh-CN" i="1"/>
              <a:t>AB</a:t>
            </a:r>
            <a:r>
              <a:rPr lang="en-US" altLang="zh-CN"/>
              <a:t>+</a:t>
            </a:r>
            <a:r>
              <a:rPr lang="en-US" altLang="zh-CN" i="1"/>
              <a:t>BA</a:t>
            </a:r>
            <a:r>
              <a:rPr lang="en-US" altLang="zh-CN"/>
              <a:t>)</a:t>
            </a:r>
            <a:r>
              <a:rPr lang="en-US" altLang="zh-CN" i="1"/>
              <a:t>B</a:t>
            </a:r>
            <a:r>
              <a:rPr lang="zh-CN" altLang="en-US" i="1"/>
              <a:t>＝</a:t>
            </a:r>
            <a:r>
              <a:rPr lang="en-US" altLang="zh-CN"/>
              <a:t>(</a:t>
            </a:r>
            <a:r>
              <a:rPr lang="en-US" altLang="zh-CN" i="1"/>
              <a:t>AAB+ABA</a:t>
            </a:r>
            <a:r>
              <a:rPr lang="en-US" altLang="zh-CN"/>
              <a:t>)</a:t>
            </a:r>
            <a:r>
              <a:rPr lang="en-US" altLang="zh-CN" i="1"/>
              <a:t>B</a:t>
            </a:r>
          </a:p>
        </p:txBody>
      </p:sp>
      <p:sp>
        <p:nvSpPr>
          <p:cNvPr id="125964" name="Rectangle 12"/>
          <p:cNvSpPr>
            <a:spLocks noChangeArrowheads="1"/>
          </p:cNvSpPr>
          <p:nvPr/>
        </p:nvSpPr>
        <p:spPr bwMode="auto">
          <a:xfrm>
            <a:off x="6213475" y="4016375"/>
            <a:ext cx="203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i="1"/>
              <a:t>=</a:t>
            </a:r>
            <a:r>
              <a:rPr lang="en-US" altLang="zh-CN"/>
              <a:t>(</a:t>
            </a:r>
            <a:r>
              <a:rPr lang="en-US" altLang="zh-CN" i="1"/>
              <a:t>O+ABA</a:t>
            </a:r>
            <a:r>
              <a:rPr lang="en-US" altLang="zh-CN"/>
              <a:t>)</a:t>
            </a:r>
            <a:r>
              <a:rPr lang="en-US" altLang="zh-CN" i="1"/>
              <a:t>B</a:t>
            </a:r>
          </a:p>
        </p:txBody>
      </p:sp>
      <p:sp>
        <p:nvSpPr>
          <p:cNvPr id="125965" name="Rectangle 13"/>
          <p:cNvSpPr>
            <a:spLocks noChangeArrowheads="1"/>
          </p:cNvSpPr>
          <p:nvPr/>
        </p:nvSpPr>
        <p:spPr bwMode="auto">
          <a:xfrm>
            <a:off x="3694113" y="4521200"/>
            <a:ext cx="1219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i="1"/>
              <a:t>=</a:t>
            </a:r>
            <a:r>
              <a:rPr lang="en-US" altLang="zh-CN"/>
              <a:t>(</a:t>
            </a:r>
            <a:r>
              <a:rPr lang="en-US" altLang="zh-CN" i="1"/>
              <a:t>AB</a:t>
            </a:r>
            <a:r>
              <a:rPr lang="en-US" altLang="zh-CN"/>
              <a:t>)</a:t>
            </a:r>
            <a:r>
              <a:rPr lang="en-US" altLang="zh-CN" baseline="30000"/>
              <a:t>2</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5958"/>
                                        </p:tgtEl>
                                        <p:attrNameLst>
                                          <p:attrName>style.visibility</p:attrName>
                                        </p:attrNameLst>
                                      </p:cBhvr>
                                      <p:to>
                                        <p:strVal val="visible"/>
                                      </p:to>
                                    </p:set>
                                    <p:animEffect transition="in" filter="wipe(left)">
                                      <p:cBhvr>
                                        <p:cTn id="7" dur="500"/>
                                        <p:tgtEl>
                                          <p:spTgt spid="1259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5959"/>
                                        </p:tgtEl>
                                        <p:attrNameLst>
                                          <p:attrName>style.visibility</p:attrName>
                                        </p:attrNameLst>
                                      </p:cBhvr>
                                      <p:to>
                                        <p:strVal val="visible"/>
                                      </p:to>
                                    </p:set>
                                    <p:animEffect transition="in" filter="wipe(left)">
                                      <p:cBhvr>
                                        <p:cTn id="12" dur="500"/>
                                        <p:tgtEl>
                                          <p:spTgt spid="125959"/>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25960"/>
                                        </p:tgtEl>
                                        <p:attrNameLst>
                                          <p:attrName>style.visibility</p:attrName>
                                        </p:attrNameLst>
                                      </p:cBhvr>
                                      <p:to>
                                        <p:strVal val="visible"/>
                                      </p:to>
                                    </p:set>
                                    <p:animEffect transition="in" filter="wipe(left)">
                                      <p:cBhvr>
                                        <p:cTn id="15" dur="500"/>
                                        <p:tgtEl>
                                          <p:spTgt spid="12596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25961"/>
                                        </p:tgtEl>
                                        <p:attrNameLst>
                                          <p:attrName>style.visibility</p:attrName>
                                        </p:attrNameLst>
                                      </p:cBhvr>
                                      <p:to>
                                        <p:strVal val="visible"/>
                                      </p:to>
                                    </p:set>
                                    <p:animEffect transition="in" filter="wipe(left)">
                                      <p:cBhvr>
                                        <p:cTn id="20" dur="500"/>
                                        <p:tgtEl>
                                          <p:spTgt spid="12596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25962"/>
                                        </p:tgtEl>
                                        <p:attrNameLst>
                                          <p:attrName>style.visibility</p:attrName>
                                        </p:attrNameLst>
                                      </p:cBhvr>
                                      <p:to>
                                        <p:strVal val="visible"/>
                                      </p:to>
                                    </p:set>
                                    <p:animEffect transition="in" filter="wipe(left)">
                                      <p:cBhvr>
                                        <p:cTn id="25" dur="500"/>
                                        <p:tgtEl>
                                          <p:spTgt spid="12596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25963"/>
                                        </p:tgtEl>
                                        <p:attrNameLst>
                                          <p:attrName>style.visibility</p:attrName>
                                        </p:attrNameLst>
                                      </p:cBhvr>
                                      <p:to>
                                        <p:strVal val="visible"/>
                                      </p:to>
                                    </p:set>
                                    <p:animEffect transition="in" filter="wipe(left)">
                                      <p:cBhvr>
                                        <p:cTn id="30" dur="500"/>
                                        <p:tgtEl>
                                          <p:spTgt spid="12596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25964"/>
                                        </p:tgtEl>
                                        <p:attrNameLst>
                                          <p:attrName>style.visibility</p:attrName>
                                        </p:attrNameLst>
                                      </p:cBhvr>
                                      <p:to>
                                        <p:strVal val="visible"/>
                                      </p:to>
                                    </p:set>
                                    <p:animEffect transition="in" filter="wipe(left)">
                                      <p:cBhvr>
                                        <p:cTn id="35" dur="500"/>
                                        <p:tgtEl>
                                          <p:spTgt spid="12596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25965"/>
                                        </p:tgtEl>
                                        <p:attrNameLst>
                                          <p:attrName>style.visibility</p:attrName>
                                        </p:attrNameLst>
                                      </p:cBhvr>
                                      <p:to>
                                        <p:strVal val="visible"/>
                                      </p:to>
                                    </p:set>
                                    <p:animEffect transition="in" filter="wipe(left)">
                                      <p:cBhvr>
                                        <p:cTn id="40" dur="500"/>
                                        <p:tgtEl>
                                          <p:spTgt spid="12596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25957"/>
                                        </p:tgtEl>
                                        <p:attrNameLst>
                                          <p:attrName>style.visibility</p:attrName>
                                        </p:attrNameLst>
                                      </p:cBhvr>
                                      <p:to>
                                        <p:strVal val="visible"/>
                                      </p:to>
                                    </p:set>
                                    <p:animEffect transition="in" filter="wipe(left)">
                                      <p:cBhvr>
                                        <p:cTn id="45" dur="500"/>
                                        <p:tgtEl>
                                          <p:spTgt spid="1259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7" grpId="0"/>
      <p:bldP spid="125958" grpId="0"/>
      <p:bldP spid="125959" grpId="0"/>
      <p:bldP spid="125960" grpId="0"/>
      <p:bldP spid="125961" grpId="0"/>
      <p:bldP spid="125962" grpId="0"/>
      <p:bldP spid="125963" grpId="0"/>
      <p:bldP spid="125964" grpId="0"/>
      <p:bldP spid="12596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755650" y="115888"/>
            <a:ext cx="7543800" cy="587375"/>
          </a:xfrm>
        </p:spPr>
        <p:txBody>
          <a:bodyPr/>
          <a:lstStyle/>
          <a:p>
            <a:pPr eaLnBrk="1" hangingPunct="1">
              <a:defRPr/>
            </a:pPr>
            <a:r>
              <a:rPr lang="en-US" altLang="zh-CN" sz="3200">
                <a:solidFill>
                  <a:srgbClr val="0000CC"/>
                </a:solidFill>
              </a:rPr>
              <a:t>3</a:t>
            </a:r>
            <a:r>
              <a:rPr lang="zh-CN" altLang="en-US" sz="3200">
                <a:solidFill>
                  <a:srgbClr val="0000CC"/>
                </a:solidFill>
              </a:rPr>
              <a:t>、方阵的多项式</a:t>
            </a:r>
          </a:p>
        </p:txBody>
      </p:sp>
      <p:graphicFrame>
        <p:nvGraphicFramePr>
          <p:cNvPr id="123913" name="Object 9"/>
          <p:cNvGraphicFramePr>
            <a:graphicFrameLocks noChangeAspect="1"/>
          </p:cNvGraphicFramePr>
          <p:nvPr/>
        </p:nvGraphicFramePr>
        <p:xfrm>
          <a:off x="1835150" y="1195388"/>
          <a:ext cx="5616575" cy="519112"/>
        </p:xfrm>
        <a:graphic>
          <a:graphicData uri="http://schemas.openxmlformats.org/presentationml/2006/ole">
            <mc:AlternateContent xmlns:mc="http://schemas.openxmlformats.org/markup-compatibility/2006">
              <mc:Choice xmlns:v="urn:schemas-microsoft-com:vml" Requires="v">
                <p:oleObj spid="_x0000_s44139" name="Equation" r:id="rId3" imgW="2882900" imgH="266700" progId="Equation.DSMT4">
                  <p:embed/>
                </p:oleObj>
              </mc:Choice>
              <mc:Fallback>
                <p:oleObj name="Equation" r:id="rId3" imgW="2882900" imgH="266700"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1195388"/>
                        <a:ext cx="5616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912" name="Object 8"/>
          <p:cNvGraphicFramePr>
            <a:graphicFrameLocks noChangeAspect="1"/>
          </p:cNvGraphicFramePr>
          <p:nvPr/>
        </p:nvGraphicFramePr>
        <p:xfrm>
          <a:off x="1908175" y="2203450"/>
          <a:ext cx="5327650" cy="523875"/>
        </p:xfrm>
        <a:graphic>
          <a:graphicData uri="http://schemas.openxmlformats.org/presentationml/2006/ole">
            <mc:AlternateContent xmlns:mc="http://schemas.openxmlformats.org/markup-compatibility/2006">
              <mc:Choice xmlns:v="urn:schemas-microsoft-com:vml" Requires="v">
                <p:oleObj spid="_x0000_s44140" name="Equation" r:id="rId5" imgW="2717800" imgH="266700" progId="Equation.DSMT4">
                  <p:embed/>
                </p:oleObj>
              </mc:Choice>
              <mc:Fallback>
                <p:oleObj name="Equation" r:id="rId5" imgW="2717800" imgH="2667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5" y="2203450"/>
                        <a:ext cx="53276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911" name="Object 7"/>
          <p:cNvGraphicFramePr>
            <a:graphicFrameLocks noChangeAspect="1"/>
          </p:cNvGraphicFramePr>
          <p:nvPr/>
        </p:nvGraphicFramePr>
        <p:xfrm>
          <a:off x="1692275" y="3625850"/>
          <a:ext cx="1800225" cy="508000"/>
        </p:xfrm>
        <a:graphic>
          <a:graphicData uri="http://schemas.openxmlformats.org/presentationml/2006/ole">
            <mc:AlternateContent xmlns:mc="http://schemas.openxmlformats.org/markup-compatibility/2006">
              <mc:Choice xmlns:v="urn:schemas-microsoft-com:vml" Requires="v">
                <p:oleObj spid="_x0000_s44141" name="Equation" r:id="rId7" imgW="812447" imgH="228501" progId="Equation.DSMT4">
                  <p:embed/>
                </p:oleObj>
              </mc:Choice>
              <mc:Fallback>
                <p:oleObj name="Equation" r:id="rId7" imgW="812447" imgH="228501"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2275" y="3625850"/>
                        <a:ext cx="18002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910" name="Object 6"/>
          <p:cNvGraphicFramePr>
            <a:graphicFrameLocks noChangeAspect="1"/>
          </p:cNvGraphicFramePr>
          <p:nvPr/>
        </p:nvGraphicFramePr>
        <p:xfrm>
          <a:off x="1662113" y="4202113"/>
          <a:ext cx="6756400" cy="569912"/>
        </p:xfrm>
        <a:graphic>
          <a:graphicData uri="http://schemas.openxmlformats.org/presentationml/2006/ole">
            <mc:AlternateContent xmlns:mc="http://schemas.openxmlformats.org/markup-compatibility/2006">
              <mc:Choice xmlns:v="urn:schemas-microsoft-com:vml" Requires="v">
                <p:oleObj spid="_x0000_s44142" name="Equation" r:id="rId9" imgW="2819400" imgH="241300" progId="Equation.DSMT4">
                  <p:embed/>
                </p:oleObj>
              </mc:Choice>
              <mc:Fallback>
                <p:oleObj name="Equation" r:id="rId9" imgW="2819400" imgH="2413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62113" y="4202113"/>
                        <a:ext cx="6756400"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909" name="Object 5"/>
          <p:cNvGraphicFramePr>
            <a:graphicFrameLocks noChangeAspect="1"/>
          </p:cNvGraphicFramePr>
          <p:nvPr/>
        </p:nvGraphicFramePr>
        <p:xfrm>
          <a:off x="1725613" y="4849813"/>
          <a:ext cx="5910262" cy="481012"/>
        </p:xfrm>
        <a:graphic>
          <a:graphicData uri="http://schemas.openxmlformats.org/presentationml/2006/ole">
            <mc:AlternateContent xmlns:mc="http://schemas.openxmlformats.org/markup-compatibility/2006">
              <mc:Choice xmlns:v="urn:schemas-microsoft-com:vml" Requires="v">
                <p:oleObj spid="_x0000_s44143" name="Equation" r:id="rId11" imgW="2921000" imgH="241300" progId="Equation.DSMT4">
                  <p:embed/>
                </p:oleObj>
              </mc:Choice>
              <mc:Fallback>
                <p:oleObj name="Equation" r:id="rId11" imgW="2921000" imgH="241300" progId="Equation.DSMT4">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25613" y="4849813"/>
                        <a:ext cx="5910262"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908" name="Object 4"/>
          <p:cNvGraphicFramePr>
            <a:graphicFrameLocks noChangeAspect="1"/>
          </p:cNvGraphicFramePr>
          <p:nvPr/>
        </p:nvGraphicFramePr>
        <p:xfrm>
          <a:off x="1679575" y="5453063"/>
          <a:ext cx="3541713" cy="476250"/>
        </p:xfrm>
        <a:graphic>
          <a:graphicData uri="http://schemas.openxmlformats.org/presentationml/2006/ole">
            <mc:AlternateContent xmlns:mc="http://schemas.openxmlformats.org/markup-compatibility/2006">
              <mc:Choice xmlns:v="urn:schemas-microsoft-com:vml" Requires="v">
                <p:oleObj spid="_x0000_s44144" name="Equation" r:id="rId13" imgW="1701800" imgH="228600" progId="Equation.DSMT4">
                  <p:embed/>
                </p:oleObj>
              </mc:Choice>
              <mc:Fallback>
                <p:oleObj name="Equation" r:id="rId13" imgW="1701800" imgH="228600" progId="Equation.DSMT4">
                  <p:embed/>
                  <p:pic>
                    <p:nvPicPr>
                      <p:cNvPr id="0" name="Object 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79575" y="5453063"/>
                        <a:ext cx="354171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920" name="Rectangle 16"/>
          <p:cNvSpPr>
            <a:spLocks noChangeArrowheads="1"/>
          </p:cNvSpPr>
          <p:nvPr/>
        </p:nvSpPr>
        <p:spPr bwMode="auto">
          <a:xfrm>
            <a:off x="1331913" y="749300"/>
            <a:ext cx="46085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当</a:t>
            </a:r>
            <a:r>
              <a:rPr lang="en-US" altLang="zh-CN" i="1"/>
              <a:t>A</a:t>
            </a:r>
            <a:r>
              <a:rPr lang="zh-CN" altLang="en-US"/>
              <a:t>为方阵时，称矩阵</a:t>
            </a:r>
          </a:p>
        </p:txBody>
      </p:sp>
      <p:sp>
        <p:nvSpPr>
          <p:cNvPr id="123921" name="Rectangle 17"/>
          <p:cNvSpPr>
            <a:spLocks noChangeArrowheads="1"/>
          </p:cNvSpPr>
          <p:nvPr/>
        </p:nvSpPr>
        <p:spPr bwMode="auto">
          <a:xfrm>
            <a:off x="684213" y="1700213"/>
            <a:ext cx="69834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为</a:t>
            </a:r>
            <a:r>
              <a:rPr lang="zh-CN" altLang="en-US">
                <a:solidFill>
                  <a:srgbClr val="CC0000"/>
                </a:solidFill>
              </a:rPr>
              <a:t>矩阵</a:t>
            </a:r>
            <a:r>
              <a:rPr lang="en-US" altLang="zh-CN" i="1">
                <a:solidFill>
                  <a:srgbClr val="CC0000"/>
                </a:solidFill>
              </a:rPr>
              <a:t>A</a:t>
            </a:r>
            <a:r>
              <a:rPr lang="zh-CN" altLang="en-US">
                <a:solidFill>
                  <a:srgbClr val="CC0000"/>
                </a:solidFill>
              </a:rPr>
              <a:t>的多项式</a:t>
            </a:r>
            <a:r>
              <a:rPr lang="zh-CN" altLang="en-US"/>
              <a:t>，</a:t>
            </a:r>
          </a:p>
        </p:txBody>
      </p:sp>
      <p:sp>
        <p:nvSpPr>
          <p:cNvPr id="123922" name="Rectangle 18"/>
          <p:cNvSpPr>
            <a:spLocks noChangeArrowheads="1"/>
          </p:cNvSpPr>
          <p:nvPr/>
        </p:nvSpPr>
        <p:spPr bwMode="auto">
          <a:xfrm>
            <a:off x="684213" y="2628900"/>
            <a:ext cx="2063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当 </a:t>
            </a:r>
            <a:r>
              <a:rPr lang="en-US" altLang="zh-CN" i="1">
                <a:latin typeface="Symbol" pitchFamily="18" charset="2"/>
              </a:rPr>
              <a:t>l</a:t>
            </a:r>
            <a:r>
              <a:rPr lang="en-US" altLang="zh-CN" i="1"/>
              <a:t>=A</a:t>
            </a:r>
            <a:r>
              <a:rPr lang="zh-CN" altLang="en-US"/>
              <a:t>的值</a:t>
            </a:r>
            <a:r>
              <a:rPr lang="en-US" altLang="zh-CN"/>
              <a:t>.</a:t>
            </a:r>
          </a:p>
        </p:txBody>
      </p:sp>
      <p:sp>
        <p:nvSpPr>
          <p:cNvPr id="123923" name="Rectangle 19"/>
          <p:cNvSpPr>
            <a:spLocks noChangeArrowheads="1"/>
          </p:cNvSpPr>
          <p:nvPr/>
        </p:nvSpPr>
        <p:spPr bwMode="auto">
          <a:xfrm>
            <a:off x="684213" y="3068638"/>
            <a:ext cx="1403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sz="3200">
                <a:solidFill>
                  <a:srgbClr val="CC0000"/>
                </a:solidFill>
              </a:rPr>
              <a:t>性质</a:t>
            </a:r>
            <a:r>
              <a:rPr lang="zh-CN" altLang="en-US" sz="3200"/>
              <a:t>：</a:t>
            </a:r>
          </a:p>
        </p:txBody>
      </p:sp>
      <p:sp>
        <p:nvSpPr>
          <p:cNvPr id="123924" name="Rectangle 20"/>
          <p:cNvSpPr>
            <a:spLocks noChangeArrowheads="1"/>
          </p:cNvSpPr>
          <p:nvPr/>
        </p:nvSpPr>
        <p:spPr bwMode="auto">
          <a:xfrm>
            <a:off x="1116013" y="3625850"/>
            <a:ext cx="59769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设                       是两个多项式，令</a:t>
            </a:r>
          </a:p>
        </p:txBody>
      </p:sp>
      <p:sp>
        <p:nvSpPr>
          <p:cNvPr id="123925" name="Rectangle 21"/>
          <p:cNvSpPr>
            <a:spLocks noChangeArrowheads="1"/>
          </p:cNvSpPr>
          <p:nvPr/>
        </p:nvSpPr>
        <p:spPr bwMode="auto">
          <a:xfrm>
            <a:off x="1116013" y="4778375"/>
            <a:ext cx="688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(1) </a:t>
            </a:r>
          </a:p>
        </p:txBody>
      </p:sp>
      <p:sp>
        <p:nvSpPr>
          <p:cNvPr id="123926" name="Rectangle 22"/>
          <p:cNvSpPr>
            <a:spLocks noChangeArrowheads="1"/>
          </p:cNvSpPr>
          <p:nvPr/>
        </p:nvSpPr>
        <p:spPr bwMode="auto">
          <a:xfrm>
            <a:off x="1116013" y="5354638"/>
            <a:ext cx="6889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(2) </a:t>
            </a:r>
          </a:p>
        </p:txBody>
      </p:sp>
      <p:sp>
        <p:nvSpPr>
          <p:cNvPr id="123927" name="Rectangle 23"/>
          <p:cNvSpPr>
            <a:spLocks noChangeArrowheads="1"/>
          </p:cNvSpPr>
          <p:nvPr/>
        </p:nvSpPr>
        <p:spPr bwMode="auto">
          <a:xfrm>
            <a:off x="3779838" y="1700213"/>
            <a:ext cx="37115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也称 </a:t>
            </a:r>
            <a:r>
              <a:rPr lang="en-US" altLang="zh-CN" i="1"/>
              <a:t>f</a:t>
            </a:r>
            <a:r>
              <a:rPr lang="en-US" altLang="zh-CN"/>
              <a:t>(</a:t>
            </a:r>
            <a:r>
              <a:rPr lang="en-US" altLang="zh-CN" i="1"/>
              <a:t>A</a:t>
            </a:r>
            <a:r>
              <a:rPr lang="en-US" altLang="zh-CN"/>
              <a:t>)</a:t>
            </a:r>
            <a:r>
              <a:rPr lang="zh-CN" altLang="en-US"/>
              <a:t>是普通多项式</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3920"/>
                                        </p:tgtEl>
                                        <p:attrNameLst>
                                          <p:attrName>style.visibility</p:attrName>
                                        </p:attrNameLst>
                                      </p:cBhvr>
                                      <p:to>
                                        <p:strVal val="visible"/>
                                      </p:to>
                                    </p:set>
                                    <p:animEffect transition="in" filter="wipe(left)">
                                      <p:cBhvr>
                                        <p:cTn id="7" dur="500"/>
                                        <p:tgtEl>
                                          <p:spTgt spid="123920"/>
                                        </p:tgtEl>
                                      </p:cBhvr>
                                    </p:animEffect>
                                  </p:childTnLst>
                                </p:cTn>
                              </p:par>
                              <p:par>
                                <p:cTn id="8" presetID="22" presetClass="entr" presetSubtype="8" fill="hold" nodeType="withEffect">
                                  <p:stCondLst>
                                    <p:cond delay="0"/>
                                  </p:stCondLst>
                                  <p:childTnLst>
                                    <p:set>
                                      <p:cBhvr>
                                        <p:cTn id="9" dur="1" fill="hold">
                                          <p:stCondLst>
                                            <p:cond delay="0"/>
                                          </p:stCondLst>
                                        </p:cTn>
                                        <p:tgtEl>
                                          <p:spTgt spid="123913"/>
                                        </p:tgtEl>
                                        <p:attrNameLst>
                                          <p:attrName>style.visibility</p:attrName>
                                        </p:attrNameLst>
                                      </p:cBhvr>
                                      <p:to>
                                        <p:strVal val="visible"/>
                                      </p:to>
                                    </p:set>
                                    <p:animEffect transition="in" filter="wipe(left)">
                                      <p:cBhvr>
                                        <p:cTn id="10" dur="500"/>
                                        <p:tgtEl>
                                          <p:spTgt spid="12391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23921"/>
                                        </p:tgtEl>
                                        <p:attrNameLst>
                                          <p:attrName>style.visibility</p:attrName>
                                        </p:attrNameLst>
                                      </p:cBhvr>
                                      <p:to>
                                        <p:strVal val="visible"/>
                                      </p:to>
                                    </p:set>
                                    <p:animEffect transition="in" filter="wipe(left)">
                                      <p:cBhvr>
                                        <p:cTn id="13" dur="500"/>
                                        <p:tgtEl>
                                          <p:spTgt spid="12392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3927"/>
                                        </p:tgtEl>
                                        <p:attrNameLst>
                                          <p:attrName>style.visibility</p:attrName>
                                        </p:attrNameLst>
                                      </p:cBhvr>
                                      <p:to>
                                        <p:strVal val="visible"/>
                                      </p:to>
                                    </p:set>
                                    <p:animEffect transition="in" filter="wipe(left)">
                                      <p:cBhvr>
                                        <p:cTn id="18" dur="500"/>
                                        <p:tgtEl>
                                          <p:spTgt spid="123927"/>
                                        </p:tgtEl>
                                      </p:cBhvr>
                                    </p:animEffect>
                                  </p:childTnLst>
                                </p:cTn>
                              </p:par>
                              <p:par>
                                <p:cTn id="19" presetID="22" presetClass="entr" presetSubtype="8" fill="hold" nodeType="withEffect">
                                  <p:stCondLst>
                                    <p:cond delay="0"/>
                                  </p:stCondLst>
                                  <p:childTnLst>
                                    <p:set>
                                      <p:cBhvr>
                                        <p:cTn id="20" dur="1" fill="hold">
                                          <p:stCondLst>
                                            <p:cond delay="0"/>
                                          </p:stCondLst>
                                        </p:cTn>
                                        <p:tgtEl>
                                          <p:spTgt spid="123912"/>
                                        </p:tgtEl>
                                        <p:attrNameLst>
                                          <p:attrName>style.visibility</p:attrName>
                                        </p:attrNameLst>
                                      </p:cBhvr>
                                      <p:to>
                                        <p:strVal val="visible"/>
                                      </p:to>
                                    </p:set>
                                    <p:animEffect transition="in" filter="wipe(left)">
                                      <p:cBhvr>
                                        <p:cTn id="21" dur="500"/>
                                        <p:tgtEl>
                                          <p:spTgt spid="123912"/>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23922"/>
                                        </p:tgtEl>
                                        <p:attrNameLst>
                                          <p:attrName>style.visibility</p:attrName>
                                        </p:attrNameLst>
                                      </p:cBhvr>
                                      <p:to>
                                        <p:strVal val="visible"/>
                                      </p:to>
                                    </p:set>
                                    <p:animEffect transition="in" filter="wipe(left)">
                                      <p:cBhvr>
                                        <p:cTn id="24" dur="500"/>
                                        <p:tgtEl>
                                          <p:spTgt spid="12392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23923"/>
                                        </p:tgtEl>
                                        <p:attrNameLst>
                                          <p:attrName>style.visibility</p:attrName>
                                        </p:attrNameLst>
                                      </p:cBhvr>
                                      <p:to>
                                        <p:strVal val="visible"/>
                                      </p:to>
                                    </p:set>
                                    <p:animEffect transition="in" filter="wipe(left)">
                                      <p:cBhvr>
                                        <p:cTn id="29" dur="500"/>
                                        <p:tgtEl>
                                          <p:spTgt spid="12392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23924"/>
                                        </p:tgtEl>
                                        <p:attrNameLst>
                                          <p:attrName>style.visibility</p:attrName>
                                        </p:attrNameLst>
                                      </p:cBhvr>
                                      <p:to>
                                        <p:strVal val="visible"/>
                                      </p:to>
                                    </p:set>
                                    <p:animEffect transition="in" filter="wipe(left)">
                                      <p:cBhvr>
                                        <p:cTn id="34" dur="500"/>
                                        <p:tgtEl>
                                          <p:spTgt spid="123924"/>
                                        </p:tgtEl>
                                      </p:cBhvr>
                                    </p:animEffect>
                                  </p:childTnLst>
                                </p:cTn>
                              </p:par>
                              <p:par>
                                <p:cTn id="35" presetID="22" presetClass="entr" presetSubtype="8" fill="hold" nodeType="withEffect">
                                  <p:stCondLst>
                                    <p:cond delay="0"/>
                                  </p:stCondLst>
                                  <p:childTnLst>
                                    <p:set>
                                      <p:cBhvr>
                                        <p:cTn id="36" dur="1" fill="hold">
                                          <p:stCondLst>
                                            <p:cond delay="0"/>
                                          </p:stCondLst>
                                        </p:cTn>
                                        <p:tgtEl>
                                          <p:spTgt spid="123911"/>
                                        </p:tgtEl>
                                        <p:attrNameLst>
                                          <p:attrName>style.visibility</p:attrName>
                                        </p:attrNameLst>
                                      </p:cBhvr>
                                      <p:to>
                                        <p:strVal val="visible"/>
                                      </p:to>
                                    </p:set>
                                    <p:animEffect transition="in" filter="wipe(left)">
                                      <p:cBhvr>
                                        <p:cTn id="37" dur="500"/>
                                        <p:tgtEl>
                                          <p:spTgt spid="123911"/>
                                        </p:tgtEl>
                                      </p:cBhvr>
                                    </p:animEffect>
                                  </p:childTnLst>
                                </p:cTn>
                              </p:par>
                              <p:par>
                                <p:cTn id="38" presetID="22" presetClass="entr" presetSubtype="8" fill="hold" nodeType="withEffect">
                                  <p:stCondLst>
                                    <p:cond delay="0"/>
                                  </p:stCondLst>
                                  <p:childTnLst>
                                    <p:set>
                                      <p:cBhvr>
                                        <p:cTn id="39" dur="1" fill="hold">
                                          <p:stCondLst>
                                            <p:cond delay="0"/>
                                          </p:stCondLst>
                                        </p:cTn>
                                        <p:tgtEl>
                                          <p:spTgt spid="123910"/>
                                        </p:tgtEl>
                                        <p:attrNameLst>
                                          <p:attrName>style.visibility</p:attrName>
                                        </p:attrNameLst>
                                      </p:cBhvr>
                                      <p:to>
                                        <p:strVal val="visible"/>
                                      </p:to>
                                    </p:set>
                                    <p:animEffect transition="in" filter="wipe(left)">
                                      <p:cBhvr>
                                        <p:cTn id="40" dur="500"/>
                                        <p:tgtEl>
                                          <p:spTgt spid="12391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23909"/>
                                        </p:tgtEl>
                                        <p:attrNameLst>
                                          <p:attrName>style.visibility</p:attrName>
                                        </p:attrNameLst>
                                      </p:cBhvr>
                                      <p:to>
                                        <p:strVal val="visible"/>
                                      </p:to>
                                    </p:set>
                                    <p:animEffect transition="in" filter="wipe(left)">
                                      <p:cBhvr>
                                        <p:cTn id="45" dur="500"/>
                                        <p:tgtEl>
                                          <p:spTgt spid="123909"/>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23925"/>
                                        </p:tgtEl>
                                        <p:attrNameLst>
                                          <p:attrName>style.visibility</p:attrName>
                                        </p:attrNameLst>
                                      </p:cBhvr>
                                      <p:to>
                                        <p:strVal val="visible"/>
                                      </p:to>
                                    </p:set>
                                    <p:animEffect transition="in" filter="wipe(left)">
                                      <p:cBhvr>
                                        <p:cTn id="48" dur="500"/>
                                        <p:tgtEl>
                                          <p:spTgt spid="12392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23926"/>
                                        </p:tgtEl>
                                        <p:attrNameLst>
                                          <p:attrName>style.visibility</p:attrName>
                                        </p:attrNameLst>
                                      </p:cBhvr>
                                      <p:to>
                                        <p:strVal val="visible"/>
                                      </p:to>
                                    </p:set>
                                    <p:animEffect transition="in" filter="wipe(left)">
                                      <p:cBhvr>
                                        <p:cTn id="53" dur="500"/>
                                        <p:tgtEl>
                                          <p:spTgt spid="123926"/>
                                        </p:tgtEl>
                                      </p:cBhvr>
                                    </p:animEffect>
                                  </p:childTnLst>
                                </p:cTn>
                              </p:par>
                              <p:par>
                                <p:cTn id="54" presetID="22" presetClass="entr" presetSubtype="8" fill="hold" nodeType="withEffect">
                                  <p:stCondLst>
                                    <p:cond delay="0"/>
                                  </p:stCondLst>
                                  <p:childTnLst>
                                    <p:set>
                                      <p:cBhvr>
                                        <p:cTn id="55" dur="1" fill="hold">
                                          <p:stCondLst>
                                            <p:cond delay="0"/>
                                          </p:stCondLst>
                                        </p:cTn>
                                        <p:tgtEl>
                                          <p:spTgt spid="123908"/>
                                        </p:tgtEl>
                                        <p:attrNameLst>
                                          <p:attrName>style.visibility</p:attrName>
                                        </p:attrNameLst>
                                      </p:cBhvr>
                                      <p:to>
                                        <p:strVal val="visible"/>
                                      </p:to>
                                    </p:set>
                                    <p:animEffect transition="in" filter="wipe(left)">
                                      <p:cBhvr>
                                        <p:cTn id="56" dur="500"/>
                                        <p:tgtEl>
                                          <p:spTgt spid="123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20" grpId="0"/>
      <p:bldP spid="123921" grpId="0"/>
      <p:bldP spid="123922" grpId="0"/>
      <p:bldP spid="123923" grpId="0"/>
      <p:bldP spid="123924" grpId="0"/>
      <p:bldP spid="123925" grpId="0"/>
      <p:bldP spid="123926" grpId="0"/>
      <p:bldP spid="12392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01" name="Rectangle 1041"/>
          <p:cNvSpPr>
            <a:spLocks noGrp="1" noChangeArrowheads="1"/>
          </p:cNvSpPr>
          <p:nvPr>
            <p:ph type="title"/>
          </p:nvPr>
        </p:nvSpPr>
        <p:spPr>
          <a:xfrm>
            <a:off x="755650" y="44450"/>
            <a:ext cx="7543800" cy="720725"/>
          </a:xfrm>
        </p:spPr>
        <p:txBody>
          <a:bodyPr/>
          <a:lstStyle/>
          <a:p>
            <a:pPr eaLnBrk="1" hangingPunct="1">
              <a:defRPr/>
            </a:pPr>
            <a:r>
              <a:rPr lang="en-US" altLang="zh-CN" sz="3200">
                <a:solidFill>
                  <a:srgbClr val="0000CC"/>
                </a:solidFill>
              </a:rPr>
              <a:t>4</a:t>
            </a:r>
            <a:r>
              <a:rPr lang="zh-CN" altLang="en-US" sz="3200">
                <a:solidFill>
                  <a:srgbClr val="0000CC"/>
                </a:solidFill>
              </a:rPr>
              <a:t>、</a:t>
            </a:r>
            <a:r>
              <a:rPr lang="en-US" altLang="zh-CN" sz="3200" i="1">
                <a:solidFill>
                  <a:srgbClr val="0000CC"/>
                </a:solidFill>
              </a:rPr>
              <a:t>n</a:t>
            </a:r>
            <a:r>
              <a:rPr lang="zh-CN" altLang="en-US" sz="3200">
                <a:solidFill>
                  <a:srgbClr val="0000CC"/>
                </a:solidFill>
              </a:rPr>
              <a:t>阶矩阵乘积的行列式 </a:t>
            </a:r>
          </a:p>
        </p:txBody>
      </p:sp>
      <p:sp>
        <p:nvSpPr>
          <p:cNvPr id="67602" name="Text Box 1042"/>
          <p:cNvSpPr txBox="1">
            <a:spLocks noChangeArrowheads="1"/>
          </p:cNvSpPr>
          <p:nvPr/>
        </p:nvSpPr>
        <p:spPr bwMode="auto">
          <a:xfrm>
            <a:off x="1095375" y="712788"/>
            <a:ext cx="62293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方阵对应着行列式，于是有如下定理：</a:t>
            </a:r>
          </a:p>
        </p:txBody>
      </p:sp>
      <p:sp>
        <p:nvSpPr>
          <p:cNvPr id="67603" name="Rectangle 1043"/>
          <p:cNvSpPr>
            <a:spLocks noChangeArrowheads="1"/>
          </p:cNvSpPr>
          <p:nvPr/>
        </p:nvSpPr>
        <p:spPr bwMode="auto">
          <a:xfrm>
            <a:off x="755650" y="1268413"/>
            <a:ext cx="69167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定理：若 </a:t>
            </a:r>
            <a:r>
              <a:rPr lang="en-US" altLang="zh-CN" i="1"/>
              <a:t>A</a:t>
            </a:r>
            <a:r>
              <a:rPr lang="zh-CN" altLang="en-US" i="1"/>
              <a:t>，</a:t>
            </a:r>
            <a:r>
              <a:rPr lang="en-US" altLang="zh-CN" i="1"/>
              <a:t>B</a:t>
            </a:r>
            <a:r>
              <a:rPr lang="zh-CN" altLang="en-US"/>
              <a:t>是</a:t>
            </a:r>
            <a:r>
              <a:rPr lang="en-US" altLang="zh-CN" i="1"/>
              <a:t>n</a:t>
            </a:r>
            <a:r>
              <a:rPr lang="zh-CN" altLang="en-US"/>
              <a:t>阶方阵，则 </a:t>
            </a:r>
            <a:r>
              <a:rPr lang="en-US" altLang="zh-CN"/>
              <a:t>|</a:t>
            </a:r>
            <a:r>
              <a:rPr lang="en-US" altLang="zh-CN" i="1"/>
              <a:t>AB</a:t>
            </a:r>
            <a:r>
              <a:rPr lang="en-US" altLang="zh-CN"/>
              <a:t>| = |</a:t>
            </a:r>
            <a:r>
              <a:rPr lang="en-US" altLang="zh-CN" i="1"/>
              <a:t>A</a:t>
            </a:r>
            <a:r>
              <a:rPr lang="en-US" altLang="zh-CN"/>
              <a:t>| |</a:t>
            </a:r>
            <a:r>
              <a:rPr lang="en-US" altLang="zh-CN" i="1"/>
              <a:t>B</a:t>
            </a:r>
            <a:r>
              <a:rPr lang="en-US" altLang="zh-CN"/>
              <a:t>|.</a:t>
            </a:r>
          </a:p>
        </p:txBody>
      </p:sp>
      <p:sp>
        <p:nvSpPr>
          <p:cNvPr id="67604" name="Rectangle 1044"/>
          <p:cNvSpPr>
            <a:spLocks noChangeArrowheads="1"/>
          </p:cNvSpPr>
          <p:nvPr/>
        </p:nvSpPr>
        <p:spPr bwMode="auto">
          <a:xfrm>
            <a:off x="1835150" y="1773238"/>
            <a:ext cx="68230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a:t>
            </a:r>
            <a:r>
              <a:rPr lang="zh-CN" altLang="en-US"/>
              <a:t>此定理可以推广到有限个同阶矩阵的情况</a:t>
            </a:r>
            <a:r>
              <a:rPr lang="en-US" altLang="zh-CN"/>
              <a:t>)</a:t>
            </a:r>
          </a:p>
        </p:txBody>
      </p:sp>
      <p:graphicFrame>
        <p:nvGraphicFramePr>
          <p:cNvPr id="67606" name="Object 1046"/>
          <p:cNvGraphicFramePr>
            <a:graphicFrameLocks noChangeAspect="1"/>
          </p:cNvGraphicFramePr>
          <p:nvPr/>
        </p:nvGraphicFramePr>
        <p:xfrm>
          <a:off x="2339975" y="2347913"/>
          <a:ext cx="5327650" cy="549275"/>
        </p:xfrm>
        <a:graphic>
          <a:graphicData uri="http://schemas.openxmlformats.org/presentationml/2006/ole">
            <mc:AlternateContent xmlns:mc="http://schemas.openxmlformats.org/markup-compatibility/2006">
              <mc:Choice xmlns:v="urn:schemas-microsoft-com:vml" Requires="v">
                <p:oleObj spid="_x0000_s45099" name="Equation" r:id="rId3" imgW="2590800" imgH="266700" progId="Equation.DSMT4">
                  <p:embed/>
                </p:oleObj>
              </mc:Choice>
              <mc:Fallback>
                <p:oleObj name="Equation" r:id="rId3" imgW="2590800" imgH="266700" progId="Equation.DSMT4">
                  <p:embed/>
                  <p:pic>
                    <p:nvPicPr>
                      <p:cNvPr id="0" name="Object 10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975" y="2347913"/>
                        <a:ext cx="53276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605" name="Object 1045"/>
          <p:cNvGraphicFramePr>
            <a:graphicFrameLocks noChangeAspect="1"/>
          </p:cNvGraphicFramePr>
          <p:nvPr/>
        </p:nvGraphicFramePr>
        <p:xfrm>
          <a:off x="1168400" y="3233738"/>
          <a:ext cx="6013450" cy="3084512"/>
        </p:xfrm>
        <a:graphic>
          <a:graphicData uri="http://schemas.openxmlformats.org/presentationml/2006/ole">
            <mc:AlternateContent xmlns:mc="http://schemas.openxmlformats.org/markup-compatibility/2006">
              <mc:Choice xmlns:v="urn:schemas-microsoft-com:vml" Requires="v">
                <p:oleObj spid="_x0000_s45100" name="Equation" r:id="rId5" imgW="4203700" imgH="2159000" progId="Equation.DSMT4">
                  <p:embed/>
                </p:oleObj>
              </mc:Choice>
              <mc:Fallback>
                <p:oleObj name="Equation" r:id="rId5" imgW="4203700" imgH="2159000" progId="Equation.DSMT4">
                  <p:embed/>
                  <p:pic>
                    <p:nvPicPr>
                      <p:cNvPr id="0" name="Object 10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8400" y="3233738"/>
                        <a:ext cx="6013450" cy="308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609" name="Rectangle 1049"/>
          <p:cNvSpPr>
            <a:spLocks noChangeArrowheads="1"/>
          </p:cNvSpPr>
          <p:nvPr/>
        </p:nvSpPr>
        <p:spPr bwMode="auto">
          <a:xfrm>
            <a:off x="755650" y="2276475"/>
            <a:ext cx="1606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证明：设</a:t>
            </a:r>
          </a:p>
        </p:txBody>
      </p:sp>
      <p:sp>
        <p:nvSpPr>
          <p:cNvPr id="67610" name="Rectangle 1050"/>
          <p:cNvSpPr>
            <a:spLocks noChangeArrowheads="1"/>
          </p:cNvSpPr>
          <p:nvPr/>
        </p:nvSpPr>
        <p:spPr bwMode="auto">
          <a:xfrm>
            <a:off x="7667625" y="2347913"/>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a:t>
            </a:r>
          </a:p>
        </p:txBody>
      </p:sp>
      <p:sp>
        <p:nvSpPr>
          <p:cNvPr id="67611" name="Rectangle 1051"/>
          <p:cNvSpPr>
            <a:spLocks noChangeArrowheads="1"/>
          </p:cNvSpPr>
          <p:nvPr/>
        </p:nvSpPr>
        <p:spPr bwMode="auto">
          <a:xfrm>
            <a:off x="1835150" y="2765425"/>
            <a:ext cx="5162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则由拉普拉斯定理知下式成立：</a:t>
            </a:r>
          </a:p>
        </p:txBody>
      </p:sp>
      <p:sp>
        <p:nvSpPr>
          <p:cNvPr id="67612" name="Line 1052"/>
          <p:cNvSpPr>
            <a:spLocks noChangeShapeType="1"/>
          </p:cNvSpPr>
          <p:nvPr/>
        </p:nvSpPr>
        <p:spPr bwMode="auto">
          <a:xfrm>
            <a:off x="2411413" y="4754563"/>
            <a:ext cx="3744912" cy="0"/>
          </a:xfrm>
          <a:prstGeom prst="line">
            <a:avLst/>
          </a:prstGeom>
          <a:noFill/>
          <a:ln w="19050">
            <a:solidFill>
              <a:srgbClr val="CC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7613" name="Line 1053"/>
          <p:cNvSpPr>
            <a:spLocks noChangeShapeType="1"/>
          </p:cNvSpPr>
          <p:nvPr/>
        </p:nvSpPr>
        <p:spPr bwMode="auto">
          <a:xfrm>
            <a:off x="4356100" y="3386138"/>
            <a:ext cx="0" cy="2808287"/>
          </a:xfrm>
          <a:prstGeom prst="line">
            <a:avLst/>
          </a:prstGeom>
          <a:noFill/>
          <a:ln w="19050">
            <a:solidFill>
              <a:srgbClr val="CC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60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60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760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760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760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7610"/>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76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760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76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76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02" grpId="0"/>
      <p:bldP spid="67603" grpId="0"/>
      <p:bldP spid="67604" grpId="0"/>
      <p:bldP spid="67609" grpId="0"/>
      <p:bldP spid="67610" grpId="0"/>
      <p:bldP spid="67611" grpId="0"/>
      <p:bldP spid="67612" grpId="0" animBg="1"/>
      <p:bldP spid="6761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9031" name="Object 7"/>
          <p:cNvGraphicFramePr>
            <a:graphicFrameLocks noChangeAspect="1"/>
          </p:cNvGraphicFramePr>
          <p:nvPr/>
        </p:nvGraphicFramePr>
        <p:xfrm>
          <a:off x="1331913" y="1912938"/>
          <a:ext cx="6553200" cy="3963987"/>
        </p:xfrm>
        <a:graphic>
          <a:graphicData uri="http://schemas.openxmlformats.org/presentationml/2006/ole">
            <mc:AlternateContent xmlns:mc="http://schemas.openxmlformats.org/markup-compatibility/2006">
              <mc:Choice xmlns:v="urn:schemas-microsoft-com:vml" Requires="v">
                <p:oleObj spid="_x0000_s46121" name="Equation" r:id="rId3" imgW="3543300" imgH="2146300" progId="Equation.DSMT4">
                  <p:embed/>
                </p:oleObj>
              </mc:Choice>
              <mc:Fallback>
                <p:oleObj name="Equation" r:id="rId3" imgW="3543300" imgH="21463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1912938"/>
                        <a:ext cx="6553200" cy="396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83" name="Rectangle 4"/>
          <p:cNvSpPr>
            <a:spLocks noChangeArrowheads="1"/>
          </p:cNvSpPr>
          <p:nvPr/>
        </p:nvSpPr>
        <p:spPr bwMode="auto">
          <a:xfrm>
            <a:off x="755650" y="395288"/>
            <a:ext cx="64801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      </a:t>
            </a:r>
            <a:r>
              <a:rPr lang="zh-CN" altLang="en-US"/>
              <a:t>利用行列式性质</a:t>
            </a:r>
            <a:r>
              <a:rPr lang="en-US" altLang="zh-CN"/>
              <a:t>6</a:t>
            </a:r>
            <a:r>
              <a:rPr lang="zh-CN" altLang="en-US"/>
              <a:t>，用 </a:t>
            </a:r>
            <a:r>
              <a:rPr lang="en-US" altLang="zh-CN"/>
              <a:t>-</a:t>
            </a:r>
            <a:r>
              <a:rPr lang="en-US" altLang="zh-CN" i="1"/>
              <a:t>E</a:t>
            </a:r>
            <a:r>
              <a:rPr lang="zh-CN" altLang="en-US"/>
              <a:t>的那些 </a:t>
            </a:r>
            <a:r>
              <a:rPr lang="en-US" altLang="zh-CN"/>
              <a:t>-1</a:t>
            </a:r>
            <a:r>
              <a:rPr lang="zh-CN" altLang="en-US"/>
              <a:t>把中的</a:t>
            </a:r>
            <a:r>
              <a:rPr lang="en-US" altLang="zh-CN" i="1"/>
              <a:t>B</a:t>
            </a:r>
            <a:r>
              <a:rPr lang="zh-CN" altLang="en-US"/>
              <a:t>所在部分都消成</a:t>
            </a:r>
            <a:r>
              <a:rPr lang="en-US" altLang="zh-CN"/>
              <a:t>0.</a:t>
            </a:r>
          </a:p>
        </p:txBody>
      </p:sp>
      <p:graphicFrame>
        <p:nvGraphicFramePr>
          <p:cNvPr id="46084" name="Object 5"/>
          <p:cNvGraphicFramePr>
            <a:graphicFrameLocks noChangeAspect="1"/>
          </p:cNvGraphicFramePr>
          <p:nvPr/>
        </p:nvGraphicFramePr>
        <p:xfrm>
          <a:off x="7164388" y="188913"/>
          <a:ext cx="1079500" cy="966787"/>
        </p:xfrm>
        <a:graphic>
          <a:graphicData uri="http://schemas.openxmlformats.org/presentationml/2006/ole">
            <mc:AlternateContent xmlns:mc="http://schemas.openxmlformats.org/markup-compatibility/2006">
              <mc:Choice xmlns:v="urn:schemas-microsoft-com:vml" Requires="v">
                <p:oleObj spid="_x0000_s46122" name="Equation" r:id="rId5" imgW="609336" imgH="545863" progId="Equation.DSMT4">
                  <p:embed/>
                </p:oleObj>
              </mc:Choice>
              <mc:Fallback>
                <p:oleObj name="Equation" r:id="rId5" imgW="609336" imgH="545863"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4388" y="188913"/>
                        <a:ext cx="1079500" cy="96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9034" name="Text Box 10"/>
          <p:cNvSpPr txBox="1">
            <a:spLocks noChangeArrowheads="1"/>
          </p:cNvSpPr>
          <p:nvPr/>
        </p:nvSpPr>
        <p:spPr bwMode="auto">
          <a:xfrm>
            <a:off x="5435600" y="3857625"/>
            <a:ext cx="361950" cy="519113"/>
          </a:xfrm>
          <a:prstGeom prst="rect">
            <a:avLst/>
          </a:prstGeom>
          <a:solidFill>
            <a:srgbClr val="FFFF66"/>
          </a:solidFill>
          <a:ln>
            <a:noFill/>
          </a:ln>
          <a:effectLst/>
          <a:extLs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solidFill>
                  <a:srgbClr val="0000FF"/>
                </a:solidFill>
              </a:rPr>
              <a:t>0</a:t>
            </a:r>
          </a:p>
        </p:txBody>
      </p:sp>
      <p:sp>
        <p:nvSpPr>
          <p:cNvPr id="129035" name="Text Box 11"/>
          <p:cNvSpPr txBox="1">
            <a:spLocks noChangeArrowheads="1"/>
          </p:cNvSpPr>
          <p:nvPr/>
        </p:nvSpPr>
        <p:spPr bwMode="auto">
          <a:xfrm>
            <a:off x="5291138" y="1912938"/>
            <a:ext cx="865187" cy="519112"/>
          </a:xfrm>
          <a:prstGeom prst="rect">
            <a:avLst/>
          </a:prstGeom>
          <a:solidFill>
            <a:srgbClr val="FFFF66"/>
          </a:solidFill>
          <a:ln>
            <a:noFill/>
          </a:ln>
          <a:effectLst/>
          <a:extLs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i="1">
                <a:solidFill>
                  <a:srgbClr val="0000FF"/>
                </a:solidFill>
              </a:rPr>
              <a:t>a</a:t>
            </a:r>
            <a:r>
              <a:rPr lang="en-US" altLang="zh-CN" baseline="-25000">
                <a:solidFill>
                  <a:srgbClr val="0000FF"/>
                </a:solidFill>
              </a:rPr>
              <a:t>11</a:t>
            </a:r>
            <a:r>
              <a:rPr lang="en-US" altLang="zh-CN" i="1">
                <a:solidFill>
                  <a:srgbClr val="0000FF"/>
                </a:solidFill>
              </a:rPr>
              <a:t>b</a:t>
            </a:r>
            <a:r>
              <a:rPr lang="en-US" altLang="zh-CN" baseline="-25000">
                <a:solidFill>
                  <a:srgbClr val="0000FF"/>
                </a:solidFill>
              </a:rPr>
              <a:t>11</a:t>
            </a:r>
          </a:p>
        </p:txBody>
      </p:sp>
      <p:sp>
        <p:nvSpPr>
          <p:cNvPr id="129039" name="Text Box 15"/>
          <p:cNvSpPr txBox="1">
            <a:spLocks noChangeArrowheads="1"/>
          </p:cNvSpPr>
          <p:nvPr/>
        </p:nvSpPr>
        <p:spPr bwMode="auto">
          <a:xfrm>
            <a:off x="5292725" y="2489200"/>
            <a:ext cx="865188" cy="519113"/>
          </a:xfrm>
          <a:prstGeom prst="rect">
            <a:avLst/>
          </a:prstGeom>
          <a:solidFill>
            <a:srgbClr val="FFFF66"/>
          </a:solidFill>
          <a:ln>
            <a:noFill/>
          </a:ln>
          <a:effectLst/>
          <a:extLs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i="1">
                <a:solidFill>
                  <a:srgbClr val="0000FF"/>
                </a:solidFill>
              </a:rPr>
              <a:t>a</a:t>
            </a:r>
            <a:r>
              <a:rPr lang="en-US" altLang="zh-CN" baseline="-25000">
                <a:solidFill>
                  <a:srgbClr val="0000FF"/>
                </a:solidFill>
              </a:rPr>
              <a:t>21</a:t>
            </a:r>
            <a:r>
              <a:rPr lang="en-US" altLang="zh-CN" i="1">
                <a:solidFill>
                  <a:srgbClr val="0000FF"/>
                </a:solidFill>
              </a:rPr>
              <a:t>b</a:t>
            </a:r>
            <a:r>
              <a:rPr lang="en-US" altLang="zh-CN" baseline="-25000">
                <a:solidFill>
                  <a:srgbClr val="0000FF"/>
                </a:solidFill>
              </a:rPr>
              <a:t>11</a:t>
            </a:r>
          </a:p>
        </p:txBody>
      </p:sp>
      <p:sp>
        <p:nvSpPr>
          <p:cNvPr id="129040" name="Text Box 16"/>
          <p:cNvSpPr txBox="1">
            <a:spLocks noChangeArrowheads="1"/>
          </p:cNvSpPr>
          <p:nvPr/>
        </p:nvSpPr>
        <p:spPr bwMode="auto">
          <a:xfrm>
            <a:off x="5292725" y="3281363"/>
            <a:ext cx="865188" cy="519112"/>
          </a:xfrm>
          <a:prstGeom prst="rect">
            <a:avLst/>
          </a:prstGeom>
          <a:solidFill>
            <a:srgbClr val="FFFF66"/>
          </a:solidFill>
          <a:ln>
            <a:noFill/>
          </a:ln>
          <a:effectLst/>
          <a:extLs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i="1">
                <a:solidFill>
                  <a:srgbClr val="0000FF"/>
                </a:solidFill>
              </a:rPr>
              <a:t>a</a:t>
            </a:r>
            <a:r>
              <a:rPr lang="en-US" altLang="zh-CN" i="1" baseline="-25000">
                <a:solidFill>
                  <a:srgbClr val="0000FF"/>
                </a:solidFill>
              </a:rPr>
              <a:t>n</a:t>
            </a:r>
            <a:r>
              <a:rPr lang="en-US" altLang="zh-CN" baseline="-25000">
                <a:solidFill>
                  <a:srgbClr val="0000FF"/>
                </a:solidFill>
              </a:rPr>
              <a:t>1</a:t>
            </a:r>
            <a:r>
              <a:rPr lang="en-US" altLang="zh-CN" i="1">
                <a:solidFill>
                  <a:srgbClr val="0000FF"/>
                </a:solidFill>
              </a:rPr>
              <a:t>b</a:t>
            </a:r>
            <a:r>
              <a:rPr lang="en-US" altLang="zh-CN" baseline="-25000">
                <a:solidFill>
                  <a:srgbClr val="0000FF"/>
                </a:solidFill>
              </a:rPr>
              <a:t>11</a:t>
            </a:r>
          </a:p>
        </p:txBody>
      </p:sp>
      <p:sp>
        <p:nvSpPr>
          <p:cNvPr id="129042" name="AutoShape 18"/>
          <p:cNvSpPr>
            <a:spLocks noChangeArrowheads="1"/>
          </p:cNvSpPr>
          <p:nvPr/>
        </p:nvSpPr>
        <p:spPr bwMode="auto">
          <a:xfrm>
            <a:off x="2843213" y="1341438"/>
            <a:ext cx="3313112" cy="647700"/>
          </a:xfrm>
          <a:prstGeom prst="curvedDownArrow">
            <a:avLst>
              <a:gd name="adj1" fmla="val 38340"/>
              <a:gd name="adj2" fmla="val 137613"/>
              <a:gd name="adj3" fmla="val 17157"/>
            </a:avLst>
          </a:prstGeom>
          <a:solidFill>
            <a:schemeClr val="accent1"/>
          </a:solidFill>
          <a:ln w="1905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p>
        </p:txBody>
      </p:sp>
      <p:sp>
        <p:nvSpPr>
          <p:cNvPr id="129045" name="Text Box 21"/>
          <p:cNvSpPr txBox="1">
            <a:spLocks noChangeArrowheads="1"/>
          </p:cNvSpPr>
          <p:nvPr/>
        </p:nvSpPr>
        <p:spPr bwMode="auto">
          <a:xfrm>
            <a:off x="3924300" y="1412875"/>
            <a:ext cx="679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sz="1800" i="1">
                <a:solidFill>
                  <a:srgbClr val="0000CC"/>
                </a:solidFill>
              </a:rPr>
              <a:t>b</a:t>
            </a:r>
            <a:r>
              <a:rPr lang="en-US" altLang="zh-CN" sz="1800" baseline="-25000">
                <a:solidFill>
                  <a:srgbClr val="0000CC"/>
                </a:solidFill>
              </a:rPr>
              <a:t>11</a:t>
            </a:r>
            <a:r>
              <a:rPr lang="zh-CN" altLang="en-US" sz="1800">
                <a:solidFill>
                  <a:srgbClr val="0000CC"/>
                </a:solidFill>
              </a:rPr>
              <a:t>倍</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903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29042"/>
                                        </p:tgtEl>
                                        <p:attrNameLst>
                                          <p:attrName>style.visibility</p:attrName>
                                        </p:attrNameLst>
                                      </p:cBhvr>
                                      <p:to>
                                        <p:strVal val="visible"/>
                                      </p:to>
                                    </p:set>
                                    <p:animEffect transition="in" filter="wipe(left)">
                                      <p:cBhvr>
                                        <p:cTn id="11" dur="500"/>
                                        <p:tgtEl>
                                          <p:spTgt spid="129042"/>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129045"/>
                                        </p:tgtEl>
                                        <p:attrNameLst>
                                          <p:attrName>style.visibility</p:attrName>
                                        </p:attrNameLst>
                                      </p:cBhvr>
                                      <p:to>
                                        <p:strVal val="visible"/>
                                      </p:to>
                                    </p:set>
                                    <p:animEffect transition="in" filter="wipe(up)">
                                      <p:cBhvr>
                                        <p:cTn id="14" dur="500"/>
                                        <p:tgtEl>
                                          <p:spTgt spid="129045"/>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903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903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903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90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34" grpId="0" animBg="1"/>
      <p:bldP spid="129035" grpId="0" animBg="1"/>
      <p:bldP spid="129039" grpId="0" animBg="1"/>
      <p:bldP spid="129040" grpId="0" animBg="1"/>
      <p:bldP spid="129042" grpId="0" animBg="1"/>
      <p:bldP spid="12904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106" name="Object 4"/>
          <p:cNvGraphicFramePr>
            <a:graphicFrameLocks noChangeAspect="1"/>
          </p:cNvGraphicFramePr>
          <p:nvPr/>
        </p:nvGraphicFramePr>
        <p:xfrm>
          <a:off x="604838" y="1052513"/>
          <a:ext cx="7443787" cy="3963987"/>
        </p:xfrm>
        <a:graphic>
          <a:graphicData uri="http://schemas.openxmlformats.org/presentationml/2006/ole">
            <mc:AlternateContent xmlns:mc="http://schemas.openxmlformats.org/markup-compatibility/2006">
              <mc:Choice xmlns:v="urn:schemas-microsoft-com:vml" Requires="v">
                <p:oleObj spid="_x0000_s47252" name="Equation" r:id="rId3" imgW="4025900" imgH="2146300" progId="Equation.DSMT4">
                  <p:embed/>
                </p:oleObj>
              </mc:Choice>
              <mc:Fallback>
                <p:oleObj name="Equation" r:id="rId3" imgW="4025900" imgH="21463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838" y="1052513"/>
                        <a:ext cx="7443787" cy="396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07" name="AutoShape 7"/>
          <p:cNvSpPr>
            <a:spLocks noChangeArrowheads="1"/>
          </p:cNvSpPr>
          <p:nvPr/>
        </p:nvSpPr>
        <p:spPr bwMode="auto">
          <a:xfrm>
            <a:off x="2987675" y="476250"/>
            <a:ext cx="2879725" cy="647700"/>
          </a:xfrm>
          <a:prstGeom prst="curvedDownArrow">
            <a:avLst>
              <a:gd name="adj1" fmla="val 33325"/>
              <a:gd name="adj2" fmla="val 119612"/>
              <a:gd name="adj3" fmla="val 17157"/>
            </a:avLst>
          </a:prstGeom>
          <a:solidFill>
            <a:schemeClr val="accent1"/>
          </a:solidFill>
          <a:ln w="1905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p>
        </p:txBody>
      </p:sp>
      <p:graphicFrame>
        <p:nvGraphicFramePr>
          <p:cNvPr id="130058" name="Object 10"/>
          <p:cNvGraphicFramePr>
            <a:graphicFrameLocks noChangeAspect="1"/>
          </p:cNvGraphicFramePr>
          <p:nvPr/>
        </p:nvGraphicFramePr>
        <p:xfrm>
          <a:off x="5146675" y="1125538"/>
          <a:ext cx="720725" cy="457200"/>
        </p:xfrm>
        <a:graphic>
          <a:graphicData uri="http://schemas.openxmlformats.org/presentationml/2006/ole">
            <mc:AlternateContent xmlns:mc="http://schemas.openxmlformats.org/markup-compatibility/2006">
              <mc:Choice xmlns:v="urn:schemas-microsoft-com:vml" Requires="v">
                <p:oleObj spid="_x0000_s47253" name="Equation" r:id="rId5" imgW="380835" imgH="241195" progId="Equation.DSMT4">
                  <p:embed/>
                </p:oleObj>
              </mc:Choice>
              <mc:Fallback>
                <p:oleObj name="Equation" r:id="rId5" imgW="380835" imgH="241195"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6675" y="1125538"/>
                        <a:ext cx="720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0059" name="Object 11"/>
          <p:cNvGraphicFramePr>
            <a:graphicFrameLocks noChangeAspect="1"/>
          </p:cNvGraphicFramePr>
          <p:nvPr/>
        </p:nvGraphicFramePr>
        <p:xfrm>
          <a:off x="4572000" y="1125538"/>
          <a:ext cx="1727200" cy="449262"/>
        </p:xfrm>
        <a:graphic>
          <a:graphicData uri="http://schemas.openxmlformats.org/presentationml/2006/ole">
            <mc:AlternateContent xmlns:mc="http://schemas.openxmlformats.org/markup-compatibility/2006">
              <mc:Choice xmlns:v="urn:schemas-microsoft-com:vml" Requires="v">
                <p:oleObj spid="_x0000_s47254" name="Equation" r:id="rId7" imgW="927100" imgH="241300" progId="Equation.DSMT4">
                  <p:embed/>
                </p:oleObj>
              </mc:Choice>
              <mc:Fallback>
                <p:oleObj name="Equation" r:id="rId7" imgW="927100" imgH="241300"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0" y="1125538"/>
                        <a:ext cx="17272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0060" name="Object 12"/>
          <p:cNvGraphicFramePr>
            <a:graphicFrameLocks noChangeAspect="1"/>
          </p:cNvGraphicFramePr>
          <p:nvPr/>
        </p:nvGraphicFramePr>
        <p:xfrm>
          <a:off x="5365750" y="3500438"/>
          <a:ext cx="430213" cy="481012"/>
        </p:xfrm>
        <a:graphic>
          <a:graphicData uri="http://schemas.openxmlformats.org/presentationml/2006/ole">
            <mc:AlternateContent xmlns:mc="http://schemas.openxmlformats.org/markup-compatibility/2006">
              <mc:Choice xmlns:v="urn:schemas-microsoft-com:vml" Requires="v">
                <p:oleObj spid="_x0000_s47255" name="Equation" r:id="rId9" imgW="215713" imgH="241091" progId="Equation.DSMT4">
                  <p:embed/>
                </p:oleObj>
              </mc:Choice>
              <mc:Fallback>
                <p:oleObj name="Equation" r:id="rId9" imgW="215713" imgH="241091"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65750" y="3500438"/>
                        <a:ext cx="430213" cy="48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0061" name="Object 13"/>
          <p:cNvGraphicFramePr>
            <a:graphicFrameLocks noChangeAspect="1"/>
          </p:cNvGraphicFramePr>
          <p:nvPr/>
        </p:nvGraphicFramePr>
        <p:xfrm>
          <a:off x="5219700" y="3573463"/>
          <a:ext cx="254000" cy="379412"/>
        </p:xfrm>
        <a:graphic>
          <a:graphicData uri="http://schemas.openxmlformats.org/presentationml/2006/ole">
            <mc:AlternateContent xmlns:mc="http://schemas.openxmlformats.org/markup-compatibility/2006">
              <mc:Choice xmlns:v="urn:schemas-microsoft-com:vml" Requires="v">
                <p:oleObj spid="_x0000_s47256" name="Equation" r:id="rId11" imgW="126890" imgH="190335" progId="Equation.DSMT4">
                  <p:embed/>
                </p:oleObj>
              </mc:Choice>
              <mc:Fallback>
                <p:oleObj name="Equation" r:id="rId11" imgW="126890" imgH="190335" progId="Equation.DSMT4">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19700" y="3573463"/>
                        <a:ext cx="254000" cy="379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0062" name="Object 14"/>
          <p:cNvGraphicFramePr>
            <a:graphicFrameLocks noChangeAspect="1"/>
          </p:cNvGraphicFramePr>
          <p:nvPr/>
        </p:nvGraphicFramePr>
        <p:xfrm>
          <a:off x="5122863" y="1628775"/>
          <a:ext cx="744537" cy="457200"/>
        </p:xfrm>
        <a:graphic>
          <a:graphicData uri="http://schemas.openxmlformats.org/presentationml/2006/ole">
            <mc:AlternateContent xmlns:mc="http://schemas.openxmlformats.org/markup-compatibility/2006">
              <mc:Choice xmlns:v="urn:schemas-microsoft-com:vml" Requires="v">
                <p:oleObj spid="_x0000_s47257" name="Equation" r:id="rId13" imgW="393529" imgH="241195" progId="Equation.DSMT4">
                  <p:embed/>
                </p:oleObj>
              </mc:Choice>
              <mc:Fallback>
                <p:oleObj name="Equation" r:id="rId13" imgW="393529" imgH="241195" progId="Equation.DSMT4">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22863" y="1628775"/>
                        <a:ext cx="7445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0065" name="Object 17"/>
          <p:cNvGraphicFramePr>
            <a:graphicFrameLocks noChangeAspect="1"/>
          </p:cNvGraphicFramePr>
          <p:nvPr/>
        </p:nvGraphicFramePr>
        <p:xfrm>
          <a:off x="4572000" y="1628775"/>
          <a:ext cx="1774825" cy="449263"/>
        </p:xfrm>
        <a:graphic>
          <a:graphicData uri="http://schemas.openxmlformats.org/presentationml/2006/ole">
            <mc:AlternateContent xmlns:mc="http://schemas.openxmlformats.org/markup-compatibility/2006">
              <mc:Choice xmlns:v="urn:schemas-microsoft-com:vml" Requires="v">
                <p:oleObj spid="_x0000_s47258" name="Equation" r:id="rId15" imgW="952087" imgH="241195" progId="Equation.DSMT4">
                  <p:embed/>
                </p:oleObj>
              </mc:Choice>
              <mc:Fallback>
                <p:oleObj name="Equation" r:id="rId15" imgW="952087" imgH="241195" progId="Equation.DSMT4">
                  <p:embed/>
                  <p:pic>
                    <p:nvPicPr>
                      <p:cNvPr id="0"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72000" y="1628775"/>
                        <a:ext cx="1774825"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0066" name="Object 18"/>
          <p:cNvGraphicFramePr>
            <a:graphicFrameLocks noChangeAspect="1"/>
          </p:cNvGraphicFramePr>
          <p:nvPr/>
        </p:nvGraphicFramePr>
        <p:xfrm>
          <a:off x="5122863" y="2565400"/>
          <a:ext cx="744537" cy="457200"/>
        </p:xfrm>
        <a:graphic>
          <a:graphicData uri="http://schemas.openxmlformats.org/presentationml/2006/ole">
            <mc:AlternateContent xmlns:mc="http://schemas.openxmlformats.org/markup-compatibility/2006">
              <mc:Choice xmlns:v="urn:schemas-microsoft-com:vml" Requires="v">
                <p:oleObj spid="_x0000_s47259" name="Equation" r:id="rId17" imgW="393529" imgH="241195" progId="Equation.DSMT4">
                  <p:embed/>
                </p:oleObj>
              </mc:Choice>
              <mc:Fallback>
                <p:oleObj name="Equation" r:id="rId17" imgW="393529" imgH="241195" progId="Equation.DSMT4">
                  <p:embed/>
                  <p:pic>
                    <p:nvPicPr>
                      <p:cNvPr id="0"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122863" y="2565400"/>
                        <a:ext cx="7445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0067" name="Object 19"/>
          <p:cNvGraphicFramePr>
            <a:graphicFrameLocks noChangeAspect="1"/>
          </p:cNvGraphicFramePr>
          <p:nvPr/>
        </p:nvGraphicFramePr>
        <p:xfrm>
          <a:off x="4572000" y="2565400"/>
          <a:ext cx="1774825" cy="449263"/>
        </p:xfrm>
        <a:graphic>
          <a:graphicData uri="http://schemas.openxmlformats.org/presentationml/2006/ole">
            <mc:AlternateContent xmlns:mc="http://schemas.openxmlformats.org/markup-compatibility/2006">
              <mc:Choice xmlns:v="urn:schemas-microsoft-com:vml" Requires="v">
                <p:oleObj spid="_x0000_s47260" name="Equation" r:id="rId19" imgW="952087" imgH="241195" progId="Equation.DSMT4">
                  <p:embed/>
                </p:oleObj>
              </mc:Choice>
              <mc:Fallback>
                <p:oleObj name="Equation" r:id="rId19" imgW="952087" imgH="241195" progId="Equation.DSMT4">
                  <p:embed/>
                  <p:pic>
                    <p:nvPicPr>
                      <p:cNvPr id="0" name="Object 1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572000" y="2565400"/>
                        <a:ext cx="1774825"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16" name="Text Box 20"/>
          <p:cNvSpPr txBox="1">
            <a:spLocks noChangeArrowheads="1"/>
          </p:cNvSpPr>
          <p:nvPr/>
        </p:nvSpPr>
        <p:spPr bwMode="auto">
          <a:xfrm>
            <a:off x="3924300" y="620713"/>
            <a:ext cx="679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sz="1800" i="1">
                <a:solidFill>
                  <a:srgbClr val="0000CC"/>
                </a:solidFill>
              </a:rPr>
              <a:t>b</a:t>
            </a:r>
            <a:r>
              <a:rPr lang="en-US" altLang="zh-CN" sz="1800" baseline="-25000">
                <a:solidFill>
                  <a:srgbClr val="0000CC"/>
                </a:solidFill>
              </a:rPr>
              <a:t>21</a:t>
            </a:r>
            <a:r>
              <a:rPr lang="zh-CN" altLang="en-US" sz="1800">
                <a:solidFill>
                  <a:srgbClr val="0000CC"/>
                </a:solidFill>
              </a:rPr>
              <a:t>倍</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130060"/>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13006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xit" presetSubtype="0" fill="hold" nodeType="clickEffect">
                                  <p:stCondLst>
                                    <p:cond delay="0"/>
                                  </p:stCondLst>
                                  <p:childTnLst>
                                    <p:set>
                                      <p:cBhvr>
                                        <p:cTn id="12" dur="1" fill="hold">
                                          <p:stCondLst>
                                            <p:cond delay="0"/>
                                          </p:stCondLst>
                                        </p:cTn>
                                        <p:tgtEl>
                                          <p:spTgt spid="130058"/>
                                        </p:tgtEl>
                                        <p:attrNameLst>
                                          <p:attrName>style.visibility</p:attrName>
                                        </p:attrNameLst>
                                      </p:cBhvr>
                                      <p:to>
                                        <p:strVal val="hidden"/>
                                      </p:to>
                                    </p:set>
                                  </p:childTnLst>
                                </p:cTn>
                              </p:par>
                              <p:par>
                                <p:cTn id="13" presetID="3" presetClass="entr" presetSubtype="5" fill="hold" nodeType="withEffect">
                                  <p:stCondLst>
                                    <p:cond delay="0"/>
                                  </p:stCondLst>
                                  <p:childTnLst>
                                    <p:set>
                                      <p:cBhvr>
                                        <p:cTn id="14" dur="1" fill="hold">
                                          <p:stCondLst>
                                            <p:cond delay="0"/>
                                          </p:stCondLst>
                                        </p:cTn>
                                        <p:tgtEl>
                                          <p:spTgt spid="130059"/>
                                        </p:tgtEl>
                                        <p:attrNameLst>
                                          <p:attrName>style.visibility</p:attrName>
                                        </p:attrNameLst>
                                      </p:cBhvr>
                                      <p:to>
                                        <p:strVal val="visible"/>
                                      </p:to>
                                    </p:set>
                                    <p:animEffect transition="in" filter="blinds(vertical)">
                                      <p:cBhvr>
                                        <p:cTn id="15" dur="500"/>
                                        <p:tgtEl>
                                          <p:spTgt spid="13005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xit" presetSubtype="0" fill="hold" nodeType="clickEffect">
                                  <p:stCondLst>
                                    <p:cond delay="0"/>
                                  </p:stCondLst>
                                  <p:childTnLst>
                                    <p:set>
                                      <p:cBhvr>
                                        <p:cTn id="19" dur="1" fill="hold">
                                          <p:stCondLst>
                                            <p:cond delay="0"/>
                                          </p:stCondLst>
                                        </p:cTn>
                                        <p:tgtEl>
                                          <p:spTgt spid="130062"/>
                                        </p:tgtEl>
                                        <p:attrNameLst>
                                          <p:attrName>style.visibility</p:attrName>
                                        </p:attrNameLst>
                                      </p:cBhvr>
                                      <p:to>
                                        <p:strVal val="hidden"/>
                                      </p:to>
                                    </p:set>
                                  </p:childTnLst>
                                </p:cTn>
                              </p:par>
                              <p:par>
                                <p:cTn id="20" presetID="3" presetClass="entr" presetSubtype="5" fill="hold" nodeType="withEffect">
                                  <p:stCondLst>
                                    <p:cond delay="0"/>
                                  </p:stCondLst>
                                  <p:childTnLst>
                                    <p:set>
                                      <p:cBhvr>
                                        <p:cTn id="21" dur="1" fill="hold">
                                          <p:stCondLst>
                                            <p:cond delay="0"/>
                                          </p:stCondLst>
                                        </p:cTn>
                                        <p:tgtEl>
                                          <p:spTgt spid="130065"/>
                                        </p:tgtEl>
                                        <p:attrNameLst>
                                          <p:attrName>style.visibility</p:attrName>
                                        </p:attrNameLst>
                                      </p:cBhvr>
                                      <p:to>
                                        <p:strVal val="visible"/>
                                      </p:to>
                                    </p:set>
                                    <p:animEffect transition="in" filter="blinds(vertical)">
                                      <p:cBhvr>
                                        <p:cTn id="22" dur="500"/>
                                        <p:tgtEl>
                                          <p:spTgt spid="13006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xit" presetSubtype="0" fill="hold" nodeType="clickEffect">
                                  <p:stCondLst>
                                    <p:cond delay="0"/>
                                  </p:stCondLst>
                                  <p:childTnLst>
                                    <p:set>
                                      <p:cBhvr>
                                        <p:cTn id="26" dur="1" fill="hold">
                                          <p:stCondLst>
                                            <p:cond delay="0"/>
                                          </p:stCondLst>
                                        </p:cTn>
                                        <p:tgtEl>
                                          <p:spTgt spid="130066"/>
                                        </p:tgtEl>
                                        <p:attrNameLst>
                                          <p:attrName>style.visibility</p:attrName>
                                        </p:attrNameLst>
                                      </p:cBhvr>
                                      <p:to>
                                        <p:strVal val="hidden"/>
                                      </p:to>
                                    </p:set>
                                  </p:childTnLst>
                                </p:cTn>
                              </p:par>
                              <p:par>
                                <p:cTn id="27" presetID="3" presetClass="entr" presetSubtype="5" fill="hold" nodeType="withEffect">
                                  <p:stCondLst>
                                    <p:cond delay="0"/>
                                  </p:stCondLst>
                                  <p:childTnLst>
                                    <p:set>
                                      <p:cBhvr>
                                        <p:cTn id="28" dur="1" fill="hold">
                                          <p:stCondLst>
                                            <p:cond delay="0"/>
                                          </p:stCondLst>
                                        </p:cTn>
                                        <p:tgtEl>
                                          <p:spTgt spid="130067"/>
                                        </p:tgtEl>
                                        <p:attrNameLst>
                                          <p:attrName>style.visibility</p:attrName>
                                        </p:attrNameLst>
                                      </p:cBhvr>
                                      <p:to>
                                        <p:strVal val="visible"/>
                                      </p:to>
                                    </p:set>
                                    <p:animEffect transition="in" filter="blinds(vertical)">
                                      <p:cBhvr>
                                        <p:cTn id="29" dur="500"/>
                                        <p:tgtEl>
                                          <p:spTgt spid="130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130" name="Object 6"/>
          <p:cNvGraphicFramePr>
            <a:graphicFrameLocks noChangeAspect="1"/>
          </p:cNvGraphicFramePr>
          <p:nvPr/>
        </p:nvGraphicFramePr>
        <p:xfrm>
          <a:off x="698500" y="1052513"/>
          <a:ext cx="7256463" cy="3963987"/>
        </p:xfrm>
        <a:graphic>
          <a:graphicData uri="http://schemas.openxmlformats.org/presentationml/2006/ole">
            <mc:AlternateContent xmlns:mc="http://schemas.openxmlformats.org/markup-compatibility/2006">
              <mc:Choice xmlns:v="urn:schemas-microsoft-com:vml" Requires="v">
                <p:oleObj spid="_x0000_s48278" name="Equation" r:id="rId3" imgW="3924300" imgH="2146300" progId="Equation.DSMT4">
                  <p:embed/>
                </p:oleObj>
              </mc:Choice>
              <mc:Fallback>
                <p:oleObj name="Equation" r:id="rId3" imgW="3924300" imgH="21463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500" y="1052513"/>
                        <a:ext cx="7256463" cy="396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1079" name="Object 7"/>
          <p:cNvGraphicFramePr>
            <a:graphicFrameLocks noChangeAspect="1"/>
          </p:cNvGraphicFramePr>
          <p:nvPr/>
        </p:nvGraphicFramePr>
        <p:xfrm>
          <a:off x="4572000" y="1052513"/>
          <a:ext cx="1727200" cy="449262"/>
        </p:xfrm>
        <a:graphic>
          <a:graphicData uri="http://schemas.openxmlformats.org/presentationml/2006/ole">
            <mc:AlternateContent xmlns:mc="http://schemas.openxmlformats.org/markup-compatibility/2006">
              <mc:Choice xmlns:v="urn:schemas-microsoft-com:vml" Requires="v">
                <p:oleObj spid="_x0000_s48279" name="Equation" r:id="rId5" imgW="927100" imgH="241300" progId="Equation.DSMT4">
                  <p:embed/>
                </p:oleObj>
              </mc:Choice>
              <mc:Fallback>
                <p:oleObj name="Equation" r:id="rId5" imgW="927100" imgH="2413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1052513"/>
                        <a:ext cx="17272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1080" name="Object 8"/>
          <p:cNvGraphicFramePr>
            <a:graphicFrameLocks noChangeAspect="1"/>
          </p:cNvGraphicFramePr>
          <p:nvPr/>
        </p:nvGraphicFramePr>
        <p:xfrm>
          <a:off x="4572000" y="1557338"/>
          <a:ext cx="1774825" cy="449262"/>
        </p:xfrm>
        <a:graphic>
          <a:graphicData uri="http://schemas.openxmlformats.org/presentationml/2006/ole">
            <mc:AlternateContent xmlns:mc="http://schemas.openxmlformats.org/markup-compatibility/2006">
              <mc:Choice xmlns:v="urn:schemas-microsoft-com:vml" Requires="v">
                <p:oleObj spid="_x0000_s48280" name="Equation" r:id="rId7" imgW="952087" imgH="241195" progId="Equation.DSMT4">
                  <p:embed/>
                </p:oleObj>
              </mc:Choice>
              <mc:Fallback>
                <p:oleObj name="Equation" r:id="rId7" imgW="952087" imgH="241195"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0" y="1557338"/>
                        <a:ext cx="1774825"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1081" name="Object 9"/>
          <p:cNvGraphicFramePr>
            <a:graphicFrameLocks noChangeAspect="1"/>
          </p:cNvGraphicFramePr>
          <p:nvPr/>
        </p:nvGraphicFramePr>
        <p:xfrm>
          <a:off x="4572000" y="2492375"/>
          <a:ext cx="1774825" cy="449263"/>
        </p:xfrm>
        <a:graphic>
          <a:graphicData uri="http://schemas.openxmlformats.org/presentationml/2006/ole">
            <mc:AlternateContent xmlns:mc="http://schemas.openxmlformats.org/markup-compatibility/2006">
              <mc:Choice xmlns:v="urn:schemas-microsoft-com:vml" Requires="v">
                <p:oleObj spid="_x0000_s48281" name="Equation" r:id="rId9" imgW="952087" imgH="241195" progId="Equation.DSMT4">
                  <p:embed/>
                </p:oleObj>
              </mc:Choice>
              <mc:Fallback>
                <p:oleObj name="Equation" r:id="rId9" imgW="952087" imgH="241195"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0" y="2492375"/>
                        <a:ext cx="1774825"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34" name="AutoShape 10"/>
          <p:cNvSpPr>
            <a:spLocks noChangeArrowheads="1"/>
          </p:cNvSpPr>
          <p:nvPr/>
        </p:nvSpPr>
        <p:spPr bwMode="auto">
          <a:xfrm>
            <a:off x="4152900" y="481013"/>
            <a:ext cx="1727200" cy="647700"/>
          </a:xfrm>
          <a:prstGeom prst="curvedDownArrow">
            <a:avLst>
              <a:gd name="adj1" fmla="val 19988"/>
              <a:gd name="adj2" fmla="val 71741"/>
              <a:gd name="adj3" fmla="val 17157"/>
            </a:avLst>
          </a:prstGeom>
          <a:solidFill>
            <a:schemeClr val="accent1"/>
          </a:solidFill>
          <a:ln w="1905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p>
        </p:txBody>
      </p:sp>
      <p:sp>
        <p:nvSpPr>
          <p:cNvPr id="48135" name="Text Box 12"/>
          <p:cNvSpPr txBox="1">
            <a:spLocks noChangeArrowheads="1"/>
          </p:cNvSpPr>
          <p:nvPr/>
        </p:nvSpPr>
        <p:spPr bwMode="auto">
          <a:xfrm>
            <a:off x="4572000" y="614363"/>
            <a:ext cx="6873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sz="1800" i="1">
                <a:solidFill>
                  <a:srgbClr val="0000CC"/>
                </a:solidFill>
              </a:rPr>
              <a:t>b</a:t>
            </a:r>
            <a:r>
              <a:rPr lang="en-US" altLang="zh-CN" sz="1800" i="1" baseline="-25000">
                <a:solidFill>
                  <a:srgbClr val="0000CC"/>
                </a:solidFill>
              </a:rPr>
              <a:t>n</a:t>
            </a:r>
            <a:r>
              <a:rPr lang="en-US" altLang="zh-CN" sz="1800" baseline="-25000">
                <a:solidFill>
                  <a:srgbClr val="0000CC"/>
                </a:solidFill>
              </a:rPr>
              <a:t>1</a:t>
            </a:r>
            <a:r>
              <a:rPr lang="zh-CN" altLang="en-US" sz="1800">
                <a:solidFill>
                  <a:srgbClr val="0000CC"/>
                </a:solidFill>
              </a:rPr>
              <a:t>倍</a:t>
            </a:r>
          </a:p>
        </p:txBody>
      </p:sp>
      <p:graphicFrame>
        <p:nvGraphicFramePr>
          <p:cNvPr id="131085" name="Object 13"/>
          <p:cNvGraphicFramePr>
            <a:graphicFrameLocks noChangeAspect="1"/>
          </p:cNvGraphicFramePr>
          <p:nvPr/>
        </p:nvGraphicFramePr>
        <p:xfrm>
          <a:off x="5219700" y="4581525"/>
          <a:ext cx="254000" cy="379413"/>
        </p:xfrm>
        <a:graphic>
          <a:graphicData uri="http://schemas.openxmlformats.org/presentationml/2006/ole">
            <mc:AlternateContent xmlns:mc="http://schemas.openxmlformats.org/markup-compatibility/2006">
              <mc:Choice xmlns:v="urn:schemas-microsoft-com:vml" Requires="v">
                <p:oleObj spid="_x0000_s48282" name="Equation" r:id="rId11" imgW="126890" imgH="190335" progId="Equation.DSMT4">
                  <p:embed/>
                </p:oleObj>
              </mc:Choice>
              <mc:Fallback>
                <p:oleObj name="Equation" r:id="rId11" imgW="126890" imgH="190335" progId="Equation.DSMT4">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19700" y="4581525"/>
                        <a:ext cx="254000" cy="379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1086" name="Object 14"/>
          <p:cNvGraphicFramePr>
            <a:graphicFrameLocks noChangeAspect="1"/>
          </p:cNvGraphicFramePr>
          <p:nvPr/>
        </p:nvGraphicFramePr>
        <p:xfrm>
          <a:off x="5219700" y="4508500"/>
          <a:ext cx="430213" cy="481013"/>
        </p:xfrm>
        <a:graphic>
          <a:graphicData uri="http://schemas.openxmlformats.org/presentationml/2006/ole">
            <mc:AlternateContent xmlns:mc="http://schemas.openxmlformats.org/markup-compatibility/2006">
              <mc:Choice xmlns:v="urn:schemas-microsoft-com:vml" Requires="v">
                <p:oleObj spid="_x0000_s48283" name="Equation" r:id="rId13" imgW="215713" imgH="241091" progId="Equation.DSMT4">
                  <p:embed/>
                </p:oleObj>
              </mc:Choice>
              <mc:Fallback>
                <p:oleObj name="Equation" r:id="rId13" imgW="215713" imgH="241091" progId="Equation.DSMT4">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19700" y="4508500"/>
                        <a:ext cx="430213"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1087" name="Object 15"/>
          <p:cNvGraphicFramePr>
            <a:graphicFrameLocks noChangeAspect="1"/>
          </p:cNvGraphicFramePr>
          <p:nvPr/>
        </p:nvGraphicFramePr>
        <p:xfrm>
          <a:off x="4716463" y="985838"/>
          <a:ext cx="1441450" cy="571500"/>
        </p:xfrm>
        <a:graphic>
          <a:graphicData uri="http://schemas.openxmlformats.org/presentationml/2006/ole">
            <mc:AlternateContent xmlns:mc="http://schemas.openxmlformats.org/markup-compatibility/2006">
              <mc:Choice xmlns:v="urn:schemas-microsoft-com:vml" Requires="v">
                <p:oleObj spid="_x0000_s48284" name="Equation" r:id="rId15" imgW="799753" imgH="317362" progId="Equation.DSMT4">
                  <p:embed/>
                </p:oleObj>
              </mc:Choice>
              <mc:Fallback>
                <p:oleObj name="Equation" r:id="rId15" imgW="799753" imgH="317362" progId="Equation.DSMT4">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16463" y="985838"/>
                        <a:ext cx="144145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1089" name="Text Box 17"/>
          <p:cNvSpPr txBox="1">
            <a:spLocks noChangeArrowheads="1"/>
          </p:cNvSpPr>
          <p:nvPr/>
        </p:nvSpPr>
        <p:spPr bwMode="auto">
          <a:xfrm>
            <a:off x="4211638" y="1052513"/>
            <a:ext cx="3392487" cy="457200"/>
          </a:xfrm>
          <a:prstGeom prst="rect">
            <a:avLst/>
          </a:prstGeom>
          <a:solidFill>
            <a:schemeClr val="accent1"/>
          </a:solidFill>
          <a:ln>
            <a:noFill/>
          </a:ln>
          <a:effectLst/>
          <a:extLs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sz="2400" i="1"/>
              <a:t>a</a:t>
            </a:r>
            <a:r>
              <a:rPr lang="en-US" altLang="zh-CN" sz="2400" baseline="-25000"/>
              <a:t>11</a:t>
            </a:r>
            <a:r>
              <a:rPr lang="en-US" altLang="zh-CN" sz="2400" i="1"/>
              <a:t>b</a:t>
            </a:r>
            <a:r>
              <a:rPr lang="en-US" altLang="zh-CN" sz="2400" baseline="-25000"/>
              <a:t>11</a:t>
            </a:r>
            <a:r>
              <a:rPr lang="en-US" altLang="zh-CN" sz="2400"/>
              <a:t>+ </a:t>
            </a:r>
            <a:r>
              <a:rPr lang="en-US" altLang="zh-CN" sz="2400" i="1"/>
              <a:t>a</a:t>
            </a:r>
            <a:r>
              <a:rPr lang="en-US" altLang="zh-CN" sz="2400" baseline="-25000"/>
              <a:t>12</a:t>
            </a:r>
            <a:r>
              <a:rPr lang="en-US" altLang="zh-CN" sz="2400" i="1"/>
              <a:t>b</a:t>
            </a:r>
            <a:r>
              <a:rPr lang="en-US" altLang="zh-CN" sz="2400" baseline="-25000"/>
              <a:t>21</a:t>
            </a:r>
            <a:r>
              <a:rPr lang="en-US" altLang="zh-CN" sz="2400"/>
              <a:t> +…+ </a:t>
            </a:r>
            <a:r>
              <a:rPr lang="en-US" altLang="zh-CN" sz="2400" i="1">
                <a:solidFill>
                  <a:srgbClr val="0000CC"/>
                </a:solidFill>
              </a:rPr>
              <a:t>a</a:t>
            </a:r>
            <a:r>
              <a:rPr lang="en-US" altLang="zh-CN" sz="2400" baseline="-25000">
                <a:solidFill>
                  <a:srgbClr val="0000CC"/>
                </a:solidFill>
              </a:rPr>
              <a:t>1</a:t>
            </a:r>
            <a:r>
              <a:rPr lang="en-US" altLang="zh-CN" sz="2400" i="1" baseline="-25000">
                <a:solidFill>
                  <a:srgbClr val="0000CC"/>
                </a:solidFill>
              </a:rPr>
              <a:t>n</a:t>
            </a:r>
            <a:r>
              <a:rPr lang="en-US" altLang="zh-CN" sz="2400" i="1">
                <a:solidFill>
                  <a:srgbClr val="0000CC"/>
                </a:solidFill>
              </a:rPr>
              <a:t>b</a:t>
            </a:r>
            <a:r>
              <a:rPr lang="en-US" altLang="zh-CN" sz="2400" i="1" baseline="-25000">
                <a:solidFill>
                  <a:srgbClr val="0000CC"/>
                </a:solidFill>
              </a:rPr>
              <a:t>n</a:t>
            </a:r>
            <a:r>
              <a:rPr lang="en-US" altLang="zh-CN" sz="2400" baseline="-25000">
                <a:solidFill>
                  <a:srgbClr val="0000CC"/>
                </a:solidFill>
              </a:rPr>
              <a:t>1</a:t>
            </a:r>
          </a:p>
        </p:txBody>
      </p:sp>
      <p:graphicFrame>
        <p:nvGraphicFramePr>
          <p:cNvPr id="131092" name="Object 20"/>
          <p:cNvGraphicFramePr>
            <a:graphicFrameLocks noChangeAspect="1"/>
          </p:cNvGraphicFramePr>
          <p:nvPr/>
        </p:nvGraphicFramePr>
        <p:xfrm>
          <a:off x="4716463" y="1484313"/>
          <a:ext cx="1463675" cy="571500"/>
        </p:xfrm>
        <a:graphic>
          <a:graphicData uri="http://schemas.openxmlformats.org/presentationml/2006/ole">
            <mc:AlternateContent xmlns:mc="http://schemas.openxmlformats.org/markup-compatibility/2006">
              <mc:Choice xmlns:v="urn:schemas-microsoft-com:vml" Requires="v">
                <p:oleObj spid="_x0000_s48285" name="Equation" r:id="rId17" imgW="812447" imgH="317362" progId="Equation.DSMT4">
                  <p:embed/>
                </p:oleObj>
              </mc:Choice>
              <mc:Fallback>
                <p:oleObj name="Equation" r:id="rId17" imgW="812447" imgH="317362" progId="Equation.DSMT4">
                  <p:embed/>
                  <p:pic>
                    <p:nvPicPr>
                      <p:cNvPr id="0" name="Object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716463" y="1484313"/>
                        <a:ext cx="1463675"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1093" name="Object 21"/>
          <p:cNvGraphicFramePr>
            <a:graphicFrameLocks noChangeAspect="1"/>
          </p:cNvGraphicFramePr>
          <p:nvPr/>
        </p:nvGraphicFramePr>
        <p:xfrm>
          <a:off x="4716463" y="2420938"/>
          <a:ext cx="1463675" cy="571500"/>
        </p:xfrm>
        <a:graphic>
          <a:graphicData uri="http://schemas.openxmlformats.org/presentationml/2006/ole">
            <mc:AlternateContent xmlns:mc="http://schemas.openxmlformats.org/markup-compatibility/2006">
              <mc:Choice xmlns:v="urn:schemas-microsoft-com:vml" Requires="v">
                <p:oleObj spid="_x0000_s48286" name="Equation" r:id="rId19" imgW="812447" imgH="317362" progId="Equation.DSMT4">
                  <p:embed/>
                </p:oleObj>
              </mc:Choice>
              <mc:Fallback>
                <p:oleObj name="Equation" r:id="rId19" imgW="812447" imgH="317362" progId="Equation.DSMT4">
                  <p:embed/>
                  <p:pic>
                    <p:nvPicPr>
                      <p:cNvPr id="0" name="Object 2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716463" y="2420938"/>
                        <a:ext cx="1463675"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42" name="AutoShape 22"/>
          <p:cNvSpPr>
            <a:spLocks noChangeArrowheads="1"/>
          </p:cNvSpPr>
          <p:nvPr/>
        </p:nvSpPr>
        <p:spPr bwMode="auto">
          <a:xfrm>
            <a:off x="3563938" y="260350"/>
            <a:ext cx="2376487" cy="863600"/>
          </a:xfrm>
          <a:prstGeom prst="curvedDownArrow">
            <a:avLst>
              <a:gd name="adj1" fmla="val 20626"/>
              <a:gd name="adj2" fmla="val 74032"/>
              <a:gd name="adj3" fmla="val 17157"/>
            </a:avLst>
          </a:prstGeom>
          <a:solidFill>
            <a:schemeClr val="accent1"/>
          </a:solidFill>
          <a:ln w="1905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131086"/>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13108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1089"/>
                                        </p:tgtEl>
                                        <p:attrNameLst>
                                          <p:attrName>style.visibility</p:attrName>
                                        </p:attrNameLst>
                                      </p:cBhvr>
                                      <p:to>
                                        <p:strVal val="visible"/>
                                      </p:to>
                                    </p:set>
                                    <p:animEffect transition="in" filter="wipe(left)">
                                      <p:cBhvr>
                                        <p:cTn id="13" dur="500"/>
                                        <p:tgtEl>
                                          <p:spTgt spid="13108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131089"/>
                                        </p:tgtEl>
                                        <p:attrNameLst>
                                          <p:attrName>style.visibility</p:attrName>
                                        </p:attrNameLst>
                                      </p:cBhvr>
                                      <p:to>
                                        <p:strVal val="hidden"/>
                                      </p:to>
                                    </p:set>
                                  </p:childTnLst>
                                </p:cTn>
                              </p:par>
                              <p:par>
                                <p:cTn id="18" presetID="1" presetClass="exit" presetSubtype="0" fill="hold" nodeType="withEffect">
                                  <p:stCondLst>
                                    <p:cond delay="0"/>
                                  </p:stCondLst>
                                  <p:childTnLst>
                                    <p:set>
                                      <p:cBhvr>
                                        <p:cTn id="19" dur="1" fill="hold">
                                          <p:stCondLst>
                                            <p:cond delay="0"/>
                                          </p:stCondLst>
                                        </p:cTn>
                                        <p:tgtEl>
                                          <p:spTgt spid="131079"/>
                                        </p:tgtEl>
                                        <p:attrNameLst>
                                          <p:attrName>style.visibility</p:attrName>
                                        </p:attrNameLst>
                                      </p:cBhvr>
                                      <p:to>
                                        <p:strVal val="hidden"/>
                                      </p:to>
                                    </p:set>
                                  </p:childTnLst>
                                </p:cTn>
                              </p:par>
                              <p:par>
                                <p:cTn id="20" presetID="22" presetClass="entr" presetSubtype="8" fill="hold" nodeType="withEffect">
                                  <p:stCondLst>
                                    <p:cond delay="0"/>
                                  </p:stCondLst>
                                  <p:childTnLst>
                                    <p:set>
                                      <p:cBhvr>
                                        <p:cTn id="21" dur="1" fill="hold">
                                          <p:stCondLst>
                                            <p:cond delay="0"/>
                                          </p:stCondLst>
                                        </p:cTn>
                                        <p:tgtEl>
                                          <p:spTgt spid="131087"/>
                                        </p:tgtEl>
                                        <p:attrNameLst>
                                          <p:attrName>style.visibility</p:attrName>
                                        </p:attrNameLst>
                                      </p:cBhvr>
                                      <p:to>
                                        <p:strVal val="visible"/>
                                      </p:to>
                                    </p:set>
                                    <p:animEffect transition="in" filter="wipe(left)">
                                      <p:cBhvr>
                                        <p:cTn id="22" dur="500"/>
                                        <p:tgtEl>
                                          <p:spTgt spid="1310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xit" presetSubtype="0" fill="hold" nodeType="clickEffect">
                                  <p:stCondLst>
                                    <p:cond delay="0"/>
                                  </p:stCondLst>
                                  <p:childTnLst>
                                    <p:set>
                                      <p:cBhvr>
                                        <p:cTn id="26" dur="1" fill="hold">
                                          <p:stCondLst>
                                            <p:cond delay="0"/>
                                          </p:stCondLst>
                                        </p:cTn>
                                        <p:tgtEl>
                                          <p:spTgt spid="131080"/>
                                        </p:tgtEl>
                                        <p:attrNameLst>
                                          <p:attrName>style.visibility</p:attrName>
                                        </p:attrNameLst>
                                      </p:cBhvr>
                                      <p:to>
                                        <p:strVal val="hidden"/>
                                      </p:to>
                                    </p:set>
                                  </p:childTnLst>
                                </p:cTn>
                              </p:par>
                              <p:par>
                                <p:cTn id="27" presetID="22" presetClass="entr" presetSubtype="8" fill="hold" nodeType="withEffect">
                                  <p:stCondLst>
                                    <p:cond delay="0"/>
                                  </p:stCondLst>
                                  <p:childTnLst>
                                    <p:set>
                                      <p:cBhvr>
                                        <p:cTn id="28" dur="1" fill="hold">
                                          <p:stCondLst>
                                            <p:cond delay="0"/>
                                          </p:stCondLst>
                                        </p:cTn>
                                        <p:tgtEl>
                                          <p:spTgt spid="131092"/>
                                        </p:tgtEl>
                                        <p:attrNameLst>
                                          <p:attrName>style.visibility</p:attrName>
                                        </p:attrNameLst>
                                      </p:cBhvr>
                                      <p:to>
                                        <p:strVal val="visible"/>
                                      </p:to>
                                    </p:set>
                                    <p:animEffect transition="in" filter="wipe(left)">
                                      <p:cBhvr>
                                        <p:cTn id="29" dur="500"/>
                                        <p:tgtEl>
                                          <p:spTgt spid="13109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xit" presetSubtype="0" fill="hold" nodeType="clickEffect">
                                  <p:stCondLst>
                                    <p:cond delay="0"/>
                                  </p:stCondLst>
                                  <p:childTnLst>
                                    <p:set>
                                      <p:cBhvr>
                                        <p:cTn id="33" dur="1" fill="hold">
                                          <p:stCondLst>
                                            <p:cond delay="0"/>
                                          </p:stCondLst>
                                        </p:cTn>
                                        <p:tgtEl>
                                          <p:spTgt spid="131081"/>
                                        </p:tgtEl>
                                        <p:attrNameLst>
                                          <p:attrName>style.visibility</p:attrName>
                                        </p:attrNameLst>
                                      </p:cBhvr>
                                      <p:to>
                                        <p:strVal val="hidden"/>
                                      </p:to>
                                    </p:set>
                                  </p:childTnLst>
                                </p:cTn>
                              </p:par>
                              <p:par>
                                <p:cTn id="34" presetID="22" presetClass="entr" presetSubtype="8" fill="hold" nodeType="withEffect">
                                  <p:stCondLst>
                                    <p:cond delay="0"/>
                                  </p:stCondLst>
                                  <p:childTnLst>
                                    <p:set>
                                      <p:cBhvr>
                                        <p:cTn id="35" dur="1" fill="hold">
                                          <p:stCondLst>
                                            <p:cond delay="0"/>
                                          </p:stCondLst>
                                        </p:cTn>
                                        <p:tgtEl>
                                          <p:spTgt spid="131093"/>
                                        </p:tgtEl>
                                        <p:attrNameLst>
                                          <p:attrName>style.visibility</p:attrName>
                                        </p:attrNameLst>
                                      </p:cBhvr>
                                      <p:to>
                                        <p:strVal val="visible"/>
                                      </p:to>
                                    </p:set>
                                    <p:animEffect transition="in" filter="wipe(left)">
                                      <p:cBhvr>
                                        <p:cTn id="36" dur="500"/>
                                        <p:tgtEl>
                                          <p:spTgt spid="1310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89" grpId="0" animBg="1"/>
      <p:bldP spid="131089" grpId="1"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154" name="Object 4"/>
          <p:cNvGraphicFramePr>
            <a:graphicFrameLocks noChangeAspect="1"/>
          </p:cNvGraphicFramePr>
          <p:nvPr/>
        </p:nvGraphicFramePr>
        <p:xfrm>
          <a:off x="971550" y="795338"/>
          <a:ext cx="7186613" cy="4433887"/>
        </p:xfrm>
        <a:graphic>
          <a:graphicData uri="http://schemas.openxmlformats.org/presentationml/2006/ole">
            <mc:AlternateContent xmlns:mc="http://schemas.openxmlformats.org/markup-compatibility/2006">
              <mc:Choice xmlns:v="urn:schemas-microsoft-com:vml" Requires="v">
                <p:oleObj spid="_x0000_s49174" name="Equation" r:id="rId3" imgW="3886200" imgH="2400120" progId="Equation.DSMT4">
                  <p:embed/>
                </p:oleObj>
              </mc:Choice>
              <mc:Fallback>
                <p:oleObj name="Equation" r:id="rId3" imgW="3886200" imgH="240012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795338"/>
                        <a:ext cx="7186613" cy="443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2103" name="Text Box 7"/>
          <p:cNvSpPr txBox="1">
            <a:spLocks noChangeArrowheads="1"/>
          </p:cNvSpPr>
          <p:nvPr/>
        </p:nvSpPr>
        <p:spPr bwMode="auto">
          <a:xfrm>
            <a:off x="5076825" y="827088"/>
            <a:ext cx="1511300" cy="585787"/>
          </a:xfrm>
          <a:prstGeom prst="rect">
            <a:avLst/>
          </a:prstGeom>
          <a:solidFill>
            <a:srgbClr val="FFFF66"/>
          </a:solidFill>
          <a:ln>
            <a:noFill/>
          </a:ln>
          <a:effectLst/>
          <a:extLs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36000">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algn="ctr" eaLnBrk="1" hangingPunct="1">
              <a:spcBef>
                <a:spcPct val="50000"/>
              </a:spcBef>
            </a:pPr>
            <a:r>
              <a:rPr lang="en-US" altLang="zh-CN" sz="3600" i="1"/>
              <a:t>c</a:t>
            </a:r>
            <a:r>
              <a:rPr lang="en-US" altLang="zh-CN" sz="3600" baseline="-25000"/>
              <a:t>11</a:t>
            </a:r>
          </a:p>
        </p:txBody>
      </p:sp>
      <p:sp>
        <p:nvSpPr>
          <p:cNvPr id="132104" name="Text Box 8"/>
          <p:cNvSpPr txBox="1">
            <a:spLocks noChangeArrowheads="1"/>
          </p:cNvSpPr>
          <p:nvPr/>
        </p:nvSpPr>
        <p:spPr bwMode="auto">
          <a:xfrm>
            <a:off x="5076825" y="1484313"/>
            <a:ext cx="1511300" cy="585787"/>
          </a:xfrm>
          <a:prstGeom prst="rect">
            <a:avLst/>
          </a:prstGeom>
          <a:solidFill>
            <a:srgbClr val="FFFF66"/>
          </a:solidFill>
          <a:ln>
            <a:noFill/>
          </a:ln>
          <a:effectLst/>
          <a:extLs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36000">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algn="ctr" eaLnBrk="1" hangingPunct="1">
              <a:spcBef>
                <a:spcPct val="50000"/>
              </a:spcBef>
            </a:pPr>
            <a:r>
              <a:rPr lang="en-US" altLang="zh-CN" sz="3600" i="1"/>
              <a:t>c</a:t>
            </a:r>
            <a:r>
              <a:rPr lang="en-US" altLang="zh-CN" sz="3600" baseline="-25000"/>
              <a:t>21</a:t>
            </a:r>
          </a:p>
        </p:txBody>
      </p:sp>
      <p:sp>
        <p:nvSpPr>
          <p:cNvPr id="132105" name="Text Box 9"/>
          <p:cNvSpPr txBox="1">
            <a:spLocks noChangeArrowheads="1"/>
          </p:cNvSpPr>
          <p:nvPr/>
        </p:nvSpPr>
        <p:spPr bwMode="auto">
          <a:xfrm>
            <a:off x="5005388" y="2627313"/>
            <a:ext cx="1511300" cy="585787"/>
          </a:xfrm>
          <a:prstGeom prst="rect">
            <a:avLst/>
          </a:prstGeom>
          <a:solidFill>
            <a:srgbClr val="FFFF66"/>
          </a:solidFill>
          <a:ln>
            <a:noFill/>
          </a:ln>
          <a:effectLst/>
          <a:extLs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36000">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algn="ctr" eaLnBrk="1" hangingPunct="1">
              <a:spcBef>
                <a:spcPct val="50000"/>
              </a:spcBef>
            </a:pPr>
            <a:r>
              <a:rPr lang="en-US" altLang="zh-CN" sz="3600" i="1"/>
              <a:t>c</a:t>
            </a:r>
            <a:r>
              <a:rPr lang="en-US" altLang="zh-CN" sz="3600" i="1" baseline="-25000"/>
              <a:t>n</a:t>
            </a:r>
            <a:r>
              <a:rPr lang="en-US" altLang="zh-CN" sz="3600" baseline="-25000"/>
              <a:t>1</a:t>
            </a:r>
          </a:p>
        </p:txBody>
      </p:sp>
      <p:sp>
        <p:nvSpPr>
          <p:cNvPr id="132106" name="Line 10"/>
          <p:cNvSpPr>
            <a:spLocks noChangeShapeType="1"/>
          </p:cNvSpPr>
          <p:nvPr/>
        </p:nvSpPr>
        <p:spPr bwMode="auto">
          <a:xfrm>
            <a:off x="5076825" y="1412875"/>
            <a:ext cx="1511300" cy="0"/>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32106"/>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3210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210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2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3" grpId="0" animBg="1"/>
      <p:bldP spid="132104" grpId="0" animBg="1"/>
      <p:bldP spid="132105" grpId="0" animBg="1"/>
      <p:bldP spid="13210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178" name="Object 4"/>
          <p:cNvGraphicFramePr>
            <a:graphicFrameLocks noChangeAspect="1"/>
          </p:cNvGraphicFramePr>
          <p:nvPr/>
        </p:nvGraphicFramePr>
        <p:xfrm>
          <a:off x="1116013" y="44450"/>
          <a:ext cx="6551612" cy="3962400"/>
        </p:xfrm>
        <a:graphic>
          <a:graphicData uri="http://schemas.openxmlformats.org/presentationml/2006/ole">
            <mc:AlternateContent xmlns:mc="http://schemas.openxmlformats.org/markup-compatibility/2006">
              <mc:Choice xmlns:v="urn:schemas-microsoft-com:vml" Requires="v">
                <p:oleObj spid="_x0000_s50262" name="Equation" r:id="rId3" imgW="3543300" imgH="2146300" progId="Equation.DSMT4">
                  <p:embed/>
                </p:oleObj>
              </mc:Choice>
              <mc:Fallback>
                <p:oleObj name="Equation" r:id="rId3" imgW="3543300" imgH="21463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44450"/>
                        <a:ext cx="6551612"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126" name="Object 6"/>
          <p:cNvGraphicFramePr>
            <a:graphicFrameLocks noChangeAspect="1"/>
          </p:cNvGraphicFramePr>
          <p:nvPr/>
        </p:nvGraphicFramePr>
        <p:xfrm>
          <a:off x="2124075" y="3933825"/>
          <a:ext cx="1584325" cy="1135063"/>
        </p:xfrm>
        <a:graphic>
          <a:graphicData uri="http://schemas.openxmlformats.org/presentationml/2006/ole">
            <mc:AlternateContent xmlns:mc="http://schemas.openxmlformats.org/markup-compatibility/2006">
              <mc:Choice xmlns:v="urn:schemas-microsoft-com:vml" Requires="v">
                <p:oleObj spid="_x0000_s50263" name="Equation" r:id="rId5" imgW="761669" imgH="545863" progId="Equation.DSMT4">
                  <p:embed/>
                </p:oleObj>
              </mc:Choice>
              <mc:Fallback>
                <p:oleObj name="Equation" r:id="rId5" imgW="761669" imgH="545863"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4075" y="3933825"/>
                        <a:ext cx="1584325" cy="1135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127" name="Rectangle 7"/>
          <p:cNvSpPr>
            <a:spLocks noChangeArrowheads="1"/>
          </p:cNvSpPr>
          <p:nvPr/>
        </p:nvSpPr>
        <p:spPr bwMode="auto">
          <a:xfrm>
            <a:off x="4572000" y="4067175"/>
            <a:ext cx="2736850" cy="841375"/>
          </a:xfrm>
          <a:prstGeom prst="rect">
            <a:avLst/>
          </a:prstGeom>
          <a:noFill/>
          <a:ln w="19050" algn="ctr">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sz="2400"/>
              <a:t>再利用拉普拉斯定理按后</a:t>
            </a:r>
            <a:r>
              <a:rPr lang="en-US" altLang="zh-CN" sz="2400" i="1"/>
              <a:t>n</a:t>
            </a:r>
            <a:r>
              <a:rPr lang="zh-CN" altLang="en-US" sz="2400"/>
              <a:t>行展开 </a:t>
            </a:r>
          </a:p>
        </p:txBody>
      </p:sp>
      <p:graphicFrame>
        <p:nvGraphicFramePr>
          <p:cNvPr id="133128" name="Object 8"/>
          <p:cNvGraphicFramePr>
            <a:graphicFrameLocks noChangeAspect="1"/>
          </p:cNvGraphicFramePr>
          <p:nvPr/>
        </p:nvGraphicFramePr>
        <p:xfrm>
          <a:off x="2087563" y="5013325"/>
          <a:ext cx="5868987" cy="654050"/>
        </p:xfrm>
        <a:graphic>
          <a:graphicData uri="http://schemas.openxmlformats.org/presentationml/2006/ole">
            <mc:AlternateContent xmlns:mc="http://schemas.openxmlformats.org/markup-compatibility/2006">
              <mc:Choice xmlns:v="urn:schemas-microsoft-com:vml" Requires="v">
                <p:oleObj spid="_x0000_s50264" name="Equation" r:id="rId7" imgW="2501900" imgH="279400" progId="Equation.DSMT4">
                  <p:embed/>
                </p:oleObj>
              </mc:Choice>
              <mc:Fallback>
                <p:oleObj name="Equation" r:id="rId7" imgW="2501900" imgH="27940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87563" y="5013325"/>
                        <a:ext cx="5868987"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130" name="Object 10"/>
          <p:cNvGraphicFramePr>
            <a:graphicFrameLocks noChangeAspect="1"/>
          </p:cNvGraphicFramePr>
          <p:nvPr/>
        </p:nvGraphicFramePr>
        <p:xfrm>
          <a:off x="5940425" y="5589588"/>
          <a:ext cx="1020763" cy="571500"/>
        </p:xfrm>
        <a:graphic>
          <a:graphicData uri="http://schemas.openxmlformats.org/presentationml/2006/ole">
            <mc:AlternateContent xmlns:mc="http://schemas.openxmlformats.org/markup-compatibility/2006">
              <mc:Choice xmlns:v="urn:schemas-microsoft-com:vml" Requires="v">
                <p:oleObj spid="_x0000_s50265" name="Equation" r:id="rId9" imgW="469696" imgH="266584" progId="Equation.DSMT4">
                  <p:embed/>
                </p:oleObj>
              </mc:Choice>
              <mc:Fallback>
                <p:oleObj name="Equation" r:id="rId9" imgW="469696" imgH="266584"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40425" y="5589588"/>
                        <a:ext cx="10207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132" name="Text Box 12"/>
          <p:cNvSpPr txBox="1">
            <a:spLocks noChangeArrowheads="1"/>
          </p:cNvSpPr>
          <p:nvPr/>
        </p:nvSpPr>
        <p:spPr bwMode="auto">
          <a:xfrm>
            <a:off x="1311275" y="6078538"/>
            <a:ext cx="26035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故：</a:t>
            </a:r>
            <a:r>
              <a:rPr lang="en-US" altLang="zh-CN"/>
              <a:t>|</a:t>
            </a:r>
            <a:r>
              <a:rPr lang="en-US" altLang="zh-CN" i="1"/>
              <a:t>A</a:t>
            </a:r>
            <a:r>
              <a:rPr lang="en-US" altLang="zh-CN"/>
              <a:t>||</a:t>
            </a:r>
            <a:r>
              <a:rPr lang="en-US" altLang="zh-CN" i="1"/>
              <a:t>B</a:t>
            </a:r>
            <a:r>
              <a:rPr lang="en-US" altLang="zh-CN"/>
              <a:t>|=|</a:t>
            </a:r>
            <a:r>
              <a:rPr lang="en-US" altLang="zh-CN" i="1"/>
              <a:t>AB</a:t>
            </a:r>
            <a:r>
              <a:rPr lang="en-US" altLang="zh-CN"/>
              <a:t>|.</a:t>
            </a:r>
          </a:p>
        </p:txBody>
      </p:sp>
      <p:sp>
        <p:nvSpPr>
          <p:cNvPr id="133133" name="Rectangle 13"/>
          <p:cNvSpPr>
            <a:spLocks noChangeArrowheads="1"/>
          </p:cNvSpPr>
          <p:nvPr/>
        </p:nvSpPr>
        <p:spPr bwMode="auto">
          <a:xfrm>
            <a:off x="5219700" y="115888"/>
            <a:ext cx="2376488" cy="1944687"/>
          </a:xfrm>
          <a:prstGeom prst="rect">
            <a:avLst/>
          </a:prstGeom>
          <a:noFill/>
          <a:ln w="19050" algn="ctr">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p>
        </p:txBody>
      </p:sp>
      <p:sp>
        <p:nvSpPr>
          <p:cNvPr id="133134" name="Rectangle 14"/>
          <p:cNvSpPr>
            <a:spLocks noChangeArrowheads="1"/>
          </p:cNvSpPr>
          <p:nvPr/>
        </p:nvSpPr>
        <p:spPr bwMode="auto">
          <a:xfrm>
            <a:off x="5219700" y="115888"/>
            <a:ext cx="2376488" cy="1893887"/>
          </a:xfrm>
          <a:prstGeom prst="rect">
            <a:avLst/>
          </a:prstGeom>
          <a:solidFill>
            <a:srgbClr val="0000FF"/>
          </a:solidFill>
          <a:ln w="1905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algn="ctr" eaLnBrk="1" hangingPunct="1"/>
            <a:r>
              <a:rPr lang="en-US" altLang="zh-CN" sz="11700" i="1">
                <a:solidFill>
                  <a:schemeClr val="bg1"/>
                </a:solidFill>
              </a:rPr>
              <a:t>C</a:t>
            </a:r>
          </a:p>
        </p:txBody>
      </p:sp>
      <p:graphicFrame>
        <p:nvGraphicFramePr>
          <p:cNvPr id="133135" name="Object 15"/>
          <p:cNvGraphicFramePr>
            <a:graphicFrameLocks noChangeAspect="1"/>
          </p:cNvGraphicFramePr>
          <p:nvPr/>
        </p:nvGraphicFramePr>
        <p:xfrm>
          <a:off x="2052638" y="5589588"/>
          <a:ext cx="3887787" cy="598487"/>
        </p:xfrm>
        <a:graphic>
          <a:graphicData uri="http://schemas.openxmlformats.org/presentationml/2006/ole">
            <mc:AlternateContent xmlns:mc="http://schemas.openxmlformats.org/markup-compatibility/2006">
              <mc:Choice xmlns:v="urn:schemas-microsoft-com:vml" Requires="v">
                <p:oleObj spid="_x0000_s50266" name="Equation" r:id="rId11" imgW="1790700" imgH="279400" progId="Equation.DSMT4">
                  <p:embed/>
                </p:oleObj>
              </mc:Choice>
              <mc:Fallback>
                <p:oleObj name="Equation" r:id="rId11" imgW="1790700" imgH="279400" progId="Equation.DSMT4">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52638" y="5589588"/>
                        <a:ext cx="3887787"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9" fill="hold" grpId="0" nodeType="clickEffect">
                                  <p:stCondLst>
                                    <p:cond delay="0"/>
                                  </p:stCondLst>
                                  <p:childTnLst>
                                    <p:set>
                                      <p:cBhvr>
                                        <p:cTn id="6" dur="1" fill="hold">
                                          <p:stCondLst>
                                            <p:cond delay="0"/>
                                          </p:stCondLst>
                                        </p:cTn>
                                        <p:tgtEl>
                                          <p:spTgt spid="133133"/>
                                        </p:tgtEl>
                                        <p:attrNameLst>
                                          <p:attrName>style.visibility</p:attrName>
                                        </p:attrNameLst>
                                      </p:cBhvr>
                                      <p:to>
                                        <p:strVal val="visible"/>
                                      </p:to>
                                    </p:set>
                                    <p:anim calcmode="lin" valueType="num">
                                      <p:cBhvr additive="base">
                                        <p:cTn id="7" dur="500" fill="hold"/>
                                        <p:tgtEl>
                                          <p:spTgt spid="133133"/>
                                        </p:tgtEl>
                                        <p:attrNameLst>
                                          <p:attrName>ppt_x</p:attrName>
                                        </p:attrNameLst>
                                      </p:cBhvr>
                                      <p:tavLst>
                                        <p:tav tm="0">
                                          <p:val>
                                            <p:strVal val="0-#ppt_w/2"/>
                                          </p:val>
                                        </p:tav>
                                        <p:tav tm="100000">
                                          <p:val>
                                            <p:strVal val="#ppt_x"/>
                                          </p:val>
                                        </p:tav>
                                      </p:tavLst>
                                    </p:anim>
                                    <p:anim calcmode="lin" valueType="num">
                                      <p:cBhvr additive="base">
                                        <p:cTn id="8" dur="500" fill="hold"/>
                                        <p:tgtEl>
                                          <p:spTgt spid="133133"/>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3134"/>
                                        </p:tgtEl>
                                        <p:attrNameLst>
                                          <p:attrName>style.visibility</p:attrName>
                                        </p:attrNameLst>
                                      </p:cBhvr>
                                      <p:to>
                                        <p:strVal val="visible"/>
                                      </p:to>
                                    </p:set>
                                  </p:childTnLst>
                                </p:cTn>
                              </p:par>
                              <p:par>
                                <p:cTn id="13" presetID="1" presetClass="exit" presetSubtype="0" fill="hold" grpId="1" nodeType="withEffect">
                                  <p:stCondLst>
                                    <p:cond delay="0"/>
                                  </p:stCondLst>
                                  <p:childTnLst>
                                    <p:set>
                                      <p:cBhvr>
                                        <p:cTn id="14" dur="1" fill="hold">
                                          <p:stCondLst>
                                            <p:cond delay="0"/>
                                          </p:stCondLst>
                                        </p:cTn>
                                        <p:tgtEl>
                                          <p:spTgt spid="133133"/>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133126"/>
                                        </p:tgtEl>
                                        <p:attrNameLst>
                                          <p:attrName>style.visibility</p:attrName>
                                        </p:attrNameLst>
                                      </p:cBhvr>
                                      <p:to>
                                        <p:strVal val="visible"/>
                                      </p:to>
                                    </p:set>
                                    <p:animEffect transition="in" filter="wipe(left)">
                                      <p:cBhvr>
                                        <p:cTn id="19" dur="500"/>
                                        <p:tgtEl>
                                          <p:spTgt spid="133126"/>
                                        </p:tgtEl>
                                      </p:cBhvr>
                                    </p:animEffect>
                                  </p:childTnLst>
                                </p:cTn>
                              </p:par>
                              <p:par>
                                <p:cTn id="20" presetID="8" presetClass="exit" presetSubtype="16" fill="hold" grpId="1" nodeType="withEffect">
                                  <p:stCondLst>
                                    <p:cond delay="0"/>
                                  </p:stCondLst>
                                  <p:childTnLst>
                                    <p:animEffect transition="out" filter="diamond(in)">
                                      <p:cBhvr>
                                        <p:cTn id="21" dur="500"/>
                                        <p:tgtEl>
                                          <p:spTgt spid="133134"/>
                                        </p:tgtEl>
                                      </p:cBhvr>
                                    </p:animEffect>
                                    <p:set>
                                      <p:cBhvr>
                                        <p:cTn id="22" dur="1" fill="hold">
                                          <p:stCondLst>
                                            <p:cond delay="499"/>
                                          </p:stCondLst>
                                        </p:cTn>
                                        <p:tgtEl>
                                          <p:spTgt spid="133134"/>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3127"/>
                                        </p:tgtEl>
                                        <p:attrNameLst>
                                          <p:attrName>style.visibility</p:attrName>
                                        </p:attrNameLst>
                                      </p:cBhvr>
                                      <p:to>
                                        <p:strVal val="visible"/>
                                      </p:to>
                                    </p:set>
                                    <p:animEffect transition="in" filter="wipe(left)">
                                      <p:cBhvr>
                                        <p:cTn id="27" dur="500"/>
                                        <p:tgtEl>
                                          <p:spTgt spid="13312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33128"/>
                                        </p:tgtEl>
                                        <p:attrNameLst>
                                          <p:attrName>style.visibility</p:attrName>
                                        </p:attrNameLst>
                                      </p:cBhvr>
                                      <p:to>
                                        <p:strVal val="visible"/>
                                      </p:to>
                                    </p:set>
                                    <p:animEffect transition="in" filter="wipe(left)">
                                      <p:cBhvr>
                                        <p:cTn id="32" dur="500"/>
                                        <p:tgtEl>
                                          <p:spTgt spid="13312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33135"/>
                                        </p:tgtEl>
                                        <p:attrNameLst>
                                          <p:attrName>style.visibility</p:attrName>
                                        </p:attrNameLst>
                                      </p:cBhvr>
                                      <p:to>
                                        <p:strVal val="visible"/>
                                      </p:to>
                                    </p:set>
                                    <p:animEffect transition="in" filter="wipe(left)">
                                      <p:cBhvr>
                                        <p:cTn id="37" dur="500"/>
                                        <p:tgtEl>
                                          <p:spTgt spid="13313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33130"/>
                                        </p:tgtEl>
                                        <p:attrNameLst>
                                          <p:attrName>style.visibility</p:attrName>
                                        </p:attrNameLst>
                                      </p:cBhvr>
                                      <p:to>
                                        <p:strVal val="visible"/>
                                      </p:to>
                                    </p:set>
                                    <p:animEffect transition="in" filter="wipe(left)">
                                      <p:cBhvr>
                                        <p:cTn id="42" dur="500"/>
                                        <p:tgtEl>
                                          <p:spTgt spid="13313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3132"/>
                                        </p:tgtEl>
                                        <p:attrNameLst>
                                          <p:attrName>style.visibility</p:attrName>
                                        </p:attrNameLst>
                                      </p:cBhvr>
                                      <p:to>
                                        <p:strVal val="visible"/>
                                      </p:to>
                                    </p:set>
                                    <p:animEffect transition="in" filter="wipe(left)">
                                      <p:cBhvr>
                                        <p:cTn id="47" dur="500"/>
                                        <p:tgtEl>
                                          <p:spTgt spid="133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7" grpId="0" animBg="1"/>
      <p:bldP spid="133132" grpId="0"/>
      <p:bldP spid="133133" grpId="0" animBg="1"/>
      <p:bldP spid="133133" grpId="1" animBg="1"/>
      <p:bldP spid="133134" grpId="0" animBg="1"/>
      <p:bldP spid="133134" grpId="1"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4"/>
          <p:cNvSpPr txBox="1">
            <a:spLocks noChangeArrowheads="1"/>
          </p:cNvSpPr>
          <p:nvPr/>
        </p:nvSpPr>
        <p:spPr bwMode="auto">
          <a:xfrm>
            <a:off x="1187450" y="404813"/>
            <a:ext cx="6734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注：</a:t>
            </a:r>
            <a:r>
              <a:rPr lang="en-US" altLang="zh-CN"/>
              <a:t>(1) </a:t>
            </a:r>
            <a:r>
              <a:rPr lang="zh-CN" altLang="en-US"/>
              <a:t>可推广到有限个同阶方阵相乘情况</a:t>
            </a:r>
          </a:p>
        </p:txBody>
      </p:sp>
      <p:graphicFrame>
        <p:nvGraphicFramePr>
          <p:cNvPr id="51203" name="Object 5"/>
          <p:cNvGraphicFramePr>
            <a:graphicFrameLocks noChangeAspect="1"/>
          </p:cNvGraphicFramePr>
          <p:nvPr/>
        </p:nvGraphicFramePr>
        <p:xfrm>
          <a:off x="2051050" y="1103313"/>
          <a:ext cx="5473700" cy="709612"/>
        </p:xfrm>
        <a:graphic>
          <a:graphicData uri="http://schemas.openxmlformats.org/presentationml/2006/ole">
            <mc:AlternateContent xmlns:mc="http://schemas.openxmlformats.org/markup-compatibility/2006">
              <mc:Choice xmlns:v="urn:schemas-microsoft-com:vml" Requires="v">
                <p:oleObj spid="_x0000_s51222" name="Equation" r:id="rId3" imgW="2057400" imgH="266700" progId="Equation.DSMT4">
                  <p:embed/>
                </p:oleObj>
              </mc:Choice>
              <mc:Fallback>
                <p:oleObj name="Equation" r:id="rId3" imgW="2057400" imgH="2667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1103313"/>
                        <a:ext cx="5473700"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4151" name="Text Box 7"/>
          <p:cNvSpPr txBox="1">
            <a:spLocks noChangeArrowheads="1"/>
          </p:cNvSpPr>
          <p:nvPr/>
        </p:nvSpPr>
        <p:spPr bwMode="auto">
          <a:xfrm>
            <a:off x="1743075" y="2152650"/>
            <a:ext cx="3829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(2) </a:t>
            </a:r>
            <a:r>
              <a:rPr lang="zh-CN" altLang="en-US"/>
              <a:t>对于同阶方阵</a:t>
            </a:r>
            <a:r>
              <a:rPr lang="en-US" altLang="zh-CN" i="1"/>
              <a:t>A, B</a:t>
            </a:r>
            <a:r>
              <a:rPr lang="zh-CN" altLang="en-US"/>
              <a:t>有</a:t>
            </a:r>
          </a:p>
        </p:txBody>
      </p:sp>
      <p:sp>
        <p:nvSpPr>
          <p:cNvPr id="134152" name="Text Box 8"/>
          <p:cNvSpPr txBox="1">
            <a:spLocks noChangeArrowheads="1"/>
          </p:cNvSpPr>
          <p:nvPr/>
        </p:nvSpPr>
        <p:spPr bwMode="auto">
          <a:xfrm>
            <a:off x="2339975" y="2852738"/>
            <a:ext cx="35337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sz="3600"/>
              <a:t>|</a:t>
            </a:r>
            <a:r>
              <a:rPr lang="en-US" altLang="zh-CN" sz="3600" i="1"/>
              <a:t>A</a:t>
            </a:r>
            <a:r>
              <a:rPr lang="en-US" altLang="zh-CN" sz="3600"/>
              <a:t>||</a:t>
            </a:r>
            <a:r>
              <a:rPr lang="en-US" altLang="zh-CN" sz="3600" i="1"/>
              <a:t>B</a:t>
            </a:r>
            <a:r>
              <a:rPr lang="en-US" altLang="zh-CN" sz="3600"/>
              <a:t>|=|</a:t>
            </a:r>
            <a:r>
              <a:rPr lang="en-US" altLang="zh-CN" sz="3600" i="1"/>
              <a:t>AB</a:t>
            </a:r>
            <a:r>
              <a:rPr lang="en-US" altLang="zh-CN" sz="3600"/>
              <a:t>|=|</a:t>
            </a:r>
            <a:r>
              <a:rPr lang="en-US" altLang="zh-CN" sz="3600" i="1"/>
              <a:t>B</a:t>
            </a:r>
            <a:r>
              <a:rPr lang="en-US" altLang="zh-CN" sz="3600"/>
              <a:t>||</a:t>
            </a:r>
            <a:r>
              <a:rPr lang="en-US" altLang="zh-CN" sz="3600" i="1"/>
              <a:t>A</a:t>
            </a:r>
            <a:r>
              <a:rPr lang="en-US" altLang="zh-CN" sz="3600"/>
              <a:t>|</a:t>
            </a:r>
          </a:p>
        </p:txBody>
      </p:sp>
      <p:sp>
        <p:nvSpPr>
          <p:cNvPr id="134153" name="Text Box 9"/>
          <p:cNvSpPr txBox="1">
            <a:spLocks noChangeArrowheads="1"/>
          </p:cNvSpPr>
          <p:nvPr/>
        </p:nvSpPr>
        <p:spPr bwMode="auto">
          <a:xfrm>
            <a:off x="2051050" y="3695700"/>
            <a:ext cx="6696075"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可推广：若</a:t>
            </a:r>
            <a:r>
              <a:rPr lang="en-US" altLang="zh-CN" i="1"/>
              <a:t>A</a:t>
            </a:r>
            <a:r>
              <a:rPr lang="en-US" altLang="zh-CN" baseline="-25000"/>
              <a:t>1</a:t>
            </a:r>
            <a:r>
              <a:rPr lang="en-US" altLang="zh-CN" i="1"/>
              <a:t>, A</a:t>
            </a:r>
            <a:r>
              <a:rPr lang="en-US" altLang="zh-CN" baseline="-25000"/>
              <a:t>2</a:t>
            </a:r>
            <a:r>
              <a:rPr lang="en-US" altLang="zh-CN" i="1"/>
              <a:t>, …, A</a:t>
            </a:r>
            <a:r>
              <a:rPr lang="en-US" altLang="zh-CN" baseline="-25000"/>
              <a:t>m</a:t>
            </a:r>
            <a:r>
              <a:rPr lang="zh-CN" altLang="en-US"/>
              <a:t>是同阶方阵，则它们以任意次序相乘得到矩阵的行列式值相等。</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41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415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4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51" grpId="0"/>
      <p:bldP spid="134152" grpId="0"/>
      <p:bldP spid="13415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1" name="Rectangle 5"/>
          <p:cNvSpPr>
            <a:spLocks noGrp="1" noChangeArrowheads="1"/>
          </p:cNvSpPr>
          <p:nvPr>
            <p:ph type="title"/>
          </p:nvPr>
        </p:nvSpPr>
        <p:spPr>
          <a:xfrm>
            <a:off x="838200" y="115888"/>
            <a:ext cx="7543800" cy="792162"/>
          </a:xfrm>
        </p:spPr>
        <p:txBody>
          <a:bodyPr/>
          <a:lstStyle/>
          <a:p>
            <a:pPr eaLnBrk="1" hangingPunct="1">
              <a:defRPr/>
            </a:pPr>
            <a:r>
              <a:rPr lang="zh-CN" altLang="en-US" sz="4800"/>
              <a:t>小结</a:t>
            </a:r>
          </a:p>
        </p:txBody>
      </p:sp>
      <p:sp>
        <p:nvSpPr>
          <p:cNvPr id="80902" name="Text Box 6"/>
          <p:cNvSpPr txBox="1">
            <a:spLocks noChangeArrowheads="1"/>
          </p:cNvSpPr>
          <p:nvPr/>
        </p:nvSpPr>
        <p:spPr bwMode="auto">
          <a:xfrm>
            <a:off x="2339975" y="1254125"/>
            <a:ext cx="611188" cy="148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矩阵运算</a:t>
            </a:r>
          </a:p>
        </p:txBody>
      </p:sp>
      <p:graphicFrame>
        <p:nvGraphicFramePr>
          <p:cNvPr id="80903" name="Object 7"/>
          <p:cNvGraphicFramePr>
            <a:graphicFrameLocks noChangeAspect="1"/>
          </p:cNvGraphicFramePr>
          <p:nvPr/>
        </p:nvGraphicFramePr>
        <p:xfrm>
          <a:off x="3048000" y="949325"/>
          <a:ext cx="436563" cy="2032000"/>
        </p:xfrm>
        <a:graphic>
          <a:graphicData uri="http://schemas.openxmlformats.org/presentationml/2006/ole">
            <mc:AlternateContent xmlns:mc="http://schemas.openxmlformats.org/markup-compatibility/2006">
              <mc:Choice xmlns:v="urn:schemas-microsoft-com:vml" Requires="v">
                <p:oleObj spid="_x0000_s52256" name="Equation" r:id="rId3" imgW="381000" imgH="2578100" progId="Equation.3">
                  <p:embed/>
                </p:oleObj>
              </mc:Choice>
              <mc:Fallback>
                <p:oleObj name="Equation" r:id="rId3" imgW="381000" imgH="25781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949325"/>
                        <a:ext cx="436563" cy="203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0904" name="Rectangle 8"/>
          <p:cNvSpPr>
            <a:spLocks noChangeArrowheads="1"/>
          </p:cNvSpPr>
          <p:nvPr/>
        </p:nvSpPr>
        <p:spPr bwMode="auto">
          <a:xfrm>
            <a:off x="3429000" y="819150"/>
            <a:ext cx="2200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rPr>
              <a:t>加法</a:t>
            </a:r>
            <a:r>
              <a:rPr lang="en-US" altLang="zh-CN">
                <a:solidFill>
                  <a:schemeClr val="bg2"/>
                </a:solidFill>
              </a:rPr>
              <a:t>(</a:t>
            </a:r>
            <a:r>
              <a:rPr lang="zh-CN" altLang="en-US">
                <a:solidFill>
                  <a:schemeClr val="bg2"/>
                </a:solidFill>
              </a:rPr>
              <a:t>含减法</a:t>
            </a:r>
            <a:r>
              <a:rPr lang="en-US" altLang="zh-CN">
                <a:solidFill>
                  <a:schemeClr val="bg2"/>
                </a:solidFill>
              </a:rPr>
              <a:t>)</a:t>
            </a:r>
          </a:p>
        </p:txBody>
      </p:sp>
      <p:sp>
        <p:nvSpPr>
          <p:cNvPr id="80905" name="Rectangle 9"/>
          <p:cNvSpPr>
            <a:spLocks noChangeArrowheads="1"/>
          </p:cNvSpPr>
          <p:nvPr/>
        </p:nvSpPr>
        <p:spPr bwMode="auto">
          <a:xfrm>
            <a:off x="3352800" y="1428750"/>
            <a:ext cx="32670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数与矩阵相乘</a:t>
            </a:r>
            <a:r>
              <a:rPr lang="en-US" altLang="zh-CN"/>
              <a:t>(</a:t>
            </a:r>
            <a:r>
              <a:rPr lang="zh-CN" altLang="en-US"/>
              <a:t>数乘</a:t>
            </a:r>
            <a:r>
              <a:rPr lang="en-US" altLang="zh-CN"/>
              <a:t>)</a:t>
            </a:r>
          </a:p>
        </p:txBody>
      </p:sp>
      <p:sp>
        <p:nvSpPr>
          <p:cNvPr id="80906" name="Rectangle 10"/>
          <p:cNvSpPr>
            <a:spLocks noChangeArrowheads="1"/>
          </p:cNvSpPr>
          <p:nvPr/>
        </p:nvSpPr>
        <p:spPr bwMode="auto">
          <a:xfrm>
            <a:off x="3352800" y="2016125"/>
            <a:ext cx="2673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矩阵与矩阵相乘</a:t>
            </a:r>
          </a:p>
        </p:txBody>
      </p:sp>
      <p:sp>
        <p:nvSpPr>
          <p:cNvPr id="80909" name="Rectangle 13"/>
          <p:cNvSpPr>
            <a:spLocks noChangeArrowheads="1"/>
          </p:cNvSpPr>
          <p:nvPr/>
        </p:nvSpPr>
        <p:spPr bwMode="auto">
          <a:xfrm>
            <a:off x="3419475" y="2620963"/>
            <a:ext cx="2317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方阵的行列式</a:t>
            </a:r>
          </a:p>
        </p:txBody>
      </p:sp>
      <p:sp>
        <p:nvSpPr>
          <p:cNvPr id="87047" name="Rectangle 1031"/>
          <p:cNvSpPr>
            <a:spLocks noChangeArrowheads="1"/>
          </p:cNvSpPr>
          <p:nvPr/>
        </p:nvSpPr>
        <p:spPr bwMode="auto">
          <a:xfrm>
            <a:off x="827088" y="4391025"/>
            <a:ext cx="7993062" cy="94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rPr>
              <a:t>　　</a:t>
            </a:r>
            <a:r>
              <a:rPr lang="zh-CN" altLang="en-US">
                <a:solidFill>
                  <a:schemeClr val="bg2"/>
                </a:solidFill>
                <a:latin typeface="黑体" pitchFamily="49" charset="-122"/>
              </a:rPr>
              <a:t>（</a:t>
            </a:r>
            <a:r>
              <a:rPr lang="en-US" altLang="zh-CN">
                <a:solidFill>
                  <a:schemeClr val="bg2"/>
                </a:solidFill>
                <a:latin typeface="黑体" pitchFamily="49" charset="-122"/>
              </a:rPr>
              <a:t>2</a:t>
            </a:r>
            <a:r>
              <a:rPr lang="zh-CN" altLang="en-US">
                <a:solidFill>
                  <a:schemeClr val="bg2"/>
                </a:solidFill>
                <a:latin typeface="黑体" pitchFamily="49" charset="-122"/>
              </a:rPr>
              <a:t>）只有当左矩阵的列数等于右矩阵的行数时，两个矩阵才能相乘</a:t>
            </a:r>
            <a:r>
              <a:rPr lang="en-US" altLang="zh-CN">
                <a:solidFill>
                  <a:schemeClr val="bg2"/>
                </a:solidFill>
                <a:latin typeface="黑体" pitchFamily="49" charset="-122"/>
              </a:rPr>
              <a:t>,</a:t>
            </a:r>
            <a:r>
              <a:rPr lang="zh-CN" altLang="en-US">
                <a:solidFill>
                  <a:schemeClr val="bg2"/>
                </a:solidFill>
                <a:latin typeface="黑体" pitchFamily="49" charset="-122"/>
              </a:rPr>
              <a:t>且矩阵相乘不满足交换律</a:t>
            </a:r>
            <a:r>
              <a:rPr lang="en-US" altLang="zh-CN">
                <a:solidFill>
                  <a:schemeClr val="bg2"/>
                </a:solidFill>
              </a:rPr>
              <a:t>.</a:t>
            </a:r>
          </a:p>
        </p:txBody>
      </p:sp>
      <p:sp>
        <p:nvSpPr>
          <p:cNvPr id="87048" name="Rectangle 1032"/>
          <p:cNvSpPr>
            <a:spLocks noChangeArrowheads="1"/>
          </p:cNvSpPr>
          <p:nvPr/>
        </p:nvSpPr>
        <p:spPr bwMode="auto">
          <a:xfrm>
            <a:off x="900113" y="3500438"/>
            <a:ext cx="8064500" cy="94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rPr>
              <a:t>　　</a:t>
            </a:r>
            <a:r>
              <a:rPr lang="zh-CN" altLang="en-US">
                <a:solidFill>
                  <a:schemeClr val="bg2"/>
                </a:solidFill>
                <a:latin typeface="黑体" pitchFamily="49" charset="-122"/>
              </a:rPr>
              <a:t>（</a:t>
            </a:r>
            <a:r>
              <a:rPr lang="en-US" altLang="zh-CN">
                <a:solidFill>
                  <a:schemeClr val="bg2"/>
                </a:solidFill>
                <a:latin typeface="黑体" pitchFamily="49" charset="-122"/>
              </a:rPr>
              <a:t>1</a:t>
            </a:r>
            <a:r>
              <a:rPr lang="zh-CN" altLang="en-US">
                <a:solidFill>
                  <a:schemeClr val="bg2"/>
                </a:solidFill>
                <a:latin typeface="黑体" pitchFamily="49" charset="-122"/>
              </a:rPr>
              <a:t>）只有当两个矩阵是同型矩阵时，才能进行加法运算</a:t>
            </a:r>
            <a:r>
              <a:rPr lang="en-US" altLang="zh-CN">
                <a:solidFill>
                  <a:schemeClr val="bg2"/>
                </a:solidFill>
              </a:rPr>
              <a:t>.</a:t>
            </a:r>
          </a:p>
        </p:txBody>
      </p:sp>
      <p:sp>
        <p:nvSpPr>
          <p:cNvPr id="87049" name="Text Box 1033"/>
          <p:cNvSpPr txBox="1">
            <a:spLocks noChangeArrowheads="1"/>
          </p:cNvSpPr>
          <p:nvPr/>
        </p:nvSpPr>
        <p:spPr bwMode="auto">
          <a:xfrm>
            <a:off x="827088" y="2995613"/>
            <a:ext cx="2035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spcBef>
                <a:spcPct val="50000"/>
              </a:spcBef>
            </a:pPr>
            <a:r>
              <a:rPr lang="zh-CN" altLang="en-US" sz="3600">
                <a:solidFill>
                  <a:srgbClr val="CC0000"/>
                </a:solidFill>
              </a:rPr>
              <a:t>注意</a:t>
            </a:r>
          </a:p>
        </p:txBody>
      </p:sp>
      <p:sp>
        <p:nvSpPr>
          <p:cNvPr id="87050" name="Rectangle 1034"/>
          <p:cNvSpPr>
            <a:spLocks noChangeArrowheads="1"/>
          </p:cNvSpPr>
          <p:nvPr/>
        </p:nvSpPr>
        <p:spPr bwMode="auto">
          <a:xfrm>
            <a:off x="900113" y="5372100"/>
            <a:ext cx="7696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solidFill>
                  <a:schemeClr val="bg2"/>
                </a:solidFill>
                <a:latin typeface="黑体" pitchFamily="49" charset="-122"/>
              </a:rPr>
              <a:t>    </a:t>
            </a:r>
            <a:r>
              <a:rPr lang="zh-CN" altLang="en-US">
                <a:solidFill>
                  <a:schemeClr val="bg2"/>
                </a:solidFill>
                <a:latin typeface="黑体" pitchFamily="49" charset="-122"/>
              </a:rPr>
              <a:t>（</a:t>
            </a:r>
            <a:r>
              <a:rPr lang="en-US" altLang="zh-CN">
                <a:solidFill>
                  <a:schemeClr val="bg2"/>
                </a:solidFill>
                <a:latin typeface="黑体" pitchFamily="49" charset="-122"/>
              </a:rPr>
              <a:t>3</a:t>
            </a:r>
            <a:r>
              <a:rPr lang="zh-CN" altLang="en-US">
                <a:solidFill>
                  <a:schemeClr val="bg2"/>
                </a:solidFill>
                <a:latin typeface="黑体" pitchFamily="49" charset="-122"/>
              </a:rPr>
              <a:t>）矩阵的数乘运算与行列式的数乘运算不同</a:t>
            </a:r>
            <a:r>
              <a:rPr lang="en-US" altLang="zh-CN">
                <a:solidFill>
                  <a:schemeClr val="bg2"/>
                </a:solidFill>
              </a:rPr>
              <a:t>.</a:t>
            </a:r>
          </a:p>
        </p:txBody>
      </p:sp>
      <p:sp>
        <p:nvSpPr>
          <p:cNvPr id="87051" name="AutoShape 1035"/>
          <p:cNvSpPr>
            <a:spLocks/>
          </p:cNvSpPr>
          <p:nvPr/>
        </p:nvSpPr>
        <p:spPr bwMode="auto">
          <a:xfrm>
            <a:off x="6659563" y="979488"/>
            <a:ext cx="144462" cy="792162"/>
          </a:xfrm>
          <a:prstGeom prst="rightBrace">
            <a:avLst>
              <a:gd name="adj1" fmla="val 45696"/>
              <a:gd name="adj2" fmla="val 50000"/>
            </a:avLst>
          </a:prstGeom>
          <a:noFill/>
          <a:ln w="38100">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p>
        </p:txBody>
      </p:sp>
      <p:sp>
        <p:nvSpPr>
          <p:cNvPr id="87052" name="Text Box 1036"/>
          <p:cNvSpPr txBox="1">
            <a:spLocks noChangeArrowheads="1"/>
          </p:cNvSpPr>
          <p:nvPr/>
        </p:nvSpPr>
        <p:spPr bwMode="auto">
          <a:xfrm>
            <a:off x="6877050" y="1052513"/>
            <a:ext cx="1606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线性运算</a:t>
            </a:r>
          </a:p>
        </p:txBody>
      </p:sp>
      <p:sp>
        <p:nvSpPr>
          <p:cNvPr id="87053" name="AutoShape 1037"/>
          <p:cNvSpPr>
            <a:spLocks noChangeArrowheads="1"/>
          </p:cNvSpPr>
          <p:nvPr/>
        </p:nvSpPr>
        <p:spPr bwMode="auto">
          <a:xfrm>
            <a:off x="7596188" y="835025"/>
            <a:ext cx="360362" cy="288925"/>
          </a:xfrm>
          <a:prstGeom prst="upArrow">
            <a:avLst>
              <a:gd name="adj1" fmla="val 50000"/>
              <a:gd name="adj2" fmla="val 25000"/>
            </a:avLst>
          </a:prstGeom>
          <a:solidFill>
            <a:schemeClr val="accent1"/>
          </a:solidFill>
          <a:ln w="19050" algn="ctr">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p>
        </p:txBody>
      </p:sp>
      <p:sp>
        <p:nvSpPr>
          <p:cNvPr id="87054" name="Text Box 1038"/>
          <p:cNvSpPr txBox="1">
            <a:spLocks noChangeArrowheads="1"/>
          </p:cNvSpPr>
          <p:nvPr/>
        </p:nvSpPr>
        <p:spPr bwMode="auto">
          <a:xfrm>
            <a:off x="6300788" y="260350"/>
            <a:ext cx="28082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spcBef>
                <a:spcPct val="50000"/>
              </a:spcBef>
            </a:pPr>
            <a:r>
              <a:rPr lang="zh-CN" altLang="en-US"/>
              <a:t>线性组合的概念</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0902"/>
                                        </p:tgtEl>
                                        <p:attrNameLst>
                                          <p:attrName>style.visibility</p:attrName>
                                        </p:attrNameLst>
                                      </p:cBhvr>
                                      <p:to>
                                        <p:strVal val="visible"/>
                                      </p:to>
                                    </p:set>
                                    <p:animEffect transition="in" filter="wipe(left)">
                                      <p:cBhvr>
                                        <p:cTn id="7" dur="500"/>
                                        <p:tgtEl>
                                          <p:spTgt spid="809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0903"/>
                                        </p:tgtEl>
                                        <p:attrNameLst>
                                          <p:attrName>style.visibility</p:attrName>
                                        </p:attrNameLst>
                                      </p:cBhvr>
                                      <p:to>
                                        <p:strVal val="visible"/>
                                      </p:to>
                                    </p:set>
                                    <p:animEffect transition="in" filter="wipe(left)">
                                      <p:cBhvr>
                                        <p:cTn id="12" dur="500"/>
                                        <p:tgtEl>
                                          <p:spTgt spid="8090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80904"/>
                                        </p:tgtEl>
                                        <p:attrNameLst>
                                          <p:attrName>style.visibility</p:attrName>
                                        </p:attrNameLst>
                                      </p:cBhvr>
                                      <p:to>
                                        <p:strVal val="visible"/>
                                      </p:to>
                                    </p:set>
                                    <p:animEffect transition="in" filter="wipe(left)">
                                      <p:cBhvr>
                                        <p:cTn id="17" dur="75"/>
                                        <p:tgtEl>
                                          <p:spTgt spid="8090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80905"/>
                                        </p:tgtEl>
                                        <p:attrNameLst>
                                          <p:attrName>style.visibility</p:attrName>
                                        </p:attrNameLst>
                                      </p:cBhvr>
                                      <p:to>
                                        <p:strVal val="visible"/>
                                      </p:to>
                                    </p:set>
                                    <p:animEffect transition="in" filter="wipe(left)">
                                      <p:cBhvr>
                                        <p:cTn id="22" dur="75"/>
                                        <p:tgtEl>
                                          <p:spTgt spid="8090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7051"/>
                                        </p:tgtEl>
                                        <p:attrNameLst>
                                          <p:attrName>style.visibility</p:attrName>
                                        </p:attrNameLst>
                                      </p:cBhvr>
                                      <p:to>
                                        <p:strVal val="visible"/>
                                      </p:to>
                                    </p:set>
                                    <p:animEffect transition="in" filter="wipe(left)">
                                      <p:cBhvr>
                                        <p:cTn id="27" dur="500"/>
                                        <p:tgtEl>
                                          <p:spTgt spid="87051"/>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87052"/>
                                        </p:tgtEl>
                                        <p:attrNameLst>
                                          <p:attrName>style.visibility</p:attrName>
                                        </p:attrNameLst>
                                      </p:cBhvr>
                                      <p:to>
                                        <p:strVal val="visible"/>
                                      </p:to>
                                    </p:set>
                                    <p:animEffect transition="in" filter="wipe(left)">
                                      <p:cBhvr>
                                        <p:cTn id="30" dur="500"/>
                                        <p:tgtEl>
                                          <p:spTgt spid="8705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87053"/>
                                        </p:tgtEl>
                                        <p:attrNameLst>
                                          <p:attrName>style.visibility</p:attrName>
                                        </p:attrNameLst>
                                      </p:cBhvr>
                                      <p:to>
                                        <p:strVal val="visible"/>
                                      </p:to>
                                    </p:set>
                                    <p:animEffect transition="in" filter="wipe(down)">
                                      <p:cBhvr>
                                        <p:cTn id="35" dur="500"/>
                                        <p:tgtEl>
                                          <p:spTgt spid="87053"/>
                                        </p:tgtEl>
                                      </p:cBhvr>
                                    </p:animEffect>
                                  </p:childTnLst>
                                </p:cTn>
                              </p:par>
                              <p:par>
                                <p:cTn id="36" presetID="22" presetClass="entr" presetSubtype="4" fill="hold" nodeType="withEffect">
                                  <p:stCondLst>
                                    <p:cond delay="0"/>
                                  </p:stCondLst>
                                  <p:childTnLst>
                                    <p:set>
                                      <p:cBhvr>
                                        <p:cTn id="37" dur="1" fill="hold">
                                          <p:stCondLst>
                                            <p:cond delay="0"/>
                                          </p:stCondLst>
                                        </p:cTn>
                                        <p:tgtEl>
                                          <p:spTgt spid="87054"/>
                                        </p:tgtEl>
                                        <p:attrNameLst>
                                          <p:attrName>style.visibility</p:attrName>
                                        </p:attrNameLst>
                                      </p:cBhvr>
                                      <p:to>
                                        <p:strVal val="visible"/>
                                      </p:to>
                                    </p:set>
                                    <p:animEffect transition="in" filter="wipe(down)">
                                      <p:cBhvr>
                                        <p:cTn id="38" dur="500"/>
                                        <p:tgtEl>
                                          <p:spTgt spid="8705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iterate type="lt">
                                    <p:tmPct val="100000"/>
                                  </p:iterate>
                                  <p:childTnLst>
                                    <p:set>
                                      <p:cBhvr>
                                        <p:cTn id="42" dur="1" fill="hold">
                                          <p:stCondLst>
                                            <p:cond delay="0"/>
                                          </p:stCondLst>
                                        </p:cTn>
                                        <p:tgtEl>
                                          <p:spTgt spid="80906"/>
                                        </p:tgtEl>
                                        <p:attrNameLst>
                                          <p:attrName>style.visibility</p:attrName>
                                        </p:attrNameLst>
                                      </p:cBhvr>
                                      <p:to>
                                        <p:strVal val="visible"/>
                                      </p:to>
                                    </p:set>
                                    <p:animEffect transition="in" filter="wipe(left)">
                                      <p:cBhvr>
                                        <p:cTn id="43" dur="75"/>
                                        <p:tgtEl>
                                          <p:spTgt spid="8090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iterate type="lt">
                                    <p:tmPct val="100000"/>
                                  </p:iterate>
                                  <p:childTnLst>
                                    <p:set>
                                      <p:cBhvr>
                                        <p:cTn id="47" dur="1" fill="hold">
                                          <p:stCondLst>
                                            <p:cond delay="0"/>
                                          </p:stCondLst>
                                        </p:cTn>
                                        <p:tgtEl>
                                          <p:spTgt spid="80909"/>
                                        </p:tgtEl>
                                        <p:attrNameLst>
                                          <p:attrName>style.visibility</p:attrName>
                                        </p:attrNameLst>
                                      </p:cBhvr>
                                      <p:to>
                                        <p:strVal val="visible"/>
                                      </p:to>
                                    </p:set>
                                    <p:animEffect transition="in" filter="wipe(left)">
                                      <p:cBhvr>
                                        <p:cTn id="48" dur="75"/>
                                        <p:tgtEl>
                                          <p:spTgt spid="8090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7049"/>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iterate type="lt">
                                    <p:tmPct val="100000"/>
                                  </p:iterate>
                                  <p:childTnLst>
                                    <p:set>
                                      <p:cBhvr>
                                        <p:cTn id="56" dur="1" fill="hold">
                                          <p:stCondLst>
                                            <p:cond delay="0"/>
                                          </p:stCondLst>
                                        </p:cTn>
                                        <p:tgtEl>
                                          <p:spTgt spid="87048"/>
                                        </p:tgtEl>
                                        <p:attrNameLst>
                                          <p:attrName>style.visibility</p:attrName>
                                        </p:attrNameLst>
                                      </p:cBhvr>
                                      <p:to>
                                        <p:strVal val="visible"/>
                                      </p:to>
                                    </p:set>
                                    <p:animEffect transition="in" filter="wipe(left)">
                                      <p:cBhvr>
                                        <p:cTn id="57" dur="75"/>
                                        <p:tgtEl>
                                          <p:spTgt spid="8704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iterate type="lt">
                                    <p:tmPct val="100000"/>
                                  </p:iterate>
                                  <p:childTnLst>
                                    <p:set>
                                      <p:cBhvr>
                                        <p:cTn id="61" dur="1" fill="hold">
                                          <p:stCondLst>
                                            <p:cond delay="0"/>
                                          </p:stCondLst>
                                        </p:cTn>
                                        <p:tgtEl>
                                          <p:spTgt spid="87047"/>
                                        </p:tgtEl>
                                        <p:attrNameLst>
                                          <p:attrName>style.visibility</p:attrName>
                                        </p:attrNameLst>
                                      </p:cBhvr>
                                      <p:to>
                                        <p:strVal val="visible"/>
                                      </p:to>
                                    </p:set>
                                    <p:animEffect transition="in" filter="wipe(left)">
                                      <p:cBhvr>
                                        <p:cTn id="62" dur="75"/>
                                        <p:tgtEl>
                                          <p:spTgt spid="8704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iterate type="lt">
                                    <p:tmPct val="100000"/>
                                  </p:iterate>
                                  <p:childTnLst>
                                    <p:set>
                                      <p:cBhvr>
                                        <p:cTn id="66" dur="1" fill="hold">
                                          <p:stCondLst>
                                            <p:cond delay="0"/>
                                          </p:stCondLst>
                                        </p:cTn>
                                        <p:tgtEl>
                                          <p:spTgt spid="87050"/>
                                        </p:tgtEl>
                                        <p:attrNameLst>
                                          <p:attrName>style.visibility</p:attrName>
                                        </p:attrNameLst>
                                      </p:cBhvr>
                                      <p:to>
                                        <p:strVal val="visible"/>
                                      </p:to>
                                    </p:set>
                                    <p:animEffect transition="in" filter="wipe(left)">
                                      <p:cBhvr>
                                        <p:cTn id="67" dur="75"/>
                                        <p:tgtEl>
                                          <p:spTgt spid="87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2" grpId="0" autoUpdateAnimBg="0"/>
      <p:bldP spid="80904" grpId="0" autoUpdateAnimBg="0"/>
      <p:bldP spid="80905" grpId="0" autoUpdateAnimBg="0"/>
      <p:bldP spid="80909" grpId="0" autoUpdateAnimBg="0"/>
      <p:bldP spid="87047" grpId="0" autoUpdateAnimBg="0"/>
      <p:bldP spid="87048" grpId="0" autoUpdateAnimBg="0"/>
      <p:bldP spid="87049" grpId="0"/>
      <p:bldP spid="87050" grpId="0" autoUpdateAnimBg="0"/>
      <p:bldP spid="87051" grpId="0" animBg="1"/>
      <p:bldP spid="87052" grpId="0"/>
      <p:bldP spid="8705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6" name="Rectangle 6"/>
          <p:cNvSpPr>
            <a:spLocks noGrp="1" noChangeArrowheads="1"/>
          </p:cNvSpPr>
          <p:nvPr>
            <p:ph type="title"/>
          </p:nvPr>
        </p:nvSpPr>
        <p:spPr>
          <a:xfrm>
            <a:off x="755650" y="44450"/>
            <a:ext cx="7543800" cy="792163"/>
          </a:xfrm>
        </p:spPr>
        <p:txBody>
          <a:bodyPr/>
          <a:lstStyle/>
          <a:p>
            <a:pPr eaLnBrk="1" hangingPunct="1">
              <a:defRPr/>
            </a:pPr>
            <a:r>
              <a:rPr lang="zh-CN" altLang="en-US"/>
              <a:t>综合训练 </a:t>
            </a:r>
          </a:p>
        </p:txBody>
      </p:sp>
      <p:graphicFrame>
        <p:nvGraphicFramePr>
          <p:cNvPr id="53251" name="Object 11"/>
          <p:cNvGraphicFramePr>
            <a:graphicFrameLocks noChangeAspect="1"/>
          </p:cNvGraphicFramePr>
          <p:nvPr/>
        </p:nvGraphicFramePr>
        <p:xfrm>
          <a:off x="1258888" y="1484313"/>
          <a:ext cx="4432300" cy="642937"/>
        </p:xfrm>
        <a:graphic>
          <a:graphicData uri="http://schemas.openxmlformats.org/presentationml/2006/ole">
            <mc:AlternateContent xmlns:mc="http://schemas.openxmlformats.org/markup-compatibility/2006">
              <mc:Choice xmlns:v="urn:schemas-microsoft-com:vml" Requires="v">
                <p:oleObj spid="_x0000_s53348" name="Equation" r:id="rId3" imgW="1841500" imgH="266700" progId="Equation.DSMT4">
                  <p:embed/>
                </p:oleObj>
              </mc:Choice>
              <mc:Fallback>
                <p:oleObj name="Equation" r:id="rId3" imgW="1841500" imgH="266700" progId="Equation.DSMT4">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1484313"/>
                        <a:ext cx="44323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2" name="Object 10"/>
          <p:cNvGraphicFramePr>
            <a:graphicFrameLocks noChangeAspect="1"/>
          </p:cNvGraphicFramePr>
          <p:nvPr/>
        </p:nvGraphicFramePr>
        <p:xfrm>
          <a:off x="1258888" y="2132013"/>
          <a:ext cx="2392362" cy="603250"/>
        </p:xfrm>
        <a:graphic>
          <a:graphicData uri="http://schemas.openxmlformats.org/presentationml/2006/ole">
            <mc:AlternateContent xmlns:mc="http://schemas.openxmlformats.org/markup-compatibility/2006">
              <mc:Choice xmlns:v="urn:schemas-microsoft-com:vml" Requires="v">
                <p:oleObj spid="_x0000_s53349" name="Equation" r:id="rId5" imgW="1053643" imgH="266584" progId="Equation.DSMT4">
                  <p:embed/>
                </p:oleObj>
              </mc:Choice>
              <mc:Fallback>
                <p:oleObj name="Equation" r:id="rId5" imgW="1053643" imgH="266584"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2132013"/>
                        <a:ext cx="2392362"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3" name="Object 9"/>
          <p:cNvGraphicFramePr>
            <a:graphicFrameLocks noChangeAspect="1"/>
          </p:cNvGraphicFramePr>
          <p:nvPr/>
        </p:nvGraphicFramePr>
        <p:xfrm>
          <a:off x="1692275" y="2708275"/>
          <a:ext cx="1871663" cy="1066800"/>
        </p:xfrm>
        <a:graphic>
          <a:graphicData uri="http://schemas.openxmlformats.org/presentationml/2006/ole">
            <mc:AlternateContent xmlns:mc="http://schemas.openxmlformats.org/markup-compatibility/2006">
              <mc:Choice xmlns:v="urn:schemas-microsoft-com:vml" Requires="v">
                <p:oleObj spid="_x0000_s53350" name="Equation" r:id="rId7" imgW="952087" imgH="545863" progId="Equation.DSMT4">
                  <p:embed/>
                </p:oleObj>
              </mc:Choice>
              <mc:Fallback>
                <p:oleObj name="Equation" r:id="rId7" imgW="952087" imgH="545863"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2275" y="2708275"/>
                        <a:ext cx="187166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4" name="Object 8"/>
          <p:cNvGraphicFramePr>
            <a:graphicFrameLocks noChangeAspect="1"/>
          </p:cNvGraphicFramePr>
          <p:nvPr/>
        </p:nvGraphicFramePr>
        <p:xfrm>
          <a:off x="1731963" y="3789363"/>
          <a:ext cx="1800225" cy="995362"/>
        </p:xfrm>
        <a:graphic>
          <a:graphicData uri="http://schemas.openxmlformats.org/presentationml/2006/ole">
            <mc:AlternateContent xmlns:mc="http://schemas.openxmlformats.org/markup-compatibility/2006">
              <mc:Choice xmlns:v="urn:schemas-microsoft-com:vml" Requires="v">
                <p:oleObj spid="_x0000_s53351" name="Equation" r:id="rId9" imgW="977476" imgH="545863" progId="Equation.DSMT4">
                  <p:embed/>
                </p:oleObj>
              </mc:Choice>
              <mc:Fallback>
                <p:oleObj name="Equation" r:id="rId9" imgW="977476" imgH="545863"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31963" y="3789363"/>
                        <a:ext cx="1800225" cy="99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5" name="Rectangle 18"/>
          <p:cNvSpPr>
            <a:spLocks noChangeArrowheads="1"/>
          </p:cNvSpPr>
          <p:nvPr/>
        </p:nvSpPr>
        <p:spPr bwMode="auto">
          <a:xfrm>
            <a:off x="482600" y="908050"/>
            <a:ext cx="75199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例</a:t>
            </a:r>
            <a:r>
              <a:rPr lang="en-US" altLang="zh-CN"/>
              <a:t>1	</a:t>
            </a:r>
            <a:r>
              <a:rPr lang="zh-CN" altLang="en-US"/>
              <a:t>判断下述结论是否正确</a:t>
            </a:r>
            <a:r>
              <a:rPr lang="en-US" altLang="zh-CN"/>
              <a:t>(A</a:t>
            </a:r>
            <a:r>
              <a:rPr lang="zh-CN" altLang="en-US"/>
              <a:t>，</a:t>
            </a:r>
            <a:r>
              <a:rPr lang="en-US" altLang="zh-CN"/>
              <a:t>B</a:t>
            </a:r>
            <a:r>
              <a:rPr lang="zh-CN" altLang="en-US"/>
              <a:t>为同阶方阵</a:t>
            </a:r>
            <a:r>
              <a:rPr lang="en-US" altLang="zh-CN"/>
              <a:t>)</a:t>
            </a:r>
          </a:p>
        </p:txBody>
      </p:sp>
      <p:sp>
        <p:nvSpPr>
          <p:cNvPr id="53256" name="Rectangle 19"/>
          <p:cNvSpPr>
            <a:spLocks noChangeArrowheads="1"/>
          </p:cNvSpPr>
          <p:nvPr/>
        </p:nvSpPr>
        <p:spPr bwMode="auto">
          <a:xfrm>
            <a:off x="684213" y="1484313"/>
            <a:ext cx="6000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(1)</a:t>
            </a:r>
          </a:p>
        </p:txBody>
      </p:sp>
      <p:sp>
        <p:nvSpPr>
          <p:cNvPr id="53257" name="Rectangle 20"/>
          <p:cNvSpPr>
            <a:spLocks noChangeArrowheads="1"/>
          </p:cNvSpPr>
          <p:nvPr/>
        </p:nvSpPr>
        <p:spPr bwMode="auto">
          <a:xfrm>
            <a:off x="684213" y="2132013"/>
            <a:ext cx="6000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(2)</a:t>
            </a:r>
          </a:p>
        </p:txBody>
      </p:sp>
      <p:sp>
        <p:nvSpPr>
          <p:cNvPr id="53258" name="Rectangle 21"/>
          <p:cNvSpPr>
            <a:spLocks noChangeArrowheads="1"/>
          </p:cNvSpPr>
          <p:nvPr/>
        </p:nvSpPr>
        <p:spPr bwMode="auto">
          <a:xfrm>
            <a:off x="684213" y="2981325"/>
            <a:ext cx="11350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(3)  </a:t>
            </a:r>
            <a:r>
              <a:rPr lang="zh-CN" altLang="en-US"/>
              <a:t>设</a:t>
            </a:r>
          </a:p>
        </p:txBody>
      </p:sp>
      <p:sp>
        <p:nvSpPr>
          <p:cNvPr id="53259" name="Rectangle 22"/>
          <p:cNvSpPr>
            <a:spLocks noChangeArrowheads="1"/>
          </p:cNvSpPr>
          <p:nvPr/>
        </p:nvSpPr>
        <p:spPr bwMode="auto">
          <a:xfrm>
            <a:off x="3492500" y="2981325"/>
            <a:ext cx="50117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则对于任二阶方阵</a:t>
            </a:r>
            <a:r>
              <a:rPr lang="en-US" altLang="zh-CN" i="1"/>
              <a:t>B</a:t>
            </a:r>
            <a:r>
              <a:rPr lang="zh-CN" altLang="en-US"/>
              <a:t>有</a:t>
            </a:r>
            <a:r>
              <a:rPr lang="en-US" altLang="zh-CN" i="1"/>
              <a:t>AB</a:t>
            </a:r>
            <a:r>
              <a:rPr lang="zh-CN" altLang="en-US" i="1"/>
              <a:t>＝</a:t>
            </a:r>
            <a:r>
              <a:rPr lang="en-US" altLang="zh-CN" i="1"/>
              <a:t>BA</a:t>
            </a:r>
            <a:r>
              <a:rPr lang="en-US" altLang="zh-CN"/>
              <a:t>.</a:t>
            </a:r>
          </a:p>
        </p:txBody>
      </p:sp>
      <p:sp>
        <p:nvSpPr>
          <p:cNvPr id="53260" name="Rectangle 23"/>
          <p:cNvSpPr>
            <a:spLocks noChangeArrowheads="1"/>
          </p:cNvSpPr>
          <p:nvPr/>
        </p:nvSpPr>
        <p:spPr bwMode="auto">
          <a:xfrm>
            <a:off x="1227138" y="4005263"/>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若</a:t>
            </a:r>
          </a:p>
        </p:txBody>
      </p:sp>
      <p:sp>
        <p:nvSpPr>
          <p:cNvPr id="53261" name="Rectangle 24"/>
          <p:cNvSpPr>
            <a:spLocks noChangeArrowheads="1"/>
          </p:cNvSpPr>
          <p:nvPr/>
        </p:nvSpPr>
        <p:spPr bwMode="auto">
          <a:xfrm>
            <a:off x="3532188" y="3989388"/>
            <a:ext cx="1250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时呢？</a:t>
            </a:r>
          </a:p>
        </p:txBody>
      </p:sp>
      <p:sp>
        <p:nvSpPr>
          <p:cNvPr id="53262" name="Rectangle 25"/>
          <p:cNvSpPr>
            <a:spLocks noChangeArrowheads="1"/>
          </p:cNvSpPr>
          <p:nvPr/>
        </p:nvSpPr>
        <p:spPr bwMode="auto">
          <a:xfrm>
            <a:off x="684213" y="4724400"/>
            <a:ext cx="38131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(4) </a:t>
            </a:r>
            <a:r>
              <a:rPr lang="zh-CN" altLang="en-US"/>
              <a:t>若</a:t>
            </a:r>
            <a:r>
              <a:rPr lang="en-US" altLang="zh-CN"/>
              <a:t>|</a:t>
            </a:r>
            <a:r>
              <a:rPr lang="en-US" altLang="zh-CN" i="1"/>
              <a:t>A</a:t>
            </a:r>
            <a:r>
              <a:rPr lang="en-US" altLang="zh-CN"/>
              <a:t>|</a:t>
            </a:r>
            <a:r>
              <a:rPr lang="zh-CN" altLang="en-US"/>
              <a:t>＝</a:t>
            </a:r>
            <a:r>
              <a:rPr lang="en-US" altLang="zh-CN"/>
              <a:t>|</a:t>
            </a:r>
            <a:r>
              <a:rPr lang="en-US" altLang="zh-CN" i="1"/>
              <a:t>B</a:t>
            </a:r>
            <a:r>
              <a:rPr lang="en-US" altLang="zh-CN"/>
              <a:t>|</a:t>
            </a:r>
            <a:r>
              <a:rPr lang="zh-CN" altLang="en-US"/>
              <a:t>，则</a:t>
            </a:r>
            <a:r>
              <a:rPr lang="en-US" altLang="zh-CN" i="1"/>
              <a:t>A</a:t>
            </a:r>
            <a:r>
              <a:rPr lang="zh-CN" altLang="en-US" i="1"/>
              <a:t>＝</a:t>
            </a:r>
            <a:r>
              <a:rPr lang="en-US" altLang="zh-CN" i="1"/>
              <a:t>B</a:t>
            </a:r>
            <a:r>
              <a:rPr lang="en-US" altLang="zh-CN"/>
              <a:t>.</a:t>
            </a:r>
          </a:p>
        </p:txBody>
      </p:sp>
      <p:sp>
        <p:nvSpPr>
          <p:cNvPr id="53263" name="Rectangle 26"/>
          <p:cNvSpPr>
            <a:spLocks noChangeArrowheads="1"/>
          </p:cNvSpPr>
          <p:nvPr/>
        </p:nvSpPr>
        <p:spPr bwMode="auto">
          <a:xfrm>
            <a:off x="684213" y="5372100"/>
            <a:ext cx="3359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t>(5) </a:t>
            </a:r>
            <a:r>
              <a:rPr lang="zh-CN" altLang="en-US"/>
              <a:t>若</a:t>
            </a:r>
            <a:r>
              <a:rPr lang="en-US" altLang="zh-CN" i="1"/>
              <a:t>A</a:t>
            </a:r>
            <a:r>
              <a:rPr lang="en-US" altLang="zh-CN" baseline="30000"/>
              <a:t>2</a:t>
            </a:r>
            <a:r>
              <a:rPr lang="en-US" altLang="zh-CN"/>
              <a:t>=</a:t>
            </a:r>
            <a:r>
              <a:rPr lang="en-US" altLang="zh-CN" i="1"/>
              <a:t>O</a:t>
            </a:r>
            <a:r>
              <a:rPr lang="zh-CN" altLang="en-US"/>
              <a:t>，则</a:t>
            </a:r>
            <a:r>
              <a:rPr lang="en-US" altLang="zh-CN" i="1"/>
              <a:t>A=O</a:t>
            </a:r>
            <a:r>
              <a:rPr lang="en-US" altLang="zh-CN"/>
              <a:t>.</a:t>
            </a:r>
          </a:p>
        </p:txBody>
      </p:sp>
      <p:sp>
        <p:nvSpPr>
          <p:cNvPr id="81948" name="Rectangle 28"/>
          <p:cNvSpPr>
            <a:spLocks noChangeArrowheads="1"/>
          </p:cNvSpPr>
          <p:nvPr/>
        </p:nvSpPr>
        <p:spPr bwMode="auto">
          <a:xfrm>
            <a:off x="4787900" y="3932238"/>
            <a:ext cx="6810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sz="3200">
                <a:solidFill>
                  <a:srgbClr val="FF0000"/>
                </a:solidFill>
              </a:rPr>
              <a:t>×</a:t>
            </a:r>
            <a:r>
              <a:rPr lang="en-US" altLang="zh-CN"/>
              <a:t> </a:t>
            </a:r>
          </a:p>
        </p:txBody>
      </p:sp>
      <p:sp>
        <p:nvSpPr>
          <p:cNvPr id="81949" name="Rectangle 29"/>
          <p:cNvSpPr>
            <a:spLocks noChangeArrowheads="1"/>
          </p:cNvSpPr>
          <p:nvPr/>
        </p:nvSpPr>
        <p:spPr bwMode="auto">
          <a:xfrm>
            <a:off x="5795963" y="1484313"/>
            <a:ext cx="6810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sz="3200">
                <a:solidFill>
                  <a:srgbClr val="FF0000"/>
                </a:solidFill>
              </a:rPr>
              <a:t>×</a:t>
            </a:r>
            <a:r>
              <a:rPr lang="en-US" altLang="zh-CN"/>
              <a:t> </a:t>
            </a:r>
          </a:p>
        </p:txBody>
      </p:sp>
      <p:sp>
        <p:nvSpPr>
          <p:cNvPr id="81950" name="Rectangle 30"/>
          <p:cNvSpPr>
            <a:spLocks noChangeArrowheads="1"/>
          </p:cNvSpPr>
          <p:nvPr/>
        </p:nvSpPr>
        <p:spPr bwMode="auto">
          <a:xfrm>
            <a:off x="3708400" y="2132013"/>
            <a:ext cx="6810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sz="3200">
                <a:solidFill>
                  <a:srgbClr val="FF0000"/>
                </a:solidFill>
              </a:rPr>
              <a:t>×</a:t>
            </a:r>
            <a:r>
              <a:rPr lang="en-US" altLang="zh-CN"/>
              <a:t> </a:t>
            </a:r>
          </a:p>
        </p:txBody>
      </p:sp>
      <p:sp>
        <p:nvSpPr>
          <p:cNvPr id="81951" name="Rectangle 31"/>
          <p:cNvSpPr>
            <a:spLocks noChangeArrowheads="1"/>
          </p:cNvSpPr>
          <p:nvPr/>
        </p:nvSpPr>
        <p:spPr bwMode="auto">
          <a:xfrm>
            <a:off x="8459788" y="2992438"/>
            <a:ext cx="5921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sz="3200">
                <a:solidFill>
                  <a:srgbClr val="FF0000"/>
                </a:solidFill>
              </a:rPr>
              <a:t>√</a:t>
            </a:r>
          </a:p>
        </p:txBody>
      </p:sp>
      <p:sp>
        <p:nvSpPr>
          <p:cNvPr id="81952" name="Rectangle 32"/>
          <p:cNvSpPr>
            <a:spLocks noChangeArrowheads="1"/>
          </p:cNvSpPr>
          <p:nvPr/>
        </p:nvSpPr>
        <p:spPr bwMode="auto">
          <a:xfrm>
            <a:off x="4643438" y="4724400"/>
            <a:ext cx="6810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sz="3200">
                <a:solidFill>
                  <a:srgbClr val="FF0000"/>
                </a:solidFill>
              </a:rPr>
              <a:t>×</a:t>
            </a:r>
            <a:r>
              <a:rPr lang="en-US" altLang="zh-CN"/>
              <a:t> </a:t>
            </a:r>
          </a:p>
        </p:txBody>
      </p:sp>
      <p:sp>
        <p:nvSpPr>
          <p:cNvPr id="81953" name="Rectangle 33"/>
          <p:cNvSpPr>
            <a:spLocks noChangeArrowheads="1"/>
          </p:cNvSpPr>
          <p:nvPr/>
        </p:nvSpPr>
        <p:spPr bwMode="auto">
          <a:xfrm>
            <a:off x="4211638" y="5372100"/>
            <a:ext cx="6810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sz="3200">
                <a:solidFill>
                  <a:srgbClr val="FF0000"/>
                </a:solidFill>
              </a:rPr>
              <a:t>×</a:t>
            </a:r>
            <a:r>
              <a:rPr lang="en-US" altLang="zh-CN"/>
              <a:t> </a:t>
            </a:r>
          </a:p>
        </p:txBody>
      </p:sp>
      <p:sp>
        <p:nvSpPr>
          <p:cNvPr id="81955" name="Rectangle 35"/>
          <p:cNvSpPr>
            <a:spLocks noChangeArrowheads="1"/>
          </p:cNvSpPr>
          <p:nvPr/>
        </p:nvSpPr>
        <p:spPr bwMode="auto">
          <a:xfrm>
            <a:off x="4932363" y="5372100"/>
            <a:ext cx="4905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sz="2400">
                <a:latin typeface="宋体" pitchFamily="2" charset="-122"/>
                <a:cs typeface="Times New Roman" pitchFamily="18" charset="0"/>
              </a:rPr>
              <a:t>如</a:t>
            </a:r>
            <a:endParaRPr lang="zh-CN" altLang="en-US" sz="2400">
              <a:cs typeface="Times New Roman" pitchFamily="18" charset="0"/>
            </a:endParaRPr>
          </a:p>
        </p:txBody>
      </p:sp>
      <p:graphicFrame>
        <p:nvGraphicFramePr>
          <p:cNvPr id="81954" name="Object 34"/>
          <p:cNvGraphicFramePr>
            <a:graphicFrameLocks noChangeAspect="1"/>
          </p:cNvGraphicFramePr>
          <p:nvPr/>
        </p:nvGraphicFramePr>
        <p:xfrm>
          <a:off x="5364163" y="5129213"/>
          <a:ext cx="1944687" cy="1035050"/>
        </p:xfrm>
        <a:graphic>
          <a:graphicData uri="http://schemas.openxmlformats.org/presentationml/2006/ole">
            <mc:AlternateContent xmlns:mc="http://schemas.openxmlformats.org/markup-compatibility/2006">
              <mc:Choice xmlns:v="urn:schemas-microsoft-com:vml" Requires="v">
                <p:oleObj spid="_x0000_s53352" name="Equation" r:id="rId11" imgW="1015559" imgH="545863" progId="Equation.DSMT4">
                  <p:embed/>
                </p:oleObj>
              </mc:Choice>
              <mc:Fallback>
                <p:oleObj name="Equation" r:id="rId11" imgW="1015559" imgH="545863" progId="Equation.DSMT4">
                  <p:embed/>
                  <p:pic>
                    <p:nvPicPr>
                      <p:cNvPr id="0" name="Object 3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64163" y="5129213"/>
                        <a:ext cx="1944687"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72" name="Rectangle 36"/>
          <p:cNvSpPr>
            <a:spLocks noChangeArrowheads="1"/>
          </p:cNvSpPr>
          <p:nvPr/>
        </p:nvSpPr>
        <p:spPr bwMode="auto">
          <a:xfrm>
            <a:off x="4062413" y="3586163"/>
            <a:ext cx="209550"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sz="800"/>
              <a:t> </a:t>
            </a:r>
            <a:endParaRPr lang="en-US" altLang="zh-CN" sz="2400">
              <a:ea typeface="宋体" pitchFamily="2" charset="-122"/>
            </a:endParaRP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4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5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4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95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195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1954"/>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19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8" grpId="0"/>
      <p:bldP spid="81949" grpId="0"/>
      <p:bldP spid="81950" grpId="0"/>
      <p:bldP spid="81951" grpId="0"/>
      <p:bldP spid="81952" grpId="0"/>
      <p:bldP spid="81953" grpId="0"/>
      <p:bldP spid="8195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2" name="Rectangle 4"/>
          <p:cNvSpPr>
            <a:spLocks noGrp="1" noChangeArrowheads="1"/>
          </p:cNvSpPr>
          <p:nvPr>
            <p:ph type="title"/>
          </p:nvPr>
        </p:nvSpPr>
        <p:spPr>
          <a:xfrm>
            <a:off x="611188" y="620713"/>
            <a:ext cx="8208962" cy="731837"/>
          </a:xfrm>
        </p:spPr>
        <p:txBody>
          <a:bodyPr/>
          <a:lstStyle/>
          <a:p>
            <a:pPr eaLnBrk="1" hangingPunct="1">
              <a:defRPr/>
            </a:pPr>
            <a:r>
              <a:rPr lang="zh-CN" altLang="en-US" sz="2800">
                <a:solidFill>
                  <a:schemeClr val="tx1"/>
                </a:solidFill>
              </a:rPr>
              <a:t>例</a:t>
            </a:r>
            <a:r>
              <a:rPr lang="en-US" altLang="zh-CN" sz="2800">
                <a:solidFill>
                  <a:schemeClr val="tx1"/>
                </a:solidFill>
              </a:rPr>
              <a:t>2  </a:t>
            </a:r>
            <a:r>
              <a:rPr lang="zh-CN" altLang="en-US" sz="2800">
                <a:solidFill>
                  <a:schemeClr val="tx1"/>
                </a:solidFill>
              </a:rPr>
              <a:t>已知                                     ，求</a:t>
            </a:r>
            <a:r>
              <a:rPr lang="en-US" altLang="zh-CN" sz="2800" i="1">
                <a:solidFill>
                  <a:schemeClr val="tx1"/>
                </a:solidFill>
              </a:rPr>
              <a:t>A</a:t>
            </a:r>
            <a:r>
              <a:rPr lang="en-US" altLang="zh-CN" sz="2800" i="1" baseline="30000">
                <a:solidFill>
                  <a:schemeClr val="tx1"/>
                </a:solidFill>
              </a:rPr>
              <a:t>k  </a:t>
            </a:r>
            <a:r>
              <a:rPr lang="en-US" altLang="zh-CN" sz="2800">
                <a:solidFill>
                  <a:schemeClr val="tx1"/>
                </a:solidFill>
              </a:rPr>
              <a:t>(</a:t>
            </a:r>
            <a:r>
              <a:rPr lang="en-US" altLang="zh-CN" sz="2800" i="1">
                <a:solidFill>
                  <a:schemeClr val="tx1"/>
                </a:solidFill>
              </a:rPr>
              <a:t>k</a:t>
            </a:r>
            <a:r>
              <a:rPr lang="en-US" altLang="zh-CN" sz="2800">
                <a:solidFill>
                  <a:schemeClr val="tx1"/>
                </a:solidFill>
              </a:rPr>
              <a:t>≥1). </a:t>
            </a:r>
          </a:p>
        </p:txBody>
      </p:sp>
      <p:graphicFrame>
        <p:nvGraphicFramePr>
          <p:cNvPr id="54275" name="Object 5"/>
          <p:cNvGraphicFramePr>
            <a:graphicFrameLocks noChangeAspect="1"/>
          </p:cNvGraphicFramePr>
          <p:nvPr/>
        </p:nvGraphicFramePr>
        <p:xfrm>
          <a:off x="2195513" y="44450"/>
          <a:ext cx="3168650" cy="2000250"/>
        </p:xfrm>
        <a:graphic>
          <a:graphicData uri="http://schemas.openxmlformats.org/presentationml/2006/ole">
            <mc:AlternateContent xmlns:mc="http://schemas.openxmlformats.org/markup-compatibility/2006">
              <mc:Choice xmlns:v="urn:schemas-microsoft-com:vml" Requires="v">
                <p:oleObj spid="_x0000_s54439" name="Equation" r:id="rId3" imgW="1701800" imgH="1079500" progId="Equation.DSMT4">
                  <p:embed/>
                </p:oleObj>
              </mc:Choice>
              <mc:Fallback>
                <p:oleObj name="Equation" r:id="rId3" imgW="1701800" imgH="10795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44450"/>
                        <a:ext cx="316865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5177" name="Object 9"/>
          <p:cNvGraphicFramePr>
            <a:graphicFrameLocks noChangeAspect="1"/>
          </p:cNvGraphicFramePr>
          <p:nvPr/>
        </p:nvGraphicFramePr>
        <p:xfrm>
          <a:off x="1119188" y="2060575"/>
          <a:ext cx="5608637" cy="1655763"/>
        </p:xfrm>
        <a:graphic>
          <a:graphicData uri="http://schemas.openxmlformats.org/presentationml/2006/ole">
            <mc:AlternateContent xmlns:mc="http://schemas.openxmlformats.org/markup-compatibility/2006">
              <mc:Choice xmlns:v="urn:schemas-microsoft-com:vml" Requires="v">
                <p:oleObj spid="_x0000_s54440" name="Equation" r:id="rId5" imgW="3644900" imgH="1079500" progId="Equation.DSMT4">
                  <p:embed/>
                </p:oleObj>
              </mc:Choice>
              <mc:Fallback>
                <p:oleObj name="Equation" r:id="rId5" imgW="3644900" imgH="10795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9188" y="2060575"/>
                        <a:ext cx="5608637"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5176" name="Object 8"/>
          <p:cNvGraphicFramePr>
            <a:graphicFrameLocks noChangeAspect="1"/>
          </p:cNvGraphicFramePr>
          <p:nvPr/>
        </p:nvGraphicFramePr>
        <p:xfrm>
          <a:off x="2843213" y="4510088"/>
          <a:ext cx="1081087" cy="722312"/>
        </p:xfrm>
        <a:graphic>
          <a:graphicData uri="http://schemas.openxmlformats.org/presentationml/2006/ole">
            <mc:AlternateContent xmlns:mc="http://schemas.openxmlformats.org/markup-compatibility/2006">
              <mc:Choice xmlns:v="urn:schemas-microsoft-com:vml" Requires="v">
                <p:oleObj spid="_x0000_s54441" name="Equation" r:id="rId7" imgW="571252" imgH="380835" progId="Equation.DSMT4">
                  <p:embed/>
                </p:oleObj>
              </mc:Choice>
              <mc:Fallback>
                <p:oleObj name="Equation" r:id="rId7" imgW="571252" imgH="380835"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43213" y="4510088"/>
                        <a:ext cx="1081087" cy="72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5175" name="Object 7"/>
          <p:cNvGraphicFramePr>
            <a:graphicFrameLocks noChangeAspect="1"/>
          </p:cNvGraphicFramePr>
          <p:nvPr/>
        </p:nvGraphicFramePr>
        <p:xfrm>
          <a:off x="1341438" y="5734050"/>
          <a:ext cx="2798762" cy="420688"/>
        </p:xfrm>
        <a:graphic>
          <a:graphicData uri="http://schemas.openxmlformats.org/presentationml/2006/ole">
            <mc:AlternateContent xmlns:mc="http://schemas.openxmlformats.org/markup-compatibility/2006">
              <mc:Choice xmlns:v="urn:schemas-microsoft-com:vml" Requires="v">
                <p:oleObj spid="_x0000_s54442" name="Equation" r:id="rId9" imgW="1459866" imgH="215806" progId="Equation.DSMT4">
                  <p:embed/>
                </p:oleObj>
              </mc:Choice>
              <mc:Fallback>
                <p:oleObj name="Equation" r:id="rId9" imgW="1459866" imgH="215806"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41438" y="5734050"/>
                        <a:ext cx="2798762"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5178" name="Rectangle 10"/>
          <p:cNvSpPr>
            <a:spLocks noChangeArrowheads="1"/>
          </p:cNvSpPr>
          <p:nvPr/>
        </p:nvSpPr>
        <p:spPr bwMode="auto">
          <a:xfrm>
            <a:off x="611188" y="1917700"/>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sz="2400">
                <a:latin typeface="黑体" pitchFamily="49" charset="-122"/>
              </a:rPr>
              <a:t>解：</a:t>
            </a:r>
          </a:p>
        </p:txBody>
      </p:sp>
      <p:sp>
        <p:nvSpPr>
          <p:cNvPr id="135179" name="Rectangle 11"/>
          <p:cNvSpPr>
            <a:spLocks noChangeArrowheads="1"/>
          </p:cNvSpPr>
          <p:nvPr/>
        </p:nvSpPr>
        <p:spPr bwMode="auto">
          <a:xfrm>
            <a:off x="971550" y="4078288"/>
            <a:ext cx="4992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sz="2400">
                <a:latin typeface="黑体" pitchFamily="49" charset="-122"/>
              </a:rPr>
              <a:t>因此，当</a:t>
            </a:r>
            <a:r>
              <a:rPr lang="en-US" altLang="zh-CN" sz="2400" i="1"/>
              <a:t>k</a:t>
            </a:r>
            <a:r>
              <a:rPr lang="zh-CN" altLang="en-US" sz="2400">
                <a:latin typeface="黑体" pitchFamily="49" charset="-122"/>
              </a:rPr>
              <a:t>为偶数时，</a:t>
            </a:r>
            <a:r>
              <a:rPr lang="en-US" altLang="zh-CN" sz="2400" i="1"/>
              <a:t>k</a:t>
            </a:r>
            <a:r>
              <a:rPr lang="en-US" altLang="zh-CN" sz="2400"/>
              <a:t>/2</a:t>
            </a:r>
            <a:r>
              <a:rPr lang="zh-CN" altLang="en-US" sz="2400">
                <a:latin typeface="黑体" pitchFamily="49" charset="-122"/>
              </a:rPr>
              <a:t>为整数，则</a:t>
            </a:r>
          </a:p>
        </p:txBody>
      </p:sp>
      <p:sp>
        <p:nvSpPr>
          <p:cNvPr id="135180" name="Rectangle 12"/>
          <p:cNvSpPr>
            <a:spLocks noChangeArrowheads="1"/>
          </p:cNvSpPr>
          <p:nvPr/>
        </p:nvSpPr>
        <p:spPr bwMode="auto">
          <a:xfrm>
            <a:off x="938213" y="5229225"/>
            <a:ext cx="8026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sz="2400">
                <a:latin typeface="黑体" pitchFamily="49" charset="-122"/>
              </a:rPr>
              <a:t>当</a:t>
            </a:r>
            <a:r>
              <a:rPr lang="en-US" altLang="zh-CN" sz="2400" i="1"/>
              <a:t>k</a:t>
            </a:r>
            <a:r>
              <a:rPr lang="zh-CN" altLang="en-US" sz="2400">
                <a:latin typeface="黑体" pitchFamily="49" charset="-122"/>
              </a:rPr>
              <a:t>为大于</a:t>
            </a:r>
            <a:r>
              <a:rPr lang="en-US" altLang="zh-CN" sz="2400">
                <a:latin typeface="黑体" pitchFamily="49" charset="-122"/>
              </a:rPr>
              <a:t>1</a:t>
            </a:r>
            <a:r>
              <a:rPr lang="zh-CN" altLang="en-US" sz="2400">
                <a:latin typeface="黑体" pitchFamily="49" charset="-122"/>
              </a:rPr>
              <a:t>奇数时，</a:t>
            </a:r>
            <a:r>
              <a:rPr lang="en-US" altLang="zh-CN" sz="2400" i="1"/>
              <a:t>k</a:t>
            </a:r>
            <a:r>
              <a:rPr lang="en-US" altLang="zh-CN"/>
              <a:t>-</a:t>
            </a:r>
            <a:r>
              <a:rPr lang="en-US" altLang="zh-CN" sz="2400"/>
              <a:t>1</a:t>
            </a:r>
            <a:r>
              <a:rPr lang="zh-CN" altLang="en-US" sz="2400">
                <a:latin typeface="黑体" pitchFamily="49" charset="-122"/>
              </a:rPr>
              <a:t>为偶数，此时由上面结论知</a:t>
            </a:r>
          </a:p>
        </p:txBody>
      </p:sp>
      <p:graphicFrame>
        <p:nvGraphicFramePr>
          <p:cNvPr id="135181" name="Object 13"/>
          <p:cNvGraphicFramePr>
            <a:graphicFrameLocks noChangeAspect="1"/>
          </p:cNvGraphicFramePr>
          <p:nvPr/>
        </p:nvGraphicFramePr>
        <p:xfrm>
          <a:off x="6659563" y="1989138"/>
          <a:ext cx="1944687" cy="1735137"/>
        </p:xfrm>
        <a:graphic>
          <a:graphicData uri="http://schemas.openxmlformats.org/presentationml/2006/ole">
            <mc:AlternateContent xmlns:mc="http://schemas.openxmlformats.org/markup-compatibility/2006">
              <mc:Choice xmlns:v="urn:schemas-microsoft-com:vml" Requires="v">
                <p:oleObj spid="_x0000_s54443" name="Equation" r:id="rId11" imgW="1206500" imgH="1079500" progId="Equation.DSMT4">
                  <p:embed/>
                </p:oleObj>
              </mc:Choice>
              <mc:Fallback>
                <p:oleObj name="Equation" r:id="rId11" imgW="1206500" imgH="1079500" progId="Equation.DSMT4">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59563" y="1989138"/>
                        <a:ext cx="1944687"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5182" name="Object 14"/>
          <p:cNvGraphicFramePr>
            <a:graphicFrameLocks noChangeAspect="1"/>
          </p:cNvGraphicFramePr>
          <p:nvPr/>
        </p:nvGraphicFramePr>
        <p:xfrm>
          <a:off x="1549400" y="3644900"/>
          <a:ext cx="1582738" cy="393700"/>
        </p:xfrm>
        <a:graphic>
          <a:graphicData uri="http://schemas.openxmlformats.org/presentationml/2006/ole">
            <mc:AlternateContent xmlns:mc="http://schemas.openxmlformats.org/markup-compatibility/2006">
              <mc:Choice xmlns:v="urn:schemas-microsoft-com:vml" Requires="v">
                <p:oleObj spid="_x0000_s54444" name="Equation" r:id="rId13" imgW="863225" imgH="215806" progId="Equation.DSMT4">
                  <p:embed/>
                </p:oleObj>
              </mc:Choice>
              <mc:Fallback>
                <p:oleObj name="Equation" r:id="rId13" imgW="863225" imgH="215806" progId="Equation.DSMT4">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49400" y="3644900"/>
                        <a:ext cx="158273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5183" name="Object 15"/>
          <p:cNvGraphicFramePr>
            <a:graphicFrameLocks noChangeAspect="1"/>
          </p:cNvGraphicFramePr>
          <p:nvPr/>
        </p:nvGraphicFramePr>
        <p:xfrm>
          <a:off x="1403350" y="4510088"/>
          <a:ext cx="1368425" cy="636587"/>
        </p:xfrm>
        <a:graphic>
          <a:graphicData uri="http://schemas.openxmlformats.org/presentationml/2006/ole">
            <mc:AlternateContent xmlns:mc="http://schemas.openxmlformats.org/markup-compatibility/2006">
              <mc:Choice xmlns:v="urn:schemas-microsoft-com:vml" Requires="v">
                <p:oleObj spid="_x0000_s54445" name="Equation" r:id="rId15" imgW="710891" imgH="330057" progId="Equation.DSMT4">
                  <p:embed/>
                </p:oleObj>
              </mc:Choice>
              <mc:Fallback>
                <p:oleObj name="Equation" r:id="rId15" imgW="710891" imgH="330057" progId="Equation.DSMT4">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03350" y="4510088"/>
                        <a:ext cx="1368425"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5184" name="Object 16"/>
          <p:cNvGraphicFramePr>
            <a:graphicFrameLocks noChangeAspect="1"/>
          </p:cNvGraphicFramePr>
          <p:nvPr/>
        </p:nvGraphicFramePr>
        <p:xfrm>
          <a:off x="5195888" y="4498975"/>
          <a:ext cx="2052637" cy="646113"/>
        </p:xfrm>
        <a:graphic>
          <a:graphicData uri="http://schemas.openxmlformats.org/presentationml/2006/ole">
            <mc:AlternateContent xmlns:mc="http://schemas.openxmlformats.org/markup-compatibility/2006">
              <mc:Choice xmlns:v="urn:schemas-microsoft-com:vml" Requires="v">
                <p:oleObj spid="_x0000_s54446" name="Equation" r:id="rId17" imgW="1091726" imgH="342751" progId="Equation.DSMT4">
                  <p:embed/>
                </p:oleObj>
              </mc:Choice>
              <mc:Fallback>
                <p:oleObj name="Equation" r:id="rId17" imgW="1091726" imgH="342751" progId="Equation.DSMT4">
                  <p:embed/>
                  <p:pic>
                    <p:nvPicPr>
                      <p:cNvPr id="0" name="Object 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195888" y="4498975"/>
                        <a:ext cx="20526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5185" name="Object 17"/>
          <p:cNvGraphicFramePr>
            <a:graphicFrameLocks noChangeAspect="1"/>
          </p:cNvGraphicFramePr>
          <p:nvPr/>
        </p:nvGraphicFramePr>
        <p:xfrm>
          <a:off x="3924300" y="4510088"/>
          <a:ext cx="1295400" cy="735012"/>
        </p:xfrm>
        <a:graphic>
          <a:graphicData uri="http://schemas.openxmlformats.org/presentationml/2006/ole">
            <mc:AlternateContent xmlns:mc="http://schemas.openxmlformats.org/markup-compatibility/2006">
              <mc:Choice xmlns:v="urn:schemas-microsoft-com:vml" Requires="v">
                <p:oleObj spid="_x0000_s54447" name="Equation" r:id="rId19" imgW="672808" imgH="380835" progId="Equation.DSMT4">
                  <p:embed/>
                </p:oleObj>
              </mc:Choice>
              <mc:Fallback>
                <p:oleObj name="Equation" r:id="rId19" imgW="672808" imgH="380835" progId="Equation.DSMT4">
                  <p:embed/>
                  <p:pic>
                    <p:nvPicPr>
                      <p:cNvPr id="0" name="Object 1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924300" y="4510088"/>
                        <a:ext cx="1295400" cy="73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5186" name="Object 18"/>
          <p:cNvGraphicFramePr>
            <a:graphicFrameLocks noChangeAspect="1"/>
          </p:cNvGraphicFramePr>
          <p:nvPr/>
        </p:nvGraphicFramePr>
        <p:xfrm>
          <a:off x="4202113" y="5734050"/>
          <a:ext cx="2386012" cy="444500"/>
        </p:xfrm>
        <a:graphic>
          <a:graphicData uri="http://schemas.openxmlformats.org/presentationml/2006/ole">
            <mc:AlternateContent xmlns:mc="http://schemas.openxmlformats.org/markup-compatibility/2006">
              <mc:Choice xmlns:v="urn:schemas-microsoft-com:vml" Requires="v">
                <p:oleObj spid="_x0000_s54448" name="Equation" r:id="rId21" imgW="1244600" imgH="228600" progId="Equation.DSMT4">
                  <p:embed/>
                </p:oleObj>
              </mc:Choice>
              <mc:Fallback>
                <p:oleObj name="Equation" r:id="rId21" imgW="1244600" imgH="228600" progId="Equation.DSMT4">
                  <p:embed/>
                  <p:pic>
                    <p:nvPicPr>
                      <p:cNvPr id="0" name="Object 1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202113" y="5734050"/>
                        <a:ext cx="2386012"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5187" name="Text Box 19"/>
          <p:cNvSpPr txBox="1">
            <a:spLocks noChangeArrowheads="1"/>
          </p:cNvSpPr>
          <p:nvPr/>
        </p:nvSpPr>
        <p:spPr bwMode="auto">
          <a:xfrm>
            <a:off x="1260475" y="6237288"/>
            <a:ext cx="5040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sz="2400"/>
              <a:t>此结论对于</a:t>
            </a:r>
            <a:r>
              <a:rPr lang="en-US" altLang="zh-CN" sz="2400" i="1"/>
              <a:t>k</a:t>
            </a:r>
            <a:r>
              <a:rPr lang="en-US" altLang="zh-CN" sz="2400"/>
              <a:t>=1</a:t>
            </a:r>
            <a:r>
              <a:rPr lang="zh-CN" altLang="en-US" sz="2400"/>
              <a:t>情况也成立</a:t>
            </a:r>
            <a:r>
              <a:rPr lang="en-US" altLang="zh-CN" sz="2400"/>
              <a:t>.</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5177"/>
                                        </p:tgtEl>
                                        <p:attrNameLst>
                                          <p:attrName>style.visibility</p:attrName>
                                        </p:attrNameLst>
                                      </p:cBhvr>
                                      <p:to>
                                        <p:strVal val="visible"/>
                                      </p:to>
                                    </p:set>
                                    <p:animEffect transition="in" filter="wipe(left)">
                                      <p:cBhvr>
                                        <p:cTn id="7" dur="500"/>
                                        <p:tgtEl>
                                          <p:spTgt spid="13517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35178"/>
                                        </p:tgtEl>
                                        <p:attrNameLst>
                                          <p:attrName>style.visibility</p:attrName>
                                        </p:attrNameLst>
                                      </p:cBhvr>
                                      <p:to>
                                        <p:strVal val="visible"/>
                                      </p:to>
                                    </p:set>
                                    <p:animEffect transition="in" filter="wipe(left)">
                                      <p:cBhvr>
                                        <p:cTn id="10" dur="500"/>
                                        <p:tgtEl>
                                          <p:spTgt spid="13517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135181"/>
                                        </p:tgtEl>
                                        <p:attrNameLst>
                                          <p:attrName>style.visibility</p:attrName>
                                        </p:attrNameLst>
                                      </p:cBhvr>
                                      <p:to>
                                        <p:strVal val="visible"/>
                                      </p:to>
                                    </p:set>
                                    <p:animEffect transition="in" filter="wipe(left)">
                                      <p:cBhvr>
                                        <p:cTn id="15" dur="500"/>
                                        <p:tgtEl>
                                          <p:spTgt spid="13518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135182"/>
                                        </p:tgtEl>
                                        <p:attrNameLst>
                                          <p:attrName>style.visibility</p:attrName>
                                        </p:attrNameLst>
                                      </p:cBhvr>
                                      <p:to>
                                        <p:strVal val="visible"/>
                                      </p:to>
                                    </p:set>
                                    <p:animEffect transition="in" filter="wipe(left)">
                                      <p:cBhvr>
                                        <p:cTn id="20" dur="500"/>
                                        <p:tgtEl>
                                          <p:spTgt spid="13518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35179"/>
                                        </p:tgtEl>
                                        <p:attrNameLst>
                                          <p:attrName>style.visibility</p:attrName>
                                        </p:attrNameLst>
                                      </p:cBhvr>
                                      <p:to>
                                        <p:strVal val="visible"/>
                                      </p:to>
                                    </p:set>
                                    <p:animEffect transition="in" filter="wipe(left)">
                                      <p:cBhvr>
                                        <p:cTn id="25" dur="500"/>
                                        <p:tgtEl>
                                          <p:spTgt spid="13517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135183"/>
                                        </p:tgtEl>
                                        <p:attrNameLst>
                                          <p:attrName>style.visibility</p:attrName>
                                        </p:attrNameLst>
                                      </p:cBhvr>
                                      <p:to>
                                        <p:strVal val="visible"/>
                                      </p:to>
                                    </p:set>
                                    <p:animEffect transition="in" filter="wipe(left)">
                                      <p:cBhvr>
                                        <p:cTn id="30" dur="500"/>
                                        <p:tgtEl>
                                          <p:spTgt spid="13518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35176"/>
                                        </p:tgtEl>
                                        <p:attrNameLst>
                                          <p:attrName>style.visibility</p:attrName>
                                        </p:attrNameLst>
                                      </p:cBhvr>
                                      <p:to>
                                        <p:strVal val="visible"/>
                                      </p:to>
                                    </p:set>
                                    <p:animEffect transition="in" filter="wipe(left)">
                                      <p:cBhvr>
                                        <p:cTn id="35" dur="500"/>
                                        <p:tgtEl>
                                          <p:spTgt spid="13517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35185"/>
                                        </p:tgtEl>
                                        <p:attrNameLst>
                                          <p:attrName>style.visibility</p:attrName>
                                        </p:attrNameLst>
                                      </p:cBhvr>
                                      <p:to>
                                        <p:strVal val="visible"/>
                                      </p:to>
                                    </p:set>
                                    <p:animEffect transition="in" filter="wipe(left)">
                                      <p:cBhvr>
                                        <p:cTn id="40" dur="500"/>
                                        <p:tgtEl>
                                          <p:spTgt spid="13518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35184"/>
                                        </p:tgtEl>
                                        <p:attrNameLst>
                                          <p:attrName>style.visibility</p:attrName>
                                        </p:attrNameLst>
                                      </p:cBhvr>
                                      <p:to>
                                        <p:strVal val="visible"/>
                                      </p:to>
                                    </p:set>
                                    <p:animEffect transition="in" filter="wipe(left)">
                                      <p:cBhvr>
                                        <p:cTn id="45" dur="500"/>
                                        <p:tgtEl>
                                          <p:spTgt spid="135184"/>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35180"/>
                                        </p:tgtEl>
                                        <p:attrNameLst>
                                          <p:attrName>style.visibility</p:attrName>
                                        </p:attrNameLst>
                                      </p:cBhvr>
                                      <p:to>
                                        <p:strVal val="visible"/>
                                      </p:to>
                                    </p:set>
                                    <p:animEffect transition="in" filter="wipe(left)">
                                      <p:cBhvr>
                                        <p:cTn id="50" dur="500"/>
                                        <p:tgtEl>
                                          <p:spTgt spid="13518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135175"/>
                                        </p:tgtEl>
                                        <p:attrNameLst>
                                          <p:attrName>style.visibility</p:attrName>
                                        </p:attrNameLst>
                                      </p:cBhvr>
                                      <p:to>
                                        <p:strVal val="visible"/>
                                      </p:to>
                                    </p:set>
                                    <p:animEffect transition="in" filter="wipe(left)">
                                      <p:cBhvr>
                                        <p:cTn id="55" dur="500"/>
                                        <p:tgtEl>
                                          <p:spTgt spid="13517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135186"/>
                                        </p:tgtEl>
                                        <p:attrNameLst>
                                          <p:attrName>style.visibility</p:attrName>
                                        </p:attrNameLst>
                                      </p:cBhvr>
                                      <p:to>
                                        <p:strVal val="visible"/>
                                      </p:to>
                                    </p:set>
                                    <p:animEffect transition="in" filter="wipe(left)">
                                      <p:cBhvr>
                                        <p:cTn id="60" dur="500"/>
                                        <p:tgtEl>
                                          <p:spTgt spid="13518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35187"/>
                                        </p:tgtEl>
                                        <p:attrNameLst>
                                          <p:attrName>style.visibility</p:attrName>
                                        </p:attrNameLst>
                                      </p:cBhvr>
                                      <p:to>
                                        <p:strVal val="visible"/>
                                      </p:to>
                                    </p:set>
                                    <p:animEffect transition="in" filter="wipe(left)">
                                      <p:cBhvr>
                                        <p:cTn id="65" dur="500"/>
                                        <p:tgtEl>
                                          <p:spTgt spid="135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8" grpId="0"/>
      <p:bldP spid="135179" grpId="0"/>
      <p:bldP spid="135180" grpId="0"/>
      <p:bldP spid="13518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611188" y="404813"/>
            <a:ext cx="8137525" cy="720725"/>
          </a:xfrm>
        </p:spPr>
        <p:txBody>
          <a:bodyPr/>
          <a:lstStyle/>
          <a:p>
            <a:pPr eaLnBrk="1" hangingPunct="1">
              <a:defRPr/>
            </a:pPr>
            <a:r>
              <a:rPr lang="zh-CN" altLang="en-US" sz="2800">
                <a:solidFill>
                  <a:schemeClr val="tx1"/>
                </a:solidFill>
              </a:rPr>
              <a:t>例</a:t>
            </a:r>
            <a:r>
              <a:rPr lang="en-US" altLang="zh-CN" sz="2800">
                <a:solidFill>
                  <a:schemeClr val="tx1"/>
                </a:solidFill>
              </a:rPr>
              <a:t>3 </a:t>
            </a:r>
            <a:r>
              <a:rPr lang="zh-CN" altLang="en-US" sz="2800">
                <a:solidFill>
                  <a:schemeClr val="tx1"/>
                </a:solidFill>
              </a:rPr>
              <a:t>设                       </a:t>
            </a:r>
            <a:r>
              <a:rPr lang="en-US" altLang="zh-CN" sz="2800">
                <a:solidFill>
                  <a:schemeClr val="tx1"/>
                </a:solidFill>
              </a:rPr>
              <a:t>. </a:t>
            </a:r>
            <a:r>
              <a:rPr lang="zh-CN" altLang="en-US" sz="2800">
                <a:solidFill>
                  <a:schemeClr val="tx1"/>
                </a:solidFill>
              </a:rPr>
              <a:t>证明：</a:t>
            </a:r>
            <a:r>
              <a:rPr lang="en-US" altLang="zh-CN" sz="2800" i="1">
                <a:solidFill>
                  <a:schemeClr val="tx1"/>
                </a:solidFill>
              </a:rPr>
              <a:t>A</a:t>
            </a:r>
            <a:r>
              <a:rPr lang="en-US" altLang="zh-CN" sz="2800" baseline="30000">
                <a:solidFill>
                  <a:schemeClr val="tx1"/>
                </a:solidFill>
              </a:rPr>
              <a:t>2</a:t>
            </a:r>
            <a:r>
              <a:rPr lang="en-US" altLang="zh-CN" sz="2800">
                <a:solidFill>
                  <a:schemeClr val="tx1"/>
                </a:solidFill>
              </a:rPr>
              <a:t>=</a:t>
            </a:r>
            <a:r>
              <a:rPr lang="en-US" altLang="zh-CN" sz="2800" i="1">
                <a:solidFill>
                  <a:schemeClr val="tx1"/>
                </a:solidFill>
              </a:rPr>
              <a:t>A</a:t>
            </a:r>
            <a:r>
              <a:rPr lang="zh-CN" altLang="en-US" sz="2800">
                <a:solidFill>
                  <a:srgbClr val="CC0000"/>
                </a:solidFill>
              </a:rPr>
              <a:t>当且仅当</a:t>
            </a:r>
            <a:r>
              <a:rPr lang="en-US" altLang="zh-CN" sz="2800" i="1">
                <a:solidFill>
                  <a:schemeClr val="tx1"/>
                </a:solidFill>
              </a:rPr>
              <a:t>B</a:t>
            </a:r>
            <a:r>
              <a:rPr lang="en-US" altLang="zh-CN" sz="2800" baseline="30000">
                <a:solidFill>
                  <a:schemeClr val="tx1"/>
                </a:solidFill>
              </a:rPr>
              <a:t>2</a:t>
            </a:r>
            <a:r>
              <a:rPr lang="en-US" altLang="zh-CN" sz="2800">
                <a:solidFill>
                  <a:schemeClr val="tx1"/>
                </a:solidFill>
              </a:rPr>
              <a:t>=</a:t>
            </a:r>
            <a:r>
              <a:rPr lang="en-US" altLang="zh-CN" sz="2800" i="1">
                <a:solidFill>
                  <a:schemeClr val="tx1"/>
                </a:solidFill>
              </a:rPr>
              <a:t>E</a:t>
            </a:r>
            <a:r>
              <a:rPr lang="en-US" altLang="zh-CN" sz="2800">
                <a:solidFill>
                  <a:schemeClr val="tx1"/>
                </a:solidFill>
              </a:rPr>
              <a:t>.</a:t>
            </a:r>
          </a:p>
        </p:txBody>
      </p:sp>
      <p:graphicFrame>
        <p:nvGraphicFramePr>
          <p:cNvPr id="55299" name="Object 4"/>
          <p:cNvGraphicFramePr>
            <a:graphicFrameLocks noChangeAspect="1"/>
          </p:cNvGraphicFramePr>
          <p:nvPr/>
        </p:nvGraphicFramePr>
        <p:xfrm>
          <a:off x="1692275" y="333375"/>
          <a:ext cx="1943100" cy="868363"/>
        </p:xfrm>
        <a:graphic>
          <a:graphicData uri="http://schemas.openxmlformats.org/presentationml/2006/ole">
            <mc:AlternateContent xmlns:mc="http://schemas.openxmlformats.org/markup-compatibility/2006">
              <mc:Choice xmlns:v="urn:schemas-microsoft-com:vml" Requires="v">
                <p:oleObj spid="_x0000_s55450" name="Equation" r:id="rId3" imgW="1002865" imgH="444307" progId="Equation.DSMT4">
                  <p:embed/>
                </p:oleObj>
              </mc:Choice>
              <mc:Fallback>
                <p:oleObj name="Equation" r:id="rId3" imgW="1002865" imgH="444307"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333375"/>
                        <a:ext cx="1943100"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7222" name="Rectangle 6"/>
          <p:cNvSpPr>
            <a:spLocks noChangeArrowheads="1"/>
          </p:cNvSpPr>
          <p:nvPr/>
        </p:nvSpPr>
        <p:spPr bwMode="auto">
          <a:xfrm>
            <a:off x="755650" y="1268413"/>
            <a:ext cx="4044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证</a:t>
            </a:r>
            <a:r>
              <a:rPr lang="en-US" altLang="zh-CN"/>
              <a:t>:  </a:t>
            </a:r>
            <a:r>
              <a:rPr lang="zh-CN" altLang="en-US">
                <a:solidFill>
                  <a:srgbClr val="CC0000"/>
                </a:solidFill>
              </a:rPr>
              <a:t>充分性</a:t>
            </a:r>
            <a:r>
              <a:rPr lang="zh-CN" altLang="en-US"/>
              <a:t>   若</a:t>
            </a:r>
            <a:r>
              <a:rPr lang="en-US" altLang="zh-CN" i="1"/>
              <a:t>B</a:t>
            </a:r>
            <a:r>
              <a:rPr lang="en-US" altLang="zh-CN" baseline="30000"/>
              <a:t>2</a:t>
            </a:r>
            <a:r>
              <a:rPr lang="en-US" altLang="zh-CN"/>
              <a:t>=</a:t>
            </a:r>
            <a:r>
              <a:rPr lang="en-US" altLang="zh-CN" i="1"/>
              <a:t>E</a:t>
            </a:r>
            <a:r>
              <a:rPr lang="zh-CN" altLang="en-US"/>
              <a:t>，则</a:t>
            </a:r>
          </a:p>
        </p:txBody>
      </p:sp>
      <p:graphicFrame>
        <p:nvGraphicFramePr>
          <p:cNvPr id="137226" name="Object 10"/>
          <p:cNvGraphicFramePr>
            <a:graphicFrameLocks noChangeAspect="1"/>
          </p:cNvGraphicFramePr>
          <p:nvPr/>
        </p:nvGraphicFramePr>
        <p:xfrm>
          <a:off x="1763713" y="1700213"/>
          <a:ext cx="4248150" cy="779462"/>
        </p:xfrm>
        <a:graphic>
          <a:graphicData uri="http://schemas.openxmlformats.org/presentationml/2006/ole">
            <mc:AlternateContent xmlns:mc="http://schemas.openxmlformats.org/markup-compatibility/2006">
              <mc:Choice xmlns:v="urn:schemas-microsoft-com:vml" Requires="v">
                <p:oleObj spid="_x0000_s55451" name="Equation" r:id="rId5" imgW="2438400" imgH="444500" progId="Equation.DSMT4">
                  <p:embed/>
                </p:oleObj>
              </mc:Choice>
              <mc:Fallback>
                <p:oleObj name="Equation" r:id="rId5" imgW="2438400" imgH="44450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713" y="1700213"/>
                        <a:ext cx="424815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7225" name="Object 9"/>
          <p:cNvGraphicFramePr>
            <a:graphicFrameLocks noChangeAspect="1"/>
          </p:cNvGraphicFramePr>
          <p:nvPr/>
        </p:nvGraphicFramePr>
        <p:xfrm>
          <a:off x="2124075" y="2492375"/>
          <a:ext cx="1689100" cy="736600"/>
        </p:xfrm>
        <a:graphic>
          <a:graphicData uri="http://schemas.openxmlformats.org/presentationml/2006/ole">
            <mc:AlternateContent xmlns:mc="http://schemas.openxmlformats.org/markup-compatibility/2006">
              <mc:Choice xmlns:v="urn:schemas-microsoft-com:vml" Requires="v">
                <p:oleObj spid="_x0000_s55452" name="Equation" r:id="rId7" imgW="1028254" imgH="444307" progId="Equation.DSMT4">
                  <p:embed/>
                </p:oleObj>
              </mc:Choice>
              <mc:Fallback>
                <p:oleObj name="Equation" r:id="rId7" imgW="1028254" imgH="444307"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24075" y="2492375"/>
                        <a:ext cx="1689100"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7224" name="Object 8"/>
          <p:cNvGraphicFramePr>
            <a:graphicFrameLocks noChangeAspect="1"/>
          </p:cNvGraphicFramePr>
          <p:nvPr/>
        </p:nvGraphicFramePr>
        <p:xfrm>
          <a:off x="3924300" y="2490788"/>
          <a:ext cx="1368425" cy="722312"/>
        </p:xfrm>
        <a:graphic>
          <a:graphicData uri="http://schemas.openxmlformats.org/presentationml/2006/ole">
            <mc:AlternateContent xmlns:mc="http://schemas.openxmlformats.org/markup-compatibility/2006">
              <mc:Choice xmlns:v="urn:schemas-microsoft-com:vml" Requires="v">
                <p:oleObj spid="_x0000_s55453" name="Equation" r:id="rId9" imgW="850531" imgH="444307" progId="Equation.DSMT4">
                  <p:embed/>
                </p:oleObj>
              </mc:Choice>
              <mc:Fallback>
                <p:oleObj name="Equation" r:id="rId9" imgW="850531" imgH="444307"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24300" y="2490788"/>
                        <a:ext cx="1368425" cy="72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7232" name="Object 16"/>
          <p:cNvGraphicFramePr>
            <a:graphicFrameLocks noChangeAspect="1"/>
          </p:cNvGraphicFramePr>
          <p:nvPr/>
        </p:nvGraphicFramePr>
        <p:xfrm>
          <a:off x="6011863" y="1700213"/>
          <a:ext cx="2089150" cy="760412"/>
        </p:xfrm>
        <a:graphic>
          <a:graphicData uri="http://schemas.openxmlformats.org/presentationml/2006/ole">
            <mc:AlternateContent xmlns:mc="http://schemas.openxmlformats.org/markup-compatibility/2006">
              <mc:Choice xmlns:v="urn:schemas-microsoft-com:vml" Requires="v">
                <p:oleObj spid="_x0000_s55454" name="Equation" r:id="rId11" imgW="1231366" imgH="444307" progId="Equation.DSMT4">
                  <p:embed/>
                </p:oleObj>
              </mc:Choice>
              <mc:Fallback>
                <p:oleObj name="Equation" r:id="rId11" imgW="1231366" imgH="444307" progId="Equation.DSMT4">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11863" y="1700213"/>
                        <a:ext cx="2089150" cy="76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7233" name="Rectangle 17"/>
          <p:cNvSpPr>
            <a:spLocks noChangeArrowheads="1"/>
          </p:cNvSpPr>
          <p:nvPr/>
        </p:nvSpPr>
        <p:spPr bwMode="auto">
          <a:xfrm>
            <a:off x="5219700" y="2619375"/>
            <a:ext cx="7572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a:t>
            </a:r>
            <a:r>
              <a:rPr lang="en-US" altLang="zh-CN" i="1"/>
              <a:t>A</a:t>
            </a:r>
          </a:p>
        </p:txBody>
      </p:sp>
      <p:sp>
        <p:nvSpPr>
          <p:cNvPr id="137234" name="Rectangle 18"/>
          <p:cNvSpPr>
            <a:spLocks noChangeArrowheads="1"/>
          </p:cNvSpPr>
          <p:nvPr/>
        </p:nvSpPr>
        <p:spPr bwMode="auto">
          <a:xfrm>
            <a:off x="1258888" y="3284538"/>
            <a:ext cx="4194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a:solidFill>
                  <a:srgbClr val="CC0000"/>
                </a:solidFill>
                <a:ea typeface="黑体" pitchFamily="2" charset="-122"/>
              </a:rPr>
              <a:t>必要性</a:t>
            </a:r>
            <a:r>
              <a:rPr lang="zh-CN" altLang="en-US">
                <a:ea typeface="黑体" pitchFamily="2" charset="-122"/>
              </a:rPr>
              <a:t>  若已知</a:t>
            </a:r>
            <a:r>
              <a:rPr lang="en-US" altLang="zh-CN" i="1">
                <a:effectLst>
                  <a:outerShdw blurRad="38100" dist="38100" dir="2700000" algn="tl">
                    <a:srgbClr val="C0C0C0"/>
                  </a:outerShdw>
                </a:effectLst>
                <a:ea typeface="黑体" pitchFamily="2" charset="-122"/>
              </a:rPr>
              <a:t>A</a:t>
            </a:r>
            <a:r>
              <a:rPr lang="en-US" altLang="zh-CN" baseline="30000">
                <a:effectLst>
                  <a:outerShdw blurRad="38100" dist="38100" dir="2700000" algn="tl">
                    <a:srgbClr val="C0C0C0"/>
                  </a:outerShdw>
                </a:effectLst>
                <a:ea typeface="黑体" pitchFamily="2" charset="-122"/>
              </a:rPr>
              <a:t>2</a:t>
            </a:r>
            <a:r>
              <a:rPr lang="en-US" altLang="zh-CN">
                <a:effectLst>
                  <a:outerShdw blurRad="38100" dist="38100" dir="2700000" algn="tl">
                    <a:srgbClr val="C0C0C0"/>
                  </a:outerShdw>
                </a:effectLst>
                <a:ea typeface="黑体" pitchFamily="2" charset="-122"/>
              </a:rPr>
              <a:t>=</a:t>
            </a:r>
            <a:r>
              <a:rPr lang="en-US" altLang="zh-CN" i="1">
                <a:effectLst>
                  <a:outerShdw blurRad="38100" dist="38100" dir="2700000" algn="tl">
                    <a:srgbClr val="C0C0C0"/>
                  </a:outerShdw>
                </a:effectLst>
                <a:ea typeface="黑体" pitchFamily="2" charset="-122"/>
              </a:rPr>
              <a:t>A, </a:t>
            </a:r>
            <a:r>
              <a:rPr lang="zh-CN" altLang="en-US">
                <a:effectLst>
                  <a:outerShdw blurRad="38100" dist="38100" dir="2700000" algn="tl">
                    <a:srgbClr val="C0C0C0"/>
                  </a:outerShdw>
                </a:effectLst>
                <a:ea typeface="黑体" pitchFamily="2" charset="-122"/>
              </a:rPr>
              <a:t>由于</a:t>
            </a:r>
          </a:p>
        </p:txBody>
      </p:sp>
      <p:graphicFrame>
        <p:nvGraphicFramePr>
          <p:cNvPr id="137239" name="Object 23"/>
          <p:cNvGraphicFramePr>
            <a:graphicFrameLocks noChangeAspect="1"/>
          </p:cNvGraphicFramePr>
          <p:nvPr/>
        </p:nvGraphicFramePr>
        <p:xfrm>
          <a:off x="1717675" y="3846513"/>
          <a:ext cx="4484688" cy="806450"/>
        </p:xfrm>
        <a:graphic>
          <a:graphicData uri="http://schemas.openxmlformats.org/presentationml/2006/ole">
            <mc:AlternateContent xmlns:mc="http://schemas.openxmlformats.org/markup-compatibility/2006">
              <mc:Choice xmlns:v="urn:schemas-microsoft-com:vml" Requires="v">
                <p:oleObj spid="_x0000_s55455" name="Equation" r:id="rId13" imgW="2489200" imgH="444500" progId="Equation.DSMT4">
                  <p:embed/>
                </p:oleObj>
              </mc:Choice>
              <mc:Fallback>
                <p:oleObj name="Equation" r:id="rId13" imgW="2489200" imgH="444500" progId="Equation.DSMT4">
                  <p:embed/>
                  <p:pic>
                    <p:nvPicPr>
                      <p:cNvPr id="0" name="Object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17675" y="3846513"/>
                        <a:ext cx="4484688"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7238" name="Object 22"/>
          <p:cNvGraphicFramePr>
            <a:graphicFrameLocks noChangeAspect="1"/>
          </p:cNvGraphicFramePr>
          <p:nvPr/>
        </p:nvGraphicFramePr>
        <p:xfrm>
          <a:off x="6443663" y="3814763"/>
          <a:ext cx="1871662" cy="838200"/>
        </p:xfrm>
        <a:graphic>
          <a:graphicData uri="http://schemas.openxmlformats.org/presentationml/2006/ole">
            <mc:AlternateContent xmlns:mc="http://schemas.openxmlformats.org/markup-compatibility/2006">
              <mc:Choice xmlns:v="urn:schemas-microsoft-com:vml" Requires="v">
                <p:oleObj spid="_x0000_s55456" name="Equation" r:id="rId15" imgW="1002865" imgH="444307" progId="Equation.DSMT4">
                  <p:embed/>
                </p:oleObj>
              </mc:Choice>
              <mc:Fallback>
                <p:oleObj name="Equation" r:id="rId15" imgW="1002865" imgH="444307" progId="Equation.DSMT4">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3663" y="3814763"/>
                        <a:ext cx="18716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7237" name="Object 21"/>
          <p:cNvGraphicFramePr>
            <a:graphicFrameLocks noChangeAspect="1"/>
          </p:cNvGraphicFramePr>
          <p:nvPr/>
        </p:nvGraphicFramePr>
        <p:xfrm>
          <a:off x="1978025" y="4819650"/>
          <a:ext cx="3457575" cy="769938"/>
        </p:xfrm>
        <a:graphic>
          <a:graphicData uri="http://schemas.openxmlformats.org/presentationml/2006/ole">
            <mc:AlternateContent xmlns:mc="http://schemas.openxmlformats.org/markup-compatibility/2006">
              <mc:Choice xmlns:v="urn:schemas-microsoft-com:vml" Requires="v">
                <p:oleObj spid="_x0000_s55457" name="Equation" r:id="rId16" imgW="2005729" imgH="444307" progId="Equation.DSMT4">
                  <p:embed/>
                </p:oleObj>
              </mc:Choice>
              <mc:Fallback>
                <p:oleObj name="Equation" r:id="rId16" imgW="2005729" imgH="444307" progId="Equation.DSMT4">
                  <p:embed/>
                  <p:pic>
                    <p:nvPicPr>
                      <p:cNvPr id="0" name="Object 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78025" y="4819650"/>
                        <a:ext cx="3457575"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7236" name="Object 20"/>
          <p:cNvGraphicFramePr>
            <a:graphicFrameLocks noChangeAspect="1"/>
          </p:cNvGraphicFramePr>
          <p:nvPr/>
        </p:nvGraphicFramePr>
        <p:xfrm>
          <a:off x="6948488" y="4775200"/>
          <a:ext cx="1684337" cy="885825"/>
        </p:xfrm>
        <a:graphic>
          <a:graphicData uri="http://schemas.openxmlformats.org/presentationml/2006/ole">
            <mc:AlternateContent xmlns:mc="http://schemas.openxmlformats.org/markup-compatibility/2006">
              <mc:Choice xmlns:v="urn:schemas-microsoft-com:vml" Requires="v">
                <p:oleObj spid="_x0000_s55458" name="Equation" r:id="rId18" imgW="850531" imgH="444307" progId="Equation.DSMT4">
                  <p:embed/>
                </p:oleObj>
              </mc:Choice>
              <mc:Fallback>
                <p:oleObj name="Equation" r:id="rId18" imgW="850531" imgH="444307" progId="Equation.DSMT4">
                  <p:embed/>
                  <p:pic>
                    <p:nvPicPr>
                      <p:cNvPr id="0" name="Object 2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948488" y="4775200"/>
                        <a:ext cx="1684337"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7247" name="Rectangle 31"/>
          <p:cNvSpPr>
            <a:spLocks noChangeArrowheads="1"/>
          </p:cNvSpPr>
          <p:nvPr/>
        </p:nvSpPr>
        <p:spPr bwMode="auto">
          <a:xfrm>
            <a:off x="1403350" y="4926013"/>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故</a:t>
            </a:r>
          </a:p>
        </p:txBody>
      </p:sp>
      <p:sp>
        <p:nvSpPr>
          <p:cNvPr id="137248" name="Rectangle 32"/>
          <p:cNvSpPr>
            <a:spLocks noChangeArrowheads="1"/>
          </p:cNvSpPr>
          <p:nvPr/>
        </p:nvSpPr>
        <p:spPr bwMode="auto">
          <a:xfrm>
            <a:off x="5364163" y="4941888"/>
            <a:ext cx="16129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，化简得</a:t>
            </a:r>
          </a:p>
        </p:txBody>
      </p:sp>
      <p:sp>
        <p:nvSpPr>
          <p:cNvPr id="137249" name="Rectangle 33"/>
          <p:cNvSpPr>
            <a:spLocks noChangeArrowheads="1"/>
          </p:cNvSpPr>
          <p:nvPr/>
        </p:nvSpPr>
        <p:spPr bwMode="auto">
          <a:xfrm>
            <a:off x="1116013" y="5661025"/>
            <a:ext cx="15160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即 </a:t>
            </a:r>
            <a:r>
              <a:rPr lang="en-US" altLang="zh-CN" i="1"/>
              <a:t>B</a:t>
            </a:r>
            <a:r>
              <a:rPr lang="en-US" altLang="zh-CN" baseline="30000"/>
              <a:t>2</a:t>
            </a:r>
            <a:r>
              <a:rPr lang="en-US" altLang="zh-CN"/>
              <a:t>=</a:t>
            </a:r>
            <a:r>
              <a:rPr lang="en-US" altLang="zh-CN" i="1"/>
              <a:t>E</a:t>
            </a:r>
            <a:r>
              <a:rPr lang="en-US" altLang="zh-CN"/>
              <a:t>.</a:t>
            </a:r>
          </a:p>
        </p:txBody>
      </p:sp>
      <p:sp>
        <p:nvSpPr>
          <p:cNvPr id="137250" name="AutoShape 34"/>
          <p:cNvSpPr>
            <a:spLocks noChangeArrowheads="1"/>
          </p:cNvSpPr>
          <p:nvPr/>
        </p:nvSpPr>
        <p:spPr bwMode="auto">
          <a:xfrm>
            <a:off x="6516688" y="1196975"/>
            <a:ext cx="1800225" cy="576263"/>
          </a:xfrm>
          <a:prstGeom prst="wedgeRoundRectCallout">
            <a:avLst>
              <a:gd name="adj1" fmla="val -47444"/>
              <a:gd name="adj2" fmla="val -85815"/>
              <a:gd name="adj3" fmla="val 16667"/>
            </a:avLst>
          </a:prstGeom>
          <a:noFill/>
          <a:ln w="19050" algn="ctr">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algn="ctr" eaLnBrk="1" hangingPunct="1"/>
            <a:r>
              <a:rPr lang="zh-CN" altLang="en-US"/>
              <a:t>充要条件</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7250"/>
                                        </p:tgtEl>
                                        <p:attrNameLst>
                                          <p:attrName>style.visibility</p:attrName>
                                        </p:attrNameLst>
                                      </p:cBhvr>
                                      <p:to>
                                        <p:strVal val="visible"/>
                                      </p:to>
                                    </p:set>
                                  </p:childTnLst>
                                </p:cTn>
                              </p:par>
                              <p:par>
                                <p:cTn id="7" presetID="1" presetClass="exit" presetSubtype="0" fill="hold" grpId="1" nodeType="withEffect">
                                  <p:stCondLst>
                                    <p:cond delay="0"/>
                                  </p:stCondLst>
                                  <p:childTnLst>
                                    <p:set>
                                      <p:cBhvr>
                                        <p:cTn id="8" dur="1" fill="hold">
                                          <p:stCondLst>
                                            <p:cond delay="0"/>
                                          </p:stCondLst>
                                        </p:cTn>
                                        <p:tgtEl>
                                          <p:spTgt spid="137250"/>
                                        </p:tgtEl>
                                        <p:attrNameLst>
                                          <p:attrName>style.visibility</p:attrName>
                                        </p:attrNameLst>
                                      </p:cBhvr>
                                      <p:to>
                                        <p:strVal val="hidden"/>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7222"/>
                                        </p:tgtEl>
                                        <p:attrNameLst>
                                          <p:attrName>style.visibility</p:attrName>
                                        </p:attrNameLst>
                                      </p:cBhvr>
                                      <p:to>
                                        <p:strVal val="visible"/>
                                      </p:to>
                                    </p:set>
                                    <p:animEffect transition="in" filter="wipe(left)">
                                      <p:cBhvr>
                                        <p:cTn id="13" dur="500"/>
                                        <p:tgtEl>
                                          <p:spTgt spid="13722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137226"/>
                                        </p:tgtEl>
                                        <p:attrNameLst>
                                          <p:attrName>style.visibility</p:attrName>
                                        </p:attrNameLst>
                                      </p:cBhvr>
                                      <p:to>
                                        <p:strVal val="visible"/>
                                      </p:to>
                                    </p:set>
                                    <p:animEffect transition="in" filter="wipe(left)">
                                      <p:cBhvr>
                                        <p:cTn id="18" dur="500"/>
                                        <p:tgtEl>
                                          <p:spTgt spid="13722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137232"/>
                                        </p:tgtEl>
                                        <p:attrNameLst>
                                          <p:attrName>style.visibility</p:attrName>
                                        </p:attrNameLst>
                                      </p:cBhvr>
                                      <p:to>
                                        <p:strVal val="visible"/>
                                      </p:to>
                                    </p:set>
                                    <p:animEffect transition="in" filter="wipe(left)">
                                      <p:cBhvr>
                                        <p:cTn id="23" dur="500"/>
                                        <p:tgtEl>
                                          <p:spTgt spid="13723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137225"/>
                                        </p:tgtEl>
                                        <p:attrNameLst>
                                          <p:attrName>style.visibility</p:attrName>
                                        </p:attrNameLst>
                                      </p:cBhvr>
                                      <p:to>
                                        <p:strVal val="visible"/>
                                      </p:to>
                                    </p:set>
                                    <p:animEffect transition="in" filter="wipe(left)">
                                      <p:cBhvr>
                                        <p:cTn id="28" dur="500"/>
                                        <p:tgtEl>
                                          <p:spTgt spid="13722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137224"/>
                                        </p:tgtEl>
                                        <p:attrNameLst>
                                          <p:attrName>style.visibility</p:attrName>
                                        </p:attrNameLst>
                                      </p:cBhvr>
                                      <p:to>
                                        <p:strVal val="visible"/>
                                      </p:to>
                                    </p:set>
                                    <p:animEffect transition="in" filter="wipe(left)">
                                      <p:cBhvr>
                                        <p:cTn id="33" dur="500"/>
                                        <p:tgtEl>
                                          <p:spTgt spid="13722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37233"/>
                                        </p:tgtEl>
                                        <p:attrNameLst>
                                          <p:attrName>style.visibility</p:attrName>
                                        </p:attrNameLst>
                                      </p:cBhvr>
                                      <p:to>
                                        <p:strVal val="visible"/>
                                      </p:to>
                                    </p:set>
                                    <p:animEffect transition="in" filter="wipe(left)">
                                      <p:cBhvr>
                                        <p:cTn id="38" dur="500"/>
                                        <p:tgtEl>
                                          <p:spTgt spid="13723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37234"/>
                                        </p:tgtEl>
                                        <p:attrNameLst>
                                          <p:attrName>style.visibility</p:attrName>
                                        </p:attrNameLst>
                                      </p:cBhvr>
                                      <p:to>
                                        <p:strVal val="visible"/>
                                      </p:to>
                                    </p:set>
                                    <p:animEffect transition="in" filter="wipe(left)">
                                      <p:cBhvr>
                                        <p:cTn id="43" dur="500"/>
                                        <p:tgtEl>
                                          <p:spTgt spid="13723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137239"/>
                                        </p:tgtEl>
                                        <p:attrNameLst>
                                          <p:attrName>style.visibility</p:attrName>
                                        </p:attrNameLst>
                                      </p:cBhvr>
                                      <p:to>
                                        <p:strVal val="visible"/>
                                      </p:to>
                                    </p:set>
                                    <p:animEffect transition="in" filter="wipe(left)">
                                      <p:cBhvr>
                                        <p:cTn id="48" dur="500"/>
                                        <p:tgtEl>
                                          <p:spTgt spid="13723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137238"/>
                                        </p:tgtEl>
                                        <p:attrNameLst>
                                          <p:attrName>style.visibility</p:attrName>
                                        </p:attrNameLst>
                                      </p:cBhvr>
                                      <p:to>
                                        <p:strVal val="visible"/>
                                      </p:to>
                                    </p:set>
                                    <p:animEffect transition="in" filter="wipe(left)">
                                      <p:cBhvr>
                                        <p:cTn id="53" dur="500"/>
                                        <p:tgtEl>
                                          <p:spTgt spid="13723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37247"/>
                                        </p:tgtEl>
                                        <p:attrNameLst>
                                          <p:attrName>style.visibility</p:attrName>
                                        </p:attrNameLst>
                                      </p:cBhvr>
                                      <p:to>
                                        <p:strVal val="visible"/>
                                      </p:to>
                                    </p:set>
                                    <p:animEffect transition="in" filter="wipe(left)">
                                      <p:cBhvr>
                                        <p:cTn id="58" dur="500"/>
                                        <p:tgtEl>
                                          <p:spTgt spid="137247"/>
                                        </p:tgtEl>
                                      </p:cBhvr>
                                    </p:animEffect>
                                  </p:childTnLst>
                                </p:cTn>
                              </p:par>
                              <p:par>
                                <p:cTn id="59" presetID="22" presetClass="entr" presetSubtype="8" fill="hold" nodeType="withEffect">
                                  <p:stCondLst>
                                    <p:cond delay="0"/>
                                  </p:stCondLst>
                                  <p:childTnLst>
                                    <p:set>
                                      <p:cBhvr>
                                        <p:cTn id="60" dur="1" fill="hold">
                                          <p:stCondLst>
                                            <p:cond delay="0"/>
                                          </p:stCondLst>
                                        </p:cTn>
                                        <p:tgtEl>
                                          <p:spTgt spid="137237"/>
                                        </p:tgtEl>
                                        <p:attrNameLst>
                                          <p:attrName>style.visibility</p:attrName>
                                        </p:attrNameLst>
                                      </p:cBhvr>
                                      <p:to>
                                        <p:strVal val="visible"/>
                                      </p:to>
                                    </p:set>
                                    <p:animEffect transition="in" filter="wipe(left)">
                                      <p:cBhvr>
                                        <p:cTn id="61" dur="500"/>
                                        <p:tgtEl>
                                          <p:spTgt spid="137237"/>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137236"/>
                                        </p:tgtEl>
                                        <p:attrNameLst>
                                          <p:attrName>style.visibility</p:attrName>
                                        </p:attrNameLst>
                                      </p:cBhvr>
                                      <p:to>
                                        <p:strVal val="visible"/>
                                      </p:to>
                                    </p:set>
                                    <p:animEffect transition="in" filter="wipe(left)">
                                      <p:cBhvr>
                                        <p:cTn id="66" dur="500"/>
                                        <p:tgtEl>
                                          <p:spTgt spid="137236"/>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137248"/>
                                        </p:tgtEl>
                                        <p:attrNameLst>
                                          <p:attrName>style.visibility</p:attrName>
                                        </p:attrNameLst>
                                      </p:cBhvr>
                                      <p:to>
                                        <p:strVal val="visible"/>
                                      </p:to>
                                    </p:set>
                                    <p:animEffect transition="in" filter="wipe(left)">
                                      <p:cBhvr>
                                        <p:cTn id="69" dur="500"/>
                                        <p:tgtEl>
                                          <p:spTgt spid="137248"/>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137249"/>
                                        </p:tgtEl>
                                        <p:attrNameLst>
                                          <p:attrName>style.visibility</p:attrName>
                                        </p:attrNameLst>
                                      </p:cBhvr>
                                      <p:to>
                                        <p:strVal val="visible"/>
                                      </p:to>
                                    </p:set>
                                    <p:animEffect transition="in" filter="wipe(left)">
                                      <p:cBhvr>
                                        <p:cTn id="74" dur="500"/>
                                        <p:tgtEl>
                                          <p:spTgt spid="1372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2" grpId="0"/>
      <p:bldP spid="137233" grpId="0"/>
      <p:bldP spid="137234" grpId="0"/>
      <p:bldP spid="137247" grpId="0"/>
      <p:bldP spid="137248" grpId="0"/>
      <p:bldP spid="137249" grpId="0"/>
      <p:bldP spid="137250" grpId="0" animBg="1"/>
      <p:bldP spid="137250" grpId="1"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p:cNvSpPr txBox="1">
            <a:spLocks noChangeArrowheads="1"/>
          </p:cNvSpPr>
          <p:nvPr/>
        </p:nvSpPr>
        <p:spPr bwMode="auto">
          <a:xfrm>
            <a:off x="1014413" y="2736850"/>
            <a:ext cx="719137"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解</a:t>
            </a:r>
            <a:r>
              <a:rPr lang="en-US" altLang="zh-CN"/>
              <a:t>1</a:t>
            </a:r>
          </a:p>
        </p:txBody>
      </p:sp>
      <p:graphicFrame>
        <p:nvGraphicFramePr>
          <p:cNvPr id="68611" name="Object 3"/>
          <p:cNvGraphicFramePr>
            <a:graphicFrameLocks noChangeAspect="1"/>
          </p:cNvGraphicFramePr>
          <p:nvPr/>
        </p:nvGraphicFramePr>
        <p:xfrm>
          <a:off x="2233613" y="2257425"/>
          <a:ext cx="4521200" cy="1625600"/>
        </p:xfrm>
        <a:graphic>
          <a:graphicData uri="http://schemas.openxmlformats.org/presentationml/2006/ole">
            <mc:AlternateContent xmlns:mc="http://schemas.openxmlformats.org/markup-compatibility/2006">
              <mc:Choice xmlns:v="urn:schemas-microsoft-com:vml" Requires="v">
                <p:oleObj spid="_x0000_s56372" name="公式" r:id="rId3" imgW="4521200" imgH="1625600" progId="Equation.3">
                  <p:embed/>
                </p:oleObj>
              </mc:Choice>
              <mc:Fallback>
                <p:oleObj name="公式" r:id="rId3" imgW="4521200" imgH="1625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3613" y="2257425"/>
                        <a:ext cx="4521200" cy="162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12" name="Object 4"/>
          <p:cNvGraphicFramePr>
            <a:graphicFrameLocks noChangeAspect="1"/>
          </p:cNvGraphicFramePr>
          <p:nvPr/>
        </p:nvGraphicFramePr>
        <p:xfrm>
          <a:off x="2771775" y="3860800"/>
          <a:ext cx="2590800" cy="1612900"/>
        </p:xfrm>
        <a:graphic>
          <a:graphicData uri="http://schemas.openxmlformats.org/presentationml/2006/ole">
            <mc:AlternateContent xmlns:mc="http://schemas.openxmlformats.org/markup-compatibility/2006">
              <mc:Choice xmlns:v="urn:schemas-microsoft-com:vml" Requires="v">
                <p:oleObj spid="_x0000_s56373" name="Equation" r:id="rId5" imgW="2590800" imgH="1612900" progId="Equation.3">
                  <p:embed/>
                </p:oleObj>
              </mc:Choice>
              <mc:Fallback>
                <p:oleObj name="Equation" r:id="rId5" imgW="2590800" imgH="16129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1775" y="3860800"/>
                        <a:ext cx="2590800" cy="161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5" name="Object 5"/>
          <p:cNvGraphicFramePr>
            <a:graphicFrameLocks noChangeAspect="1"/>
          </p:cNvGraphicFramePr>
          <p:nvPr/>
        </p:nvGraphicFramePr>
        <p:xfrm>
          <a:off x="1908175" y="333375"/>
          <a:ext cx="6551613" cy="1906588"/>
        </p:xfrm>
        <a:graphic>
          <a:graphicData uri="http://schemas.openxmlformats.org/presentationml/2006/ole">
            <mc:AlternateContent xmlns:mc="http://schemas.openxmlformats.org/markup-compatibility/2006">
              <mc:Choice xmlns:v="urn:schemas-microsoft-com:vml" Requires="v">
                <p:oleObj spid="_x0000_s56374" name="Equation" r:id="rId7" imgW="1993900" imgH="711200" progId="Equation.DSMT4">
                  <p:embed/>
                </p:oleObj>
              </mc:Choice>
              <mc:Fallback>
                <p:oleObj name="Equation" r:id="rId7" imgW="1993900" imgH="7112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8175" y="333375"/>
                        <a:ext cx="6551613" cy="1906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26" name="Rectangle 6"/>
          <p:cNvSpPr>
            <a:spLocks noChangeArrowheads="1"/>
          </p:cNvSpPr>
          <p:nvPr/>
        </p:nvSpPr>
        <p:spPr bwMode="auto">
          <a:xfrm>
            <a:off x="1143000" y="981075"/>
            <a:ext cx="720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rPr>
              <a:t>例</a:t>
            </a:r>
            <a:r>
              <a:rPr lang="en-US" altLang="zh-CN">
                <a:latin typeface="黑体" pitchFamily="49" charset="-122"/>
              </a:rPr>
              <a:t>4</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8610"/>
                                        </p:tgtEl>
                                        <p:attrNameLst>
                                          <p:attrName>style.visibility</p:attrName>
                                        </p:attrNameLst>
                                      </p:cBhvr>
                                      <p:to>
                                        <p:strVal val="visible"/>
                                      </p:to>
                                    </p:set>
                                    <p:animEffect transition="in" filter="wipe(left)">
                                      <p:cBhvr>
                                        <p:cTn id="7" dur="500"/>
                                        <p:tgtEl>
                                          <p:spTgt spid="686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8611"/>
                                        </p:tgtEl>
                                        <p:attrNameLst>
                                          <p:attrName>style.visibility</p:attrName>
                                        </p:attrNameLst>
                                      </p:cBhvr>
                                      <p:to>
                                        <p:strVal val="visible"/>
                                      </p:to>
                                    </p:set>
                                    <p:animEffect transition="in" filter="wipe(left)">
                                      <p:cBhvr>
                                        <p:cTn id="12" dur="500"/>
                                        <p:tgtEl>
                                          <p:spTgt spid="686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8612"/>
                                        </p:tgtEl>
                                        <p:attrNameLst>
                                          <p:attrName>style.visibility</p:attrName>
                                        </p:attrNameLst>
                                      </p:cBhvr>
                                      <p:to>
                                        <p:strVal val="visible"/>
                                      </p:to>
                                    </p:set>
                                    <p:animEffect transition="in" filter="wipe(left)">
                                      <p:cBhvr>
                                        <p:cTn id="17" dur="500"/>
                                        <p:tgtEl>
                                          <p:spTgt spid="68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0"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346" name="Object 2"/>
          <p:cNvGraphicFramePr>
            <a:graphicFrameLocks noChangeAspect="1"/>
          </p:cNvGraphicFramePr>
          <p:nvPr/>
        </p:nvGraphicFramePr>
        <p:xfrm>
          <a:off x="684213" y="333375"/>
          <a:ext cx="5715000" cy="1524000"/>
        </p:xfrm>
        <a:graphic>
          <a:graphicData uri="http://schemas.openxmlformats.org/presentationml/2006/ole">
            <mc:AlternateContent xmlns:mc="http://schemas.openxmlformats.org/markup-compatibility/2006">
              <mc:Choice xmlns:v="urn:schemas-microsoft-com:vml" Requires="v">
                <p:oleObj spid="_x0000_s57411" name="公式" r:id="rId3" imgW="6210300" imgH="1676400" progId="Equation.3">
                  <p:embed/>
                </p:oleObj>
              </mc:Choice>
              <mc:Fallback>
                <p:oleObj name="公式" r:id="rId3" imgW="6210300" imgH="16764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333375"/>
                        <a:ext cx="5715000" cy="152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35" name="Object 3"/>
          <p:cNvGraphicFramePr>
            <a:graphicFrameLocks noChangeAspect="1"/>
          </p:cNvGraphicFramePr>
          <p:nvPr/>
        </p:nvGraphicFramePr>
        <p:xfrm>
          <a:off x="6443663" y="361950"/>
          <a:ext cx="2640012" cy="1338263"/>
        </p:xfrm>
        <a:graphic>
          <a:graphicData uri="http://schemas.openxmlformats.org/presentationml/2006/ole">
            <mc:AlternateContent xmlns:mc="http://schemas.openxmlformats.org/markup-compatibility/2006">
              <mc:Choice xmlns:v="urn:schemas-microsoft-com:vml" Requires="v">
                <p:oleObj spid="_x0000_s57412" name="公式" r:id="rId5" imgW="2895600" imgH="1676400" progId="Equation.3">
                  <p:embed/>
                </p:oleObj>
              </mc:Choice>
              <mc:Fallback>
                <p:oleObj name="公式" r:id="rId5" imgW="2895600" imgH="16764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43663" y="361950"/>
                        <a:ext cx="2640012" cy="1338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36" name="Text Box 4"/>
          <p:cNvSpPr txBox="1">
            <a:spLocks noChangeArrowheads="1"/>
          </p:cNvSpPr>
          <p:nvPr/>
        </p:nvSpPr>
        <p:spPr bwMode="auto">
          <a:xfrm>
            <a:off x="684213" y="3573463"/>
            <a:ext cx="19621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由此归纳出</a:t>
            </a:r>
          </a:p>
        </p:txBody>
      </p:sp>
      <p:graphicFrame>
        <p:nvGraphicFramePr>
          <p:cNvPr id="69637" name="Object 5"/>
          <p:cNvGraphicFramePr>
            <a:graphicFrameLocks noChangeAspect="1"/>
          </p:cNvGraphicFramePr>
          <p:nvPr/>
        </p:nvGraphicFramePr>
        <p:xfrm>
          <a:off x="1908175" y="3789363"/>
          <a:ext cx="6389688" cy="2057400"/>
        </p:xfrm>
        <a:graphic>
          <a:graphicData uri="http://schemas.openxmlformats.org/presentationml/2006/ole">
            <mc:AlternateContent xmlns:mc="http://schemas.openxmlformats.org/markup-compatibility/2006">
              <mc:Choice xmlns:v="urn:schemas-microsoft-com:vml" Requires="v">
                <p:oleObj spid="_x0000_s57413" name="公式" r:id="rId7" imgW="6388100" imgH="2286000" progId="Equation.3">
                  <p:embed/>
                </p:oleObj>
              </mc:Choice>
              <mc:Fallback>
                <p:oleObj name="公式" r:id="rId7" imgW="6388100" imgH="22860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8175" y="3789363"/>
                        <a:ext cx="6389688" cy="205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7" name="Object 7"/>
          <p:cNvGraphicFramePr>
            <a:graphicFrameLocks noChangeAspect="1"/>
          </p:cNvGraphicFramePr>
          <p:nvPr/>
        </p:nvGraphicFramePr>
        <p:xfrm>
          <a:off x="684213" y="1989138"/>
          <a:ext cx="3949700" cy="1552575"/>
        </p:xfrm>
        <a:graphic>
          <a:graphicData uri="http://schemas.openxmlformats.org/presentationml/2006/ole">
            <mc:AlternateContent xmlns:mc="http://schemas.openxmlformats.org/markup-compatibility/2006">
              <mc:Choice xmlns:v="urn:schemas-microsoft-com:vml" Requires="v">
                <p:oleObj spid="_x0000_s57414" name="Equation" r:id="rId9" imgW="2159000" imgH="850900" progId="Equation.DSMT4">
                  <p:embed/>
                </p:oleObj>
              </mc:Choice>
              <mc:Fallback>
                <p:oleObj name="Equation" r:id="rId9" imgW="2159000" imgH="85090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4213" y="1989138"/>
                        <a:ext cx="39497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9635"/>
                                        </p:tgtEl>
                                        <p:attrNameLst>
                                          <p:attrName>style.visibility</p:attrName>
                                        </p:attrNameLst>
                                      </p:cBhvr>
                                      <p:to>
                                        <p:strVal val="visible"/>
                                      </p:to>
                                    </p:set>
                                    <p:animEffect transition="in" filter="wipe(left)">
                                      <p:cBhvr>
                                        <p:cTn id="7" dur="500"/>
                                        <p:tgtEl>
                                          <p:spTgt spid="696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1687"/>
                                        </p:tgtEl>
                                        <p:attrNameLst>
                                          <p:attrName>style.visibility</p:attrName>
                                        </p:attrNameLst>
                                      </p:cBhvr>
                                      <p:to>
                                        <p:strVal val="visible"/>
                                      </p:to>
                                    </p:set>
                                    <p:animEffect transition="in" filter="wipe(left)">
                                      <p:cBhvr>
                                        <p:cTn id="12" dur="500"/>
                                        <p:tgtEl>
                                          <p:spTgt spid="716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9636"/>
                                        </p:tgtEl>
                                        <p:attrNameLst>
                                          <p:attrName>style.visibility</p:attrName>
                                        </p:attrNameLst>
                                      </p:cBhvr>
                                      <p:to>
                                        <p:strVal val="visible"/>
                                      </p:to>
                                    </p:set>
                                    <p:animEffect transition="in" filter="wipe(left)">
                                      <p:cBhvr>
                                        <p:cTn id="17" dur="500"/>
                                        <p:tgtEl>
                                          <p:spTgt spid="696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9637"/>
                                        </p:tgtEl>
                                        <p:attrNameLst>
                                          <p:attrName>style.visibility</p:attrName>
                                        </p:attrNameLst>
                                      </p:cBhvr>
                                      <p:to>
                                        <p:strVal val="visible"/>
                                      </p:to>
                                    </p:set>
                                    <p:animEffect transition="in" filter="wipe(left)">
                                      <p:cBhvr>
                                        <p:cTn id="22" dur="500"/>
                                        <p:tgtEl>
                                          <p:spTgt spid="69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6"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914400" y="685800"/>
            <a:ext cx="29908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用数学归纳法证明</a:t>
            </a:r>
          </a:p>
        </p:txBody>
      </p:sp>
      <p:grpSp>
        <p:nvGrpSpPr>
          <p:cNvPr id="70659" name="Group 3"/>
          <p:cNvGrpSpPr>
            <a:grpSpLocks/>
          </p:cNvGrpSpPr>
          <p:nvPr/>
        </p:nvGrpSpPr>
        <p:grpSpPr bwMode="auto">
          <a:xfrm>
            <a:off x="914400" y="1447800"/>
            <a:ext cx="3754438" cy="519113"/>
            <a:chOff x="144" y="1776"/>
            <a:chExt cx="2365" cy="327"/>
          </a:xfrm>
        </p:grpSpPr>
        <p:sp>
          <p:nvSpPr>
            <p:cNvPr id="58377" name="Text Box 4"/>
            <p:cNvSpPr txBox="1">
              <a:spLocks noChangeArrowheads="1"/>
            </p:cNvSpPr>
            <p:nvPr/>
          </p:nvSpPr>
          <p:spPr bwMode="auto">
            <a:xfrm>
              <a:off x="144" y="1776"/>
              <a:ext cx="2365"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当           时，显然成立</a:t>
              </a:r>
              <a:r>
                <a:rPr lang="en-US" altLang="zh-CN">
                  <a:solidFill>
                    <a:schemeClr val="bg2"/>
                  </a:solidFill>
                  <a:ea typeface="宋体" pitchFamily="2" charset="-122"/>
                </a:rPr>
                <a:t>.</a:t>
              </a:r>
            </a:p>
          </p:txBody>
        </p:sp>
        <p:graphicFrame>
          <p:nvGraphicFramePr>
            <p:cNvPr id="58378" name="Object 5"/>
            <p:cNvGraphicFramePr>
              <a:graphicFrameLocks noChangeAspect="1"/>
            </p:cNvGraphicFramePr>
            <p:nvPr/>
          </p:nvGraphicFramePr>
          <p:xfrm>
            <a:off x="480" y="1824"/>
            <a:ext cx="528" cy="208"/>
          </p:xfrm>
          <a:graphic>
            <a:graphicData uri="http://schemas.openxmlformats.org/presentationml/2006/ole">
              <mc:AlternateContent xmlns:mc="http://schemas.openxmlformats.org/markup-compatibility/2006">
                <mc:Choice xmlns:v="urn:schemas-microsoft-com:vml" Requires="v">
                  <p:oleObj spid="_x0000_s58439" name="公式" r:id="rId3" imgW="838200" imgH="330200" progId="Equation.3">
                    <p:embed/>
                  </p:oleObj>
                </mc:Choice>
                <mc:Fallback>
                  <p:oleObj name="公式" r:id="rId3" imgW="838200" imgH="330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 y="1824"/>
                          <a:ext cx="528"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0662" name="Group 6"/>
          <p:cNvGrpSpPr>
            <a:grpSpLocks/>
          </p:cNvGrpSpPr>
          <p:nvPr/>
        </p:nvGrpSpPr>
        <p:grpSpPr bwMode="auto">
          <a:xfrm>
            <a:off x="914400" y="2133600"/>
            <a:ext cx="5813425" cy="519113"/>
            <a:chOff x="182" y="2106"/>
            <a:chExt cx="3662" cy="327"/>
          </a:xfrm>
        </p:grpSpPr>
        <p:sp>
          <p:nvSpPr>
            <p:cNvPr id="58374" name="Text Box 7"/>
            <p:cNvSpPr txBox="1">
              <a:spLocks noChangeArrowheads="1"/>
            </p:cNvSpPr>
            <p:nvPr/>
          </p:nvSpPr>
          <p:spPr bwMode="auto">
            <a:xfrm>
              <a:off x="182" y="2106"/>
              <a:ext cx="3662"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假设           时成立，则                时，</a:t>
              </a:r>
            </a:p>
          </p:txBody>
        </p:sp>
        <p:graphicFrame>
          <p:nvGraphicFramePr>
            <p:cNvPr id="58375" name="Object 8"/>
            <p:cNvGraphicFramePr>
              <a:graphicFrameLocks noChangeAspect="1"/>
            </p:cNvGraphicFramePr>
            <p:nvPr/>
          </p:nvGraphicFramePr>
          <p:xfrm>
            <a:off x="720" y="2160"/>
            <a:ext cx="536" cy="208"/>
          </p:xfrm>
          <a:graphic>
            <a:graphicData uri="http://schemas.openxmlformats.org/presentationml/2006/ole">
              <mc:AlternateContent xmlns:mc="http://schemas.openxmlformats.org/markup-compatibility/2006">
                <mc:Choice xmlns:v="urn:schemas-microsoft-com:vml" Requires="v">
                  <p:oleObj spid="_x0000_s58440" name="公式" r:id="rId5" imgW="850531" imgH="330057" progId="Equation.3">
                    <p:embed/>
                  </p:oleObj>
                </mc:Choice>
                <mc:Fallback>
                  <p:oleObj name="公式" r:id="rId5" imgW="850531" imgH="330057"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0" y="2160"/>
                          <a:ext cx="536"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76" name="Object 9"/>
            <p:cNvGraphicFramePr>
              <a:graphicFrameLocks noChangeAspect="1"/>
            </p:cNvGraphicFramePr>
            <p:nvPr/>
          </p:nvGraphicFramePr>
          <p:xfrm>
            <a:off x="2448" y="2160"/>
            <a:ext cx="864" cy="208"/>
          </p:xfrm>
          <a:graphic>
            <a:graphicData uri="http://schemas.openxmlformats.org/presentationml/2006/ole">
              <mc:AlternateContent xmlns:mc="http://schemas.openxmlformats.org/markup-compatibility/2006">
                <mc:Choice xmlns:v="urn:schemas-microsoft-com:vml" Requires="v">
                  <p:oleObj spid="_x0000_s58441" name="公式" r:id="rId7" imgW="1371600" imgH="330200" progId="Equation.3">
                    <p:embed/>
                  </p:oleObj>
                </mc:Choice>
                <mc:Fallback>
                  <p:oleObj name="公式" r:id="rId7" imgW="1371600" imgH="3302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48" y="2160"/>
                          <a:ext cx="864"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70666" name="Object 10"/>
          <p:cNvGraphicFramePr>
            <a:graphicFrameLocks noChangeAspect="1"/>
          </p:cNvGraphicFramePr>
          <p:nvPr/>
        </p:nvGraphicFramePr>
        <p:xfrm>
          <a:off x="971550" y="2781300"/>
          <a:ext cx="7404100" cy="2217738"/>
        </p:xfrm>
        <a:graphic>
          <a:graphicData uri="http://schemas.openxmlformats.org/presentationml/2006/ole">
            <mc:AlternateContent xmlns:mc="http://schemas.openxmlformats.org/markup-compatibility/2006">
              <mc:Choice xmlns:v="urn:schemas-microsoft-com:vml" Requires="v">
                <p:oleObj spid="_x0000_s58442" name="Equation" r:id="rId9" imgW="7886700" imgH="2197100" progId="Equation.3">
                  <p:embed/>
                </p:oleObj>
              </mc:Choice>
              <mc:Fallback>
                <p:oleObj name="Equation" r:id="rId9" imgW="7886700" imgH="21971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1550" y="2781300"/>
                        <a:ext cx="7404100" cy="2217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0659"/>
                                        </p:tgtEl>
                                        <p:attrNameLst>
                                          <p:attrName>style.visibility</p:attrName>
                                        </p:attrNameLst>
                                      </p:cBhvr>
                                      <p:to>
                                        <p:strVal val="visible"/>
                                      </p:to>
                                    </p:set>
                                    <p:animEffect transition="in" filter="wipe(left)">
                                      <p:cBhvr>
                                        <p:cTn id="7" dur="500"/>
                                        <p:tgtEl>
                                          <p:spTgt spid="706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0662"/>
                                        </p:tgtEl>
                                        <p:attrNameLst>
                                          <p:attrName>style.visibility</p:attrName>
                                        </p:attrNameLst>
                                      </p:cBhvr>
                                      <p:to>
                                        <p:strVal val="visible"/>
                                      </p:to>
                                    </p:set>
                                    <p:animEffect transition="in" filter="wipe(left)">
                                      <p:cBhvr>
                                        <p:cTn id="12" dur="500"/>
                                        <p:tgtEl>
                                          <p:spTgt spid="706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0666"/>
                                        </p:tgtEl>
                                        <p:attrNameLst>
                                          <p:attrName>style.visibility</p:attrName>
                                        </p:attrNameLst>
                                      </p:cBhvr>
                                      <p:to>
                                        <p:strVal val="visible"/>
                                      </p:to>
                                    </p:set>
                                    <p:animEffect transition="in" filter="wipe(left)">
                                      <p:cBhvr>
                                        <p:cTn id="17" dur="500"/>
                                        <p:tgtEl>
                                          <p:spTgt spid="70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3"/>
          <p:cNvSpPr txBox="1">
            <a:spLocks noChangeArrowheads="1"/>
          </p:cNvSpPr>
          <p:nvPr/>
        </p:nvSpPr>
        <p:spPr bwMode="auto">
          <a:xfrm>
            <a:off x="914400" y="2589213"/>
            <a:ext cx="43624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所以对于任意的           都有</a:t>
            </a:r>
          </a:p>
        </p:txBody>
      </p:sp>
      <p:graphicFrame>
        <p:nvGraphicFramePr>
          <p:cNvPr id="59395" name="Object 4"/>
          <p:cNvGraphicFramePr>
            <a:graphicFrameLocks noChangeAspect="1"/>
          </p:cNvGraphicFramePr>
          <p:nvPr/>
        </p:nvGraphicFramePr>
        <p:xfrm>
          <a:off x="3525838" y="2601913"/>
          <a:ext cx="901700" cy="452437"/>
        </p:xfrm>
        <a:graphic>
          <a:graphicData uri="http://schemas.openxmlformats.org/presentationml/2006/ole">
            <mc:AlternateContent xmlns:mc="http://schemas.openxmlformats.org/markup-compatibility/2006">
              <mc:Choice xmlns:v="urn:schemas-microsoft-com:vml" Requires="v">
                <p:oleObj spid="_x0000_s59443" name="Equation" r:id="rId3" imgW="355138" imgH="177569" progId="Equation.DSMT4">
                  <p:embed/>
                </p:oleObj>
              </mc:Choice>
              <mc:Fallback>
                <p:oleObj name="Equation" r:id="rId3" imgW="355138" imgH="177569"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5838" y="2601913"/>
                        <a:ext cx="901700" cy="452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5" name="Object 5"/>
          <p:cNvGraphicFramePr>
            <a:graphicFrameLocks noChangeAspect="1"/>
          </p:cNvGraphicFramePr>
          <p:nvPr/>
        </p:nvGraphicFramePr>
        <p:xfrm>
          <a:off x="1079500" y="3287713"/>
          <a:ext cx="4838700" cy="2197100"/>
        </p:xfrm>
        <a:graphic>
          <a:graphicData uri="http://schemas.openxmlformats.org/presentationml/2006/ole">
            <mc:AlternateContent xmlns:mc="http://schemas.openxmlformats.org/markup-compatibility/2006">
              <mc:Choice xmlns:v="urn:schemas-microsoft-com:vml" Requires="v">
                <p:oleObj spid="_x0000_s59444" name="Equation" r:id="rId5" imgW="4838700" imgH="2197100" progId="Equation.3">
                  <p:embed/>
                </p:oleObj>
              </mc:Choice>
              <mc:Fallback>
                <p:oleObj name="Equation" r:id="rId5" imgW="4838700" imgH="21971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9500" y="3287713"/>
                        <a:ext cx="4838700" cy="219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7" name="Object 6"/>
          <p:cNvGraphicFramePr>
            <a:graphicFrameLocks noChangeAspect="1"/>
          </p:cNvGraphicFramePr>
          <p:nvPr/>
        </p:nvGraphicFramePr>
        <p:xfrm>
          <a:off x="1004888" y="260350"/>
          <a:ext cx="5534025" cy="2057400"/>
        </p:xfrm>
        <a:graphic>
          <a:graphicData uri="http://schemas.openxmlformats.org/presentationml/2006/ole">
            <mc:AlternateContent xmlns:mc="http://schemas.openxmlformats.org/markup-compatibility/2006">
              <mc:Choice xmlns:v="urn:schemas-microsoft-com:vml" Requires="v">
                <p:oleObj spid="_x0000_s59445" name="Equation" r:id="rId7" imgW="5041900" imgH="2197100" progId="Equation.3">
                  <p:embed/>
                </p:oleObj>
              </mc:Choice>
              <mc:Fallback>
                <p:oleObj name="Equation" r:id="rId7" imgW="5041900" imgH="21971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4888" y="260350"/>
                        <a:ext cx="5534025" cy="205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1685"/>
                                        </p:tgtEl>
                                        <p:attrNameLst>
                                          <p:attrName>style.visibility</p:attrName>
                                        </p:attrNameLst>
                                      </p:cBhvr>
                                      <p:to>
                                        <p:strVal val="visible"/>
                                      </p:to>
                                    </p:set>
                                    <p:animEffect transition="in" filter="wipe(left)">
                                      <p:cBhvr>
                                        <p:cTn id="7" dur="500"/>
                                        <p:tgtEl>
                                          <p:spTgt spid="71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611188" y="609600"/>
            <a:ext cx="7543800" cy="658813"/>
          </a:xfrm>
        </p:spPr>
        <p:txBody>
          <a:bodyPr/>
          <a:lstStyle/>
          <a:p>
            <a:pPr eaLnBrk="1" hangingPunct="1">
              <a:defRPr/>
            </a:pPr>
            <a:r>
              <a:rPr lang="zh-CN" altLang="en-US" sz="2800">
                <a:solidFill>
                  <a:schemeClr val="tx1"/>
                </a:solidFill>
              </a:rPr>
              <a:t>解</a:t>
            </a:r>
            <a:r>
              <a:rPr lang="en-US" altLang="zh-CN" sz="2800">
                <a:solidFill>
                  <a:schemeClr val="tx1"/>
                </a:solidFill>
              </a:rPr>
              <a:t>2 </a:t>
            </a:r>
            <a:r>
              <a:rPr lang="zh-CN" altLang="en-US" sz="2800">
                <a:solidFill>
                  <a:schemeClr val="tx1"/>
                </a:solidFill>
              </a:rPr>
              <a:t>设</a:t>
            </a:r>
          </a:p>
        </p:txBody>
      </p:sp>
      <p:graphicFrame>
        <p:nvGraphicFramePr>
          <p:cNvPr id="139268" name="Object 4"/>
          <p:cNvGraphicFramePr>
            <a:graphicFrameLocks noChangeAspect="1"/>
          </p:cNvGraphicFramePr>
          <p:nvPr/>
        </p:nvGraphicFramePr>
        <p:xfrm>
          <a:off x="1763713" y="188913"/>
          <a:ext cx="3744912" cy="1619250"/>
        </p:xfrm>
        <a:graphic>
          <a:graphicData uri="http://schemas.openxmlformats.org/presentationml/2006/ole">
            <mc:AlternateContent xmlns:mc="http://schemas.openxmlformats.org/markup-compatibility/2006">
              <mc:Choice xmlns:v="urn:schemas-microsoft-com:vml" Requires="v">
                <p:oleObj spid="_x0000_s60535" name="Equation" r:id="rId3" imgW="1854200" imgH="800100" progId="Equation.DSMT4">
                  <p:embed/>
                </p:oleObj>
              </mc:Choice>
              <mc:Fallback>
                <p:oleObj name="Equation" r:id="rId3" imgW="1854200" imgH="8001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188913"/>
                        <a:ext cx="3744912"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9270" name="Object 6"/>
          <p:cNvGraphicFramePr>
            <a:graphicFrameLocks noChangeAspect="1"/>
          </p:cNvGraphicFramePr>
          <p:nvPr/>
        </p:nvGraphicFramePr>
        <p:xfrm>
          <a:off x="6602413" y="214313"/>
          <a:ext cx="2146300" cy="1485900"/>
        </p:xfrm>
        <a:graphic>
          <a:graphicData uri="http://schemas.openxmlformats.org/presentationml/2006/ole">
            <mc:AlternateContent xmlns:mc="http://schemas.openxmlformats.org/markup-compatibility/2006">
              <mc:Choice xmlns:v="urn:schemas-microsoft-com:vml" Requires="v">
                <p:oleObj spid="_x0000_s60536" name="Equation" r:id="rId5" imgW="1155700" imgH="800100" progId="Equation.DSMT4">
                  <p:embed/>
                </p:oleObj>
              </mc:Choice>
              <mc:Fallback>
                <p:oleObj name="Equation" r:id="rId5" imgW="1155700" imgH="8001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02413" y="214313"/>
                        <a:ext cx="2146300"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9272" name="Rectangle 8"/>
          <p:cNvSpPr>
            <a:spLocks noChangeArrowheads="1"/>
          </p:cNvSpPr>
          <p:nvPr/>
        </p:nvSpPr>
        <p:spPr bwMode="auto">
          <a:xfrm>
            <a:off x="1198563" y="1700213"/>
            <a:ext cx="52085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数量矩阵</a:t>
            </a:r>
            <a:r>
              <a:rPr lang="en-US" altLang="zh-CN" i="1">
                <a:latin typeface="Symbol" pitchFamily="18" charset="2"/>
              </a:rPr>
              <a:t>l</a:t>
            </a:r>
            <a:r>
              <a:rPr lang="en-US" altLang="zh-CN" i="1"/>
              <a:t>E</a:t>
            </a:r>
            <a:r>
              <a:rPr lang="zh-CN" altLang="en-US"/>
              <a:t>和同阶矩阵</a:t>
            </a:r>
            <a:r>
              <a:rPr lang="en-US" altLang="zh-CN" i="1"/>
              <a:t>B</a:t>
            </a:r>
            <a:r>
              <a:rPr lang="zh-CN" altLang="en-US"/>
              <a:t>可交换</a:t>
            </a:r>
            <a:r>
              <a:rPr lang="en-US" altLang="zh-CN"/>
              <a:t>.</a:t>
            </a:r>
          </a:p>
        </p:txBody>
      </p:sp>
      <p:sp>
        <p:nvSpPr>
          <p:cNvPr id="139273" name="Rectangle 9"/>
          <p:cNvSpPr>
            <a:spLocks noChangeArrowheads="1"/>
          </p:cNvSpPr>
          <p:nvPr/>
        </p:nvSpPr>
        <p:spPr bwMode="auto">
          <a:xfrm>
            <a:off x="903288" y="3752850"/>
            <a:ext cx="3028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由二项式定理得：</a:t>
            </a:r>
          </a:p>
        </p:txBody>
      </p:sp>
      <p:graphicFrame>
        <p:nvGraphicFramePr>
          <p:cNvPr id="139274" name="Object 10"/>
          <p:cNvGraphicFramePr>
            <a:graphicFrameLocks noChangeAspect="1"/>
          </p:cNvGraphicFramePr>
          <p:nvPr/>
        </p:nvGraphicFramePr>
        <p:xfrm>
          <a:off x="1116013" y="4411663"/>
          <a:ext cx="6699250" cy="1104900"/>
        </p:xfrm>
        <a:graphic>
          <a:graphicData uri="http://schemas.openxmlformats.org/presentationml/2006/ole">
            <mc:AlternateContent xmlns:mc="http://schemas.openxmlformats.org/markup-compatibility/2006">
              <mc:Choice xmlns:v="urn:schemas-microsoft-com:vml" Requires="v">
                <p:oleObj spid="_x0000_s60537" name="Equation" r:id="rId7" imgW="3314700" imgH="546100" progId="Equation.DSMT4">
                  <p:embed/>
                </p:oleObj>
              </mc:Choice>
              <mc:Fallback>
                <p:oleObj name="Equation" r:id="rId7" imgW="3314700" imgH="5461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6013" y="4411663"/>
                        <a:ext cx="6699250"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9276" name="Text Box 12"/>
          <p:cNvSpPr txBox="1">
            <a:spLocks noChangeArrowheads="1"/>
          </p:cNvSpPr>
          <p:nvPr/>
        </p:nvSpPr>
        <p:spPr bwMode="auto">
          <a:xfrm>
            <a:off x="6588125" y="1685925"/>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且</a:t>
            </a:r>
          </a:p>
        </p:txBody>
      </p:sp>
      <p:graphicFrame>
        <p:nvGraphicFramePr>
          <p:cNvPr id="139279" name="Object 15"/>
          <p:cNvGraphicFramePr>
            <a:graphicFrameLocks noChangeAspect="1"/>
          </p:cNvGraphicFramePr>
          <p:nvPr/>
        </p:nvGraphicFramePr>
        <p:xfrm>
          <a:off x="1141413" y="2276475"/>
          <a:ext cx="2206625" cy="1430338"/>
        </p:xfrm>
        <a:graphic>
          <a:graphicData uri="http://schemas.openxmlformats.org/presentationml/2006/ole">
            <mc:AlternateContent xmlns:mc="http://schemas.openxmlformats.org/markup-compatibility/2006">
              <mc:Choice xmlns:v="urn:schemas-microsoft-com:vml" Requires="v">
                <p:oleObj spid="_x0000_s60538" name="Equation" r:id="rId9" imgW="1231366" imgH="799753" progId="Equation.DSMT4">
                  <p:embed/>
                </p:oleObj>
              </mc:Choice>
              <mc:Fallback>
                <p:oleObj name="Equation" r:id="rId9" imgW="1231366" imgH="799753" progId="Equation.DSMT4">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41413" y="2276475"/>
                        <a:ext cx="2206625" cy="143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9278" name="Object 14"/>
          <p:cNvGraphicFramePr>
            <a:graphicFrameLocks noChangeAspect="1"/>
          </p:cNvGraphicFramePr>
          <p:nvPr/>
        </p:nvGraphicFramePr>
        <p:xfrm>
          <a:off x="3387725" y="2276475"/>
          <a:ext cx="2263775" cy="1465263"/>
        </p:xfrm>
        <a:graphic>
          <a:graphicData uri="http://schemas.openxmlformats.org/presentationml/2006/ole">
            <mc:AlternateContent xmlns:mc="http://schemas.openxmlformats.org/markup-compatibility/2006">
              <mc:Choice xmlns:v="urn:schemas-microsoft-com:vml" Requires="v">
                <p:oleObj spid="_x0000_s60539" name="Equation" r:id="rId11" imgW="1231366" imgH="799753" progId="Equation.DSMT4">
                  <p:embed/>
                </p:oleObj>
              </mc:Choice>
              <mc:Fallback>
                <p:oleObj name="Equation" r:id="rId11" imgW="1231366" imgH="799753"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87725" y="2276475"/>
                        <a:ext cx="2263775"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9277" name="Object 13"/>
          <p:cNvGraphicFramePr>
            <a:graphicFrameLocks noChangeAspect="1"/>
          </p:cNvGraphicFramePr>
          <p:nvPr/>
        </p:nvGraphicFramePr>
        <p:xfrm>
          <a:off x="5867400" y="2687638"/>
          <a:ext cx="2305050" cy="596900"/>
        </p:xfrm>
        <a:graphic>
          <a:graphicData uri="http://schemas.openxmlformats.org/presentationml/2006/ole">
            <mc:AlternateContent xmlns:mc="http://schemas.openxmlformats.org/markup-compatibility/2006">
              <mc:Choice xmlns:v="urn:schemas-microsoft-com:vml" Requires="v">
                <p:oleObj spid="_x0000_s60540" name="Equation" r:id="rId13" imgW="1028254" imgH="266584" progId="Equation.DSMT4">
                  <p:embed/>
                </p:oleObj>
              </mc:Choice>
              <mc:Fallback>
                <p:oleObj name="Equation" r:id="rId13" imgW="1028254" imgH="266584" progId="Equation.DSMT4">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67400" y="2687638"/>
                        <a:ext cx="230505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9283" name="Object 19"/>
          <p:cNvGraphicFramePr>
            <a:graphicFrameLocks noChangeAspect="1"/>
          </p:cNvGraphicFramePr>
          <p:nvPr/>
        </p:nvGraphicFramePr>
        <p:xfrm>
          <a:off x="1619250" y="5445125"/>
          <a:ext cx="4392613" cy="858838"/>
        </p:xfrm>
        <a:graphic>
          <a:graphicData uri="http://schemas.openxmlformats.org/presentationml/2006/ole">
            <mc:AlternateContent xmlns:mc="http://schemas.openxmlformats.org/markup-compatibility/2006">
              <mc:Choice xmlns:v="urn:schemas-microsoft-com:vml" Requires="v">
                <p:oleObj spid="_x0000_s60541" name="Equation" r:id="rId15" imgW="2336800" imgH="457200" progId="Equation.DSMT4">
                  <p:embed/>
                </p:oleObj>
              </mc:Choice>
              <mc:Fallback>
                <p:oleObj name="Equation" r:id="rId15" imgW="2336800" imgH="457200" progId="Equation.DSMT4">
                  <p:embed/>
                  <p:pic>
                    <p:nvPicPr>
                      <p:cNvPr id="0"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19250" y="5445125"/>
                        <a:ext cx="4392613"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9285" name="Rectangle 21"/>
          <p:cNvSpPr>
            <a:spLocks noChangeArrowheads="1"/>
          </p:cNvSpPr>
          <p:nvPr/>
        </p:nvSpPr>
        <p:spPr bwMode="auto">
          <a:xfrm>
            <a:off x="5364163" y="677863"/>
            <a:ext cx="1250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a:effectLst>
                  <a:outerShdw blurRad="38100" dist="38100" dir="2700000" algn="tl">
                    <a:srgbClr val="C0C0C0"/>
                  </a:outerShdw>
                </a:effectLst>
                <a:ea typeface="黑体" pitchFamily="2" charset="-122"/>
              </a:rPr>
              <a:t>，其中</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9268"/>
                                        </p:tgtEl>
                                        <p:attrNameLst>
                                          <p:attrName>style.visibility</p:attrName>
                                        </p:attrNameLst>
                                      </p:cBhvr>
                                      <p:to>
                                        <p:strVal val="visible"/>
                                      </p:to>
                                    </p:set>
                                    <p:animEffect transition="in" filter="wipe(left)">
                                      <p:cBhvr>
                                        <p:cTn id="7" dur="500"/>
                                        <p:tgtEl>
                                          <p:spTgt spid="1392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9285"/>
                                        </p:tgtEl>
                                        <p:attrNameLst>
                                          <p:attrName>style.visibility</p:attrName>
                                        </p:attrNameLst>
                                      </p:cBhvr>
                                      <p:to>
                                        <p:strVal val="visible"/>
                                      </p:to>
                                    </p:set>
                                    <p:animEffect transition="in" filter="wipe(left)">
                                      <p:cBhvr>
                                        <p:cTn id="12" dur="500"/>
                                        <p:tgtEl>
                                          <p:spTgt spid="139285"/>
                                        </p:tgtEl>
                                      </p:cBhvr>
                                    </p:animEffect>
                                  </p:childTnLst>
                                </p:cTn>
                              </p:par>
                              <p:par>
                                <p:cTn id="13" presetID="22" presetClass="entr" presetSubtype="8" fill="hold" nodeType="withEffect">
                                  <p:stCondLst>
                                    <p:cond delay="0"/>
                                  </p:stCondLst>
                                  <p:childTnLst>
                                    <p:set>
                                      <p:cBhvr>
                                        <p:cTn id="14" dur="1" fill="hold">
                                          <p:stCondLst>
                                            <p:cond delay="0"/>
                                          </p:stCondLst>
                                        </p:cTn>
                                        <p:tgtEl>
                                          <p:spTgt spid="139270"/>
                                        </p:tgtEl>
                                        <p:attrNameLst>
                                          <p:attrName>style.visibility</p:attrName>
                                        </p:attrNameLst>
                                      </p:cBhvr>
                                      <p:to>
                                        <p:strVal val="visible"/>
                                      </p:to>
                                    </p:set>
                                    <p:animEffect transition="in" filter="wipe(left)">
                                      <p:cBhvr>
                                        <p:cTn id="15" dur="500"/>
                                        <p:tgtEl>
                                          <p:spTgt spid="13927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39272"/>
                                        </p:tgtEl>
                                        <p:attrNameLst>
                                          <p:attrName>style.visibility</p:attrName>
                                        </p:attrNameLst>
                                      </p:cBhvr>
                                      <p:to>
                                        <p:strVal val="visible"/>
                                      </p:to>
                                    </p:set>
                                    <p:animEffect transition="in" filter="wipe(left)">
                                      <p:cBhvr>
                                        <p:cTn id="20" dur="500"/>
                                        <p:tgtEl>
                                          <p:spTgt spid="13927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39276"/>
                                        </p:tgtEl>
                                        <p:attrNameLst>
                                          <p:attrName>style.visibility</p:attrName>
                                        </p:attrNameLst>
                                      </p:cBhvr>
                                      <p:to>
                                        <p:strVal val="visible"/>
                                      </p:to>
                                    </p:set>
                                    <p:animEffect transition="in" filter="wipe(left)">
                                      <p:cBhvr>
                                        <p:cTn id="25" dur="500"/>
                                        <p:tgtEl>
                                          <p:spTgt spid="139276"/>
                                        </p:tgtEl>
                                      </p:cBhvr>
                                    </p:animEffect>
                                  </p:childTnLst>
                                </p:cTn>
                              </p:par>
                              <p:par>
                                <p:cTn id="26" presetID="22" presetClass="entr" presetSubtype="8" fill="hold" nodeType="withEffect">
                                  <p:stCondLst>
                                    <p:cond delay="0"/>
                                  </p:stCondLst>
                                  <p:childTnLst>
                                    <p:set>
                                      <p:cBhvr>
                                        <p:cTn id="27" dur="1" fill="hold">
                                          <p:stCondLst>
                                            <p:cond delay="0"/>
                                          </p:stCondLst>
                                        </p:cTn>
                                        <p:tgtEl>
                                          <p:spTgt spid="139279"/>
                                        </p:tgtEl>
                                        <p:attrNameLst>
                                          <p:attrName>style.visibility</p:attrName>
                                        </p:attrNameLst>
                                      </p:cBhvr>
                                      <p:to>
                                        <p:strVal val="visible"/>
                                      </p:to>
                                    </p:set>
                                    <p:animEffect transition="in" filter="wipe(left)">
                                      <p:cBhvr>
                                        <p:cTn id="28" dur="500"/>
                                        <p:tgtEl>
                                          <p:spTgt spid="13927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139278"/>
                                        </p:tgtEl>
                                        <p:attrNameLst>
                                          <p:attrName>style.visibility</p:attrName>
                                        </p:attrNameLst>
                                      </p:cBhvr>
                                      <p:to>
                                        <p:strVal val="visible"/>
                                      </p:to>
                                    </p:set>
                                    <p:animEffect transition="in" filter="wipe(left)">
                                      <p:cBhvr>
                                        <p:cTn id="33" dur="500"/>
                                        <p:tgtEl>
                                          <p:spTgt spid="13927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139277"/>
                                        </p:tgtEl>
                                        <p:attrNameLst>
                                          <p:attrName>style.visibility</p:attrName>
                                        </p:attrNameLst>
                                      </p:cBhvr>
                                      <p:to>
                                        <p:strVal val="visible"/>
                                      </p:to>
                                    </p:set>
                                    <p:animEffect transition="in" filter="wipe(left)">
                                      <p:cBhvr>
                                        <p:cTn id="38" dur="500"/>
                                        <p:tgtEl>
                                          <p:spTgt spid="13927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39273"/>
                                        </p:tgtEl>
                                        <p:attrNameLst>
                                          <p:attrName>style.visibility</p:attrName>
                                        </p:attrNameLst>
                                      </p:cBhvr>
                                      <p:to>
                                        <p:strVal val="visible"/>
                                      </p:to>
                                    </p:set>
                                    <p:animEffect transition="in" filter="wipe(left)">
                                      <p:cBhvr>
                                        <p:cTn id="43" dur="500"/>
                                        <p:tgtEl>
                                          <p:spTgt spid="13927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139274"/>
                                        </p:tgtEl>
                                        <p:attrNameLst>
                                          <p:attrName>style.visibility</p:attrName>
                                        </p:attrNameLst>
                                      </p:cBhvr>
                                      <p:to>
                                        <p:strVal val="visible"/>
                                      </p:to>
                                    </p:set>
                                    <p:animEffect transition="in" filter="wipe(left)">
                                      <p:cBhvr>
                                        <p:cTn id="48" dur="500"/>
                                        <p:tgtEl>
                                          <p:spTgt spid="139274"/>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139283"/>
                                        </p:tgtEl>
                                        <p:attrNameLst>
                                          <p:attrName>style.visibility</p:attrName>
                                        </p:attrNameLst>
                                      </p:cBhvr>
                                      <p:to>
                                        <p:strVal val="visible"/>
                                      </p:to>
                                    </p:set>
                                    <p:animEffect transition="in" filter="wipe(left)">
                                      <p:cBhvr>
                                        <p:cTn id="53" dur="500"/>
                                        <p:tgtEl>
                                          <p:spTgt spid="139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72" grpId="0"/>
      <p:bldP spid="139273" grpId="0"/>
      <p:bldP spid="139276" grpId="0"/>
      <p:bldP spid="13928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42" name="Object 4"/>
          <p:cNvGraphicFramePr>
            <a:graphicFrameLocks noChangeAspect="1"/>
          </p:cNvGraphicFramePr>
          <p:nvPr/>
        </p:nvGraphicFramePr>
        <p:xfrm>
          <a:off x="900113" y="692150"/>
          <a:ext cx="7704137" cy="1697038"/>
        </p:xfrm>
        <a:graphic>
          <a:graphicData uri="http://schemas.openxmlformats.org/presentationml/2006/ole">
            <mc:AlternateContent xmlns:mc="http://schemas.openxmlformats.org/markup-compatibility/2006">
              <mc:Choice xmlns:v="urn:schemas-microsoft-com:vml" Requires="v">
                <p:oleObj spid="_x0000_s61474" name="Equation" r:id="rId3" imgW="3632200" imgH="800100" progId="Equation.DSMT4">
                  <p:embed/>
                </p:oleObj>
              </mc:Choice>
              <mc:Fallback>
                <p:oleObj name="Equation" r:id="rId3" imgW="3632200" imgH="8001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692150"/>
                        <a:ext cx="7704137" cy="169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1317" name="Object 5"/>
          <p:cNvGraphicFramePr>
            <a:graphicFrameLocks noChangeAspect="1"/>
          </p:cNvGraphicFramePr>
          <p:nvPr/>
        </p:nvGraphicFramePr>
        <p:xfrm>
          <a:off x="900113" y="2565400"/>
          <a:ext cx="3816350" cy="2289175"/>
        </p:xfrm>
        <a:graphic>
          <a:graphicData uri="http://schemas.openxmlformats.org/presentationml/2006/ole">
            <mc:AlternateContent xmlns:mc="http://schemas.openxmlformats.org/markup-compatibility/2006">
              <mc:Choice xmlns:v="urn:schemas-microsoft-com:vml" Requires="v">
                <p:oleObj spid="_x0000_s61475" name="Equation" r:id="rId5" imgW="2146300" imgH="1282700" progId="Equation.DSMT4">
                  <p:embed/>
                </p:oleObj>
              </mc:Choice>
              <mc:Fallback>
                <p:oleObj name="Equation" r:id="rId5" imgW="2146300" imgH="12827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2565400"/>
                        <a:ext cx="3816350"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13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ChangeArrowheads="1"/>
          </p:cNvSpPr>
          <p:nvPr/>
        </p:nvSpPr>
        <p:spPr bwMode="auto">
          <a:xfrm>
            <a:off x="717550" y="952500"/>
            <a:ext cx="7772400" cy="1470025"/>
          </a:xfrm>
          <a:prstGeom prst="rect">
            <a:avLst/>
          </a:prstGeom>
          <a:noFill/>
          <a:ln w="9525">
            <a:noFill/>
            <a:miter lim="800000"/>
            <a:headEnd/>
            <a:tailEnd/>
          </a:ln>
          <a:effectLst/>
        </p:spPr>
        <p:txBody>
          <a:bodyPr anchor="ctr"/>
          <a:lstStyle/>
          <a:p>
            <a:pPr algn="ctr">
              <a:defRPr/>
            </a:pPr>
            <a:r>
              <a:rPr lang="zh-CN" altLang="en-US" sz="6600">
                <a:solidFill>
                  <a:srgbClr val="0000FF"/>
                </a:solidFill>
                <a:effectLst>
                  <a:outerShdw blurRad="38100" dist="38100" dir="2700000" algn="tl">
                    <a:srgbClr val="C0C0C0"/>
                  </a:outerShdw>
                </a:effectLst>
                <a:ea typeface="黑体" pitchFamily="2" charset="-122"/>
              </a:rPr>
              <a:t>第二章 矩阵代数</a:t>
            </a:r>
          </a:p>
        </p:txBody>
      </p:sp>
      <p:sp>
        <p:nvSpPr>
          <p:cNvPr id="62467" name="Rectangle 3"/>
          <p:cNvSpPr>
            <a:spLocks noChangeArrowheads="1"/>
          </p:cNvSpPr>
          <p:nvPr/>
        </p:nvSpPr>
        <p:spPr bwMode="auto">
          <a:xfrm>
            <a:off x="1403350" y="2708275"/>
            <a:ext cx="64008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algn="ctr" eaLnBrk="1" hangingPunct="1">
              <a:spcBef>
                <a:spcPct val="20000"/>
              </a:spcBef>
            </a:pPr>
            <a:r>
              <a:rPr lang="zh-CN" altLang="en-US" sz="4400">
                <a:solidFill>
                  <a:schemeClr val="accent2"/>
                </a:solidFill>
                <a:latin typeface="黑体" pitchFamily="49" charset="-122"/>
              </a:rPr>
              <a:t>第三节 逆矩阵与矩阵的初等变换 </a:t>
            </a:r>
          </a:p>
        </p:txBody>
      </p:sp>
    </p:spTree>
  </p:cSld>
  <p:clrMapOvr>
    <a:masterClrMapping/>
  </p:clrMapOvr>
  <p:transition>
    <p:wip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8130" name="Object 2"/>
          <p:cNvGraphicFramePr>
            <a:graphicFrameLocks noChangeAspect="1"/>
          </p:cNvGraphicFramePr>
          <p:nvPr/>
        </p:nvGraphicFramePr>
        <p:xfrm>
          <a:off x="2971800" y="2286000"/>
          <a:ext cx="2184400" cy="442913"/>
        </p:xfrm>
        <a:graphic>
          <a:graphicData uri="http://schemas.openxmlformats.org/presentationml/2006/ole">
            <mc:AlternateContent xmlns:mc="http://schemas.openxmlformats.org/markup-compatibility/2006">
              <mc:Choice xmlns:v="urn:schemas-microsoft-com:vml" Requires="v">
                <p:oleObj spid="_x0000_s63638" name="Equation" r:id="rId3" imgW="2260600" imgH="444500" progId="Equation.3">
                  <p:embed/>
                </p:oleObj>
              </mc:Choice>
              <mc:Fallback>
                <p:oleObj name="Equation" r:id="rId3" imgW="2260600" imgH="4445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2286000"/>
                        <a:ext cx="218440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31" name="Object 3"/>
          <p:cNvGraphicFramePr>
            <a:graphicFrameLocks noChangeAspect="1"/>
          </p:cNvGraphicFramePr>
          <p:nvPr/>
        </p:nvGraphicFramePr>
        <p:xfrm>
          <a:off x="2362200" y="4748213"/>
          <a:ext cx="2667000" cy="444500"/>
        </p:xfrm>
        <a:graphic>
          <a:graphicData uri="http://schemas.openxmlformats.org/presentationml/2006/ole">
            <mc:AlternateContent xmlns:mc="http://schemas.openxmlformats.org/markup-compatibility/2006">
              <mc:Choice xmlns:v="urn:schemas-microsoft-com:vml" Requires="v">
                <p:oleObj spid="_x0000_s63639" name="Equation" r:id="rId5" imgW="2667000" imgH="444500" progId="Equation.3">
                  <p:embed/>
                </p:oleObj>
              </mc:Choice>
              <mc:Fallback>
                <p:oleObj name="Equation" r:id="rId5" imgW="2667000" imgH="4445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2200" y="4748213"/>
                        <a:ext cx="26670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3" name="Text Box 5"/>
          <p:cNvSpPr txBox="1">
            <a:spLocks noChangeArrowheads="1"/>
          </p:cNvSpPr>
          <p:nvPr/>
        </p:nvSpPr>
        <p:spPr bwMode="auto">
          <a:xfrm>
            <a:off x="874713" y="5357813"/>
            <a:ext cx="77358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dirty="0">
                <a:solidFill>
                  <a:schemeClr val="bg2"/>
                </a:solidFill>
                <a:ea typeface="宋体" pitchFamily="2" charset="-122"/>
              </a:rPr>
              <a:t>则矩阵</a:t>
            </a:r>
            <a:r>
              <a:rPr lang="en-US" altLang="zh-CN" i="1" dirty="0">
                <a:solidFill>
                  <a:schemeClr val="bg2"/>
                </a:solidFill>
                <a:ea typeface="宋体" pitchFamily="2" charset="-122"/>
              </a:rPr>
              <a:t>A</a:t>
            </a:r>
            <a:r>
              <a:rPr lang="en-US" altLang="zh-CN" baseline="30000" dirty="0">
                <a:solidFill>
                  <a:schemeClr val="bg2"/>
                </a:solidFill>
                <a:ea typeface="宋体" pitchFamily="2" charset="-122"/>
              </a:rPr>
              <a:t>-1</a:t>
            </a:r>
            <a:r>
              <a:rPr lang="zh-CN" altLang="en-US" dirty="0">
                <a:solidFill>
                  <a:schemeClr val="bg2"/>
                </a:solidFill>
                <a:ea typeface="宋体" pitchFamily="2" charset="-122"/>
              </a:rPr>
              <a:t>也可类似称为</a:t>
            </a:r>
            <a:r>
              <a:rPr lang="en-US" altLang="zh-CN" i="1" dirty="0">
                <a:solidFill>
                  <a:schemeClr val="bg2"/>
                </a:solidFill>
                <a:ea typeface="宋体" pitchFamily="2" charset="-122"/>
              </a:rPr>
              <a:t>A</a:t>
            </a:r>
            <a:r>
              <a:rPr lang="zh-CN" altLang="en-US" smtClean="0">
                <a:solidFill>
                  <a:schemeClr val="bg2"/>
                </a:solidFill>
                <a:ea typeface="宋体" pitchFamily="2" charset="-122"/>
              </a:rPr>
              <a:t>的逆</a:t>
            </a:r>
            <a:r>
              <a:rPr lang="zh-CN" altLang="en-US">
                <a:solidFill>
                  <a:schemeClr val="bg2"/>
                </a:solidFill>
                <a:ea typeface="宋体" pitchFamily="2" charset="-122"/>
              </a:rPr>
              <a:t>矩阵或逆阵</a:t>
            </a:r>
            <a:r>
              <a:rPr lang="en-US" altLang="zh-CN" dirty="0">
                <a:solidFill>
                  <a:schemeClr val="bg2"/>
                </a:solidFill>
                <a:ea typeface="宋体" pitchFamily="2" charset="-122"/>
              </a:rPr>
              <a:t>.</a:t>
            </a:r>
          </a:p>
        </p:txBody>
      </p:sp>
      <p:sp>
        <p:nvSpPr>
          <p:cNvPr id="48162" name="Rectangle 34"/>
          <p:cNvSpPr>
            <a:spLocks noGrp="1" noChangeArrowheads="1"/>
          </p:cNvSpPr>
          <p:nvPr>
            <p:ph type="title"/>
          </p:nvPr>
        </p:nvSpPr>
        <p:spPr>
          <a:xfrm>
            <a:off x="914400" y="846138"/>
            <a:ext cx="7543800" cy="1143000"/>
          </a:xfrm>
        </p:spPr>
        <p:txBody>
          <a:bodyPr/>
          <a:lstStyle/>
          <a:p>
            <a:pPr eaLnBrk="1" hangingPunct="1">
              <a:defRPr/>
            </a:pPr>
            <a:r>
              <a:rPr lang="zh-CN" altLang="en-US" sz="3200"/>
              <a:t>一、（概念的）引入</a:t>
            </a:r>
          </a:p>
        </p:txBody>
      </p:sp>
      <p:sp>
        <p:nvSpPr>
          <p:cNvPr id="48137" name="Rectangle 9"/>
          <p:cNvSpPr>
            <a:spLocks noChangeArrowheads="1"/>
          </p:cNvSpPr>
          <p:nvPr/>
        </p:nvSpPr>
        <p:spPr bwMode="auto">
          <a:xfrm>
            <a:off x="1752600" y="1676400"/>
            <a:ext cx="2684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在数的运算中，</a:t>
            </a:r>
          </a:p>
        </p:txBody>
      </p:sp>
      <p:grpSp>
        <p:nvGrpSpPr>
          <p:cNvPr id="2" name="Group 10"/>
          <p:cNvGrpSpPr>
            <a:grpSpLocks/>
          </p:cNvGrpSpPr>
          <p:nvPr/>
        </p:nvGrpSpPr>
        <p:grpSpPr bwMode="auto">
          <a:xfrm>
            <a:off x="4191000" y="1676400"/>
            <a:ext cx="2413000" cy="519113"/>
            <a:chOff x="2112" y="1056"/>
            <a:chExt cx="1520" cy="327"/>
          </a:xfrm>
        </p:grpSpPr>
        <p:sp>
          <p:nvSpPr>
            <p:cNvPr id="63516" name="Rectangle 11"/>
            <p:cNvSpPr>
              <a:spLocks noChangeArrowheads="1"/>
            </p:cNvSpPr>
            <p:nvPr/>
          </p:nvSpPr>
          <p:spPr bwMode="auto">
            <a:xfrm>
              <a:off x="2112" y="1056"/>
              <a:ext cx="15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当数         时，</a:t>
              </a:r>
            </a:p>
          </p:txBody>
        </p:sp>
        <p:graphicFrame>
          <p:nvGraphicFramePr>
            <p:cNvPr id="63517" name="Object 12"/>
            <p:cNvGraphicFramePr>
              <a:graphicFrameLocks noChangeAspect="1"/>
            </p:cNvGraphicFramePr>
            <p:nvPr/>
          </p:nvGraphicFramePr>
          <p:xfrm>
            <a:off x="2592" y="1104"/>
            <a:ext cx="511" cy="208"/>
          </p:xfrm>
          <a:graphic>
            <a:graphicData uri="http://schemas.openxmlformats.org/presentationml/2006/ole">
              <mc:AlternateContent xmlns:mc="http://schemas.openxmlformats.org/markup-compatibility/2006">
                <mc:Choice xmlns:v="urn:schemas-microsoft-com:vml" Requires="v">
                  <p:oleObj spid="_x0000_s63640" name="公式" r:id="rId7" imgW="812447" imgH="330057" progId="Equation.3">
                    <p:embed/>
                  </p:oleObj>
                </mc:Choice>
                <mc:Fallback>
                  <p:oleObj name="公式" r:id="rId7" imgW="812447" imgH="330057"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92" y="1104"/>
                          <a:ext cx="511"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8141" name="Text Box 13"/>
          <p:cNvSpPr txBox="1">
            <a:spLocks noChangeArrowheads="1"/>
          </p:cNvSpPr>
          <p:nvPr/>
        </p:nvSpPr>
        <p:spPr bwMode="auto">
          <a:xfrm>
            <a:off x="6477000" y="1628775"/>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有</a:t>
            </a:r>
          </a:p>
        </p:txBody>
      </p:sp>
      <p:grpSp>
        <p:nvGrpSpPr>
          <p:cNvPr id="3" name="Group 14"/>
          <p:cNvGrpSpPr>
            <a:grpSpLocks/>
          </p:cNvGrpSpPr>
          <p:nvPr/>
        </p:nvGrpSpPr>
        <p:grpSpPr bwMode="auto">
          <a:xfrm>
            <a:off x="914400" y="2819400"/>
            <a:ext cx="4373563" cy="811213"/>
            <a:chOff x="576" y="1968"/>
            <a:chExt cx="2755" cy="511"/>
          </a:xfrm>
        </p:grpSpPr>
        <p:graphicFrame>
          <p:nvGraphicFramePr>
            <p:cNvPr id="63512" name="Object 15"/>
            <p:cNvGraphicFramePr>
              <a:graphicFrameLocks noChangeAspect="1"/>
            </p:cNvGraphicFramePr>
            <p:nvPr/>
          </p:nvGraphicFramePr>
          <p:xfrm>
            <a:off x="1152" y="1968"/>
            <a:ext cx="592" cy="511"/>
          </p:xfrm>
          <a:graphic>
            <a:graphicData uri="http://schemas.openxmlformats.org/presentationml/2006/ole">
              <mc:AlternateContent xmlns:mc="http://schemas.openxmlformats.org/markup-compatibility/2006">
                <mc:Choice xmlns:v="urn:schemas-microsoft-com:vml" Requires="v">
                  <p:oleObj spid="_x0000_s63641" name="Equation" r:id="rId9" imgW="1066800" imgH="838200" progId="Equation.3">
                    <p:embed/>
                  </p:oleObj>
                </mc:Choice>
                <mc:Fallback>
                  <p:oleObj name="Equation" r:id="rId9" imgW="1066800" imgH="838200"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52" y="1968"/>
                          <a:ext cx="592" cy="5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3513" name="Group 16"/>
            <p:cNvGrpSpPr>
              <a:grpSpLocks/>
            </p:cNvGrpSpPr>
            <p:nvPr/>
          </p:nvGrpSpPr>
          <p:grpSpPr bwMode="auto">
            <a:xfrm>
              <a:off x="576" y="2016"/>
              <a:ext cx="2755" cy="327"/>
              <a:chOff x="576" y="2064"/>
              <a:chExt cx="2755" cy="327"/>
            </a:xfrm>
          </p:grpSpPr>
          <p:graphicFrame>
            <p:nvGraphicFramePr>
              <p:cNvPr id="63514" name="Object 17"/>
              <p:cNvGraphicFramePr>
                <a:graphicFrameLocks noChangeAspect="1"/>
              </p:cNvGraphicFramePr>
              <p:nvPr/>
            </p:nvGraphicFramePr>
            <p:xfrm>
              <a:off x="2112" y="2160"/>
              <a:ext cx="151" cy="159"/>
            </p:xfrm>
            <a:graphic>
              <a:graphicData uri="http://schemas.openxmlformats.org/presentationml/2006/ole">
                <mc:AlternateContent xmlns:mc="http://schemas.openxmlformats.org/markup-compatibility/2006">
                  <mc:Choice xmlns:v="urn:schemas-microsoft-com:vml" Requires="v">
                    <p:oleObj spid="_x0000_s63642" name="公式" r:id="rId11" imgW="241195" imgH="253890" progId="Equation.3">
                      <p:embed/>
                    </p:oleObj>
                  </mc:Choice>
                  <mc:Fallback>
                    <p:oleObj name="公式" r:id="rId11" imgW="241195" imgH="253890"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12" y="2160"/>
                            <a:ext cx="151"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15" name="Rectangle 18"/>
              <p:cNvSpPr>
                <a:spLocks noChangeArrowheads="1"/>
              </p:cNvSpPr>
              <p:nvPr/>
            </p:nvSpPr>
            <p:spPr bwMode="auto">
              <a:xfrm>
                <a:off x="576" y="2064"/>
                <a:ext cx="275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其中              为     的倒数，</a:t>
                </a:r>
              </a:p>
            </p:txBody>
          </p:sp>
        </p:grpSp>
      </p:grpSp>
      <p:grpSp>
        <p:nvGrpSpPr>
          <p:cNvPr id="5" name="Group 19"/>
          <p:cNvGrpSpPr>
            <a:grpSpLocks/>
          </p:cNvGrpSpPr>
          <p:nvPr/>
        </p:nvGrpSpPr>
        <p:grpSpPr bwMode="auto">
          <a:xfrm>
            <a:off x="4724400" y="2895600"/>
            <a:ext cx="2979738" cy="519113"/>
            <a:chOff x="2976" y="2016"/>
            <a:chExt cx="1877" cy="327"/>
          </a:xfrm>
        </p:grpSpPr>
        <p:graphicFrame>
          <p:nvGraphicFramePr>
            <p:cNvPr id="63510" name="Object 20"/>
            <p:cNvGraphicFramePr>
              <a:graphicFrameLocks noChangeAspect="1"/>
            </p:cNvGraphicFramePr>
            <p:nvPr/>
          </p:nvGraphicFramePr>
          <p:xfrm>
            <a:off x="3840" y="2112"/>
            <a:ext cx="151" cy="159"/>
          </p:xfrm>
          <a:graphic>
            <a:graphicData uri="http://schemas.openxmlformats.org/presentationml/2006/ole">
              <mc:AlternateContent xmlns:mc="http://schemas.openxmlformats.org/markup-compatibility/2006">
                <mc:Choice xmlns:v="urn:schemas-microsoft-com:vml" Requires="v">
                  <p:oleObj spid="_x0000_s63643" name="公式" r:id="rId13" imgW="241195" imgH="253890" progId="Equation.3">
                    <p:embed/>
                  </p:oleObj>
                </mc:Choice>
                <mc:Fallback>
                  <p:oleObj name="公式" r:id="rId13" imgW="241195" imgH="253890" progId="Equation.3">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40" y="2112"/>
                          <a:ext cx="151"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11" name="Rectangle 21"/>
            <p:cNvSpPr>
              <a:spLocks noChangeArrowheads="1"/>
            </p:cNvSpPr>
            <p:nvPr/>
          </p:nvSpPr>
          <p:spPr bwMode="auto">
            <a:xfrm>
              <a:off x="2976" y="2016"/>
              <a:ext cx="187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solidFill>
                    <a:schemeClr val="bg2"/>
                  </a:solidFill>
                  <a:ea typeface="宋体" pitchFamily="2" charset="-122"/>
                </a:rPr>
                <a:t> </a:t>
              </a:r>
              <a:r>
                <a:rPr lang="zh-CN" altLang="en-US">
                  <a:solidFill>
                    <a:schemeClr val="bg2"/>
                  </a:solidFill>
                  <a:ea typeface="宋体" pitchFamily="2" charset="-122"/>
                </a:rPr>
                <a:t>（或称     的逆）</a:t>
              </a:r>
              <a:r>
                <a:rPr lang="en-US" altLang="zh-CN">
                  <a:solidFill>
                    <a:schemeClr val="bg2"/>
                  </a:solidFill>
                  <a:ea typeface="宋体" pitchFamily="2" charset="-122"/>
                </a:rPr>
                <a:t>;</a:t>
              </a:r>
            </a:p>
          </p:txBody>
        </p:sp>
      </p:grpSp>
      <p:sp>
        <p:nvSpPr>
          <p:cNvPr id="48152" name="Rectangle 24"/>
          <p:cNvSpPr>
            <a:spLocks noChangeArrowheads="1"/>
          </p:cNvSpPr>
          <p:nvPr/>
        </p:nvSpPr>
        <p:spPr bwMode="auto">
          <a:xfrm>
            <a:off x="700088" y="3605213"/>
            <a:ext cx="34401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solidFill>
                  <a:schemeClr val="bg2"/>
                </a:solidFill>
                <a:ea typeface="宋体" pitchFamily="2" charset="-122"/>
              </a:rPr>
              <a:t>  </a:t>
            </a:r>
            <a:r>
              <a:rPr lang="zh-CN" altLang="en-US">
                <a:solidFill>
                  <a:schemeClr val="bg2"/>
                </a:solidFill>
                <a:ea typeface="宋体" pitchFamily="2" charset="-122"/>
              </a:rPr>
              <a:t>在矩阵的运算中，</a:t>
            </a:r>
          </a:p>
        </p:txBody>
      </p:sp>
      <p:sp>
        <p:nvSpPr>
          <p:cNvPr id="48153" name="Rectangle 25"/>
          <p:cNvSpPr>
            <a:spLocks noChangeArrowheads="1"/>
          </p:cNvSpPr>
          <p:nvPr/>
        </p:nvSpPr>
        <p:spPr bwMode="auto">
          <a:xfrm>
            <a:off x="3684588" y="3584575"/>
            <a:ext cx="50434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0000FF"/>
                </a:solidFill>
                <a:latin typeface="黑体" pitchFamily="49" charset="-122"/>
              </a:rPr>
              <a:t>单位阵</a:t>
            </a:r>
            <a:r>
              <a:rPr lang="en-US" altLang="zh-CN" i="1">
                <a:solidFill>
                  <a:srgbClr val="0000FF"/>
                </a:solidFill>
              </a:rPr>
              <a:t>E</a:t>
            </a:r>
            <a:r>
              <a:rPr lang="zh-CN" altLang="en-US">
                <a:solidFill>
                  <a:srgbClr val="0000FF"/>
                </a:solidFill>
                <a:latin typeface="黑体" pitchFamily="49" charset="-122"/>
              </a:rPr>
              <a:t>相当于数的乘法运算中</a:t>
            </a:r>
          </a:p>
        </p:txBody>
      </p:sp>
      <p:sp>
        <p:nvSpPr>
          <p:cNvPr id="48154" name="Rectangle 26"/>
          <p:cNvSpPr>
            <a:spLocks noChangeArrowheads="1"/>
          </p:cNvSpPr>
          <p:nvPr/>
        </p:nvSpPr>
        <p:spPr bwMode="auto">
          <a:xfrm>
            <a:off x="700088" y="4062413"/>
            <a:ext cx="1250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solidFill>
                  <a:srgbClr val="0000FF"/>
                </a:solidFill>
                <a:ea typeface="宋体" pitchFamily="2" charset="-122"/>
              </a:rPr>
              <a:t>  </a:t>
            </a:r>
            <a:r>
              <a:rPr lang="zh-CN" altLang="en-US">
                <a:solidFill>
                  <a:srgbClr val="0000FF"/>
                </a:solidFill>
              </a:rPr>
              <a:t>的</a:t>
            </a:r>
            <a:r>
              <a:rPr lang="en-US" altLang="zh-CN">
                <a:solidFill>
                  <a:srgbClr val="0000FF"/>
                </a:solidFill>
                <a:latin typeface="黑体" pitchFamily="49" charset="-122"/>
              </a:rPr>
              <a:t>1</a:t>
            </a:r>
            <a:r>
              <a:rPr lang="zh-CN" altLang="en-US">
                <a:solidFill>
                  <a:schemeClr val="bg2"/>
                </a:solidFill>
                <a:ea typeface="宋体" pitchFamily="2" charset="-122"/>
              </a:rPr>
              <a:t>，</a:t>
            </a:r>
          </a:p>
        </p:txBody>
      </p:sp>
      <p:grpSp>
        <p:nvGrpSpPr>
          <p:cNvPr id="6" name="Group 27"/>
          <p:cNvGrpSpPr>
            <a:grpSpLocks/>
          </p:cNvGrpSpPr>
          <p:nvPr/>
        </p:nvGrpSpPr>
        <p:grpSpPr bwMode="auto">
          <a:xfrm>
            <a:off x="1905000" y="4062413"/>
            <a:ext cx="3473450" cy="519112"/>
            <a:chOff x="1200" y="2688"/>
            <a:chExt cx="2188" cy="327"/>
          </a:xfrm>
        </p:grpSpPr>
        <p:graphicFrame>
          <p:nvGraphicFramePr>
            <p:cNvPr id="63508" name="Object 28"/>
            <p:cNvGraphicFramePr>
              <a:graphicFrameLocks noChangeAspect="1"/>
            </p:cNvGraphicFramePr>
            <p:nvPr/>
          </p:nvGraphicFramePr>
          <p:xfrm>
            <a:off x="2839" y="2740"/>
            <a:ext cx="184" cy="191"/>
          </p:xfrm>
          <a:graphic>
            <a:graphicData uri="http://schemas.openxmlformats.org/presentationml/2006/ole">
              <mc:AlternateContent xmlns:mc="http://schemas.openxmlformats.org/markup-compatibility/2006">
                <mc:Choice xmlns:v="urn:schemas-microsoft-com:vml" Requires="v">
                  <p:oleObj spid="_x0000_s63644" name="Equation" r:id="rId14" imgW="291973" imgH="304668" progId="Equation.3">
                    <p:embed/>
                  </p:oleObj>
                </mc:Choice>
                <mc:Fallback>
                  <p:oleObj name="Equation" r:id="rId14" imgW="291973" imgH="304668" progId="Equation.3">
                    <p:embed/>
                    <p:pic>
                      <p:nvPicPr>
                        <p:cNvPr id="0" name="Object 2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39" y="2740"/>
                          <a:ext cx="184"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09" name="Rectangle 29"/>
            <p:cNvSpPr>
              <a:spLocks noChangeArrowheads="1"/>
            </p:cNvSpPr>
            <p:nvPr/>
          </p:nvSpPr>
          <p:spPr bwMode="auto">
            <a:xfrm>
              <a:off x="1200" y="2688"/>
              <a:ext cx="21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那么，对于矩阵     ，</a:t>
              </a:r>
            </a:p>
          </p:txBody>
        </p:sp>
      </p:grpSp>
      <p:grpSp>
        <p:nvGrpSpPr>
          <p:cNvPr id="7" name="Group 30"/>
          <p:cNvGrpSpPr>
            <a:grpSpLocks/>
          </p:cNvGrpSpPr>
          <p:nvPr/>
        </p:nvGrpSpPr>
        <p:grpSpPr bwMode="auto">
          <a:xfrm>
            <a:off x="5046663" y="4062413"/>
            <a:ext cx="3562350" cy="519112"/>
            <a:chOff x="3264" y="2654"/>
            <a:chExt cx="2244" cy="327"/>
          </a:xfrm>
        </p:grpSpPr>
        <p:graphicFrame>
          <p:nvGraphicFramePr>
            <p:cNvPr id="63506" name="Object 31"/>
            <p:cNvGraphicFramePr>
              <a:graphicFrameLocks noChangeAspect="1"/>
            </p:cNvGraphicFramePr>
            <p:nvPr/>
          </p:nvGraphicFramePr>
          <p:xfrm>
            <a:off x="5089" y="2688"/>
            <a:ext cx="335" cy="240"/>
          </p:xfrm>
          <a:graphic>
            <a:graphicData uri="http://schemas.openxmlformats.org/presentationml/2006/ole">
              <mc:AlternateContent xmlns:mc="http://schemas.openxmlformats.org/markup-compatibility/2006">
                <mc:Choice xmlns:v="urn:schemas-microsoft-com:vml" Requires="v">
                  <p:oleObj spid="_x0000_s63645" name="Equation" r:id="rId16" imgW="533169" imgH="380835" progId="Equation.3">
                    <p:embed/>
                  </p:oleObj>
                </mc:Choice>
                <mc:Fallback>
                  <p:oleObj name="Equation" r:id="rId16" imgW="533169" imgH="380835" progId="Equation.3">
                    <p:embed/>
                    <p:pic>
                      <p:nvPicPr>
                        <p:cNvPr id="0" name="Object 3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089" y="2688"/>
                          <a:ext cx="335"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07" name="Rectangle 32"/>
            <p:cNvSpPr>
              <a:spLocks noChangeArrowheads="1"/>
            </p:cNvSpPr>
            <p:nvPr/>
          </p:nvSpPr>
          <p:spPr bwMode="auto">
            <a:xfrm>
              <a:off x="3264" y="2654"/>
              <a:ext cx="22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如果存在一个矩阵     </a:t>
              </a:r>
              <a:r>
                <a:rPr lang="en-US" altLang="zh-CN">
                  <a:solidFill>
                    <a:schemeClr val="bg2"/>
                  </a:solidFill>
                  <a:ea typeface="宋体" pitchFamily="2" charset="-122"/>
                </a:rPr>
                <a:t>,</a:t>
              </a:r>
            </a:p>
          </p:txBody>
        </p:sp>
      </p:grpSp>
      <p:sp>
        <p:nvSpPr>
          <p:cNvPr id="48161" name="Rectangle 33"/>
          <p:cNvSpPr>
            <a:spLocks noChangeArrowheads="1"/>
          </p:cNvSpPr>
          <p:nvPr/>
        </p:nvSpPr>
        <p:spPr bwMode="auto">
          <a:xfrm>
            <a:off x="819150" y="4703763"/>
            <a:ext cx="895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使得</a:t>
            </a:r>
          </a:p>
        </p:txBody>
      </p:sp>
      <p:sp>
        <p:nvSpPr>
          <p:cNvPr id="63505" name="Text Box 36"/>
          <p:cNvSpPr txBox="1">
            <a:spLocks noChangeArrowheads="1"/>
          </p:cNvSpPr>
          <p:nvPr/>
        </p:nvSpPr>
        <p:spPr bwMode="auto">
          <a:xfrm>
            <a:off x="684213" y="404813"/>
            <a:ext cx="3683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sz="4400">
                <a:solidFill>
                  <a:schemeClr val="accent2"/>
                </a:solidFill>
                <a:ea typeface="宋体" pitchFamily="2" charset="-122"/>
              </a:rPr>
              <a:t>§2.3.1 </a:t>
            </a:r>
            <a:r>
              <a:rPr lang="zh-CN" altLang="en-US" sz="4400">
                <a:solidFill>
                  <a:schemeClr val="accent2"/>
                </a:solidFill>
                <a:ea typeface="宋体" pitchFamily="2" charset="-122"/>
              </a:rPr>
              <a:t>逆矩阵</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48137"/>
                                        </p:tgtEl>
                                        <p:attrNameLst>
                                          <p:attrName>style.visibility</p:attrName>
                                        </p:attrNameLst>
                                      </p:cBhvr>
                                      <p:to>
                                        <p:strVal val="visible"/>
                                      </p:to>
                                    </p:set>
                                    <p:animEffect transition="in" filter="wipe(left)">
                                      <p:cBhvr>
                                        <p:cTn id="7" dur="75"/>
                                        <p:tgtEl>
                                          <p:spTgt spid="481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par>
                                <p:cTn id="13" presetID="22" presetClass="entr" presetSubtype="8" fill="hold" grpId="0" nodeType="withEffect">
                                  <p:stCondLst>
                                    <p:cond delay="0"/>
                                  </p:stCondLst>
                                  <p:iterate type="lt">
                                    <p:tmPct val="100000"/>
                                  </p:iterate>
                                  <p:childTnLst>
                                    <p:set>
                                      <p:cBhvr>
                                        <p:cTn id="14" dur="1" fill="hold">
                                          <p:stCondLst>
                                            <p:cond delay="0"/>
                                          </p:stCondLst>
                                        </p:cTn>
                                        <p:tgtEl>
                                          <p:spTgt spid="48141"/>
                                        </p:tgtEl>
                                        <p:attrNameLst>
                                          <p:attrName>style.visibility</p:attrName>
                                        </p:attrNameLst>
                                      </p:cBhvr>
                                      <p:to>
                                        <p:strVal val="visible"/>
                                      </p:to>
                                    </p:set>
                                    <p:animEffect transition="in" filter="wipe(left)">
                                      <p:cBhvr>
                                        <p:cTn id="15" dur="75"/>
                                        <p:tgtEl>
                                          <p:spTgt spid="4814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48130"/>
                                        </p:tgtEl>
                                        <p:attrNameLst>
                                          <p:attrName>style.visibility</p:attrName>
                                        </p:attrNameLst>
                                      </p:cBhvr>
                                      <p:to>
                                        <p:strVal val="visible"/>
                                      </p:to>
                                    </p:set>
                                    <p:animEffect transition="in" filter="wipe(left)">
                                      <p:cBhvr>
                                        <p:cTn id="20" dur="500"/>
                                        <p:tgtEl>
                                          <p:spTgt spid="4813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iterate type="lt">
                                    <p:tmPct val="100000"/>
                                  </p:iterate>
                                  <p:childTnLst>
                                    <p:set>
                                      <p:cBhvr>
                                        <p:cTn id="34" dur="1" fill="hold">
                                          <p:stCondLst>
                                            <p:cond delay="0"/>
                                          </p:stCondLst>
                                        </p:cTn>
                                        <p:tgtEl>
                                          <p:spTgt spid="48152"/>
                                        </p:tgtEl>
                                        <p:attrNameLst>
                                          <p:attrName>style.visibility</p:attrName>
                                        </p:attrNameLst>
                                      </p:cBhvr>
                                      <p:to>
                                        <p:strVal val="visible"/>
                                      </p:to>
                                    </p:set>
                                    <p:animEffect transition="in" filter="wipe(left)">
                                      <p:cBhvr>
                                        <p:cTn id="35" dur="75"/>
                                        <p:tgtEl>
                                          <p:spTgt spid="4815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8153"/>
                                        </p:tgtEl>
                                        <p:attrNameLst>
                                          <p:attrName>style.visibility</p:attrName>
                                        </p:attrNameLst>
                                      </p:cBhvr>
                                      <p:to>
                                        <p:strVal val="visible"/>
                                      </p:to>
                                    </p:set>
                                    <p:animEffect transition="in" filter="wipe(left)">
                                      <p:cBhvr>
                                        <p:cTn id="40" dur="500"/>
                                        <p:tgtEl>
                                          <p:spTgt spid="48153"/>
                                        </p:tgtEl>
                                      </p:cBhvr>
                                    </p:animEffect>
                                  </p:childTnLst>
                                </p:cTn>
                              </p:par>
                              <p:par>
                                <p:cTn id="41" presetID="22" presetClass="entr" presetSubtype="8" fill="hold" grpId="0" nodeType="withEffect">
                                  <p:stCondLst>
                                    <p:cond delay="0"/>
                                  </p:stCondLst>
                                  <p:iterate type="lt">
                                    <p:tmPct val="100000"/>
                                  </p:iterate>
                                  <p:childTnLst>
                                    <p:set>
                                      <p:cBhvr>
                                        <p:cTn id="42" dur="1" fill="hold">
                                          <p:stCondLst>
                                            <p:cond delay="0"/>
                                          </p:stCondLst>
                                        </p:cTn>
                                        <p:tgtEl>
                                          <p:spTgt spid="48154"/>
                                        </p:tgtEl>
                                        <p:attrNameLst>
                                          <p:attrName>style.visibility</p:attrName>
                                        </p:attrNameLst>
                                      </p:cBhvr>
                                      <p:to>
                                        <p:strVal val="visible"/>
                                      </p:to>
                                    </p:set>
                                    <p:animEffect transition="in" filter="wipe(left)">
                                      <p:cBhvr>
                                        <p:cTn id="43" dur="75"/>
                                        <p:tgtEl>
                                          <p:spTgt spid="4815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wipe(left)">
                                      <p:cBhvr>
                                        <p:cTn id="48" dur="500"/>
                                        <p:tgtEl>
                                          <p:spTgt spid="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wipe(left)">
                                      <p:cBhvr>
                                        <p:cTn id="53" dur="500"/>
                                        <p:tgtEl>
                                          <p:spTgt spid="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iterate type="lt">
                                    <p:tmPct val="100000"/>
                                  </p:iterate>
                                  <p:childTnLst>
                                    <p:set>
                                      <p:cBhvr>
                                        <p:cTn id="57" dur="1" fill="hold">
                                          <p:stCondLst>
                                            <p:cond delay="0"/>
                                          </p:stCondLst>
                                        </p:cTn>
                                        <p:tgtEl>
                                          <p:spTgt spid="48161"/>
                                        </p:tgtEl>
                                        <p:attrNameLst>
                                          <p:attrName>style.visibility</p:attrName>
                                        </p:attrNameLst>
                                      </p:cBhvr>
                                      <p:to>
                                        <p:strVal val="visible"/>
                                      </p:to>
                                    </p:set>
                                    <p:animEffect transition="in" filter="wipe(left)">
                                      <p:cBhvr>
                                        <p:cTn id="58" dur="75"/>
                                        <p:tgtEl>
                                          <p:spTgt spid="48161"/>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48131"/>
                                        </p:tgtEl>
                                        <p:attrNameLst>
                                          <p:attrName>style.visibility</p:attrName>
                                        </p:attrNameLst>
                                      </p:cBhvr>
                                      <p:to>
                                        <p:strVal val="visible"/>
                                      </p:to>
                                    </p:set>
                                    <p:animEffect transition="in" filter="wipe(left)">
                                      <p:cBhvr>
                                        <p:cTn id="63" dur="500"/>
                                        <p:tgtEl>
                                          <p:spTgt spid="48131"/>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48133"/>
                                        </p:tgtEl>
                                        <p:attrNameLst>
                                          <p:attrName>style.visibility</p:attrName>
                                        </p:attrNameLst>
                                      </p:cBhvr>
                                      <p:to>
                                        <p:strVal val="visible"/>
                                      </p:to>
                                    </p:set>
                                    <p:animEffect transition="in" filter="wipe(left)">
                                      <p:cBhvr>
                                        <p:cTn id="68" dur="500"/>
                                        <p:tgtEl>
                                          <p:spTgt spid="48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3" grpId="0"/>
      <p:bldP spid="48137" grpId="0" autoUpdateAnimBg="0"/>
      <p:bldP spid="48141" grpId="0" autoUpdateAnimBg="0"/>
      <p:bldP spid="48152" grpId="0" autoUpdateAnimBg="0"/>
      <p:bldP spid="48153" grpId="0"/>
      <p:bldP spid="48154" grpId="0" autoUpdateAnimBg="0"/>
      <p:bldP spid="48161"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79" name="Rectangle 27"/>
          <p:cNvSpPr>
            <a:spLocks noGrp="1" noChangeArrowheads="1"/>
          </p:cNvSpPr>
          <p:nvPr>
            <p:ph type="title"/>
          </p:nvPr>
        </p:nvSpPr>
        <p:spPr>
          <a:xfrm>
            <a:off x="914400" y="44450"/>
            <a:ext cx="7543800" cy="1143000"/>
          </a:xfrm>
        </p:spPr>
        <p:txBody>
          <a:bodyPr/>
          <a:lstStyle/>
          <a:p>
            <a:pPr eaLnBrk="1" hangingPunct="1">
              <a:defRPr/>
            </a:pPr>
            <a:r>
              <a:rPr lang="zh-CN" altLang="en-US" sz="3600"/>
              <a:t>二、逆矩阵的概念和性质</a:t>
            </a:r>
          </a:p>
        </p:txBody>
      </p:sp>
      <p:grpSp>
        <p:nvGrpSpPr>
          <p:cNvPr id="2" name="Group 3"/>
          <p:cNvGrpSpPr>
            <a:grpSpLocks/>
          </p:cNvGrpSpPr>
          <p:nvPr/>
        </p:nvGrpSpPr>
        <p:grpSpPr bwMode="auto">
          <a:xfrm>
            <a:off x="781050" y="1135063"/>
            <a:ext cx="8096250" cy="1800225"/>
            <a:chOff x="443" y="1104"/>
            <a:chExt cx="5100" cy="1134"/>
          </a:xfrm>
        </p:grpSpPr>
        <p:grpSp>
          <p:nvGrpSpPr>
            <p:cNvPr id="64521" name="Group 4"/>
            <p:cNvGrpSpPr>
              <a:grpSpLocks/>
            </p:cNvGrpSpPr>
            <p:nvPr/>
          </p:nvGrpSpPr>
          <p:grpSpPr bwMode="auto">
            <a:xfrm>
              <a:off x="443" y="1104"/>
              <a:ext cx="5100" cy="1134"/>
              <a:chOff x="510" y="1104"/>
              <a:chExt cx="5100" cy="1134"/>
            </a:xfrm>
          </p:grpSpPr>
          <p:sp>
            <p:nvSpPr>
              <p:cNvPr id="64525" name="Text Box 5"/>
              <p:cNvSpPr txBox="1">
                <a:spLocks noChangeArrowheads="1"/>
              </p:cNvSpPr>
              <p:nvPr/>
            </p:nvSpPr>
            <p:spPr bwMode="auto">
              <a:xfrm>
                <a:off x="510" y="1104"/>
                <a:ext cx="5100" cy="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solidFill>
                      <a:srgbClr val="0000FF"/>
                    </a:solidFill>
                  </a:rPr>
                  <a:t> </a:t>
                </a:r>
                <a:r>
                  <a:rPr lang="zh-CN" altLang="en-US">
                    <a:solidFill>
                      <a:srgbClr val="CC0000"/>
                    </a:solidFill>
                  </a:rPr>
                  <a:t>定义</a:t>
                </a:r>
                <a:r>
                  <a:rPr lang="en-US" altLang="zh-CN">
                    <a:solidFill>
                      <a:srgbClr val="CC0000"/>
                    </a:solidFill>
                  </a:rPr>
                  <a:t>1</a:t>
                </a:r>
                <a:r>
                  <a:rPr lang="en-US" altLang="zh-CN">
                    <a:ea typeface="宋体" pitchFamily="2" charset="-122"/>
                  </a:rPr>
                  <a:t>  </a:t>
                </a:r>
                <a:r>
                  <a:rPr lang="zh-CN" altLang="en-US">
                    <a:solidFill>
                      <a:schemeClr val="bg2"/>
                    </a:solidFill>
                    <a:latin typeface="黑体" pitchFamily="49" charset="-122"/>
                  </a:rPr>
                  <a:t>对于  阶矩阵  ，如果有一个  阶矩阵  </a:t>
                </a:r>
                <a:r>
                  <a:rPr lang="en-US" altLang="zh-CN">
                    <a:solidFill>
                      <a:schemeClr val="bg2"/>
                    </a:solidFill>
                    <a:latin typeface="黑体" pitchFamily="49" charset="-122"/>
                  </a:rPr>
                  <a:t>, </a:t>
                </a:r>
              </a:p>
              <a:p>
                <a:pPr eaLnBrk="1" hangingPunct="1"/>
                <a:endParaRPr lang="en-US" altLang="zh-CN">
                  <a:solidFill>
                    <a:schemeClr val="bg2"/>
                  </a:solidFill>
                  <a:latin typeface="黑体" pitchFamily="49" charset="-122"/>
                </a:endParaRPr>
              </a:p>
              <a:p>
                <a:pPr eaLnBrk="1" hangingPunct="1"/>
                <a:endParaRPr lang="en-US" altLang="zh-CN">
                  <a:solidFill>
                    <a:schemeClr val="bg2"/>
                  </a:solidFill>
                  <a:latin typeface="黑体" pitchFamily="49" charset="-122"/>
                </a:endParaRPr>
              </a:p>
              <a:p>
                <a:pPr eaLnBrk="1" hangingPunct="1"/>
                <a:r>
                  <a:rPr lang="zh-CN" altLang="en-US">
                    <a:solidFill>
                      <a:schemeClr val="bg2"/>
                    </a:solidFill>
                    <a:latin typeface="黑体" pitchFamily="49" charset="-122"/>
                  </a:rPr>
                  <a:t>则说矩阵 是</a:t>
                </a:r>
                <a:r>
                  <a:rPr lang="zh-CN" altLang="en-US">
                    <a:solidFill>
                      <a:srgbClr val="0000FF"/>
                    </a:solidFill>
                    <a:latin typeface="黑体" pitchFamily="49" charset="-122"/>
                  </a:rPr>
                  <a:t>可逆</a:t>
                </a:r>
                <a:r>
                  <a:rPr lang="zh-CN" altLang="en-US">
                    <a:solidFill>
                      <a:schemeClr val="bg2"/>
                    </a:solidFill>
                    <a:latin typeface="黑体" pitchFamily="49" charset="-122"/>
                  </a:rPr>
                  <a:t>的，并把矩阵  称为  的</a:t>
                </a:r>
                <a:r>
                  <a:rPr lang="zh-CN" altLang="en-US">
                    <a:solidFill>
                      <a:srgbClr val="0000FF"/>
                    </a:solidFill>
                    <a:latin typeface="黑体" pitchFamily="49" charset="-122"/>
                  </a:rPr>
                  <a:t>逆矩阵</a:t>
                </a:r>
                <a:r>
                  <a:rPr lang="en-US" altLang="zh-CN">
                    <a:solidFill>
                      <a:schemeClr val="bg2"/>
                    </a:solidFill>
                    <a:ea typeface="宋体" pitchFamily="2" charset="-122"/>
                  </a:rPr>
                  <a:t>.</a:t>
                </a:r>
              </a:p>
            </p:txBody>
          </p:sp>
          <p:graphicFrame>
            <p:nvGraphicFramePr>
              <p:cNvPr id="64526" name="Object 6"/>
              <p:cNvGraphicFramePr>
                <a:graphicFrameLocks noChangeAspect="1"/>
              </p:cNvGraphicFramePr>
              <p:nvPr/>
            </p:nvGraphicFramePr>
            <p:xfrm>
              <a:off x="1806" y="1200"/>
              <a:ext cx="145" cy="159"/>
            </p:xfrm>
            <a:graphic>
              <a:graphicData uri="http://schemas.openxmlformats.org/presentationml/2006/ole">
                <mc:AlternateContent xmlns:mc="http://schemas.openxmlformats.org/markup-compatibility/2006">
                  <mc:Choice xmlns:v="urn:schemas-microsoft-com:vml" Requires="v">
                    <p:oleObj spid="_x0000_s64712" name="公式" r:id="rId3" imgW="241195" imgH="253890" progId="Equation.3">
                      <p:embed/>
                    </p:oleObj>
                  </mc:Choice>
                  <mc:Fallback>
                    <p:oleObj name="公式" r:id="rId3" imgW="241195" imgH="25389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6" y="1200"/>
                            <a:ext cx="145"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27" name="Object 7"/>
              <p:cNvGraphicFramePr>
                <a:graphicFrameLocks noChangeAspect="1"/>
              </p:cNvGraphicFramePr>
              <p:nvPr/>
            </p:nvGraphicFramePr>
            <p:xfrm>
              <a:off x="2725" y="1156"/>
              <a:ext cx="176" cy="191"/>
            </p:xfrm>
            <a:graphic>
              <a:graphicData uri="http://schemas.openxmlformats.org/presentationml/2006/ole">
                <mc:AlternateContent xmlns:mc="http://schemas.openxmlformats.org/markup-compatibility/2006">
                  <mc:Choice xmlns:v="urn:schemas-microsoft-com:vml" Requires="v">
                    <p:oleObj spid="_x0000_s64713" name="Equation" r:id="rId5" imgW="291973" imgH="304668" progId="Equation.3">
                      <p:embed/>
                    </p:oleObj>
                  </mc:Choice>
                  <mc:Fallback>
                    <p:oleObj name="Equation" r:id="rId5" imgW="291973" imgH="304668"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25" y="1156"/>
                            <a:ext cx="176"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28" name="Object 8"/>
              <p:cNvGraphicFramePr>
                <a:graphicFrameLocks noChangeAspect="1"/>
              </p:cNvGraphicFramePr>
              <p:nvPr/>
            </p:nvGraphicFramePr>
            <p:xfrm>
              <a:off x="5172" y="1152"/>
              <a:ext cx="186" cy="193"/>
            </p:xfrm>
            <a:graphic>
              <a:graphicData uri="http://schemas.openxmlformats.org/presentationml/2006/ole">
                <mc:AlternateContent xmlns:mc="http://schemas.openxmlformats.org/markup-compatibility/2006">
                  <mc:Choice xmlns:v="urn:schemas-microsoft-com:vml" Requires="v">
                    <p:oleObj spid="_x0000_s64714" name="Equation" r:id="rId7" imgW="291973" imgH="291973" progId="Equation.3">
                      <p:embed/>
                    </p:oleObj>
                  </mc:Choice>
                  <mc:Fallback>
                    <p:oleObj name="Equation" r:id="rId7" imgW="291973" imgH="291973"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72" y="1152"/>
                            <a:ext cx="186"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29" name="Object 9"/>
              <p:cNvGraphicFramePr>
                <a:graphicFrameLocks noChangeAspect="1"/>
              </p:cNvGraphicFramePr>
              <p:nvPr/>
            </p:nvGraphicFramePr>
            <p:xfrm>
              <a:off x="1902" y="1536"/>
              <a:ext cx="1297" cy="231"/>
            </p:xfrm>
            <a:graphic>
              <a:graphicData uri="http://schemas.openxmlformats.org/presentationml/2006/ole">
                <mc:AlternateContent xmlns:mc="http://schemas.openxmlformats.org/markup-compatibility/2006">
                  <mc:Choice xmlns:v="urn:schemas-microsoft-com:vml" Requires="v">
                    <p:oleObj spid="_x0000_s64715" name="Equation" r:id="rId9" imgW="2146300" imgH="368300" progId="Equation.3">
                      <p:embed/>
                    </p:oleObj>
                  </mc:Choice>
                  <mc:Fallback>
                    <p:oleObj name="Equation" r:id="rId9" imgW="2146300" imgH="3683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02" y="1536"/>
                            <a:ext cx="1297"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30" name="Object 10"/>
              <p:cNvGraphicFramePr>
                <a:graphicFrameLocks noChangeAspect="1"/>
              </p:cNvGraphicFramePr>
              <p:nvPr/>
            </p:nvGraphicFramePr>
            <p:xfrm>
              <a:off x="3648" y="1968"/>
              <a:ext cx="176" cy="183"/>
            </p:xfrm>
            <a:graphic>
              <a:graphicData uri="http://schemas.openxmlformats.org/presentationml/2006/ole">
                <mc:AlternateContent xmlns:mc="http://schemas.openxmlformats.org/markup-compatibility/2006">
                  <mc:Choice xmlns:v="urn:schemas-microsoft-com:vml" Requires="v">
                    <p:oleObj spid="_x0000_s64716" name="Equation" r:id="rId11" imgW="291973" imgH="291973" progId="Equation.3">
                      <p:embed/>
                    </p:oleObj>
                  </mc:Choice>
                  <mc:Fallback>
                    <p:oleObj name="Equation" r:id="rId11" imgW="291973" imgH="291973"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48" y="1968"/>
                            <a:ext cx="176" cy="1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31" name="Object 11"/>
              <p:cNvGraphicFramePr>
                <a:graphicFrameLocks noChangeAspect="1"/>
              </p:cNvGraphicFramePr>
              <p:nvPr/>
            </p:nvGraphicFramePr>
            <p:xfrm>
              <a:off x="4272" y="1968"/>
              <a:ext cx="175" cy="191"/>
            </p:xfrm>
            <a:graphic>
              <a:graphicData uri="http://schemas.openxmlformats.org/presentationml/2006/ole">
                <mc:AlternateContent xmlns:mc="http://schemas.openxmlformats.org/markup-compatibility/2006">
                  <mc:Choice xmlns:v="urn:schemas-microsoft-com:vml" Requires="v">
                    <p:oleObj spid="_x0000_s64717" name="Equation" r:id="rId13" imgW="291973" imgH="304668" progId="Equation.3">
                      <p:embed/>
                    </p:oleObj>
                  </mc:Choice>
                  <mc:Fallback>
                    <p:oleObj name="Equation" r:id="rId13" imgW="291973" imgH="304668"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72" y="1968"/>
                            <a:ext cx="175"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4522" name="Object 12"/>
            <p:cNvGraphicFramePr>
              <a:graphicFrameLocks noChangeAspect="1"/>
            </p:cNvGraphicFramePr>
            <p:nvPr/>
          </p:nvGraphicFramePr>
          <p:xfrm>
            <a:off x="4205" y="1200"/>
            <a:ext cx="145" cy="159"/>
          </p:xfrm>
          <a:graphic>
            <a:graphicData uri="http://schemas.openxmlformats.org/presentationml/2006/ole">
              <mc:AlternateContent xmlns:mc="http://schemas.openxmlformats.org/markup-compatibility/2006">
                <mc:Choice xmlns:v="urn:schemas-microsoft-com:vml" Requires="v">
                  <p:oleObj spid="_x0000_s64718" name="公式" r:id="rId14" imgW="241195" imgH="253890" progId="Equation.3">
                    <p:embed/>
                  </p:oleObj>
                </mc:Choice>
                <mc:Fallback>
                  <p:oleObj name="公式" r:id="rId14" imgW="241195" imgH="253890"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5" y="1200"/>
                          <a:ext cx="145"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23" name="Object 13"/>
            <p:cNvGraphicFramePr>
              <a:graphicFrameLocks noChangeAspect="1"/>
            </p:cNvGraphicFramePr>
            <p:nvPr/>
          </p:nvGraphicFramePr>
          <p:xfrm>
            <a:off x="1373" y="1968"/>
            <a:ext cx="175" cy="191"/>
          </p:xfrm>
          <a:graphic>
            <a:graphicData uri="http://schemas.openxmlformats.org/presentationml/2006/ole">
              <mc:AlternateContent xmlns:mc="http://schemas.openxmlformats.org/markup-compatibility/2006">
                <mc:Choice xmlns:v="urn:schemas-microsoft-com:vml" Requires="v">
                  <p:oleObj spid="_x0000_s64719" name="Equation" r:id="rId15" imgW="291973" imgH="304668" progId="Equation.3">
                    <p:embed/>
                  </p:oleObj>
                </mc:Choice>
                <mc:Fallback>
                  <p:oleObj name="Equation" r:id="rId15" imgW="291973" imgH="304668"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3" y="1968"/>
                          <a:ext cx="175"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24" name="Text Box 14"/>
            <p:cNvSpPr txBox="1">
              <a:spLocks noChangeArrowheads="1"/>
            </p:cNvSpPr>
            <p:nvPr/>
          </p:nvSpPr>
          <p:spPr bwMode="auto">
            <a:xfrm>
              <a:off x="576" y="1474"/>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rPr>
                <a:t>使得</a:t>
              </a:r>
            </a:p>
          </p:txBody>
        </p:sp>
      </p:grpSp>
      <p:graphicFrame>
        <p:nvGraphicFramePr>
          <p:cNvPr id="49167" name="Object 15"/>
          <p:cNvGraphicFramePr>
            <a:graphicFrameLocks noChangeAspect="1"/>
          </p:cNvGraphicFramePr>
          <p:nvPr/>
        </p:nvGraphicFramePr>
        <p:xfrm>
          <a:off x="914400" y="3092450"/>
          <a:ext cx="3149600" cy="469900"/>
        </p:xfrm>
        <a:graphic>
          <a:graphicData uri="http://schemas.openxmlformats.org/presentationml/2006/ole">
            <mc:AlternateContent xmlns:mc="http://schemas.openxmlformats.org/markup-compatibility/2006">
              <mc:Choice xmlns:v="urn:schemas-microsoft-com:vml" Requires="v">
                <p:oleObj spid="_x0000_s64720" name="Equation" r:id="rId16" imgW="3149600" imgH="469900" progId="Equation.3">
                  <p:embed/>
                </p:oleObj>
              </mc:Choice>
              <mc:Fallback>
                <p:oleObj name="Equation" r:id="rId16" imgW="3149600" imgH="469900" progId="Equation.3">
                  <p:embed/>
                  <p:pic>
                    <p:nvPicPr>
                      <p:cNvPr id="0" name="Object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14400" y="3092450"/>
                        <a:ext cx="31496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80" name="Text Box 28"/>
          <p:cNvSpPr txBox="1">
            <a:spLocks noChangeArrowheads="1"/>
          </p:cNvSpPr>
          <p:nvPr/>
        </p:nvSpPr>
        <p:spPr bwMode="auto">
          <a:xfrm>
            <a:off x="990600" y="3930650"/>
            <a:ext cx="1250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例</a:t>
            </a:r>
            <a:r>
              <a:rPr lang="zh-CN" altLang="en-US">
                <a:ea typeface="宋体" pitchFamily="2" charset="-122"/>
              </a:rPr>
              <a:t>    设</a:t>
            </a:r>
          </a:p>
        </p:txBody>
      </p:sp>
      <p:graphicFrame>
        <p:nvGraphicFramePr>
          <p:cNvPr id="49181" name="Object 29"/>
          <p:cNvGraphicFramePr>
            <a:graphicFrameLocks noChangeAspect="1"/>
          </p:cNvGraphicFramePr>
          <p:nvPr/>
        </p:nvGraphicFramePr>
        <p:xfrm>
          <a:off x="2438400" y="3702050"/>
          <a:ext cx="4660900" cy="977900"/>
        </p:xfrm>
        <a:graphic>
          <a:graphicData uri="http://schemas.openxmlformats.org/presentationml/2006/ole">
            <mc:AlternateContent xmlns:mc="http://schemas.openxmlformats.org/markup-compatibility/2006">
              <mc:Choice xmlns:v="urn:schemas-microsoft-com:vml" Requires="v">
                <p:oleObj spid="_x0000_s64721" name="Equation" r:id="rId18" imgW="4660900" imgH="977900" progId="Equation.3">
                  <p:embed/>
                </p:oleObj>
              </mc:Choice>
              <mc:Fallback>
                <p:oleObj name="Equation" r:id="rId18" imgW="4660900" imgH="977900" progId="Equation.3">
                  <p:embed/>
                  <p:pic>
                    <p:nvPicPr>
                      <p:cNvPr id="0" name="Object 2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38400" y="3702050"/>
                        <a:ext cx="46609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82" name="Object 30"/>
          <p:cNvGraphicFramePr>
            <a:graphicFrameLocks noChangeAspect="1"/>
          </p:cNvGraphicFramePr>
          <p:nvPr/>
        </p:nvGraphicFramePr>
        <p:xfrm>
          <a:off x="1143000" y="4997450"/>
          <a:ext cx="2425700" cy="393700"/>
        </p:xfrm>
        <a:graphic>
          <a:graphicData uri="http://schemas.openxmlformats.org/presentationml/2006/ole">
            <mc:AlternateContent xmlns:mc="http://schemas.openxmlformats.org/markup-compatibility/2006">
              <mc:Choice xmlns:v="urn:schemas-microsoft-com:vml" Requires="v">
                <p:oleObj spid="_x0000_s64722" name="Equation" r:id="rId20" imgW="2425700" imgH="393700" progId="Equation.3">
                  <p:embed/>
                </p:oleObj>
              </mc:Choice>
              <mc:Fallback>
                <p:oleObj name="Equation" r:id="rId20" imgW="2425700" imgH="393700" progId="Equation.3">
                  <p:embed/>
                  <p:pic>
                    <p:nvPicPr>
                      <p:cNvPr id="0" name="Object 3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143000" y="4997450"/>
                        <a:ext cx="24257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83" name="Object 31"/>
          <p:cNvGraphicFramePr>
            <a:graphicFrameLocks noChangeAspect="1"/>
          </p:cNvGraphicFramePr>
          <p:nvPr/>
        </p:nvGraphicFramePr>
        <p:xfrm>
          <a:off x="1042988" y="5445125"/>
          <a:ext cx="2870200" cy="530225"/>
        </p:xfrm>
        <a:graphic>
          <a:graphicData uri="http://schemas.openxmlformats.org/presentationml/2006/ole">
            <mc:AlternateContent xmlns:mc="http://schemas.openxmlformats.org/markup-compatibility/2006">
              <mc:Choice xmlns:v="urn:schemas-microsoft-com:vml" Requires="v">
                <p:oleObj spid="_x0000_s64723" name="Equation" r:id="rId22" imgW="1167893" imgH="215806" progId="Equation.DSMT4">
                  <p:embed/>
                </p:oleObj>
              </mc:Choice>
              <mc:Fallback>
                <p:oleObj name="Equation" r:id="rId22" imgW="1167893" imgH="215806" progId="Equation.DSMT4">
                  <p:embed/>
                  <p:pic>
                    <p:nvPicPr>
                      <p:cNvPr id="0" name="Object 3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42988" y="5445125"/>
                        <a:ext cx="2870200"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9167"/>
                                        </p:tgtEl>
                                        <p:attrNameLst>
                                          <p:attrName>style.visibility</p:attrName>
                                        </p:attrNameLst>
                                      </p:cBhvr>
                                      <p:to>
                                        <p:strVal val="visible"/>
                                      </p:to>
                                    </p:set>
                                    <p:animEffect transition="in" filter="wipe(left)">
                                      <p:cBhvr>
                                        <p:cTn id="12" dur="500"/>
                                        <p:tgtEl>
                                          <p:spTgt spid="491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9180"/>
                                        </p:tgtEl>
                                        <p:attrNameLst>
                                          <p:attrName>style.visibility</p:attrName>
                                        </p:attrNameLst>
                                      </p:cBhvr>
                                      <p:to>
                                        <p:strVal val="visible"/>
                                      </p:to>
                                    </p:set>
                                    <p:animEffect transition="in" filter="wipe(left)">
                                      <p:cBhvr>
                                        <p:cTn id="17" dur="500"/>
                                        <p:tgtEl>
                                          <p:spTgt spid="4918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9181"/>
                                        </p:tgtEl>
                                        <p:attrNameLst>
                                          <p:attrName>style.visibility</p:attrName>
                                        </p:attrNameLst>
                                      </p:cBhvr>
                                      <p:to>
                                        <p:strVal val="visible"/>
                                      </p:to>
                                    </p:set>
                                    <p:animEffect transition="in" filter="wipe(left)">
                                      <p:cBhvr>
                                        <p:cTn id="22" dur="500"/>
                                        <p:tgtEl>
                                          <p:spTgt spid="4918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9182"/>
                                        </p:tgtEl>
                                        <p:attrNameLst>
                                          <p:attrName>style.visibility</p:attrName>
                                        </p:attrNameLst>
                                      </p:cBhvr>
                                      <p:to>
                                        <p:strVal val="visible"/>
                                      </p:to>
                                    </p:set>
                                    <p:animEffect transition="in" filter="wipe(left)">
                                      <p:cBhvr>
                                        <p:cTn id="27" dur="500"/>
                                        <p:tgtEl>
                                          <p:spTgt spid="4918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9183"/>
                                        </p:tgtEl>
                                        <p:attrNameLst>
                                          <p:attrName>style.visibility</p:attrName>
                                        </p:attrNameLst>
                                      </p:cBhvr>
                                      <p:to>
                                        <p:strVal val="visible"/>
                                      </p:to>
                                    </p:set>
                                    <p:animEffect transition="in" filter="wipe(left)">
                                      <p:cBhvr>
                                        <p:cTn id="32" dur="500"/>
                                        <p:tgtEl>
                                          <p:spTgt spid="49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80"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Text Box 4"/>
          <p:cNvSpPr txBox="1">
            <a:spLocks noChangeArrowheads="1"/>
          </p:cNvSpPr>
          <p:nvPr/>
        </p:nvSpPr>
        <p:spPr bwMode="auto">
          <a:xfrm>
            <a:off x="817563" y="4437063"/>
            <a:ext cx="7696200" cy="576262"/>
          </a:xfrm>
          <a:prstGeom prst="rect">
            <a:avLst/>
          </a:prstGeom>
          <a:noFill/>
          <a:ln w="57150" cmpd="thinThick">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spcBef>
                <a:spcPct val="50000"/>
              </a:spcBef>
            </a:pPr>
            <a:r>
              <a:rPr lang="zh-CN" altLang="en-US">
                <a:solidFill>
                  <a:srgbClr val="0000FF"/>
                </a:solidFill>
                <a:latin typeface="黑体" pitchFamily="49" charset="-122"/>
              </a:rPr>
              <a:t>定理</a:t>
            </a:r>
            <a:r>
              <a:rPr lang="en-US" altLang="zh-CN">
                <a:solidFill>
                  <a:srgbClr val="0000FF"/>
                </a:solidFill>
                <a:latin typeface="黑体" pitchFamily="49" charset="-122"/>
              </a:rPr>
              <a:t>1</a:t>
            </a:r>
            <a:r>
              <a:rPr lang="en-US" altLang="zh-CN">
                <a:latin typeface="黑体" pitchFamily="49" charset="-122"/>
              </a:rPr>
              <a:t> </a:t>
            </a:r>
            <a:r>
              <a:rPr lang="zh-CN" altLang="en-US">
                <a:solidFill>
                  <a:schemeClr val="bg2"/>
                </a:solidFill>
                <a:latin typeface="黑体" pitchFamily="49" charset="-122"/>
              </a:rPr>
              <a:t>若</a:t>
            </a:r>
            <a:r>
              <a:rPr lang="en-US" altLang="zh-CN" i="1">
                <a:solidFill>
                  <a:schemeClr val="bg2"/>
                </a:solidFill>
              </a:rPr>
              <a:t>A</a:t>
            </a:r>
            <a:r>
              <a:rPr lang="zh-CN" altLang="en-US">
                <a:solidFill>
                  <a:schemeClr val="bg2"/>
                </a:solidFill>
                <a:latin typeface="黑体" pitchFamily="49" charset="-122"/>
              </a:rPr>
              <a:t>是可逆矩阵，则</a:t>
            </a:r>
            <a:r>
              <a:rPr lang="en-US" altLang="zh-CN" i="1">
                <a:solidFill>
                  <a:schemeClr val="bg2"/>
                </a:solidFill>
              </a:rPr>
              <a:t>A</a:t>
            </a:r>
            <a:r>
              <a:rPr lang="zh-CN" altLang="en-US">
                <a:solidFill>
                  <a:schemeClr val="bg2"/>
                </a:solidFill>
                <a:latin typeface="黑体" pitchFamily="49" charset="-122"/>
              </a:rPr>
              <a:t>的逆矩阵是</a:t>
            </a:r>
            <a:r>
              <a:rPr lang="zh-CN" altLang="en-US">
                <a:solidFill>
                  <a:srgbClr val="0000FF"/>
                </a:solidFill>
                <a:latin typeface="黑体" pitchFamily="49" charset="-122"/>
              </a:rPr>
              <a:t>唯一</a:t>
            </a:r>
            <a:r>
              <a:rPr lang="zh-CN" altLang="en-US">
                <a:solidFill>
                  <a:schemeClr val="bg2"/>
                </a:solidFill>
                <a:latin typeface="黑体" pitchFamily="49" charset="-122"/>
              </a:rPr>
              <a:t>的</a:t>
            </a:r>
            <a:r>
              <a:rPr lang="en-US" altLang="zh-CN">
                <a:solidFill>
                  <a:schemeClr val="bg2"/>
                </a:solidFill>
                <a:latin typeface="黑体" pitchFamily="49" charset="-122"/>
              </a:rPr>
              <a:t>.</a:t>
            </a:r>
          </a:p>
        </p:txBody>
      </p:sp>
      <p:sp>
        <p:nvSpPr>
          <p:cNvPr id="79884" name="Text Box 12"/>
          <p:cNvSpPr txBox="1">
            <a:spLocks noChangeArrowheads="1"/>
          </p:cNvSpPr>
          <p:nvPr/>
        </p:nvSpPr>
        <p:spPr bwMode="auto">
          <a:xfrm>
            <a:off x="815975" y="2563813"/>
            <a:ext cx="12969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spcBef>
                <a:spcPct val="50000"/>
              </a:spcBef>
            </a:pPr>
            <a:r>
              <a:rPr lang="zh-CN" altLang="en-US">
                <a:solidFill>
                  <a:schemeClr val="bg2"/>
                </a:solidFill>
                <a:ea typeface="宋体" pitchFamily="2" charset="-122"/>
              </a:rPr>
              <a:t>则有</a:t>
            </a:r>
          </a:p>
        </p:txBody>
      </p:sp>
      <p:graphicFrame>
        <p:nvGraphicFramePr>
          <p:cNvPr id="79885" name="Object 13"/>
          <p:cNvGraphicFramePr>
            <a:graphicFrameLocks noChangeAspect="1"/>
          </p:cNvGraphicFramePr>
          <p:nvPr/>
        </p:nvGraphicFramePr>
        <p:xfrm>
          <a:off x="1943100" y="2636838"/>
          <a:ext cx="4584700" cy="392112"/>
        </p:xfrm>
        <a:graphic>
          <a:graphicData uri="http://schemas.openxmlformats.org/presentationml/2006/ole">
            <mc:AlternateContent xmlns:mc="http://schemas.openxmlformats.org/markup-compatibility/2006">
              <mc:Choice xmlns:v="urn:schemas-microsoft-com:vml" Requires="v">
                <p:oleObj spid="_x0000_s65650" name="Equation" r:id="rId3" imgW="4584700" imgH="393700" progId="Equation.3">
                  <p:embed/>
                </p:oleObj>
              </mc:Choice>
              <mc:Fallback>
                <p:oleObj name="Equation" r:id="rId3" imgW="4584700" imgH="3937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3100" y="2636838"/>
                        <a:ext cx="45847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86" name="Text Box 14"/>
          <p:cNvSpPr txBox="1">
            <a:spLocks noChangeArrowheads="1"/>
          </p:cNvSpPr>
          <p:nvPr/>
        </p:nvSpPr>
        <p:spPr bwMode="auto">
          <a:xfrm>
            <a:off x="835025" y="3213100"/>
            <a:ext cx="15017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spcBef>
                <a:spcPct val="50000"/>
              </a:spcBef>
            </a:pPr>
            <a:r>
              <a:rPr lang="zh-CN" altLang="en-US">
                <a:solidFill>
                  <a:schemeClr val="bg2"/>
                </a:solidFill>
                <a:ea typeface="宋体" pitchFamily="2" charset="-122"/>
              </a:rPr>
              <a:t>可得</a:t>
            </a:r>
          </a:p>
        </p:txBody>
      </p:sp>
      <p:graphicFrame>
        <p:nvGraphicFramePr>
          <p:cNvPr id="79887" name="Object 15"/>
          <p:cNvGraphicFramePr>
            <a:graphicFrameLocks noChangeAspect="1"/>
          </p:cNvGraphicFramePr>
          <p:nvPr/>
        </p:nvGraphicFramePr>
        <p:xfrm>
          <a:off x="1787525" y="3354388"/>
          <a:ext cx="1168400" cy="290512"/>
        </p:xfrm>
        <a:graphic>
          <a:graphicData uri="http://schemas.openxmlformats.org/presentationml/2006/ole">
            <mc:AlternateContent xmlns:mc="http://schemas.openxmlformats.org/markup-compatibility/2006">
              <mc:Choice xmlns:v="urn:schemas-microsoft-com:vml" Requires="v">
                <p:oleObj spid="_x0000_s65651" name="Equation" r:id="rId5" imgW="1167893" imgH="291973" progId="Equation.3">
                  <p:embed/>
                </p:oleObj>
              </mc:Choice>
              <mc:Fallback>
                <p:oleObj name="Equation" r:id="rId5" imgW="1167893" imgH="291973"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7525" y="3354388"/>
                        <a:ext cx="1168400" cy="290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88" name="Object 16"/>
          <p:cNvGraphicFramePr>
            <a:graphicFrameLocks noChangeAspect="1"/>
          </p:cNvGraphicFramePr>
          <p:nvPr/>
        </p:nvGraphicFramePr>
        <p:xfrm>
          <a:off x="3121025" y="3289300"/>
          <a:ext cx="1212850" cy="381000"/>
        </p:xfrm>
        <a:graphic>
          <a:graphicData uri="http://schemas.openxmlformats.org/presentationml/2006/ole">
            <mc:AlternateContent xmlns:mc="http://schemas.openxmlformats.org/markup-compatibility/2006">
              <mc:Choice xmlns:v="urn:schemas-microsoft-com:vml" Requires="v">
                <p:oleObj spid="_x0000_s65652" name="Equation" r:id="rId7" imgW="1282700" imgH="406400" progId="Equation.3">
                  <p:embed/>
                </p:oleObj>
              </mc:Choice>
              <mc:Fallback>
                <p:oleObj name="Equation" r:id="rId7" imgW="1282700" imgH="406400"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1025" y="3289300"/>
                        <a:ext cx="121285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89" name="Object 17"/>
          <p:cNvGraphicFramePr>
            <a:graphicFrameLocks noChangeAspect="1"/>
          </p:cNvGraphicFramePr>
          <p:nvPr/>
        </p:nvGraphicFramePr>
        <p:xfrm>
          <a:off x="4457700" y="3300413"/>
          <a:ext cx="1274763" cy="382587"/>
        </p:xfrm>
        <a:graphic>
          <a:graphicData uri="http://schemas.openxmlformats.org/presentationml/2006/ole">
            <mc:AlternateContent xmlns:mc="http://schemas.openxmlformats.org/markup-compatibility/2006">
              <mc:Choice xmlns:v="urn:schemas-microsoft-com:vml" Requires="v">
                <p:oleObj spid="_x0000_s65653" name="Equation" r:id="rId9" imgW="1345616" imgH="406224" progId="Equation.3">
                  <p:embed/>
                </p:oleObj>
              </mc:Choice>
              <mc:Fallback>
                <p:oleObj name="Equation" r:id="rId9" imgW="1345616" imgH="406224" progId="Equation.3">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57700" y="3300413"/>
                        <a:ext cx="1274763" cy="382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90" name="Object 18"/>
          <p:cNvGraphicFramePr>
            <a:graphicFrameLocks noChangeAspect="1"/>
          </p:cNvGraphicFramePr>
          <p:nvPr/>
        </p:nvGraphicFramePr>
        <p:xfrm>
          <a:off x="5864225" y="3289300"/>
          <a:ext cx="1447800" cy="303213"/>
        </p:xfrm>
        <a:graphic>
          <a:graphicData uri="http://schemas.openxmlformats.org/presentationml/2006/ole">
            <mc:AlternateContent xmlns:mc="http://schemas.openxmlformats.org/markup-compatibility/2006">
              <mc:Choice xmlns:v="urn:schemas-microsoft-com:vml" Requires="v">
                <p:oleObj spid="_x0000_s65654" name="Equation" r:id="rId11" imgW="1523339" imgH="317362" progId="Equation.3">
                  <p:embed/>
                </p:oleObj>
              </mc:Choice>
              <mc:Fallback>
                <p:oleObj name="Equation" r:id="rId11" imgW="1523339" imgH="317362" progId="Equation.3">
                  <p:embed/>
                  <p:pic>
                    <p:nvPicPr>
                      <p:cNvPr id="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64225" y="3289300"/>
                        <a:ext cx="1447800" cy="30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9"/>
          <p:cNvGrpSpPr>
            <a:grpSpLocks/>
          </p:cNvGrpSpPr>
          <p:nvPr/>
        </p:nvGrpSpPr>
        <p:grpSpPr bwMode="auto">
          <a:xfrm>
            <a:off x="889000" y="3860800"/>
            <a:ext cx="4362450" cy="519113"/>
            <a:chOff x="576" y="1104"/>
            <a:chExt cx="2748" cy="327"/>
          </a:xfrm>
        </p:grpSpPr>
        <p:sp>
          <p:nvSpPr>
            <p:cNvPr id="65558" name="Rectangle 20"/>
            <p:cNvSpPr>
              <a:spLocks noChangeArrowheads="1"/>
            </p:cNvSpPr>
            <p:nvPr/>
          </p:nvSpPr>
          <p:spPr bwMode="auto">
            <a:xfrm>
              <a:off x="576" y="1104"/>
              <a:ext cx="274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所以     的逆矩阵是唯一的</a:t>
              </a:r>
              <a:r>
                <a:rPr lang="en-US" altLang="zh-CN">
                  <a:solidFill>
                    <a:schemeClr val="bg2"/>
                  </a:solidFill>
                  <a:ea typeface="宋体" pitchFamily="2" charset="-122"/>
                </a:rPr>
                <a:t>. </a:t>
              </a:r>
            </a:p>
          </p:txBody>
        </p:sp>
        <p:graphicFrame>
          <p:nvGraphicFramePr>
            <p:cNvPr id="65559" name="Object 21"/>
            <p:cNvGraphicFramePr>
              <a:graphicFrameLocks noChangeAspect="1"/>
            </p:cNvGraphicFramePr>
            <p:nvPr/>
          </p:nvGraphicFramePr>
          <p:xfrm>
            <a:off x="1112" y="1156"/>
            <a:ext cx="183" cy="191"/>
          </p:xfrm>
          <a:graphic>
            <a:graphicData uri="http://schemas.openxmlformats.org/presentationml/2006/ole">
              <mc:AlternateContent xmlns:mc="http://schemas.openxmlformats.org/markup-compatibility/2006">
                <mc:Choice xmlns:v="urn:schemas-microsoft-com:vml" Requires="v">
                  <p:oleObj spid="_x0000_s65655" name="Equation" r:id="rId13" imgW="291973" imgH="304668" progId="Equation.3">
                    <p:embed/>
                  </p:oleObj>
                </mc:Choice>
                <mc:Fallback>
                  <p:oleObj name="Equation" r:id="rId13" imgW="291973" imgH="304668" progId="Equation.3">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12" y="1156"/>
                          <a:ext cx="183"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5547" name="Text Box 35"/>
          <p:cNvSpPr txBox="1">
            <a:spLocks noChangeArrowheads="1"/>
          </p:cNvSpPr>
          <p:nvPr/>
        </p:nvSpPr>
        <p:spPr bwMode="auto">
          <a:xfrm>
            <a:off x="889000" y="260350"/>
            <a:ext cx="555625" cy="1098550"/>
          </a:xfrm>
          <a:prstGeom prst="rect">
            <a:avLst/>
          </a:prstGeom>
          <a:solidFill>
            <a:srgbClr val="FFFF00"/>
          </a:solidFill>
          <a:ln>
            <a:noFill/>
          </a:ln>
          <a:effectLst>
            <a:outerShdw dist="107763" dir="18900000" algn="ctr" rotWithShape="0">
              <a:schemeClr val="bg2">
                <a:alpha val="50000"/>
              </a:scheme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sz="6600" b="0">
                <a:solidFill>
                  <a:srgbClr val="FF0000"/>
                </a:solidFill>
                <a:ea typeface="宋体" pitchFamily="2" charset="-122"/>
              </a:rPr>
              <a:t>?</a:t>
            </a:r>
          </a:p>
        </p:txBody>
      </p:sp>
      <p:sp>
        <p:nvSpPr>
          <p:cNvPr id="79908" name="Text Box 36"/>
          <p:cNvSpPr txBox="1">
            <a:spLocks noChangeArrowheads="1"/>
          </p:cNvSpPr>
          <p:nvPr/>
        </p:nvSpPr>
        <p:spPr bwMode="auto">
          <a:xfrm>
            <a:off x="1609725" y="188913"/>
            <a:ext cx="7169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i="1">
                <a:ea typeface="宋体" pitchFamily="2" charset="-122"/>
              </a:rPr>
              <a:t>n</a:t>
            </a:r>
            <a:r>
              <a:rPr lang="zh-CN" altLang="en-US">
                <a:ea typeface="宋体" pitchFamily="2" charset="-122"/>
              </a:rPr>
              <a:t>阶矩阵在逆矩阵存在时，其逆矩阵</a:t>
            </a:r>
            <a:r>
              <a:rPr lang="zh-CN" altLang="en-US">
                <a:solidFill>
                  <a:srgbClr val="CC0000"/>
                </a:solidFill>
              </a:rPr>
              <a:t>唯一吗</a:t>
            </a:r>
            <a:r>
              <a:rPr lang="zh-CN" altLang="en-US">
                <a:ea typeface="宋体" pitchFamily="2" charset="-122"/>
              </a:rPr>
              <a:t>？</a:t>
            </a:r>
          </a:p>
        </p:txBody>
      </p:sp>
      <p:sp>
        <p:nvSpPr>
          <p:cNvPr id="79909" name="Text Box 37"/>
          <p:cNvSpPr txBox="1">
            <a:spLocks noChangeArrowheads="1"/>
          </p:cNvSpPr>
          <p:nvPr/>
        </p:nvSpPr>
        <p:spPr bwMode="auto">
          <a:xfrm>
            <a:off x="2905125" y="620713"/>
            <a:ext cx="5988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在具备</a:t>
            </a:r>
            <a:r>
              <a:rPr lang="zh-CN" altLang="en-US">
                <a:solidFill>
                  <a:srgbClr val="CC0000"/>
                </a:solidFill>
              </a:rPr>
              <a:t>什么条</a:t>
            </a:r>
            <a:r>
              <a:rPr lang="zh-CN" altLang="en-US">
                <a:solidFill>
                  <a:srgbClr val="CC0000"/>
                </a:solidFill>
                <a:ea typeface="宋体" pitchFamily="2" charset="-122"/>
              </a:rPr>
              <a:t>件</a:t>
            </a:r>
            <a:r>
              <a:rPr lang="zh-CN" altLang="en-US">
                <a:ea typeface="宋体" pitchFamily="2" charset="-122"/>
              </a:rPr>
              <a:t>时，它是可逆矩阵？ </a:t>
            </a:r>
          </a:p>
        </p:txBody>
      </p:sp>
      <p:sp>
        <p:nvSpPr>
          <p:cNvPr id="79910" name="Text Box 38"/>
          <p:cNvSpPr txBox="1">
            <a:spLocks noChangeArrowheads="1"/>
          </p:cNvSpPr>
          <p:nvPr/>
        </p:nvSpPr>
        <p:spPr bwMode="auto">
          <a:xfrm>
            <a:off x="2905125" y="1052513"/>
            <a:ext cx="42021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可逆时</a:t>
            </a:r>
            <a:r>
              <a:rPr lang="zh-CN" altLang="en-US">
                <a:solidFill>
                  <a:srgbClr val="CC0000"/>
                </a:solidFill>
              </a:rPr>
              <a:t>如何求</a:t>
            </a:r>
            <a:r>
              <a:rPr lang="zh-CN" altLang="en-US">
                <a:ea typeface="宋体" pitchFamily="2" charset="-122"/>
              </a:rPr>
              <a:t>其逆矩阵？ </a:t>
            </a:r>
          </a:p>
        </p:txBody>
      </p:sp>
      <p:sp>
        <p:nvSpPr>
          <p:cNvPr id="79911" name="Rectangle 39"/>
          <p:cNvSpPr>
            <a:spLocks noChangeArrowheads="1"/>
          </p:cNvSpPr>
          <p:nvPr/>
        </p:nvSpPr>
        <p:spPr bwMode="auto">
          <a:xfrm>
            <a:off x="746125" y="1412875"/>
            <a:ext cx="1695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先来看： </a:t>
            </a:r>
          </a:p>
        </p:txBody>
      </p:sp>
      <p:sp>
        <p:nvSpPr>
          <p:cNvPr id="79912" name="Rectangle 40"/>
          <p:cNvSpPr>
            <a:spLocks noChangeArrowheads="1"/>
          </p:cNvSpPr>
          <p:nvPr/>
        </p:nvSpPr>
        <p:spPr bwMode="auto">
          <a:xfrm>
            <a:off x="1320800" y="1989138"/>
            <a:ext cx="71072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若</a:t>
            </a:r>
            <a:r>
              <a:rPr lang="en-US" altLang="zh-CN" i="1">
                <a:ea typeface="宋体" pitchFamily="2" charset="-122"/>
              </a:rPr>
              <a:t>n</a:t>
            </a:r>
            <a:r>
              <a:rPr lang="zh-CN" altLang="en-US">
                <a:ea typeface="宋体" pitchFamily="2" charset="-122"/>
              </a:rPr>
              <a:t>阶矩阵</a:t>
            </a:r>
            <a:r>
              <a:rPr lang="en-US" altLang="zh-CN" i="1">
                <a:ea typeface="宋体" pitchFamily="2" charset="-122"/>
              </a:rPr>
              <a:t>A</a:t>
            </a:r>
            <a:r>
              <a:rPr lang="zh-CN" altLang="en-US">
                <a:ea typeface="宋体" pitchFamily="2" charset="-122"/>
              </a:rPr>
              <a:t>可逆，设</a:t>
            </a:r>
            <a:r>
              <a:rPr lang="en-US" altLang="zh-CN" i="1">
                <a:ea typeface="宋体" pitchFamily="2" charset="-122"/>
              </a:rPr>
              <a:t>B</a:t>
            </a:r>
            <a:r>
              <a:rPr lang="zh-CN" altLang="en-US">
                <a:ea typeface="宋体" pitchFamily="2" charset="-122"/>
              </a:rPr>
              <a:t>和</a:t>
            </a:r>
            <a:r>
              <a:rPr lang="en-US" altLang="zh-CN" i="1">
                <a:ea typeface="宋体" pitchFamily="2" charset="-122"/>
              </a:rPr>
              <a:t>C</a:t>
            </a:r>
            <a:r>
              <a:rPr lang="zh-CN" altLang="en-US">
                <a:ea typeface="宋体" pitchFamily="2" charset="-122"/>
              </a:rPr>
              <a:t>都是</a:t>
            </a:r>
            <a:r>
              <a:rPr lang="en-US" altLang="zh-CN" i="1">
                <a:ea typeface="宋体" pitchFamily="2" charset="-122"/>
              </a:rPr>
              <a:t>A</a:t>
            </a:r>
            <a:r>
              <a:rPr lang="zh-CN" altLang="en-US">
                <a:ea typeface="宋体" pitchFamily="2" charset="-122"/>
              </a:rPr>
              <a:t>的逆矩阵， </a:t>
            </a:r>
          </a:p>
        </p:txBody>
      </p:sp>
      <p:sp>
        <p:nvSpPr>
          <p:cNvPr id="79914" name="Rectangle 42"/>
          <p:cNvSpPr>
            <a:spLocks noChangeArrowheads="1"/>
          </p:cNvSpPr>
          <p:nvPr/>
        </p:nvSpPr>
        <p:spPr bwMode="auto">
          <a:xfrm>
            <a:off x="1465263" y="5013325"/>
            <a:ext cx="64690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由于 </a:t>
            </a:r>
            <a:r>
              <a:rPr lang="en-US" altLang="zh-CN" i="1">
                <a:ea typeface="宋体" pitchFamily="2" charset="-122"/>
              </a:rPr>
              <a:t>A</a:t>
            </a:r>
            <a:r>
              <a:rPr lang="en-US" altLang="zh-CN" baseline="30000">
                <a:ea typeface="宋体" pitchFamily="2" charset="-122"/>
              </a:rPr>
              <a:t>−1</a:t>
            </a:r>
            <a:r>
              <a:rPr lang="en-US" altLang="zh-CN" i="1">
                <a:ea typeface="宋体" pitchFamily="2" charset="-122"/>
              </a:rPr>
              <a:t>A</a:t>
            </a:r>
            <a:r>
              <a:rPr lang="zh-CN" altLang="en-US">
                <a:ea typeface="宋体" pitchFamily="2" charset="-122"/>
              </a:rPr>
              <a:t>＝</a:t>
            </a:r>
            <a:r>
              <a:rPr lang="en-US" altLang="zh-CN" i="1">
                <a:ea typeface="宋体" pitchFamily="2" charset="-122"/>
              </a:rPr>
              <a:t>AA</a:t>
            </a:r>
            <a:r>
              <a:rPr lang="en-US" altLang="zh-CN" baseline="30000">
                <a:ea typeface="宋体" pitchFamily="2" charset="-122"/>
              </a:rPr>
              <a:t>−1</a:t>
            </a:r>
            <a:r>
              <a:rPr lang="zh-CN" altLang="en-US">
                <a:ea typeface="宋体" pitchFamily="2" charset="-122"/>
              </a:rPr>
              <a:t>＝</a:t>
            </a:r>
            <a:r>
              <a:rPr lang="en-US" altLang="zh-CN" i="1">
                <a:ea typeface="宋体" pitchFamily="2" charset="-122"/>
              </a:rPr>
              <a:t>E</a:t>
            </a:r>
            <a:r>
              <a:rPr lang="zh-CN" altLang="en-US">
                <a:ea typeface="宋体" pitchFamily="2" charset="-122"/>
              </a:rPr>
              <a:t>，可知</a:t>
            </a:r>
            <a:r>
              <a:rPr lang="en-US" altLang="zh-CN" i="1">
                <a:ea typeface="宋体" pitchFamily="2" charset="-122"/>
              </a:rPr>
              <a:t>A</a:t>
            </a:r>
            <a:r>
              <a:rPr lang="en-US" altLang="zh-CN" baseline="30000">
                <a:ea typeface="宋体" pitchFamily="2" charset="-122"/>
              </a:rPr>
              <a:t>−1</a:t>
            </a:r>
            <a:r>
              <a:rPr lang="zh-CN" altLang="en-US">
                <a:ea typeface="宋体" pitchFamily="2" charset="-122"/>
              </a:rPr>
              <a:t>可逆，且 </a:t>
            </a:r>
          </a:p>
        </p:txBody>
      </p:sp>
      <p:sp>
        <p:nvSpPr>
          <p:cNvPr id="79915" name="Rectangle 43"/>
          <p:cNvSpPr>
            <a:spLocks noChangeArrowheads="1"/>
          </p:cNvSpPr>
          <p:nvPr/>
        </p:nvSpPr>
        <p:spPr bwMode="auto">
          <a:xfrm>
            <a:off x="5246688" y="3844925"/>
            <a:ext cx="2093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即 </a:t>
            </a:r>
            <a:r>
              <a:rPr lang="en-US" altLang="zh-CN" i="1">
                <a:ea typeface="宋体" pitchFamily="2" charset="-122"/>
              </a:rPr>
              <a:t>B=C=A</a:t>
            </a:r>
            <a:r>
              <a:rPr lang="en-US" altLang="zh-CN" baseline="30000">
                <a:ea typeface="宋体" pitchFamily="2" charset="-122"/>
              </a:rPr>
              <a:t>−1</a:t>
            </a:r>
            <a:r>
              <a:rPr lang="en-US" altLang="zh-CN">
                <a:ea typeface="宋体" pitchFamily="2" charset="-122"/>
              </a:rPr>
              <a:t>.</a:t>
            </a:r>
          </a:p>
        </p:txBody>
      </p:sp>
      <p:sp>
        <p:nvSpPr>
          <p:cNvPr id="79916" name="Text Box 44"/>
          <p:cNvSpPr txBox="1">
            <a:spLocks noChangeArrowheads="1"/>
          </p:cNvSpPr>
          <p:nvPr/>
        </p:nvSpPr>
        <p:spPr bwMode="auto">
          <a:xfrm>
            <a:off x="4572000" y="5535613"/>
            <a:ext cx="3546475" cy="557212"/>
          </a:xfrm>
          <a:prstGeom prst="rect">
            <a:avLst/>
          </a:prstGeom>
          <a:solidFill>
            <a:srgbClr val="66FFFF"/>
          </a:solidFill>
          <a:ln w="38100" cmpd="dbl" algn="ctr">
            <a:solidFill>
              <a:schemeClr val="accent2"/>
            </a:solidFill>
            <a:miter lim="800000"/>
            <a:headEnd/>
            <a:tailEnd/>
          </a:ln>
          <a:effectLst>
            <a:outerShdw dist="107763" dir="2700000" algn="ctr" rotWithShape="0">
              <a:schemeClr val="bg2">
                <a:alpha val="50000"/>
              </a:schemeClr>
            </a:outerShdw>
          </a:effec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algn="ctr" eaLnBrk="1" hangingPunct="1"/>
            <a:r>
              <a:rPr lang="zh-CN" altLang="en-US">
                <a:latin typeface="楷体_GB2312" pitchFamily="49" charset="-122"/>
                <a:ea typeface="楷体_GB2312" pitchFamily="49" charset="-122"/>
              </a:rPr>
              <a:t>解决了第一个问题</a:t>
            </a:r>
            <a:r>
              <a:rPr lang="en-US" altLang="zh-CN">
                <a:latin typeface="楷体_GB2312" pitchFamily="49" charset="-122"/>
                <a:ea typeface="楷体_GB2312" pitchFamily="49" charset="-122"/>
              </a:rPr>
              <a:t>.</a:t>
            </a:r>
          </a:p>
        </p:txBody>
      </p:sp>
      <p:sp>
        <p:nvSpPr>
          <p:cNvPr id="79917" name="Text Box 45"/>
          <p:cNvSpPr txBox="1">
            <a:spLocks noChangeArrowheads="1"/>
          </p:cNvSpPr>
          <p:nvPr/>
        </p:nvSpPr>
        <p:spPr bwMode="auto">
          <a:xfrm>
            <a:off x="817563" y="5516563"/>
            <a:ext cx="13795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a:t>
            </a:r>
            <a:r>
              <a:rPr lang="en-US" altLang="zh-CN" i="1">
                <a:ea typeface="宋体" pitchFamily="2" charset="-122"/>
              </a:rPr>
              <a:t>A</a:t>
            </a:r>
            <a:r>
              <a:rPr lang="en-US" altLang="zh-CN" baseline="30000">
                <a:ea typeface="宋体" pitchFamily="2" charset="-122"/>
              </a:rPr>
              <a:t>−1</a:t>
            </a:r>
            <a:r>
              <a:rPr lang="en-US" altLang="zh-CN">
                <a:ea typeface="宋体" pitchFamily="2" charset="-122"/>
              </a:rPr>
              <a:t>)</a:t>
            </a:r>
            <a:r>
              <a:rPr lang="en-US" altLang="zh-CN" baseline="30000">
                <a:ea typeface="宋体" pitchFamily="2" charset="-122"/>
              </a:rPr>
              <a:t>−1</a:t>
            </a:r>
            <a:r>
              <a:rPr lang="en-US" altLang="zh-CN">
                <a:ea typeface="宋体" pitchFamily="2" charset="-122"/>
              </a:rPr>
              <a:t>=</a:t>
            </a:r>
          </a:p>
        </p:txBody>
      </p:sp>
      <p:sp>
        <p:nvSpPr>
          <p:cNvPr id="79919" name="Text Box 47"/>
          <p:cNvSpPr txBox="1">
            <a:spLocks noChangeArrowheads="1"/>
          </p:cNvSpPr>
          <p:nvPr/>
        </p:nvSpPr>
        <p:spPr bwMode="auto">
          <a:xfrm>
            <a:off x="2112963" y="5516563"/>
            <a:ext cx="5095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i="1">
                <a:ea typeface="宋体" pitchFamily="2" charset="-122"/>
              </a:rPr>
              <a:t>A</a:t>
            </a:r>
            <a:r>
              <a:rPr lang="en-US" altLang="zh-CN">
                <a:ea typeface="宋体" pitchFamily="2" charset="-122"/>
              </a:rPr>
              <a:t>.</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908"/>
                                        </p:tgtEl>
                                        <p:attrNameLst>
                                          <p:attrName>style.visibility</p:attrName>
                                        </p:attrNameLst>
                                      </p:cBhvr>
                                      <p:to>
                                        <p:strVal val="visible"/>
                                      </p:to>
                                    </p:set>
                                    <p:animEffect transition="in" filter="wipe(left)">
                                      <p:cBhvr>
                                        <p:cTn id="7" dur="500"/>
                                        <p:tgtEl>
                                          <p:spTgt spid="799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9909"/>
                                        </p:tgtEl>
                                        <p:attrNameLst>
                                          <p:attrName>style.visibility</p:attrName>
                                        </p:attrNameLst>
                                      </p:cBhvr>
                                      <p:to>
                                        <p:strVal val="visible"/>
                                      </p:to>
                                    </p:set>
                                    <p:animEffect transition="in" filter="wipe(left)">
                                      <p:cBhvr>
                                        <p:cTn id="12" dur="500"/>
                                        <p:tgtEl>
                                          <p:spTgt spid="7990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9910"/>
                                        </p:tgtEl>
                                        <p:attrNameLst>
                                          <p:attrName>style.visibility</p:attrName>
                                        </p:attrNameLst>
                                      </p:cBhvr>
                                      <p:to>
                                        <p:strVal val="visible"/>
                                      </p:to>
                                    </p:set>
                                    <p:animEffect transition="in" filter="wipe(left)">
                                      <p:cBhvr>
                                        <p:cTn id="17" dur="500"/>
                                        <p:tgtEl>
                                          <p:spTgt spid="799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9911"/>
                                        </p:tgtEl>
                                        <p:attrNameLst>
                                          <p:attrName>style.visibility</p:attrName>
                                        </p:attrNameLst>
                                      </p:cBhvr>
                                      <p:to>
                                        <p:strVal val="visible"/>
                                      </p:to>
                                    </p:set>
                                    <p:animEffect transition="in" filter="wipe(left)">
                                      <p:cBhvr>
                                        <p:cTn id="22" dur="500"/>
                                        <p:tgtEl>
                                          <p:spTgt spid="799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9912"/>
                                        </p:tgtEl>
                                        <p:attrNameLst>
                                          <p:attrName>style.visibility</p:attrName>
                                        </p:attrNameLst>
                                      </p:cBhvr>
                                      <p:to>
                                        <p:strVal val="visible"/>
                                      </p:to>
                                    </p:set>
                                    <p:animEffect transition="in" filter="wipe(left)">
                                      <p:cBhvr>
                                        <p:cTn id="27" dur="500"/>
                                        <p:tgtEl>
                                          <p:spTgt spid="799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lt">
                                    <p:tmPct val="100000"/>
                                  </p:iterate>
                                  <p:childTnLst>
                                    <p:set>
                                      <p:cBhvr>
                                        <p:cTn id="31" dur="1" fill="hold">
                                          <p:stCondLst>
                                            <p:cond delay="0"/>
                                          </p:stCondLst>
                                        </p:cTn>
                                        <p:tgtEl>
                                          <p:spTgt spid="79884"/>
                                        </p:tgtEl>
                                        <p:attrNameLst>
                                          <p:attrName>style.visibility</p:attrName>
                                        </p:attrNameLst>
                                      </p:cBhvr>
                                      <p:to>
                                        <p:strVal val="visible"/>
                                      </p:to>
                                    </p:set>
                                    <p:animEffect transition="in" filter="wipe(left)">
                                      <p:cBhvr>
                                        <p:cTn id="32" dur="75"/>
                                        <p:tgtEl>
                                          <p:spTgt spid="7988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9885"/>
                                        </p:tgtEl>
                                        <p:attrNameLst>
                                          <p:attrName>style.visibility</p:attrName>
                                        </p:attrNameLst>
                                      </p:cBhvr>
                                      <p:to>
                                        <p:strVal val="visible"/>
                                      </p:to>
                                    </p:set>
                                    <p:animEffect transition="in" filter="wipe(left)">
                                      <p:cBhvr>
                                        <p:cTn id="37" dur="500"/>
                                        <p:tgtEl>
                                          <p:spTgt spid="7988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lt">
                                    <p:tmPct val="100000"/>
                                  </p:iterate>
                                  <p:childTnLst>
                                    <p:set>
                                      <p:cBhvr>
                                        <p:cTn id="41" dur="1" fill="hold">
                                          <p:stCondLst>
                                            <p:cond delay="0"/>
                                          </p:stCondLst>
                                        </p:cTn>
                                        <p:tgtEl>
                                          <p:spTgt spid="79886"/>
                                        </p:tgtEl>
                                        <p:attrNameLst>
                                          <p:attrName>style.visibility</p:attrName>
                                        </p:attrNameLst>
                                      </p:cBhvr>
                                      <p:to>
                                        <p:strVal val="visible"/>
                                      </p:to>
                                    </p:set>
                                    <p:animEffect transition="in" filter="wipe(left)">
                                      <p:cBhvr>
                                        <p:cTn id="42" dur="75"/>
                                        <p:tgtEl>
                                          <p:spTgt spid="7988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79887"/>
                                        </p:tgtEl>
                                        <p:attrNameLst>
                                          <p:attrName>style.visibility</p:attrName>
                                        </p:attrNameLst>
                                      </p:cBhvr>
                                      <p:to>
                                        <p:strVal val="visible"/>
                                      </p:to>
                                    </p:set>
                                    <p:animEffect transition="in" filter="wipe(left)">
                                      <p:cBhvr>
                                        <p:cTn id="47" dur="500"/>
                                        <p:tgtEl>
                                          <p:spTgt spid="7988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79888"/>
                                        </p:tgtEl>
                                        <p:attrNameLst>
                                          <p:attrName>style.visibility</p:attrName>
                                        </p:attrNameLst>
                                      </p:cBhvr>
                                      <p:to>
                                        <p:strVal val="visible"/>
                                      </p:to>
                                    </p:set>
                                    <p:animEffect transition="in" filter="wipe(left)">
                                      <p:cBhvr>
                                        <p:cTn id="52" dur="500"/>
                                        <p:tgtEl>
                                          <p:spTgt spid="7988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79889"/>
                                        </p:tgtEl>
                                        <p:attrNameLst>
                                          <p:attrName>style.visibility</p:attrName>
                                        </p:attrNameLst>
                                      </p:cBhvr>
                                      <p:to>
                                        <p:strVal val="visible"/>
                                      </p:to>
                                    </p:set>
                                    <p:animEffect transition="in" filter="wipe(left)">
                                      <p:cBhvr>
                                        <p:cTn id="57" dur="500"/>
                                        <p:tgtEl>
                                          <p:spTgt spid="7988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79890"/>
                                        </p:tgtEl>
                                        <p:attrNameLst>
                                          <p:attrName>style.visibility</p:attrName>
                                        </p:attrNameLst>
                                      </p:cBhvr>
                                      <p:to>
                                        <p:strVal val="visible"/>
                                      </p:to>
                                    </p:set>
                                    <p:animEffect transition="in" filter="wipe(left)">
                                      <p:cBhvr>
                                        <p:cTn id="62" dur="500"/>
                                        <p:tgtEl>
                                          <p:spTgt spid="7989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
                                        </p:tgtEl>
                                        <p:attrNameLst>
                                          <p:attrName>style.visibility</p:attrName>
                                        </p:attrNameLst>
                                      </p:cBhvr>
                                      <p:to>
                                        <p:strVal val="visible"/>
                                      </p:to>
                                    </p:set>
                                    <p:animEffect transition="in" filter="wipe(left)">
                                      <p:cBhvr>
                                        <p:cTn id="67" dur="500"/>
                                        <p:tgtEl>
                                          <p:spTgt spid="2"/>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79915"/>
                                        </p:tgtEl>
                                        <p:attrNameLst>
                                          <p:attrName>style.visibility</p:attrName>
                                        </p:attrNameLst>
                                      </p:cBhvr>
                                      <p:to>
                                        <p:strVal val="visible"/>
                                      </p:to>
                                    </p:set>
                                    <p:animEffect transition="in" filter="wipe(left)">
                                      <p:cBhvr>
                                        <p:cTn id="70" dur="500"/>
                                        <p:tgtEl>
                                          <p:spTgt spid="79915"/>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79876"/>
                                        </p:tgtEl>
                                        <p:attrNameLst>
                                          <p:attrName>style.visibility</p:attrName>
                                        </p:attrNameLst>
                                      </p:cBhvr>
                                      <p:to>
                                        <p:strVal val="visible"/>
                                      </p:to>
                                    </p:set>
                                    <p:animEffect transition="in" filter="wipe(left)">
                                      <p:cBhvr>
                                        <p:cTn id="75" dur="500"/>
                                        <p:tgtEl>
                                          <p:spTgt spid="79876"/>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79914"/>
                                        </p:tgtEl>
                                        <p:attrNameLst>
                                          <p:attrName>style.visibility</p:attrName>
                                        </p:attrNameLst>
                                      </p:cBhvr>
                                      <p:to>
                                        <p:strVal val="visible"/>
                                      </p:to>
                                    </p:set>
                                    <p:animEffect transition="in" filter="wipe(left)">
                                      <p:cBhvr>
                                        <p:cTn id="80" dur="500"/>
                                        <p:tgtEl>
                                          <p:spTgt spid="79914"/>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79917"/>
                                        </p:tgtEl>
                                        <p:attrNameLst>
                                          <p:attrName>style.visibility</p:attrName>
                                        </p:attrNameLst>
                                      </p:cBhvr>
                                      <p:to>
                                        <p:strVal val="visible"/>
                                      </p:to>
                                    </p:set>
                                    <p:animEffect transition="in" filter="wipe(left)">
                                      <p:cBhvr>
                                        <p:cTn id="85" dur="500"/>
                                        <p:tgtEl>
                                          <p:spTgt spid="79917"/>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79919"/>
                                        </p:tgtEl>
                                        <p:attrNameLst>
                                          <p:attrName>style.visibility</p:attrName>
                                        </p:attrNameLst>
                                      </p:cBhvr>
                                      <p:to>
                                        <p:strVal val="visible"/>
                                      </p:to>
                                    </p:set>
                                    <p:animEffect transition="in" filter="wipe(left)">
                                      <p:cBhvr>
                                        <p:cTn id="90" dur="500"/>
                                        <p:tgtEl>
                                          <p:spTgt spid="79919"/>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79916"/>
                                        </p:tgtEl>
                                        <p:attrNameLst>
                                          <p:attrName>style.visibility</p:attrName>
                                        </p:attrNameLst>
                                      </p:cBhvr>
                                      <p:to>
                                        <p:strVal val="visible"/>
                                      </p:to>
                                    </p:set>
                                    <p:animEffect transition="in" filter="wipe(left)">
                                      <p:cBhvr>
                                        <p:cTn id="95" dur="500"/>
                                        <p:tgtEl>
                                          <p:spTgt spid="799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animBg="1"/>
      <p:bldP spid="79884" grpId="0" autoUpdateAnimBg="0"/>
      <p:bldP spid="79886" grpId="0" autoUpdateAnimBg="0"/>
      <p:bldP spid="79908" grpId="0"/>
      <p:bldP spid="79909" grpId="0"/>
      <p:bldP spid="79910" grpId="0"/>
      <p:bldP spid="79911" grpId="0"/>
      <p:bldP spid="79912" grpId="0"/>
      <p:bldP spid="79914" grpId="0"/>
      <p:bldP spid="79915" grpId="0"/>
      <p:bldP spid="79916" grpId="0" animBg="1"/>
      <p:bldP spid="79917" grpId="0"/>
      <p:bldP spid="79919"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562" name="Group 6"/>
          <p:cNvGrpSpPr>
            <a:grpSpLocks/>
          </p:cNvGrpSpPr>
          <p:nvPr/>
        </p:nvGrpSpPr>
        <p:grpSpPr bwMode="auto">
          <a:xfrm>
            <a:off x="971550" y="549275"/>
            <a:ext cx="5600700" cy="977900"/>
            <a:chOff x="576" y="480"/>
            <a:chExt cx="3528" cy="616"/>
          </a:xfrm>
        </p:grpSpPr>
        <p:sp>
          <p:nvSpPr>
            <p:cNvPr id="66574" name="Text Box 3"/>
            <p:cNvSpPr txBox="1">
              <a:spLocks noChangeArrowheads="1"/>
            </p:cNvSpPr>
            <p:nvPr/>
          </p:nvSpPr>
          <p:spPr bwMode="auto">
            <a:xfrm>
              <a:off x="576" y="624"/>
              <a:ext cx="84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rPr>
                <a:t>例</a:t>
              </a:r>
              <a:r>
                <a:rPr lang="en-US" altLang="zh-CN">
                  <a:latin typeface="黑体" pitchFamily="49" charset="-122"/>
                </a:rPr>
                <a:t>1</a:t>
              </a:r>
              <a:r>
                <a:rPr lang="en-US" altLang="zh-CN">
                  <a:ea typeface="宋体" pitchFamily="2" charset="-122"/>
                </a:rPr>
                <a:t>   </a:t>
              </a:r>
              <a:r>
                <a:rPr lang="zh-CN" altLang="en-US">
                  <a:ea typeface="宋体" pitchFamily="2" charset="-122"/>
                </a:rPr>
                <a:t>设</a:t>
              </a:r>
            </a:p>
          </p:txBody>
        </p:sp>
        <p:graphicFrame>
          <p:nvGraphicFramePr>
            <p:cNvPr id="66575" name="Object 4"/>
            <p:cNvGraphicFramePr>
              <a:graphicFrameLocks noChangeAspect="1"/>
            </p:cNvGraphicFramePr>
            <p:nvPr/>
          </p:nvGraphicFramePr>
          <p:xfrm>
            <a:off x="1536" y="480"/>
            <a:ext cx="1280" cy="616"/>
          </p:xfrm>
          <a:graphic>
            <a:graphicData uri="http://schemas.openxmlformats.org/presentationml/2006/ole">
              <mc:AlternateContent xmlns:mc="http://schemas.openxmlformats.org/markup-compatibility/2006">
                <mc:Choice xmlns:v="urn:schemas-microsoft-com:vml" Requires="v">
                  <p:oleObj spid="_x0000_s66682" name="Equation" r:id="rId3" imgW="2032000" imgH="977900" progId="Equation.3">
                    <p:embed/>
                  </p:oleObj>
                </mc:Choice>
                <mc:Fallback>
                  <p:oleObj name="Equation" r:id="rId3" imgW="2032000" imgH="977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6" y="480"/>
                          <a:ext cx="1280" cy="6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76" name="Object 5"/>
            <p:cNvGraphicFramePr>
              <a:graphicFrameLocks noChangeAspect="1"/>
            </p:cNvGraphicFramePr>
            <p:nvPr/>
          </p:nvGraphicFramePr>
          <p:xfrm>
            <a:off x="2976" y="672"/>
            <a:ext cx="1128" cy="248"/>
          </p:xfrm>
          <a:graphic>
            <a:graphicData uri="http://schemas.openxmlformats.org/presentationml/2006/ole">
              <mc:AlternateContent xmlns:mc="http://schemas.openxmlformats.org/markup-compatibility/2006">
                <mc:Choice xmlns:v="urn:schemas-microsoft-com:vml" Requires="v">
                  <p:oleObj spid="_x0000_s66683" name="Equation" r:id="rId5" imgW="1790700" imgH="393700" progId="Equation.3">
                    <p:embed/>
                  </p:oleObj>
                </mc:Choice>
                <mc:Fallback>
                  <p:oleObj name="Equation" r:id="rId5" imgW="1790700" imgH="3937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6" y="672"/>
                          <a:ext cx="1128"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0903" name="Text Box 7"/>
          <p:cNvSpPr txBox="1">
            <a:spLocks noChangeArrowheads="1"/>
          </p:cNvSpPr>
          <p:nvPr/>
        </p:nvSpPr>
        <p:spPr bwMode="auto">
          <a:xfrm>
            <a:off x="1047750" y="1943100"/>
            <a:ext cx="66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解</a:t>
            </a:r>
            <a:r>
              <a:rPr lang="en-US" altLang="zh-CN"/>
              <a:t>:</a:t>
            </a:r>
          </a:p>
        </p:txBody>
      </p:sp>
      <p:grpSp>
        <p:nvGrpSpPr>
          <p:cNvPr id="3" name="Group 11"/>
          <p:cNvGrpSpPr>
            <a:grpSpLocks/>
          </p:cNvGrpSpPr>
          <p:nvPr/>
        </p:nvGrpSpPr>
        <p:grpSpPr bwMode="auto">
          <a:xfrm>
            <a:off x="1809750" y="1692275"/>
            <a:ext cx="5172075" cy="977900"/>
            <a:chOff x="1104" y="1296"/>
            <a:chExt cx="3258" cy="616"/>
          </a:xfrm>
        </p:grpSpPr>
        <p:sp>
          <p:nvSpPr>
            <p:cNvPr id="66571" name="Text Box 8"/>
            <p:cNvSpPr txBox="1">
              <a:spLocks noChangeArrowheads="1"/>
            </p:cNvSpPr>
            <p:nvPr/>
          </p:nvSpPr>
          <p:spPr bwMode="auto">
            <a:xfrm>
              <a:off x="1104" y="1454"/>
              <a:ext cx="325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设                           是    的逆矩阵</a:t>
              </a:r>
              <a:r>
                <a:rPr lang="en-US" altLang="zh-CN">
                  <a:ea typeface="宋体" pitchFamily="2" charset="-122"/>
                </a:rPr>
                <a:t>,</a:t>
              </a:r>
            </a:p>
          </p:txBody>
        </p:sp>
        <p:graphicFrame>
          <p:nvGraphicFramePr>
            <p:cNvPr id="66572" name="Object 9"/>
            <p:cNvGraphicFramePr>
              <a:graphicFrameLocks noChangeAspect="1"/>
            </p:cNvGraphicFramePr>
            <p:nvPr/>
          </p:nvGraphicFramePr>
          <p:xfrm>
            <a:off x="1632" y="1296"/>
            <a:ext cx="1104" cy="616"/>
          </p:xfrm>
          <a:graphic>
            <a:graphicData uri="http://schemas.openxmlformats.org/presentationml/2006/ole">
              <mc:AlternateContent xmlns:mc="http://schemas.openxmlformats.org/markup-compatibility/2006">
                <mc:Choice xmlns:v="urn:schemas-microsoft-com:vml" Requires="v">
                  <p:oleObj spid="_x0000_s66684" name="Equation" r:id="rId7" imgW="1752600" imgH="977900" progId="Equation.3">
                    <p:embed/>
                  </p:oleObj>
                </mc:Choice>
                <mc:Fallback>
                  <p:oleObj name="Equation" r:id="rId7" imgW="1752600" imgH="9779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32" y="1296"/>
                          <a:ext cx="1104" cy="6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73" name="Object 10"/>
            <p:cNvGraphicFramePr>
              <a:graphicFrameLocks noChangeAspect="1"/>
            </p:cNvGraphicFramePr>
            <p:nvPr/>
          </p:nvGraphicFramePr>
          <p:xfrm>
            <a:off x="3120" y="1488"/>
            <a:ext cx="184" cy="192"/>
          </p:xfrm>
          <a:graphic>
            <a:graphicData uri="http://schemas.openxmlformats.org/presentationml/2006/ole">
              <mc:AlternateContent xmlns:mc="http://schemas.openxmlformats.org/markup-compatibility/2006">
                <mc:Choice xmlns:v="urn:schemas-microsoft-com:vml" Requires="v">
                  <p:oleObj spid="_x0000_s66685" name="Equation" r:id="rId9" imgW="291973" imgH="304668" progId="Equation.3">
                    <p:embed/>
                  </p:oleObj>
                </mc:Choice>
                <mc:Fallback>
                  <p:oleObj name="Equation" r:id="rId9" imgW="291973" imgH="304668"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0" y="1488"/>
                          <a:ext cx="184"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0908" name="Text Box 12"/>
          <p:cNvSpPr txBox="1">
            <a:spLocks noChangeArrowheads="1"/>
          </p:cNvSpPr>
          <p:nvPr/>
        </p:nvSpPr>
        <p:spPr bwMode="auto">
          <a:xfrm>
            <a:off x="1069975" y="32083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spcBef>
                <a:spcPct val="50000"/>
              </a:spcBef>
            </a:pPr>
            <a:endParaRPr lang="zh-CN" altLang="zh-CN" sz="2400" b="0">
              <a:ea typeface="宋体" pitchFamily="2" charset="-122"/>
            </a:endParaRPr>
          </a:p>
        </p:txBody>
      </p:sp>
      <p:sp>
        <p:nvSpPr>
          <p:cNvPr id="80909" name="Text Box 13"/>
          <p:cNvSpPr txBox="1">
            <a:spLocks noChangeArrowheads="1"/>
          </p:cNvSpPr>
          <p:nvPr/>
        </p:nvSpPr>
        <p:spPr bwMode="auto">
          <a:xfrm>
            <a:off x="1047750" y="3140075"/>
            <a:ext cx="542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则</a:t>
            </a:r>
          </a:p>
        </p:txBody>
      </p:sp>
      <p:graphicFrame>
        <p:nvGraphicFramePr>
          <p:cNvPr id="80910" name="Object 14"/>
          <p:cNvGraphicFramePr>
            <a:graphicFrameLocks noChangeAspect="1"/>
          </p:cNvGraphicFramePr>
          <p:nvPr/>
        </p:nvGraphicFramePr>
        <p:xfrm>
          <a:off x="2190750" y="2987675"/>
          <a:ext cx="3289300" cy="977900"/>
        </p:xfrm>
        <a:graphic>
          <a:graphicData uri="http://schemas.openxmlformats.org/presentationml/2006/ole">
            <mc:AlternateContent xmlns:mc="http://schemas.openxmlformats.org/markup-compatibility/2006">
              <mc:Choice xmlns:v="urn:schemas-microsoft-com:vml" Requires="v">
                <p:oleObj spid="_x0000_s66686" name="Equation" r:id="rId11" imgW="3289300" imgH="977900" progId="Equation.3">
                  <p:embed/>
                </p:oleObj>
              </mc:Choice>
              <mc:Fallback>
                <p:oleObj name="Equation" r:id="rId11" imgW="3289300" imgH="977900"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90750" y="2987675"/>
                        <a:ext cx="32893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911" name="Object 15"/>
          <p:cNvGraphicFramePr>
            <a:graphicFrameLocks noChangeAspect="1"/>
          </p:cNvGraphicFramePr>
          <p:nvPr/>
        </p:nvGraphicFramePr>
        <p:xfrm>
          <a:off x="5511800" y="2987675"/>
          <a:ext cx="1358900" cy="977900"/>
        </p:xfrm>
        <a:graphic>
          <a:graphicData uri="http://schemas.openxmlformats.org/presentationml/2006/ole">
            <mc:AlternateContent xmlns:mc="http://schemas.openxmlformats.org/markup-compatibility/2006">
              <mc:Choice xmlns:v="urn:schemas-microsoft-com:vml" Requires="v">
                <p:oleObj spid="_x0000_s66687" name="Equation" r:id="rId13" imgW="1358900" imgH="977900" progId="Equation.3">
                  <p:embed/>
                </p:oleObj>
              </mc:Choice>
              <mc:Fallback>
                <p:oleObj name="Equation" r:id="rId13" imgW="1358900" imgH="977900"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11800" y="2987675"/>
                        <a:ext cx="13589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912" name="Object 16"/>
          <p:cNvGraphicFramePr>
            <a:graphicFrameLocks noChangeAspect="1"/>
          </p:cNvGraphicFramePr>
          <p:nvPr/>
        </p:nvGraphicFramePr>
        <p:xfrm>
          <a:off x="2724150" y="4359275"/>
          <a:ext cx="4343400" cy="977900"/>
        </p:xfrm>
        <a:graphic>
          <a:graphicData uri="http://schemas.openxmlformats.org/presentationml/2006/ole">
            <mc:AlternateContent xmlns:mc="http://schemas.openxmlformats.org/markup-compatibility/2006">
              <mc:Choice xmlns:v="urn:schemas-microsoft-com:vml" Requires="v">
                <p:oleObj spid="_x0000_s66688" name="Equation" r:id="rId15" imgW="4343400" imgH="977900" progId="Equation.3">
                  <p:embed/>
                </p:oleObj>
              </mc:Choice>
              <mc:Fallback>
                <p:oleObj name="Equation" r:id="rId15" imgW="4343400" imgH="977900"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24150" y="4359275"/>
                        <a:ext cx="43434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0913" name="Text Box 17"/>
          <p:cNvSpPr txBox="1">
            <a:spLocks noChangeArrowheads="1"/>
          </p:cNvSpPr>
          <p:nvPr/>
        </p:nvSpPr>
        <p:spPr bwMode="auto">
          <a:xfrm>
            <a:off x="2038350" y="1920875"/>
            <a:ext cx="5845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spcBef>
                <a:spcPct val="50000"/>
              </a:spcBef>
            </a:pPr>
            <a:r>
              <a:rPr lang="zh-CN" altLang="en-US">
                <a:solidFill>
                  <a:srgbClr val="0000FF"/>
                </a:solidFill>
              </a:rPr>
              <a:t>利用待定系数法</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80903"/>
                                        </p:tgtEl>
                                        <p:attrNameLst>
                                          <p:attrName>style.visibility</p:attrName>
                                        </p:attrNameLst>
                                      </p:cBhvr>
                                      <p:to>
                                        <p:strVal val="visible"/>
                                      </p:to>
                                    </p:set>
                                    <p:animEffect transition="in" filter="wipe(left)">
                                      <p:cBhvr>
                                        <p:cTn id="7" dur="75"/>
                                        <p:tgtEl>
                                          <p:spTgt spid="809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80913"/>
                                        </p:tgtEl>
                                        <p:attrNameLst>
                                          <p:attrName>style.visibility</p:attrName>
                                        </p:attrNameLst>
                                      </p:cBhvr>
                                      <p:to>
                                        <p:strVal val="visible"/>
                                      </p:to>
                                    </p:set>
                                    <p:animEffect transition="in" filter="wipe(left)">
                                      <p:cBhvr>
                                        <p:cTn id="12" dur="75"/>
                                        <p:tgtEl>
                                          <p:spTgt spid="80913"/>
                                        </p:tgtEl>
                                      </p:cBhvr>
                                    </p:animEffect>
                                  </p:childTnLst>
                                  <p:subTnLst>
                                    <p:set>
                                      <p:cBhvr override="childStyle">
                                        <p:cTn dur="1" fill="hold" display="0" masterRel="nextClick" afterEffect="1"/>
                                        <p:tgtEl>
                                          <p:spTgt spid="80913"/>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nodePh="1">
                                  <p:stCondLst>
                                    <p:cond delay="0"/>
                                  </p:stCondLst>
                                  <p:endCondLst>
                                    <p:cond evt="begin" delay="0">
                                      <p:tn val="20"/>
                                    </p:cond>
                                  </p:endCondLst>
                                  <p:childTnLst>
                                    <p:set>
                                      <p:cBhvr>
                                        <p:cTn id="21" dur="1" fill="hold">
                                          <p:stCondLst>
                                            <p:cond delay="0"/>
                                          </p:stCondLst>
                                        </p:cTn>
                                        <p:tgtEl>
                                          <p:spTgt spid="80908"/>
                                        </p:tgtEl>
                                        <p:attrNameLst>
                                          <p:attrName>style.visibility</p:attrName>
                                        </p:attrNameLst>
                                      </p:cBhvr>
                                      <p:to>
                                        <p:strVal val="visible"/>
                                      </p:to>
                                    </p:set>
                                    <p:animEffect transition="in" filter="wipe(left)">
                                      <p:cBhvr>
                                        <p:cTn id="22" dur="500"/>
                                        <p:tgtEl>
                                          <p:spTgt spid="8090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80909"/>
                                        </p:tgtEl>
                                        <p:attrNameLst>
                                          <p:attrName>style.visibility</p:attrName>
                                        </p:attrNameLst>
                                      </p:cBhvr>
                                      <p:to>
                                        <p:strVal val="visible"/>
                                      </p:to>
                                    </p:set>
                                    <p:animEffect transition="in" filter="wipe(left)">
                                      <p:cBhvr>
                                        <p:cTn id="27" dur="75"/>
                                        <p:tgtEl>
                                          <p:spTgt spid="8090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0910"/>
                                        </p:tgtEl>
                                        <p:attrNameLst>
                                          <p:attrName>style.visibility</p:attrName>
                                        </p:attrNameLst>
                                      </p:cBhvr>
                                      <p:to>
                                        <p:strVal val="visible"/>
                                      </p:to>
                                    </p:set>
                                    <p:animEffect transition="in" filter="wipe(left)">
                                      <p:cBhvr>
                                        <p:cTn id="32" dur="500"/>
                                        <p:tgtEl>
                                          <p:spTgt spid="809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80911"/>
                                        </p:tgtEl>
                                        <p:attrNameLst>
                                          <p:attrName>style.visibility</p:attrName>
                                        </p:attrNameLst>
                                      </p:cBhvr>
                                      <p:to>
                                        <p:strVal val="visible"/>
                                      </p:to>
                                    </p:set>
                                    <p:animEffect transition="in" filter="wipe(left)">
                                      <p:cBhvr>
                                        <p:cTn id="37" dur="500"/>
                                        <p:tgtEl>
                                          <p:spTgt spid="809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80912"/>
                                        </p:tgtEl>
                                        <p:attrNameLst>
                                          <p:attrName>style.visibility</p:attrName>
                                        </p:attrNameLst>
                                      </p:cBhvr>
                                      <p:to>
                                        <p:strVal val="visible"/>
                                      </p:to>
                                    </p:set>
                                    <p:animEffect transition="in" filter="wipe(left)">
                                      <p:cBhvr>
                                        <p:cTn id="42" dur="500"/>
                                        <p:tgtEl>
                                          <p:spTgt spid="809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3" grpId="0" autoUpdateAnimBg="0"/>
      <p:bldP spid="80908" grpId="0" autoUpdateAnimBg="0"/>
      <p:bldP spid="80909" grpId="0" autoUpdateAnimBg="0"/>
      <p:bldP spid="80913"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586" name="Object 4"/>
          <p:cNvGraphicFramePr>
            <a:graphicFrameLocks noChangeAspect="1"/>
          </p:cNvGraphicFramePr>
          <p:nvPr/>
        </p:nvGraphicFramePr>
        <p:xfrm>
          <a:off x="979488" y="260350"/>
          <a:ext cx="2197100" cy="2044700"/>
        </p:xfrm>
        <a:graphic>
          <a:graphicData uri="http://schemas.openxmlformats.org/presentationml/2006/ole">
            <mc:AlternateContent xmlns:mc="http://schemas.openxmlformats.org/markup-compatibility/2006">
              <mc:Choice xmlns:v="urn:schemas-microsoft-com:vml" Requires="v">
                <p:oleObj spid="_x0000_s67802" name="Equation" r:id="rId3" imgW="2197100" imgH="2044700" progId="Equation.3">
                  <p:embed/>
                </p:oleObj>
              </mc:Choice>
              <mc:Fallback>
                <p:oleObj name="Equation" r:id="rId3" imgW="2197100" imgH="20447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9488" y="260350"/>
                        <a:ext cx="2197100" cy="204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5" name="Object 5"/>
          <p:cNvGraphicFramePr>
            <a:graphicFrameLocks noChangeAspect="1"/>
          </p:cNvGraphicFramePr>
          <p:nvPr/>
        </p:nvGraphicFramePr>
        <p:xfrm>
          <a:off x="3570288" y="336550"/>
          <a:ext cx="1663700" cy="2044700"/>
        </p:xfrm>
        <a:graphic>
          <a:graphicData uri="http://schemas.openxmlformats.org/presentationml/2006/ole">
            <mc:AlternateContent xmlns:mc="http://schemas.openxmlformats.org/markup-compatibility/2006">
              <mc:Choice xmlns:v="urn:schemas-microsoft-com:vml" Requires="v">
                <p:oleObj spid="_x0000_s67803" name="Equation" r:id="rId5" imgW="1663700" imgH="2044700" progId="Equation.3">
                  <p:embed/>
                </p:oleObj>
              </mc:Choice>
              <mc:Fallback>
                <p:oleObj name="Equation" r:id="rId5" imgW="1663700" imgH="20447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70288" y="336550"/>
                        <a:ext cx="1663700" cy="204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26" name="Text Box 6"/>
          <p:cNvSpPr txBox="1">
            <a:spLocks noChangeArrowheads="1"/>
          </p:cNvSpPr>
          <p:nvPr/>
        </p:nvSpPr>
        <p:spPr bwMode="auto">
          <a:xfrm>
            <a:off x="827088" y="2393950"/>
            <a:ext cx="12557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又因为</a:t>
            </a:r>
          </a:p>
        </p:txBody>
      </p:sp>
      <p:grpSp>
        <p:nvGrpSpPr>
          <p:cNvPr id="2" name="Group 18"/>
          <p:cNvGrpSpPr>
            <a:grpSpLocks/>
          </p:cNvGrpSpPr>
          <p:nvPr/>
        </p:nvGrpSpPr>
        <p:grpSpPr bwMode="auto">
          <a:xfrm>
            <a:off x="1563688" y="3138488"/>
            <a:ext cx="2603500" cy="977900"/>
            <a:chOff x="624" y="2544"/>
            <a:chExt cx="1640" cy="616"/>
          </a:xfrm>
        </p:grpSpPr>
        <p:graphicFrame>
          <p:nvGraphicFramePr>
            <p:cNvPr id="67605" name="Object 7"/>
            <p:cNvGraphicFramePr>
              <a:graphicFrameLocks noChangeAspect="1"/>
            </p:cNvGraphicFramePr>
            <p:nvPr/>
          </p:nvGraphicFramePr>
          <p:xfrm>
            <a:off x="624" y="2544"/>
            <a:ext cx="824" cy="616"/>
          </p:xfrm>
          <a:graphic>
            <a:graphicData uri="http://schemas.openxmlformats.org/presentationml/2006/ole">
              <mc:AlternateContent xmlns:mc="http://schemas.openxmlformats.org/markup-compatibility/2006">
                <mc:Choice xmlns:v="urn:schemas-microsoft-com:vml" Requires="v">
                  <p:oleObj spid="_x0000_s67804" name="Equation" r:id="rId7" imgW="1295579" imgH="971589" progId="Equation.3">
                    <p:embed/>
                  </p:oleObj>
                </mc:Choice>
                <mc:Fallback>
                  <p:oleObj name="Equation" r:id="rId7" imgW="1295579" imgH="971589"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4" y="2544"/>
                          <a:ext cx="824" cy="6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06" name="Object 10"/>
            <p:cNvGraphicFramePr>
              <a:graphicFrameLocks noChangeAspect="1"/>
            </p:cNvGraphicFramePr>
            <p:nvPr/>
          </p:nvGraphicFramePr>
          <p:xfrm>
            <a:off x="1440" y="2544"/>
            <a:ext cx="824" cy="616"/>
          </p:xfrm>
          <a:graphic>
            <a:graphicData uri="http://schemas.openxmlformats.org/presentationml/2006/ole">
              <mc:AlternateContent xmlns:mc="http://schemas.openxmlformats.org/markup-compatibility/2006">
                <mc:Choice xmlns:v="urn:schemas-microsoft-com:vml" Requires="v">
                  <p:oleObj spid="_x0000_s67805" name="Equation" r:id="rId9" imgW="1295579" imgH="971589" progId="Equation.3">
                    <p:embed/>
                  </p:oleObj>
                </mc:Choice>
                <mc:Fallback>
                  <p:oleObj name="Equation" r:id="rId9" imgW="1295579" imgH="971589"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0" y="2544"/>
                          <a:ext cx="824" cy="6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27"/>
          <p:cNvGrpSpPr>
            <a:grpSpLocks/>
          </p:cNvGrpSpPr>
          <p:nvPr/>
        </p:nvGrpSpPr>
        <p:grpSpPr bwMode="auto">
          <a:xfrm>
            <a:off x="4179888" y="3165475"/>
            <a:ext cx="2908300" cy="977900"/>
            <a:chOff x="2448" y="2448"/>
            <a:chExt cx="1832" cy="616"/>
          </a:xfrm>
        </p:grpSpPr>
        <p:graphicFrame>
          <p:nvGraphicFramePr>
            <p:cNvPr id="67601" name="Object 13"/>
            <p:cNvGraphicFramePr>
              <a:graphicFrameLocks noChangeAspect="1"/>
            </p:cNvGraphicFramePr>
            <p:nvPr/>
          </p:nvGraphicFramePr>
          <p:xfrm>
            <a:off x="3456" y="2448"/>
            <a:ext cx="824" cy="616"/>
          </p:xfrm>
          <a:graphic>
            <a:graphicData uri="http://schemas.openxmlformats.org/presentationml/2006/ole">
              <mc:AlternateContent xmlns:mc="http://schemas.openxmlformats.org/markup-compatibility/2006">
                <mc:Choice xmlns:v="urn:schemas-microsoft-com:vml" Requires="v">
                  <p:oleObj spid="_x0000_s67806" name="Equation" r:id="rId11" imgW="1295579" imgH="971589" progId="Equation.3">
                    <p:embed/>
                  </p:oleObj>
                </mc:Choice>
                <mc:Fallback>
                  <p:oleObj name="Equation" r:id="rId11" imgW="1295579" imgH="971589"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56" y="2448"/>
                          <a:ext cx="824" cy="6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7602" name="Group 26"/>
            <p:cNvGrpSpPr>
              <a:grpSpLocks/>
            </p:cNvGrpSpPr>
            <p:nvPr/>
          </p:nvGrpSpPr>
          <p:grpSpPr bwMode="auto">
            <a:xfrm>
              <a:off x="2448" y="2448"/>
              <a:ext cx="1016" cy="616"/>
              <a:chOff x="3312" y="2448"/>
              <a:chExt cx="1016" cy="616"/>
            </a:xfrm>
          </p:grpSpPr>
          <p:graphicFrame>
            <p:nvGraphicFramePr>
              <p:cNvPr id="67603" name="Object 12"/>
              <p:cNvGraphicFramePr>
                <a:graphicFrameLocks noChangeAspect="1"/>
              </p:cNvGraphicFramePr>
              <p:nvPr/>
            </p:nvGraphicFramePr>
            <p:xfrm>
              <a:off x="3312" y="2688"/>
              <a:ext cx="152" cy="96"/>
            </p:xfrm>
            <a:graphic>
              <a:graphicData uri="http://schemas.openxmlformats.org/presentationml/2006/ole">
                <mc:AlternateContent xmlns:mc="http://schemas.openxmlformats.org/markup-compatibility/2006">
                  <mc:Choice xmlns:v="urn:schemas-microsoft-com:vml" Requires="v">
                    <p:oleObj spid="_x0000_s67807" name="Equation" r:id="rId13" imgW="241195" imgH="152334" progId="Equation.3">
                      <p:embed/>
                    </p:oleObj>
                  </mc:Choice>
                  <mc:Fallback>
                    <p:oleObj name="Equation" r:id="rId13" imgW="241195" imgH="152334"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12" y="2688"/>
                            <a:ext cx="152" cy="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04" name="Object 14"/>
              <p:cNvGraphicFramePr>
                <a:graphicFrameLocks noChangeAspect="1"/>
              </p:cNvGraphicFramePr>
              <p:nvPr/>
            </p:nvGraphicFramePr>
            <p:xfrm>
              <a:off x="3504" y="2448"/>
              <a:ext cx="824" cy="616"/>
            </p:xfrm>
            <a:graphic>
              <a:graphicData uri="http://schemas.openxmlformats.org/presentationml/2006/ole">
                <mc:AlternateContent xmlns:mc="http://schemas.openxmlformats.org/markup-compatibility/2006">
                  <mc:Choice xmlns:v="urn:schemas-microsoft-com:vml" Requires="v">
                    <p:oleObj spid="_x0000_s67808" name="Equation" r:id="rId15" imgW="1295579" imgH="971589" progId="Equation.3">
                      <p:embed/>
                    </p:oleObj>
                  </mc:Choice>
                  <mc:Fallback>
                    <p:oleObj name="Equation" r:id="rId15" imgW="1295579" imgH="971589" progId="Equation.3">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04" y="2448"/>
                            <a:ext cx="824" cy="6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aphicFrame>
        <p:nvGraphicFramePr>
          <p:cNvPr id="81935" name="Object 15"/>
          <p:cNvGraphicFramePr>
            <a:graphicFrameLocks noChangeAspect="1"/>
          </p:cNvGraphicFramePr>
          <p:nvPr/>
        </p:nvGraphicFramePr>
        <p:xfrm>
          <a:off x="7227888" y="3165475"/>
          <a:ext cx="1447800" cy="977900"/>
        </p:xfrm>
        <a:graphic>
          <a:graphicData uri="http://schemas.openxmlformats.org/presentationml/2006/ole">
            <mc:AlternateContent xmlns:mc="http://schemas.openxmlformats.org/markup-compatibility/2006">
              <mc:Choice xmlns:v="urn:schemas-microsoft-com:vml" Requires="v">
                <p:oleObj spid="_x0000_s67809" name="Equation" r:id="rId17" imgW="1447800" imgH="977900" progId="Equation.3">
                  <p:embed/>
                </p:oleObj>
              </mc:Choice>
              <mc:Fallback>
                <p:oleObj name="Equation" r:id="rId17" imgW="1447800" imgH="977900" progId="Equation.3">
                  <p:embed/>
                  <p:pic>
                    <p:nvPicPr>
                      <p:cNvPr id="0"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227888" y="3165475"/>
                        <a:ext cx="14478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36" name="Text Box 16"/>
          <p:cNvSpPr txBox="1">
            <a:spLocks noChangeArrowheads="1"/>
          </p:cNvSpPr>
          <p:nvPr/>
        </p:nvSpPr>
        <p:spPr bwMode="auto">
          <a:xfrm>
            <a:off x="900113" y="4332288"/>
            <a:ext cx="895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所以</a:t>
            </a:r>
          </a:p>
        </p:txBody>
      </p:sp>
      <p:graphicFrame>
        <p:nvGraphicFramePr>
          <p:cNvPr id="81937" name="Object 17"/>
          <p:cNvGraphicFramePr>
            <a:graphicFrameLocks noChangeAspect="1"/>
          </p:cNvGraphicFramePr>
          <p:nvPr/>
        </p:nvGraphicFramePr>
        <p:xfrm>
          <a:off x="1908175" y="4221163"/>
          <a:ext cx="2286000" cy="977900"/>
        </p:xfrm>
        <a:graphic>
          <a:graphicData uri="http://schemas.openxmlformats.org/presentationml/2006/ole">
            <mc:AlternateContent xmlns:mc="http://schemas.openxmlformats.org/markup-compatibility/2006">
              <mc:Choice xmlns:v="urn:schemas-microsoft-com:vml" Requires="v">
                <p:oleObj spid="_x0000_s67810" name="Equation" r:id="rId19" imgW="2286000" imgH="977900" progId="Equation.3">
                  <p:embed/>
                </p:oleObj>
              </mc:Choice>
              <mc:Fallback>
                <p:oleObj name="Equation" r:id="rId19" imgW="2286000" imgH="977900" progId="Equation.3">
                  <p:embed/>
                  <p:pic>
                    <p:nvPicPr>
                      <p:cNvPr id="0" name="Object 1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908175" y="4221163"/>
                        <a:ext cx="22860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 name="Group 24"/>
          <p:cNvGrpSpPr>
            <a:grpSpLocks/>
          </p:cNvGrpSpPr>
          <p:nvPr/>
        </p:nvGrpSpPr>
        <p:grpSpPr bwMode="auto">
          <a:xfrm>
            <a:off x="2428875" y="2633663"/>
            <a:ext cx="590550" cy="304800"/>
            <a:chOff x="2788" y="2064"/>
            <a:chExt cx="372" cy="192"/>
          </a:xfrm>
        </p:grpSpPr>
        <p:graphicFrame>
          <p:nvGraphicFramePr>
            <p:cNvPr id="67599" name="Object 20"/>
            <p:cNvGraphicFramePr>
              <a:graphicFrameLocks noChangeAspect="1"/>
            </p:cNvGraphicFramePr>
            <p:nvPr/>
          </p:nvGraphicFramePr>
          <p:xfrm>
            <a:off x="2788" y="2064"/>
            <a:ext cx="184" cy="192"/>
          </p:xfrm>
          <a:graphic>
            <a:graphicData uri="http://schemas.openxmlformats.org/presentationml/2006/ole">
              <mc:AlternateContent xmlns:mc="http://schemas.openxmlformats.org/markup-compatibility/2006">
                <mc:Choice xmlns:v="urn:schemas-microsoft-com:vml" Requires="v">
                  <p:oleObj spid="_x0000_s67811" name="Equation" r:id="rId21" imgW="285795" imgH="295130" progId="Equation.3">
                    <p:embed/>
                  </p:oleObj>
                </mc:Choice>
                <mc:Fallback>
                  <p:oleObj name="Equation" r:id="rId21" imgW="285795" imgH="295130" progId="Equation.3">
                    <p:embed/>
                    <p:pic>
                      <p:nvPicPr>
                        <p:cNvPr id="0" name="Object 2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788" y="2064"/>
                          <a:ext cx="184"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00" name="Object 21"/>
            <p:cNvGraphicFramePr>
              <a:graphicFrameLocks noChangeAspect="1"/>
            </p:cNvGraphicFramePr>
            <p:nvPr/>
          </p:nvGraphicFramePr>
          <p:xfrm>
            <a:off x="2976" y="2064"/>
            <a:ext cx="184" cy="184"/>
          </p:xfrm>
          <a:graphic>
            <a:graphicData uri="http://schemas.openxmlformats.org/presentationml/2006/ole">
              <mc:AlternateContent xmlns:mc="http://schemas.openxmlformats.org/markup-compatibility/2006">
                <mc:Choice xmlns:v="urn:schemas-microsoft-com:vml" Requires="v">
                  <p:oleObj spid="_x0000_s67812" name="Equation" r:id="rId23" imgW="285795" imgH="285908" progId="Equation.3">
                    <p:embed/>
                  </p:oleObj>
                </mc:Choice>
                <mc:Fallback>
                  <p:oleObj name="Equation" r:id="rId23" imgW="285795" imgH="285908" progId="Equation.3">
                    <p:embed/>
                    <p:pic>
                      <p:nvPicPr>
                        <p:cNvPr id="0" name="Object 2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976" y="2064"/>
                          <a:ext cx="184"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25"/>
          <p:cNvGrpSpPr>
            <a:grpSpLocks/>
          </p:cNvGrpSpPr>
          <p:nvPr/>
        </p:nvGrpSpPr>
        <p:grpSpPr bwMode="auto">
          <a:xfrm>
            <a:off x="5551488" y="2632075"/>
            <a:ext cx="520700" cy="304800"/>
            <a:chOff x="4128" y="1968"/>
            <a:chExt cx="328" cy="192"/>
          </a:xfrm>
        </p:grpSpPr>
        <p:graphicFrame>
          <p:nvGraphicFramePr>
            <p:cNvPr id="67597" name="Object 22"/>
            <p:cNvGraphicFramePr>
              <a:graphicFrameLocks noChangeAspect="1"/>
            </p:cNvGraphicFramePr>
            <p:nvPr/>
          </p:nvGraphicFramePr>
          <p:xfrm>
            <a:off x="4272" y="1968"/>
            <a:ext cx="184" cy="192"/>
          </p:xfrm>
          <a:graphic>
            <a:graphicData uri="http://schemas.openxmlformats.org/presentationml/2006/ole">
              <mc:AlternateContent xmlns:mc="http://schemas.openxmlformats.org/markup-compatibility/2006">
                <mc:Choice xmlns:v="urn:schemas-microsoft-com:vml" Requires="v">
                  <p:oleObj spid="_x0000_s67813" name="Equation" r:id="rId25" imgW="285795" imgH="295130" progId="Equation.3">
                    <p:embed/>
                  </p:oleObj>
                </mc:Choice>
                <mc:Fallback>
                  <p:oleObj name="Equation" r:id="rId25" imgW="285795" imgH="295130" progId="Equation.3">
                    <p:embed/>
                    <p:pic>
                      <p:nvPicPr>
                        <p:cNvPr id="0" name="Object 2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272" y="1968"/>
                          <a:ext cx="184"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8" name="Object 23"/>
            <p:cNvGraphicFramePr>
              <a:graphicFrameLocks noChangeAspect="1"/>
            </p:cNvGraphicFramePr>
            <p:nvPr/>
          </p:nvGraphicFramePr>
          <p:xfrm>
            <a:off x="4128" y="1968"/>
            <a:ext cx="184" cy="184"/>
          </p:xfrm>
          <a:graphic>
            <a:graphicData uri="http://schemas.openxmlformats.org/presentationml/2006/ole">
              <mc:AlternateContent xmlns:mc="http://schemas.openxmlformats.org/markup-compatibility/2006">
                <mc:Choice xmlns:v="urn:schemas-microsoft-com:vml" Requires="v">
                  <p:oleObj spid="_x0000_s67814" name="Equation" r:id="rId27" imgW="285795" imgH="285908" progId="Equation.3">
                    <p:embed/>
                  </p:oleObj>
                </mc:Choice>
                <mc:Fallback>
                  <p:oleObj name="Equation" r:id="rId27" imgW="285795" imgH="285908" progId="Equation.3">
                    <p:embed/>
                    <p:pic>
                      <p:nvPicPr>
                        <p:cNvPr id="0" name="Object 2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128" y="1968"/>
                          <a:ext cx="184"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1948" name="Text Box 28"/>
          <p:cNvSpPr txBox="1">
            <a:spLocks noChangeArrowheads="1"/>
          </p:cNvSpPr>
          <p:nvPr/>
        </p:nvSpPr>
        <p:spPr bwMode="auto">
          <a:xfrm>
            <a:off x="971550" y="5157788"/>
            <a:ext cx="7839075" cy="1016000"/>
          </a:xfrm>
          <a:prstGeom prst="rect">
            <a:avLst/>
          </a:prstGeom>
          <a:solidFill>
            <a:srgbClr val="66FFFF"/>
          </a:solidFill>
          <a:ln w="9525" algn="ctr">
            <a:solidFill>
              <a:schemeClr val="hlink"/>
            </a:solidFill>
            <a:miter lim="800000"/>
            <a:headEnd/>
            <a:tailEnd/>
          </a:ln>
          <a:effectLst>
            <a:outerShdw dist="107763" dir="2700000" algn="ctr" rotWithShape="0">
              <a:schemeClr val="bg2">
                <a:alpha val="50000"/>
              </a:schemeClr>
            </a:outerShdw>
          </a:effectLst>
        </p:spPr>
        <p:txBody>
          <a:bodyPr>
            <a:spAutoFit/>
          </a:bodyPr>
          <a:lstStyle>
            <a:lvl1pPr marL="1619250" indent="-1619250"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sz="3200">
                <a:solidFill>
                  <a:srgbClr val="FF0000"/>
                </a:solidFill>
                <a:latin typeface="楷体_GB2312" pitchFamily="49" charset="-122"/>
                <a:ea typeface="楷体_GB2312" pitchFamily="49" charset="-122"/>
              </a:rPr>
              <a:t>新问题</a:t>
            </a:r>
            <a:r>
              <a:rPr lang="zh-CN" altLang="en-US">
                <a:latin typeface="楷体_GB2312" pitchFamily="49" charset="-122"/>
                <a:ea typeface="楷体_GB2312" pitchFamily="49" charset="-122"/>
              </a:rPr>
              <a:t>：对于高阶方阵待定系数法求取逆矩阵显然是不可行的</a:t>
            </a:r>
            <a:r>
              <a:rPr lang="en-US" altLang="zh-CN">
                <a:latin typeface="楷体_GB2312" pitchFamily="49" charset="-122"/>
                <a:ea typeface="楷体_GB2312" pitchFamily="49" charset="-122"/>
              </a:rPr>
              <a:t>.</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1925"/>
                                        </p:tgtEl>
                                        <p:attrNameLst>
                                          <p:attrName>style.visibility</p:attrName>
                                        </p:attrNameLst>
                                      </p:cBhvr>
                                      <p:to>
                                        <p:strVal val="visible"/>
                                      </p:to>
                                    </p:set>
                                    <p:animEffect transition="in" filter="wipe(left)">
                                      <p:cBhvr>
                                        <p:cTn id="7" dur="500"/>
                                        <p:tgtEl>
                                          <p:spTgt spid="819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81926"/>
                                        </p:tgtEl>
                                        <p:attrNameLst>
                                          <p:attrName>style.visibility</p:attrName>
                                        </p:attrNameLst>
                                      </p:cBhvr>
                                      <p:to>
                                        <p:strVal val="visible"/>
                                      </p:to>
                                    </p:set>
                                    <p:animEffect transition="in" filter="wipe(left)">
                                      <p:cBhvr>
                                        <p:cTn id="12" dur="75"/>
                                        <p:tgtEl>
                                          <p:spTgt spid="819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81935"/>
                                        </p:tgtEl>
                                        <p:attrNameLst>
                                          <p:attrName>style.visibility</p:attrName>
                                        </p:attrNameLst>
                                      </p:cBhvr>
                                      <p:to>
                                        <p:strVal val="visible"/>
                                      </p:to>
                                    </p:set>
                                    <p:animEffect transition="in" filter="wipe(left)">
                                      <p:cBhvr>
                                        <p:cTn id="37" dur="500"/>
                                        <p:tgtEl>
                                          <p:spTgt spid="8193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lt">
                                    <p:tmPct val="100000"/>
                                  </p:iterate>
                                  <p:childTnLst>
                                    <p:set>
                                      <p:cBhvr>
                                        <p:cTn id="41" dur="1" fill="hold">
                                          <p:stCondLst>
                                            <p:cond delay="0"/>
                                          </p:stCondLst>
                                        </p:cTn>
                                        <p:tgtEl>
                                          <p:spTgt spid="81936"/>
                                        </p:tgtEl>
                                        <p:attrNameLst>
                                          <p:attrName>style.visibility</p:attrName>
                                        </p:attrNameLst>
                                      </p:cBhvr>
                                      <p:to>
                                        <p:strVal val="visible"/>
                                      </p:to>
                                    </p:set>
                                    <p:animEffect transition="in" filter="wipe(left)">
                                      <p:cBhvr>
                                        <p:cTn id="42" dur="75"/>
                                        <p:tgtEl>
                                          <p:spTgt spid="8193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81937"/>
                                        </p:tgtEl>
                                        <p:attrNameLst>
                                          <p:attrName>style.visibility</p:attrName>
                                        </p:attrNameLst>
                                      </p:cBhvr>
                                      <p:to>
                                        <p:strVal val="visible"/>
                                      </p:to>
                                    </p:set>
                                    <p:animEffect transition="in" filter="wipe(left)">
                                      <p:cBhvr>
                                        <p:cTn id="47" dur="500"/>
                                        <p:tgtEl>
                                          <p:spTgt spid="8193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81948"/>
                                        </p:tgtEl>
                                        <p:attrNameLst>
                                          <p:attrName>style.visibility</p:attrName>
                                        </p:attrNameLst>
                                      </p:cBhvr>
                                      <p:to>
                                        <p:strVal val="visible"/>
                                      </p:to>
                                    </p:set>
                                    <p:animEffect transition="in" filter="blinds(horizontal)">
                                      <p:cBhvr>
                                        <p:cTn id="52" dur="500"/>
                                        <p:tgtEl>
                                          <p:spTgt spid="81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6" grpId="0" autoUpdateAnimBg="0"/>
      <p:bldP spid="81936" grpId="0" autoUpdateAnimBg="0"/>
      <p:bldP spid="81948"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a:xfrm>
            <a:off x="900113" y="476250"/>
            <a:ext cx="7543800" cy="371475"/>
          </a:xfrm>
        </p:spPr>
        <p:txBody>
          <a:bodyPr/>
          <a:lstStyle/>
          <a:p>
            <a:pPr eaLnBrk="1" hangingPunct="1">
              <a:defRPr/>
            </a:pPr>
            <a:r>
              <a:rPr lang="zh-CN" altLang="en-US" sz="2800">
                <a:solidFill>
                  <a:schemeClr val="tx1"/>
                </a:solidFill>
              </a:rPr>
              <a:t>对一个方阵，我们引入伴随矩阵的概念 </a:t>
            </a:r>
          </a:p>
        </p:txBody>
      </p:sp>
      <p:sp>
        <p:nvSpPr>
          <p:cNvPr id="68611" name="Rectangle 3"/>
          <p:cNvSpPr>
            <a:spLocks noGrp="1" noChangeArrowheads="1"/>
          </p:cNvSpPr>
          <p:nvPr>
            <p:ph type="body" idx="1"/>
          </p:nvPr>
        </p:nvSpPr>
        <p:spPr bwMode="auto">
          <a:xfrm>
            <a:off x="611188" y="981075"/>
            <a:ext cx="8229600" cy="965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984250" indent="-984250" eaLnBrk="1" hangingPunct="1">
              <a:buFontTx/>
              <a:buNone/>
            </a:pPr>
            <a:r>
              <a:rPr lang="zh-CN" altLang="en-US" sz="2800">
                <a:solidFill>
                  <a:srgbClr val="CC0000"/>
                </a:solidFill>
                <a:latin typeface="黑体" pitchFamily="49" charset="-122"/>
                <a:ea typeface="黑体" pitchFamily="49" charset="-122"/>
              </a:rPr>
              <a:t>定义</a:t>
            </a:r>
            <a:r>
              <a:rPr lang="en-US" altLang="zh-CN" sz="2800">
                <a:solidFill>
                  <a:srgbClr val="CC0000"/>
                </a:solidFill>
                <a:latin typeface="黑体" pitchFamily="49" charset="-122"/>
                <a:ea typeface="黑体" pitchFamily="49" charset="-122"/>
              </a:rPr>
              <a:t>2</a:t>
            </a:r>
            <a:r>
              <a:rPr lang="en-US" altLang="zh-CN" sz="2800"/>
              <a:t>  </a:t>
            </a:r>
            <a:r>
              <a:rPr lang="zh-CN" altLang="en-US" sz="2800"/>
              <a:t>行列式 </a:t>
            </a:r>
            <a:r>
              <a:rPr lang="en-US" altLang="zh-CN" sz="2800"/>
              <a:t>| </a:t>
            </a:r>
            <a:r>
              <a:rPr lang="en-US" altLang="zh-CN" sz="2800" i="1"/>
              <a:t>A </a:t>
            </a:r>
            <a:r>
              <a:rPr lang="en-US" altLang="zh-CN" sz="2800"/>
              <a:t>| </a:t>
            </a:r>
            <a:r>
              <a:rPr lang="zh-CN" altLang="en-US" sz="2800"/>
              <a:t>的各个元素的代数余子式</a:t>
            </a:r>
            <a:r>
              <a:rPr lang="en-US" altLang="zh-CN" sz="2800" i="1"/>
              <a:t>A</a:t>
            </a:r>
            <a:r>
              <a:rPr lang="en-US" altLang="zh-CN" sz="2800" i="1" baseline="-25000"/>
              <a:t>ij</a:t>
            </a:r>
            <a:r>
              <a:rPr lang="en-US" altLang="zh-CN" sz="2800"/>
              <a:t> </a:t>
            </a:r>
            <a:r>
              <a:rPr lang="zh-CN" altLang="en-US" sz="2800"/>
              <a:t>所构成的如下矩阵</a:t>
            </a:r>
          </a:p>
        </p:txBody>
      </p:sp>
      <p:graphicFrame>
        <p:nvGraphicFramePr>
          <p:cNvPr id="182276" name="Object 4"/>
          <p:cNvGraphicFramePr>
            <a:graphicFrameLocks noChangeAspect="1"/>
          </p:cNvGraphicFramePr>
          <p:nvPr/>
        </p:nvGraphicFramePr>
        <p:xfrm>
          <a:off x="2339975" y="1989138"/>
          <a:ext cx="4752975" cy="2684462"/>
        </p:xfrm>
        <a:graphic>
          <a:graphicData uri="http://schemas.openxmlformats.org/presentationml/2006/ole">
            <mc:AlternateContent xmlns:mc="http://schemas.openxmlformats.org/markup-compatibility/2006">
              <mc:Choice xmlns:v="urn:schemas-microsoft-com:vml" Requires="v">
                <p:oleObj spid="_x0000_s68630" name="Equation" r:id="rId3" imgW="1663700" imgH="939800" progId="Equation.DSMT4">
                  <p:embed/>
                </p:oleObj>
              </mc:Choice>
              <mc:Fallback>
                <p:oleObj name="Equation" r:id="rId3" imgW="1663700" imgH="9398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975" y="1989138"/>
                        <a:ext cx="4752975" cy="268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2277" name="Rectangle 5"/>
          <p:cNvSpPr>
            <a:spLocks noChangeArrowheads="1"/>
          </p:cNvSpPr>
          <p:nvPr/>
        </p:nvSpPr>
        <p:spPr bwMode="auto">
          <a:xfrm>
            <a:off x="1550988" y="4854575"/>
            <a:ext cx="3813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称为矩阵</a:t>
            </a:r>
            <a:r>
              <a:rPr lang="en-US" altLang="zh-CN" i="1">
                <a:ea typeface="宋体" pitchFamily="2" charset="-122"/>
              </a:rPr>
              <a:t>A </a:t>
            </a:r>
            <a:r>
              <a:rPr lang="zh-CN" altLang="en-US">
                <a:ea typeface="宋体" pitchFamily="2" charset="-122"/>
              </a:rPr>
              <a:t>的</a:t>
            </a:r>
            <a:r>
              <a:rPr lang="zh-CN" altLang="en-US">
                <a:solidFill>
                  <a:srgbClr val="0000FF"/>
                </a:solidFill>
              </a:rPr>
              <a:t>伴随矩阵</a:t>
            </a:r>
            <a:r>
              <a:rPr lang="en-US" altLang="zh-CN">
                <a:solidFill>
                  <a:schemeClr val="bg2"/>
                </a:solidFill>
                <a:ea typeface="宋体" pitchFamily="2" charset="-122"/>
              </a:rPr>
              <a:t>.</a:t>
            </a:r>
          </a:p>
        </p:txBody>
      </p:sp>
      <p:sp>
        <p:nvSpPr>
          <p:cNvPr id="182278" name="Text Box 6"/>
          <p:cNvSpPr txBox="1">
            <a:spLocks noChangeArrowheads="1"/>
          </p:cNvSpPr>
          <p:nvPr/>
        </p:nvSpPr>
        <p:spPr bwMode="auto">
          <a:xfrm>
            <a:off x="1547813" y="5445125"/>
            <a:ext cx="42021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注意：</a:t>
            </a:r>
            <a:r>
              <a:rPr lang="en-US" altLang="zh-CN" i="1">
                <a:ea typeface="宋体" pitchFamily="2" charset="-122"/>
              </a:rPr>
              <a:t>A</a:t>
            </a:r>
            <a:r>
              <a:rPr lang="en-US" altLang="zh-CN" baseline="30000">
                <a:ea typeface="宋体" pitchFamily="2" charset="-122"/>
              </a:rPr>
              <a:t>*</a:t>
            </a:r>
            <a:r>
              <a:rPr lang="zh-CN" altLang="en-US">
                <a:ea typeface="宋体" pitchFamily="2" charset="-122"/>
              </a:rPr>
              <a:t>中</a:t>
            </a:r>
            <a:r>
              <a:rPr lang="zh-CN" altLang="en-US">
                <a:solidFill>
                  <a:srgbClr val="CC0000"/>
                </a:solidFill>
              </a:rPr>
              <a:t>元素排列顺序</a:t>
            </a:r>
            <a:r>
              <a:rPr lang="en-US" altLang="zh-CN">
                <a:ea typeface="宋体" pitchFamily="2" charset="-122"/>
              </a:rPr>
              <a:t>.</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32" fill="hold" nodeType="afterEffect">
                                  <p:stCondLst>
                                    <p:cond delay="0"/>
                                  </p:stCondLst>
                                  <p:childTnLst>
                                    <p:set>
                                      <p:cBhvr>
                                        <p:cTn id="6" dur="1" fill="hold">
                                          <p:stCondLst>
                                            <p:cond delay="0"/>
                                          </p:stCondLst>
                                        </p:cTn>
                                        <p:tgtEl>
                                          <p:spTgt spid="182276"/>
                                        </p:tgtEl>
                                        <p:attrNameLst>
                                          <p:attrName>style.visibility</p:attrName>
                                        </p:attrNameLst>
                                      </p:cBhvr>
                                      <p:to>
                                        <p:strVal val="visible"/>
                                      </p:to>
                                    </p:set>
                                    <p:animEffect transition="in" filter="box(out)">
                                      <p:cBhvr>
                                        <p:cTn id="7" dur="500"/>
                                        <p:tgtEl>
                                          <p:spTgt spid="182276"/>
                                        </p:tgtEl>
                                      </p:cBhvr>
                                    </p:animEffect>
                                  </p:childTnLst>
                                </p:cTn>
                              </p:par>
                            </p:childTnLst>
                          </p:cTn>
                        </p:par>
                        <p:par>
                          <p:cTn id="8" fill="hold" nodeType="afterGroup">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182277">
                                            <p:txEl>
                                              <p:pRg st="0" end="0"/>
                                            </p:txEl>
                                          </p:spTgt>
                                        </p:tgtEl>
                                        <p:attrNameLst>
                                          <p:attrName>style.visibility</p:attrName>
                                        </p:attrNameLst>
                                      </p:cBhvr>
                                      <p:to>
                                        <p:strVal val="visible"/>
                                      </p:to>
                                    </p:set>
                                    <p:animEffect transition="in" filter="box(out)">
                                      <p:cBhvr>
                                        <p:cTn id="11" dur="500"/>
                                        <p:tgtEl>
                                          <p:spTgt spid="182277">
                                            <p:txEl>
                                              <p:pRg st="0" end="0"/>
                                            </p:txEl>
                                          </p:spTgt>
                                        </p:tgtEl>
                                      </p:cBhvr>
                                    </p:animEffect>
                                  </p:childTnLst>
                                </p:cTn>
                              </p:par>
                            </p:childTnLst>
                          </p:cTn>
                        </p:par>
                        <p:par>
                          <p:cTn id="12" fill="hold" nodeType="afterGroup">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182278"/>
                                        </p:tgtEl>
                                        <p:attrNameLst>
                                          <p:attrName>style.visibility</p:attrName>
                                        </p:attrNameLst>
                                      </p:cBhvr>
                                      <p:to>
                                        <p:strVal val="visible"/>
                                      </p:to>
                                    </p:set>
                                    <p:animEffect transition="in" filter="blinds(horizontal)">
                                      <p:cBhvr>
                                        <p:cTn id="15" dur="500"/>
                                        <p:tgtEl>
                                          <p:spTgt spid="182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7" grpId="0" build="p" autoUpdateAnimBg="0" advAuto="0"/>
      <p:bldP spid="18227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5"/>
          <p:cNvSpPr>
            <a:spLocks noChangeArrowheads="1"/>
          </p:cNvSpPr>
          <p:nvPr/>
        </p:nvSpPr>
        <p:spPr bwMode="auto">
          <a:xfrm>
            <a:off x="1042988" y="741363"/>
            <a:ext cx="6407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rPr>
              <a:t>例</a:t>
            </a:r>
            <a:r>
              <a:rPr lang="en-US" altLang="zh-CN">
                <a:latin typeface="黑体" pitchFamily="49" charset="-122"/>
              </a:rPr>
              <a:t>2 </a:t>
            </a:r>
            <a:r>
              <a:rPr lang="zh-CN" altLang="en-US">
                <a:latin typeface="宋体" pitchFamily="2" charset="-122"/>
                <a:ea typeface="宋体" pitchFamily="2" charset="-122"/>
              </a:rPr>
              <a:t>求方阵              的伴随矩阵</a:t>
            </a:r>
            <a:r>
              <a:rPr lang="en-US" altLang="zh-CN">
                <a:latin typeface="宋体" pitchFamily="2" charset="-122"/>
                <a:ea typeface="宋体" pitchFamily="2" charset="-122"/>
              </a:rPr>
              <a:t>.</a:t>
            </a:r>
          </a:p>
        </p:txBody>
      </p:sp>
      <p:graphicFrame>
        <p:nvGraphicFramePr>
          <p:cNvPr id="69635" name="Object 6"/>
          <p:cNvGraphicFramePr>
            <a:graphicFrameLocks noChangeAspect="1"/>
          </p:cNvGraphicFramePr>
          <p:nvPr/>
        </p:nvGraphicFramePr>
        <p:xfrm>
          <a:off x="2987675" y="284163"/>
          <a:ext cx="2222500" cy="1511300"/>
        </p:xfrm>
        <a:graphic>
          <a:graphicData uri="http://schemas.openxmlformats.org/presentationml/2006/ole">
            <mc:AlternateContent xmlns:mc="http://schemas.openxmlformats.org/markup-compatibility/2006">
              <mc:Choice xmlns:v="urn:schemas-microsoft-com:vml" Requires="v">
                <p:oleObj spid="_x0000_s69740" name="Equation" r:id="rId3" imgW="2222500" imgH="1511300" progId="Equation.3">
                  <p:embed/>
                </p:oleObj>
              </mc:Choice>
              <mc:Fallback>
                <p:oleObj name="Equation" r:id="rId3" imgW="2222500" imgH="15113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675" y="284163"/>
                        <a:ext cx="2222500" cy="151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3303" name="Text Box 7"/>
          <p:cNvSpPr txBox="1">
            <a:spLocks noChangeArrowheads="1"/>
          </p:cNvSpPr>
          <p:nvPr/>
        </p:nvSpPr>
        <p:spPr bwMode="auto">
          <a:xfrm>
            <a:off x="971550" y="2060575"/>
            <a:ext cx="895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解：</a:t>
            </a:r>
          </a:p>
        </p:txBody>
      </p:sp>
      <p:grpSp>
        <p:nvGrpSpPr>
          <p:cNvPr id="2" name="Group 11"/>
          <p:cNvGrpSpPr>
            <a:grpSpLocks/>
          </p:cNvGrpSpPr>
          <p:nvPr/>
        </p:nvGrpSpPr>
        <p:grpSpPr bwMode="auto">
          <a:xfrm>
            <a:off x="3348038" y="115888"/>
            <a:ext cx="1905000" cy="1752600"/>
            <a:chOff x="2208" y="960"/>
            <a:chExt cx="1200" cy="1104"/>
          </a:xfrm>
        </p:grpSpPr>
        <p:sp>
          <p:nvSpPr>
            <p:cNvPr id="69648" name="Line 12"/>
            <p:cNvSpPr>
              <a:spLocks noChangeShapeType="1"/>
            </p:cNvSpPr>
            <p:nvPr/>
          </p:nvSpPr>
          <p:spPr bwMode="auto">
            <a:xfrm>
              <a:off x="2208" y="1200"/>
              <a:ext cx="1200" cy="0"/>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9649" name="Line 13"/>
            <p:cNvSpPr>
              <a:spLocks noChangeShapeType="1"/>
            </p:cNvSpPr>
            <p:nvPr/>
          </p:nvSpPr>
          <p:spPr bwMode="auto">
            <a:xfrm>
              <a:off x="2544" y="960"/>
              <a:ext cx="0" cy="1104"/>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aphicFrame>
        <p:nvGraphicFramePr>
          <p:cNvPr id="183310" name="Object 14"/>
          <p:cNvGraphicFramePr>
            <a:graphicFrameLocks noChangeAspect="1"/>
          </p:cNvGraphicFramePr>
          <p:nvPr/>
        </p:nvGraphicFramePr>
        <p:xfrm>
          <a:off x="1835150" y="1989138"/>
          <a:ext cx="2273300" cy="977900"/>
        </p:xfrm>
        <a:graphic>
          <a:graphicData uri="http://schemas.openxmlformats.org/presentationml/2006/ole">
            <mc:AlternateContent xmlns:mc="http://schemas.openxmlformats.org/markup-compatibility/2006">
              <mc:Choice xmlns:v="urn:schemas-microsoft-com:vml" Requires="v">
                <p:oleObj spid="_x0000_s69741" name="Equation" r:id="rId5" imgW="2273300" imgH="977900" progId="Equation.3">
                  <p:embed/>
                </p:oleObj>
              </mc:Choice>
              <mc:Fallback>
                <p:oleObj name="Equation" r:id="rId5" imgW="2273300" imgH="977900"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5150" y="1989138"/>
                        <a:ext cx="22733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15"/>
          <p:cNvGrpSpPr>
            <a:grpSpLocks/>
          </p:cNvGrpSpPr>
          <p:nvPr/>
        </p:nvGrpSpPr>
        <p:grpSpPr bwMode="auto">
          <a:xfrm>
            <a:off x="3419475" y="268288"/>
            <a:ext cx="1676400" cy="1600200"/>
            <a:chOff x="2256" y="1056"/>
            <a:chExt cx="1056" cy="1008"/>
          </a:xfrm>
        </p:grpSpPr>
        <p:sp>
          <p:nvSpPr>
            <p:cNvPr id="69646" name="Line 16"/>
            <p:cNvSpPr>
              <a:spLocks noChangeShapeType="1"/>
            </p:cNvSpPr>
            <p:nvPr/>
          </p:nvSpPr>
          <p:spPr bwMode="auto">
            <a:xfrm>
              <a:off x="2256" y="1200"/>
              <a:ext cx="1056" cy="0"/>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9647" name="Line 17"/>
            <p:cNvSpPr>
              <a:spLocks noChangeShapeType="1"/>
            </p:cNvSpPr>
            <p:nvPr/>
          </p:nvSpPr>
          <p:spPr bwMode="auto">
            <a:xfrm>
              <a:off x="2880" y="1056"/>
              <a:ext cx="0" cy="1008"/>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aphicFrame>
        <p:nvGraphicFramePr>
          <p:cNvPr id="183314" name="Object 18"/>
          <p:cNvGraphicFramePr>
            <a:graphicFrameLocks noChangeAspect="1"/>
          </p:cNvGraphicFramePr>
          <p:nvPr/>
        </p:nvGraphicFramePr>
        <p:xfrm>
          <a:off x="4572000" y="1989138"/>
          <a:ext cx="2692400" cy="977900"/>
        </p:xfrm>
        <a:graphic>
          <a:graphicData uri="http://schemas.openxmlformats.org/presentationml/2006/ole">
            <mc:AlternateContent xmlns:mc="http://schemas.openxmlformats.org/markup-compatibility/2006">
              <mc:Choice xmlns:v="urn:schemas-microsoft-com:vml" Requires="v">
                <p:oleObj spid="_x0000_s69742" name="Equation" r:id="rId7" imgW="2692400" imgH="977900" progId="Equation.3">
                  <p:embed/>
                </p:oleObj>
              </mc:Choice>
              <mc:Fallback>
                <p:oleObj name="Equation" r:id="rId7" imgW="2692400" imgH="977900"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0" y="1989138"/>
                        <a:ext cx="26924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3316" name="Text Box 20"/>
          <p:cNvSpPr txBox="1">
            <a:spLocks noChangeArrowheads="1"/>
          </p:cNvSpPr>
          <p:nvPr/>
        </p:nvSpPr>
        <p:spPr bwMode="auto">
          <a:xfrm>
            <a:off x="1166813" y="3206750"/>
            <a:ext cx="1606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同理可得</a:t>
            </a:r>
          </a:p>
        </p:txBody>
      </p:sp>
      <p:graphicFrame>
        <p:nvGraphicFramePr>
          <p:cNvPr id="183317" name="Object 21"/>
          <p:cNvGraphicFramePr>
            <a:graphicFrameLocks noChangeAspect="1"/>
          </p:cNvGraphicFramePr>
          <p:nvPr/>
        </p:nvGraphicFramePr>
        <p:xfrm>
          <a:off x="3071813" y="3282950"/>
          <a:ext cx="5245100" cy="431800"/>
        </p:xfrm>
        <a:graphic>
          <a:graphicData uri="http://schemas.openxmlformats.org/presentationml/2006/ole">
            <mc:AlternateContent xmlns:mc="http://schemas.openxmlformats.org/markup-compatibility/2006">
              <mc:Choice xmlns:v="urn:schemas-microsoft-com:vml" Requires="v">
                <p:oleObj spid="_x0000_s69743" name="Equation" r:id="rId9" imgW="5245100" imgH="431800" progId="Equation.3">
                  <p:embed/>
                </p:oleObj>
              </mc:Choice>
              <mc:Fallback>
                <p:oleObj name="Equation" r:id="rId9" imgW="5245100" imgH="431800" progId="Equation.3">
                  <p:embed/>
                  <p:pic>
                    <p:nvPicPr>
                      <p:cNvPr id="0"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71813" y="3282950"/>
                        <a:ext cx="52451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3318" name="Object 22"/>
          <p:cNvGraphicFramePr>
            <a:graphicFrameLocks noChangeAspect="1"/>
          </p:cNvGraphicFramePr>
          <p:nvPr/>
        </p:nvGraphicFramePr>
        <p:xfrm>
          <a:off x="1319213" y="3892550"/>
          <a:ext cx="4152900" cy="431800"/>
        </p:xfrm>
        <a:graphic>
          <a:graphicData uri="http://schemas.openxmlformats.org/presentationml/2006/ole">
            <mc:AlternateContent xmlns:mc="http://schemas.openxmlformats.org/markup-compatibility/2006">
              <mc:Choice xmlns:v="urn:schemas-microsoft-com:vml" Requires="v">
                <p:oleObj spid="_x0000_s69744" name="Equation" r:id="rId11" imgW="4152900" imgH="431800" progId="Equation.3">
                  <p:embed/>
                </p:oleObj>
              </mc:Choice>
              <mc:Fallback>
                <p:oleObj name="Equation" r:id="rId11" imgW="4152900" imgH="431800" progId="Equation.3">
                  <p:embed/>
                  <p:pic>
                    <p:nvPicPr>
                      <p:cNvPr id="0"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19213" y="3892550"/>
                        <a:ext cx="41529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3319" name="Object 23"/>
          <p:cNvGraphicFramePr>
            <a:graphicFrameLocks noChangeAspect="1"/>
          </p:cNvGraphicFramePr>
          <p:nvPr/>
        </p:nvGraphicFramePr>
        <p:xfrm>
          <a:off x="2105025" y="4508500"/>
          <a:ext cx="5851525" cy="1679575"/>
        </p:xfrm>
        <a:graphic>
          <a:graphicData uri="http://schemas.openxmlformats.org/presentationml/2006/ole">
            <mc:AlternateContent xmlns:mc="http://schemas.openxmlformats.org/markup-compatibility/2006">
              <mc:Choice xmlns:v="urn:schemas-microsoft-com:vml" Requires="v">
                <p:oleObj spid="_x0000_s69745" name="Equation" r:id="rId13" imgW="2476500" imgH="711200" progId="Equation.DSMT4">
                  <p:embed/>
                </p:oleObj>
              </mc:Choice>
              <mc:Fallback>
                <p:oleObj name="Equation" r:id="rId13" imgW="2476500" imgH="711200" progId="Equation.DSMT4">
                  <p:embed/>
                  <p:pic>
                    <p:nvPicPr>
                      <p:cNvPr id="0" name="Object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05025" y="4508500"/>
                        <a:ext cx="5851525" cy="167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3320" name="Text Box 24"/>
          <p:cNvSpPr txBox="1">
            <a:spLocks noChangeArrowheads="1"/>
          </p:cNvSpPr>
          <p:nvPr/>
        </p:nvSpPr>
        <p:spPr bwMode="auto">
          <a:xfrm>
            <a:off x="1331913" y="499745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得</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3303"/>
                                        </p:tgtEl>
                                        <p:attrNameLst>
                                          <p:attrName>style.visibility</p:attrName>
                                        </p:attrNameLst>
                                      </p:cBhvr>
                                      <p:to>
                                        <p:strVal val="visible"/>
                                      </p:to>
                                    </p:set>
                                    <p:animEffect transition="in" filter="wipe(left)">
                                      <p:cBhvr>
                                        <p:cTn id="7" dur="500"/>
                                        <p:tgtEl>
                                          <p:spTgt spid="1833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83310"/>
                                        </p:tgtEl>
                                        <p:attrNameLst>
                                          <p:attrName>style.visibility</p:attrName>
                                        </p:attrNameLst>
                                      </p:cBhvr>
                                      <p:to>
                                        <p:strVal val="visible"/>
                                      </p:to>
                                    </p:set>
                                    <p:animEffect transition="in" filter="wipe(left)">
                                      <p:cBhvr>
                                        <p:cTn id="17" dur="500"/>
                                        <p:tgtEl>
                                          <p:spTgt spid="1833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83314"/>
                                        </p:tgtEl>
                                        <p:attrNameLst>
                                          <p:attrName>style.visibility</p:attrName>
                                        </p:attrNameLst>
                                      </p:cBhvr>
                                      <p:to>
                                        <p:strVal val="visible"/>
                                      </p:to>
                                    </p:set>
                                    <p:animEffect transition="in" filter="wipe(left)">
                                      <p:cBhvr>
                                        <p:cTn id="27" dur="500"/>
                                        <p:tgtEl>
                                          <p:spTgt spid="18331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3316"/>
                                        </p:tgtEl>
                                        <p:attrNameLst>
                                          <p:attrName>style.visibility</p:attrName>
                                        </p:attrNameLst>
                                      </p:cBhvr>
                                      <p:to>
                                        <p:strVal val="visible"/>
                                      </p:to>
                                    </p:set>
                                    <p:animEffect transition="in" filter="wipe(left)">
                                      <p:cBhvr>
                                        <p:cTn id="32" dur="500"/>
                                        <p:tgtEl>
                                          <p:spTgt spid="183316"/>
                                        </p:tgtEl>
                                      </p:cBhvr>
                                    </p:animEffect>
                                  </p:childTnLst>
                                </p:cTn>
                              </p:par>
                              <p:par>
                                <p:cTn id="33" presetID="22" presetClass="entr" presetSubtype="8" fill="hold" nodeType="withEffect">
                                  <p:stCondLst>
                                    <p:cond delay="0"/>
                                  </p:stCondLst>
                                  <p:childTnLst>
                                    <p:set>
                                      <p:cBhvr>
                                        <p:cTn id="34" dur="1" fill="hold">
                                          <p:stCondLst>
                                            <p:cond delay="0"/>
                                          </p:stCondLst>
                                        </p:cTn>
                                        <p:tgtEl>
                                          <p:spTgt spid="183317"/>
                                        </p:tgtEl>
                                        <p:attrNameLst>
                                          <p:attrName>style.visibility</p:attrName>
                                        </p:attrNameLst>
                                      </p:cBhvr>
                                      <p:to>
                                        <p:strVal val="visible"/>
                                      </p:to>
                                    </p:set>
                                    <p:animEffect transition="in" filter="wipe(left)">
                                      <p:cBhvr>
                                        <p:cTn id="35" dur="500"/>
                                        <p:tgtEl>
                                          <p:spTgt spid="18331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83318"/>
                                        </p:tgtEl>
                                        <p:attrNameLst>
                                          <p:attrName>style.visibility</p:attrName>
                                        </p:attrNameLst>
                                      </p:cBhvr>
                                      <p:to>
                                        <p:strVal val="visible"/>
                                      </p:to>
                                    </p:set>
                                    <p:animEffect transition="in" filter="wipe(left)">
                                      <p:cBhvr>
                                        <p:cTn id="40" dur="500"/>
                                        <p:tgtEl>
                                          <p:spTgt spid="18331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83319"/>
                                        </p:tgtEl>
                                        <p:attrNameLst>
                                          <p:attrName>style.visibility</p:attrName>
                                        </p:attrNameLst>
                                      </p:cBhvr>
                                      <p:to>
                                        <p:strVal val="visible"/>
                                      </p:to>
                                    </p:set>
                                    <p:animEffect transition="in" filter="wipe(left)">
                                      <p:cBhvr>
                                        <p:cTn id="45" dur="500"/>
                                        <p:tgtEl>
                                          <p:spTgt spid="183319"/>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83320"/>
                                        </p:tgtEl>
                                        <p:attrNameLst>
                                          <p:attrName>style.visibility</p:attrName>
                                        </p:attrNameLst>
                                      </p:cBhvr>
                                      <p:to>
                                        <p:strVal val="visible"/>
                                      </p:to>
                                    </p:set>
                                    <p:animEffect transition="in" filter="wipe(left)">
                                      <p:cBhvr>
                                        <p:cTn id="48" dur="500"/>
                                        <p:tgtEl>
                                          <p:spTgt spid="183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03" grpId="0" autoUpdateAnimBg="0"/>
      <p:bldP spid="183316" grpId="0"/>
      <p:bldP spid="18332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2"/>
          <p:cNvSpPr>
            <a:spLocks noChangeArrowheads="1"/>
          </p:cNvSpPr>
          <p:nvPr/>
        </p:nvSpPr>
        <p:spPr bwMode="auto">
          <a:xfrm>
            <a:off x="971550" y="587375"/>
            <a:ext cx="7315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54125" indent="-1254125"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CC0000"/>
                </a:solidFill>
                <a:latin typeface="黑体" pitchFamily="49" charset="-122"/>
              </a:rPr>
              <a:t>定理</a:t>
            </a:r>
            <a:r>
              <a:rPr lang="en-US" altLang="zh-CN">
                <a:solidFill>
                  <a:srgbClr val="CC0000"/>
                </a:solidFill>
                <a:latin typeface="黑体" pitchFamily="49" charset="-122"/>
              </a:rPr>
              <a:t>2</a:t>
            </a:r>
            <a:r>
              <a:rPr lang="en-US" altLang="zh-CN">
                <a:ea typeface="宋体" pitchFamily="2" charset="-122"/>
              </a:rPr>
              <a:t>    </a:t>
            </a:r>
            <a:r>
              <a:rPr lang="zh-CN" altLang="en-US">
                <a:solidFill>
                  <a:schemeClr val="bg2"/>
                </a:solidFill>
                <a:latin typeface="黑体" pitchFamily="49" charset="-122"/>
              </a:rPr>
              <a:t>矩阵</a:t>
            </a:r>
            <a:r>
              <a:rPr lang="en-US" altLang="zh-CN" i="1">
                <a:solidFill>
                  <a:schemeClr val="bg2"/>
                </a:solidFill>
              </a:rPr>
              <a:t>A</a:t>
            </a:r>
            <a:r>
              <a:rPr lang="zh-CN" altLang="en-US">
                <a:solidFill>
                  <a:schemeClr val="bg2"/>
                </a:solidFill>
                <a:latin typeface="黑体" pitchFamily="49" charset="-122"/>
              </a:rPr>
              <a:t>可逆的充要条件是 </a:t>
            </a:r>
            <a:r>
              <a:rPr lang="en-US" altLang="zh-CN" i="1">
                <a:solidFill>
                  <a:schemeClr val="bg2"/>
                </a:solidFill>
              </a:rPr>
              <a:t>|A|≠</a:t>
            </a:r>
            <a:r>
              <a:rPr lang="en-US" altLang="zh-CN">
                <a:solidFill>
                  <a:schemeClr val="bg2"/>
                </a:solidFill>
              </a:rPr>
              <a:t>0</a:t>
            </a:r>
            <a:r>
              <a:rPr lang="zh-CN" altLang="en-US">
                <a:solidFill>
                  <a:schemeClr val="bg2"/>
                </a:solidFill>
                <a:latin typeface="黑体" pitchFamily="49" charset="-122"/>
              </a:rPr>
              <a:t>，且当</a:t>
            </a:r>
            <a:r>
              <a:rPr lang="en-US" altLang="zh-CN" i="1">
                <a:solidFill>
                  <a:schemeClr val="bg2"/>
                </a:solidFill>
              </a:rPr>
              <a:t>A</a:t>
            </a:r>
            <a:r>
              <a:rPr lang="zh-CN" altLang="en-US">
                <a:solidFill>
                  <a:schemeClr val="bg2"/>
                </a:solidFill>
                <a:latin typeface="黑体" pitchFamily="49" charset="-122"/>
              </a:rPr>
              <a:t>可逆时</a:t>
            </a:r>
            <a:r>
              <a:rPr lang="zh-CN" altLang="en-US">
                <a:solidFill>
                  <a:schemeClr val="bg2"/>
                </a:solidFill>
                <a:ea typeface="宋体" pitchFamily="2" charset="-122"/>
              </a:rPr>
              <a:t>　</a:t>
            </a:r>
            <a:r>
              <a:rPr lang="zh-CN" altLang="en-US">
                <a:ea typeface="宋体" pitchFamily="2" charset="-122"/>
              </a:rPr>
              <a:t>　　　　　</a:t>
            </a:r>
            <a:r>
              <a:rPr lang="zh-CN" altLang="en-US">
                <a:solidFill>
                  <a:schemeClr val="bg2"/>
                </a:solidFill>
                <a:ea typeface="宋体" pitchFamily="2" charset="-122"/>
              </a:rPr>
              <a:t> </a:t>
            </a:r>
            <a:r>
              <a:rPr lang="zh-CN" altLang="en-US">
                <a:ea typeface="宋体" pitchFamily="2" charset="-122"/>
              </a:rPr>
              <a:t>               </a:t>
            </a:r>
          </a:p>
        </p:txBody>
      </p:sp>
      <p:graphicFrame>
        <p:nvGraphicFramePr>
          <p:cNvPr id="70659" name="Object 13"/>
          <p:cNvGraphicFramePr>
            <a:graphicFrameLocks noChangeAspect="1"/>
          </p:cNvGraphicFramePr>
          <p:nvPr/>
        </p:nvGraphicFramePr>
        <p:xfrm>
          <a:off x="3467100" y="1512888"/>
          <a:ext cx="1816100" cy="927100"/>
        </p:xfrm>
        <a:graphic>
          <a:graphicData uri="http://schemas.openxmlformats.org/presentationml/2006/ole">
            <mc:AlternateContent xmlns:mc="http://schemas.openxmlformats.org/markup-compatibility/2006">
              <mc:Choice xmlns:v="urn:schemas-microsoft-com:vml" Requires="v">
                <p:oleObj spid="_x0000_s70744" name="Equation" r:id="rId3" imgW="1816100" imgH="927100" progId="Equation.DSMT4">
                  <p:embed/>
                </p:oleObj>
              </mc:Choice>
              <mc:Fallback>
                <p:oleObj name="Equation" r:id="rId3" imgW="1816100" imgH="927100" progId="Equation.DSMT4">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7100" y="1512888"/>
                        <a:ext cx="1816100" cy="92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192" name="Rectangle 16"/>
          <p:cNvSpPr>
            <a:spLocks noChangeArrowheads="1"/>
          </p:cNvSpPr>
          <p:nvPr/>
        </p:nvSpPr>
        <p:spPr bwMode="auto">
          <a:xfrm>
            <a:off x="1047750" y="3178175"/>
            <a:ext cx="1255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证明：</a:t>
            </a:r>
          </a:p>
        </p:txBody>
      </p:sp>
      <p:grpSp>
        <p:nvGrpSpPr>
          <p:cNvPr id="2" name="Group 17"/>
          <p:cNvGrpSpPr>
            <a:grpSpLocks/>
          </p:cNvGrpSpPr>
          <p:nvPr/>
        </p:nvGrpSpPr>
        <p:grpSpPr bwMode="auto">
          <a:xfrm>
            <a:off x="1962150" y="4351338"/>
            <a:ext cx="2055813" cy="519112"/>
            <a:chOff x="1296" y="686"/>
            <a:chExt cx="1295" cy="327"/>
          </a:xfrm>
        </p:grpSpPr>
        <p:sp>
          <p:nvSpPr>
            <p:cNvPr id="70667" name="Rectangle 18"/>
            <p:cNvSpPr>
              <a:spLocks noChangeArrowheads="1"/>
            </p:cNvSpPr>
            <p:nvPr/>
          </p:nvSpPr>
          <p:spPr bwMode="auto">
            <a:xfrm>
              <a:off x="1296" y="686"/>
              <a:ext cx="129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若     可逆，</a:t>
              </a:r>
            </a:p>
          </p:txBody>
        </p:sp>
        <p:graphicFrame>
          <p:nvGraphicFramePr>
            <p:cNvPr id="70668" name="Object 19"/>
            <p:cNvGraphicFramePr>
              <a:graphicFrameLocks noChangeAspect="1"/>
            </p:cNvGraphicFramePr>
            <p:nvPr/>
          </p:nvGraphicFramePr>
          <p:xfrm>
            <a:off x="1632" y="720"/>
            <a:ext cx="199" cy="199"/>
          </p:xfrm>
          <a:graphic>
            <a:graphicData uri="http://schemas.openxmlformats.org/presentationml/2006/ole">
              <mc:AlternateContent xmlns:mc="http://schemas.openxmlformats.org/markup-compatibility/2006">
                <mc:Choice xmlns:v="urn:schemas-microsoft-com:vml" Requires="v">
                  <p:oleObj spid="_x0000_s70745" name="公式" r:id="rId5" imgW="317225" imgH="317225" progId="Equation.3">
                    <p:embed/>
                  </p:oleObj>
                </mc:Choice>
                <mc:Fallback>
                  <p:oleObj name="公式" r:id="rId5" imgW="317225" imgH="317225" progId="Equation.3">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32" y="720"/>
                          <a:ext cx="199"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0196" name="Object 20"/>
          <p:cNvGraphicFramePr>
            <a:graphicFrameLocks noChangeAspect="1"/>
          </p:cNvGraphicFramePr>
          <p:nvPr/>
        </p:nvGraphicFramePr>
        <p:xfrm>
          <a:off x="3924300" y="4365625"/>
          <a:ext cx="3175000" cy="430213"/>
        </p:xfrm>
        <a:graphic>
          <a:graphicData uri="http://schemas.openxmlformats.org/presentationml/2006/ole">
            <mc:AlternateContent xmlns:mc="http://schemas.openxmlformats.org/markup-compatibility/2006">
              <mc:Choice xmlns:v="urn:schemas-microsoft-com:vml" Requires="v">
                <p:oleObj spid="_x0000_s70746" name="公式" r:id="rId7" imgW="3175000" imgH="431800" progId="Equation.3">
                  <p:embed/>
                </p:oleObj>
              </mc:Choice>
              <mc:Fallback>
                <p:oleObj name="公式" r:id="rId7" imgW="3175000" imgH="431800" progId="Equation.3">
                  <p:embed/>
                  <p:pic>
                    <p:nvPicPr>
                      <p:cNvPr id="0"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24300" y="4365625"/>
                        <a:ext cx="3175000"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97" name="Object 21"/>
          <p:cNvGraphicFramePr>
            <a:graphicFrameLocks noChangeAspect="1"/>
          </p:cNvGraphicFramePr>
          <p:nvPr/>
        </p:nvGraphicFramePr>
        <p:xfrm>
          <a:off x="1316038" y="5189538"/>
          <a:ext cx="2844800" cy="544512"/>
        </p:xfrm>
        <a:graphic>
          <a:graphicData uri="http://schemas.openxmlformats.org/presentationml/2006/ole">
            <mc:AlternateContent xmlns:mc="http://schemas.openxmlformats.org/markup-compatibility/2006">
              <mc:Choice xmlns:v="urn:schemas-microsoft-com:vml" Requires="v">
                <p:oleObj spid="_x0000_s70747" name="Equation" r:id="rId9" imgW="2844800" imgH="546100" progId="Equation.3">
                  <p:embed/>
                </p:oleObj>
              </mc:Choice>
              <mc:Fallback>
                <p:oleObj name="Equation" r:id="rId9" imgW="2844800" imgH="546100" progId="Equation.3">
                  <p:embed/>
                  <p:pic>
                    <p:nvPicPr>
                      <p:cNvPr id="0"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16038" y="5189538"/>
                        <a:ext cx="2844800" cy="544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98" name="Object 22"/>
          <p:cNvGraphicFramePr>
            <a:graphicFrameLocks noChangeAspect="1"/>
          </p:cNvGraphicFramePr>
          <p:nvPr/>
        </p:nvGraphicFramePr>
        <p:xfrm>
          <a:off x="4592638" y="5265738"/>
          <a:ext cx="1689100" cy="442912"/>
        </p:xfrm>
        <a:graphic>
          <a:graphicData uri="http://schemas.openxmlformats.org/presentationml/2006/ole">
            <mc:AlternateContent xmlns:mc="http://schemas.openxmlformats.org/markup-compatibility/2006">
              <mc:Choice xmlns:v="urn:schemas-microsoft-com:vml" Requires="v">
                <p:oleObj spid="_x0000_s70748" name="Equation" r:id="rId11" imgW="1688367" imgH="444307" progId="Equation.3">
                  <p:embed/>
                </p:oleObj>
              </mc:Choice>
              <mc:Fallback>
                <p:oleObj name="Equation" r:id="rId11" imgW="1688367" imgH="444307" progId="Equation.3">
                  <p:embed/>
                  <p:pic>
                    <p:nvPicPr>
                      <p:cNvPr id="0"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92638" y="5265738"/>
                        <a:ext cx="1689100"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201" name="Text Box 25"/>
          <p:cNvSpPr txBox="1">
            <a:spLocks noChangeArrowheads="1"/>
          </p:cNvSpPr>
          <p:nvPr/>
        </p:nvSpPr>
        <p:spPr bwMode="auto">
          <a:xfrm>
            <a:off x="1096963" y="3789363"/>
            <a:ext cx="12557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CC0000"/>
                </a:solidFill>
                <a:ea typeface="宋体" pitchFamily="2" charset="-122"/>
              </a:rPr>
              <a:t>必要性</a:t>
            </a:r>
          </a:p>
        </p:txBody>
      </p:sp>
      <p:sp>
        <p:nvSpPr>
          <p:cNvPr id="70666" name="Text Box 26"/>
          <p:cNvSpPr txBox="1">
            <a:spLocks noChangeArrowheads="1"/>
          </p:cNvSpPr>
          <p:nvPr/>
        </p:nvSpPr>
        <p:spPr bwMode="auto">
          <a:xfrm>
            <a:off x="2176463" y="2420938"/>
            <a:ext cx="45418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rPr>
              <a:t>其中</a:t>
            </a:r>
            <a:r>
              <a:rPr lang="en-US" altLang="zh-CN" i="1">
                <a:solidFill>
                  <a:schemeClr val="bg2"/>
                </a:solidFill>
              </a:rPr>
              <a:t>A</a:t>
            </a:r>
            <a:r>
              <a:rPr lang="en-US" altLang="zh-CN" sz="3200" baseline="30000">
                <a:solidFill>
                  <a:schemeClr val="bg2"/>
                </a:solidFill>
              </a:rPr>
              <a:t>*</a:t>
            </a:r>
            <a:r>
              <a:rPr lang="zh-CN" altLang="en-US">
                <a:latin typeface="黑体" pitchFamily="49" charset="-122"/>
              </a:rPr>
              <a:t>为矩阵</a:t>
            </a:r>
            <a:r>
              <a:rPr lang="en-US" altLang="zh-CN" i="1">
                <a:solidFill>
                  <a:schemeClr val="bg2"/>
                </a:solidFill>
              </a:rPr>
              <a:t>A</a:t>
            </a:r>
            <a:r>
              <a:rPr lang="zh-CN" altLang="en-US">
                <a:latin typeface="黑体" pitchFamily="49" charset="-122"/>
              </a:rPr>
              <a:t>的伴随矩阵</a:t>
            </a:r>
            <a:r>
              <a:rPr lang="en-US" altLang="zh-CN">
                <a:latin typeface="黑体" pitchFamily="49" charset="-122"/>
              </a:rPr>
              <a:t>.</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50192"/>
                                        </p:tgtEl>
                                        <p:attrNameLst>
                                          <p:attrName>style.visibility</p:attrName>
                                        </p:attrNameLst>
                                      </p:cBhvr>
                                      <p:to>
                                        <p:strVal val="visible"/>
                                      </p:to>
                                    </p:set>
                                    <p:animEffect transition="in" filter="wipe(left)">
                                      <p:cBhvr>
                                        <p:cTn id="7" dur="75"/>
                                        <p:tgtEl>
                                          <p:spTgt spid="50192"/>
                                        </p:tgtEl>
                                      </p:cBhvr>
                                    </p:animEffect>
                                  </p:childTnLst>
                                </p:cTn>
                              </p:par>
                              <p:par>
                                <p:cTn id="8" presetID="1" presetClass="entr" presetSubtype="0" fill="hold" grpId="0" nodeType="withEffect">
                                  <p:stCondLst>
                                    <p:cond delay="0"/>
                                  </p:stCondLst>
                                  <p:childTnLst>
                                    <p:set>
                                      <p:cBhvr>
                                        <p:cTn id="9" dur="1" fill="hold">
                                          <p:stCondLst>
                                            <p:cond delay="0"/>
                                          </p:stCondLst>
                                        </p:cTn>
                                        <p:tgtEl>
                                          <p:spTgt spid="50201"/>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500"/>
                                        <p:tgtEl>
                                          <p:spTgt spid="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50196"/>
                                        </p:tgtEl>
                                        <p:attrNameLst>
                                          <p:attrName>style.visibility</p:attrName>
                                        </p:attrNameLst>
                                      </p:cBhvr>
                                      <p:to>
                                        <p:strVal val="visible"/>
                                      </p:to>
                                    </p:set>
                                    <p:animEffect transition="in" filter="wipe(left)">
                                      <p:cBhvr>
                                        <p:cTn id="19" dur="500"/>
                                        <p:tgtEl>
                                          <p:spTgt spid="5019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50197"/>
                                        </p:tgtEl>
                                        <p:attrNameLst>
                                          <p:attrName>style.visibility</p:attrName>
                                        </p:attrNameLst>
                                      </p:cBhvr>
                                      <p:to>
                                        <p:strVal val="visible"/>
                                      </p:to>
                                    </p:set>
                                    <p:animEffect transition="in" filter="wipe(left)">
                                      <p:cBhvr>
                                        <p:cTn id="24" dur="500"/>
                                        <p:tgtEl>
                                          <p:spTgt spid="5019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50198"/>
                                        </p:tgtEl>
                                        <p:attrNameLst>
                                          <p:attrName>style.visibility</p:attrName>
                                        </p:attrNameLst>
                                      </p:cBhvr>
                                      <p:to>
                                        <p:strVal val="visible"/>
                                      </p:to>
                                    </p:set>
                                    <p:animEffect transition="in" filter="wipe(left)">
                                      <p:cBhvr>
                                        <p:cTn id="29" dur="500"/>
                                        <p:tgtEl>
                                          <p:spTgt spid="50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92" grpId="0" autoUpdateAnimBg="0"/>
      <p:bldP spid="50201"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682" name="Object 2"/>
          <p:cNvGraphicFramePr>
            <a:graphicFrameLocks noChangeAspect="1"/>
          </p:cNvGraphicFramePr>
          <p:nvPr/>
        </p:nvGraphicFramePr>
        <p:xfrm>
          <a:off x="1979613" y="908050"/>
          <a:ext cx="1651000" cy="442913"/>
        </p:xfrm>
        <a:graphic>
          <a:graphicData uri="http://schemas.openxmlformats.org/presentationml/2006/ole">
            <mc:AlternateContent xmlns:mc="http://schemas.openxmlformats.org/markup-compatibility/2006">
              <mc:Choice xmlns:v="urn:schemas-microsoft-com:vml" Requires="v">
                <p:oleObj spid="_x0000_s71824" name="Equation" r:id="rId3" imgW="1651000" imgH="444500" progId="Equation.3">
                  <p:embed/>
                </p:oleObj>
              </mc:Choice>
              <mc:Fallback>
                <p:oleObj name="Equation" r:id="rId3" imgW="1651000" imgH="4445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908050"/>
                        <a:ext cx="165100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03" name="Object 3"/>
          <p:cNvGraphicFramePr>
            <a:graphicFrameLocks noChangeAspect="1"/>
          </p:cNvGraphicFramePr>
          <p:nvPr/>
        </p:nvGraphicFramePr>
        <p:xfrm>
          <a:off x="1295400" y="1447800"/>
          <a:ext cx="5926138" cy="2057400"/>
        </p:xfrm>
        <a:graphic>
          <a:graphicData uri="http://schemas.openxmlformats.org/presentationml/2006/ole">
            <mc:AlternateContent xmlns:mc="http://schemas.openxmlformats.org/markup-compatibility/2006">
              <mc:Choice xmlns:v="urn:schemas-microsoft-com:vml" Requires="v">
                <p:oleObj spid="_x0000_s71825" name="Equation" r:id="rId5" imgW="7327900" imgH="2057400" progId="Equation.3">
                  <p:embed/>
                </p:oleObj>
              </mc:Choice>
              <mc:Fallback>
                <p:oleObj name="Equation" r:id="rId5" imgW="7327900" imgH="20574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1447800"/>
                        <a:ext cx="5926138"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4"/>
          <p:cNvGrpSpPr>
            <a:grpSpLocks/>
          </p:cNvGrpSpPr>
          <p:nvPr/>
        </p:nvGrpSpPr>
        <p:grpSpPr bwMode="auto">
          <a:xfrm>
            <a:off x="1752600" y="1143000"/>
            <a:ext cx="3124200" cy="2362200"/>
            <a:chOff x="1104" y="720"/>
            <a:chExt cx="1968" cy="1488"/>
          </a:xfrm>
        </p:grpSpPr>
        <p:sp>
          <p:nvSpPr>
            <p:cNvPr id="71702" name="Line 8"/>
            <p:cNvSpPr>
              <a:spLocks noChangeShapeType="1"/>
            </p:cNvSpPr>
            <p:nvPr/>
          </p:nvSpPr>
          <p:spPr bwMode="auto">
            <a:xfrm>
              <a:off x="1104" y="1104"/>
              <a:ext cx="1728"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1703" name="Line 9"/>
            <p:cNvSpPr>
              <a:spLocks noChangeShapeType="1"/>
            </p:cNvSpPr>
            <p:nvPr/>
          </p:nvSpPr>
          <p:spPr bwMode="auto">
            <a:xfrm>
              <a:off x="3072" y="720"/>
              <a:ext cx="0" cy="1488"/>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 name="Group 12"/>
          <p:cNvGrpSpPr>
            <a:grpSpLocks/>
          </p:cNvGrpSpPr>
          <p:nvPr/>
        </p:nvGrpSpPr>
        <p:grpSpPr bwMode="auto">
          <a:xfrm>
            <a:off x="1371600" y="2133600"/>
            <a:ext cx="6781800" cy="914400"/>
            <a:chOff x="768" y="1584"/>
            <a:chExt cx="4272" cy="576"/>
          </a:xfrm>
        </p:grpSpPr>
        <p:sp>
          <p:nvSpPr>
            <p:cNvPr id="71700" name="Rectangle 10"/>
            <p:cNvSpPr>
              <a:spLocks noChangeArrowheads="1"/>
            </p:cNvSpPr>
            <p:nvPr/>
          </p:nvSpPr>
          <p:spPr bwMode="auto">
            <a:xfrm>
              <a:off x="768" y="1584"/>
              <a:ext cx="4272" cy="576"/>
            </a:xfrm>
            <a:prstGeom prst="rect">
              <a:avLst/>
            </a:prstGeom>
            <a:solidFill>
              <a:srgbClr val="0000FF"/>
            </a:solidFill>
            <a:ln w="9525">
              <a:solidFill>
                <a:schemeClr val="tx1"/>
              </a:solidFill>
              <a:miter lim="800000"/>
              <a:headEnd/>
              <a:tailEnd/>
            </a:ln>
          </p:spPr>
          <p:txBody>
            <a:bodyPr wrap="none" anchor="ct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ea typeface="宋体" pitchFamily="2" charset="-122"/>
              </a:endParaRPr>
            </a:p>
          </p:txBody>
        </p:sp>
        <p:graphicFrame>
          <p:nvGraphicFramePr>
            <p:cNvPr id="71701" name="Object 11"/>
            <p:cNvGraphicFramePr>
              <a:graphicFrameLocks noChangeAspect="1"/>
            </p:cNvGraphicFramePr>
            <p:nvPr/>
          </p:nvGraphicFramePr>
          <p:xfrm>
            <a:off x="1440" y="1728"/>
            <a:ext cx="2952" cy="280"/>
          </p:xfrm>
          <a:graphic>
            <a:graphicData uri="http://schemas.openxmlformats.org/presentationml/2006/ole">
              <mc:AlternateContent xmlns:mc="http://schemas.openxmlformats.org/markup-compatibility/2006">
                <mc:Choice xmlns:v="urn:schemas-microsoft-com:vml" Requires="v">
                  <p:oleObj spid="_x0000_s71826" name="Equation" r:id="rId7" imgW="4676708" imgH="438084" progId="Equation.3">
                    <p:embed/>
                  </p:oleObj>
                </mc:Choice>
                <mc:Fallback>
                  <p:oleObj name="Equation" r:id="rId7" imgW="4676708" imgH="438084"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0" y="1728"/>
                          <a:ext cx="2952"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1213" name="Oval 13"/>
          <p:cNvSpPr>
            <a:spLocks noChangeArrowheads="1"/>
          </p:cNvSpPr>
          <p:nvPr/>
        </p:nvSpPr>
        <p:spPr bwMode="auto">
          <a:xfrm>
            <a:off x="2514600" y="3886200"/>
            <a:ext cx="914400" cy="685800"/>
          </a:xfrm>
          <a:prstGeom prst="ellipse">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ea typeface="宋体" pitchFamily="2" charset="-122"/>
            </a:endParaRPr>
          </a:p>
        </p:txBody>
      </p:sp>
      <p:grpSp>
        <p:nvGrpSpPr>
          <p:cNvPr id="4" name="Group 17"/>
          <p:cNvGrpSpPr>
            <a:grpSpLocks/>
          </p:cNvGrpSpPr>
          <p:nvPr/>
        </p:nvGrpSpPr>
        <p:grpSpPr bwMode="auto">
          <a:xfrm>
            <a:off x="1676400" y="1219200"/>
            <a:ext cx="5181600" cy="2590800"/>
            <a:chOff x="1056" y="768"/>
            <a:chExt cx="3264" cy="1632"/>
          </a:xfrm>
        </p:grpSpPr>
        <p:sp>
          <p:nvSpPr>
            <p:cNvPr id="71698" name="Line 15"/>
            <p:cNvSpPr>
              <a:spLocks noChangeShapeType="1"/>
            </p:cNvSpPr>
            <p:nvPr/>
          </p:nvSpPr>
          <p:spPr bwMode="auto">
            <a:xfrm>
              <a:off x="1056" y="2112"/>
              <a:ext cx="1728"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1699" name="Line 16"/>
            <p:cNvSpPr>
              <a:spLocks noChangeShapeType="1"/>
            </p:cNvSpPr>
            <p:nvPr/>
          </p:nvSpPr>
          <p:spPr bwMode="auto">
            <a:xfrm>
              <a:off x="4320" y="768"/>
              <a:ext cx="0" cy="1632"/>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 name="Group 24"/>
          <p:cNvGrpSpPr>
            <a:grpSpLocks/>
          </p:cNvGrpSpPr>
          <p:nvPr/>
        </p:nvGrpSpPr>
        <p:grpSpPr bwMode="auto">
          <a:xfrm>
            <a:off x="1371600" y="3048000"/>
            <a:ext cx="6781800" cy="838200"/>
            <a:chOff x="864" y="1920"/>
            <a:chExt cx="4272" cy="528"/>
          </a:xfrm>
        </p:grpSpPr>
        <p:sp>
          <p:nvSpPr>
            <p:cNvPr id="71696" name="Rectangle 18"/>
            <p:cNvSpPr>
              <a:spLocks noChangeArrowheads="1"/>
            </p:cNvSpPr>
            <p:nvPr/>
          </p:nvSpPr>
          <p:spPr bwMode="auto">
            <a:xfrm>
              <a:off x="864" y="1920"/>
              <a:ext cx="4272" cy="528"/>
            </a:xfrm>
            <a:prstGeom prst="rect">
              <a:avLst/>
            </a:prstGeom>
            <a:solidFill>
              <a:srgbClr val="0000FF"/>
            </a:solidFill>
            <a:ln w="9525">
              <a:solidFill>
                <a:srgbClr val="0000FF"/>
              </a:solidFill>
              <a:miter lim="800000"/>
              <a:headEnd/>
              <a:tailEnd/>
            </a:ln>
          </p:spPr>
          <p:txBody>
            <a:bodyPr wrap="none" anchor="ct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ea typeface="宋体" pitchFamily="2" charset="-122"/>
              </a:endParaRPr>
            </a:p>
          </p:txBody>
        </p:sp>
        <p:graphicFrame>
          <p:nvGraphicFramePr>
            <p:cNvPr id="71697" name="Object 19"/>
            <p:cNvGraphicFramePr>
              <a:graphicFrameLocks noChangeAspect="1"/>
            </p:cNvGraphicFramePr>
            <p:nvPr/>
          </p:nvGraphicFramePr>
          <p:xfrm>
            <a:off x="1348" y="2020"/>
            <a:ext cx="3064" cy="280"/>
          </p:xfrm>
          <a:graphic>
            <a:graphicData uri="http://schemas.openxmlformats.org/presentationml/2006/ole">
              <mc:AlternateContent xmlns:mc="http://schemas.openxmlformats.org/markup-compatibility/2006">
                <mc:Choice xmlns:v="urn:schemas-microsoft-com:vml" Requires="v">
                  <p:oleObj spid="_x0000_s71827" name="Equation" r:id="rId9" imgW="4857795" imgH="438084" progId="Equation.3">
                    <p:embed/>
                  </p:oleObj>
                </mc:Choice>
                <mc:Fallback>
                  <p:oleObj name="Equation" r:id="rId9" imgW="4857795" imgH="438084"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48" y="2020"/>
                          <a:ext cx="3064"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1220" name="Oval 20"/>
          <p:cNvSpPr>
            <a:spLocks noChangeArrowheads="1"/>
          </p:cNvSpPr>
          <p:nvPr/>
        </p:nvSpPr>
        <p:spPr bwMode="auto">
          <a:xfrm>
            <a:off x="5257800" y="5334000"/>
            <a:ext cx="914400" cy="685800"/>
          </a:xfrm>
          <a:prstGeom prst="ellipse">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ea typeface="宋体" pitchFamily="2" charset="-122"/>
            </a:endParaRPr>
          </a:p>
        </p:txBody>
      </p:sp>
      <p:grpSp>
        <p:nvGrpSpPr>
          <p:cNvPr id="6" name="Group 23"/>
          <p:cNvGrpSpPr>
            <a:grpSpLocks/>
          </p:cNvGrpSpPr>
          <p:nvPr/>
        </p:nvGrpSpPr>
        <p:grpSpPr bwMode="auto">
          <a:xfrm>
            <a:off x="2057400" y="4038600"/>
            <a:ext cx="4760913" cy="1855788"/>
            <a:chOff x="1296" y="2544"/>
            <a:chExt cx="2999" cy="1169"/>
          </a:xfrm>
        </p:grpSpPr>
        <p:graphicFrame>
          <p:nvGraphicFramePr>
            <p:cNvPr id="71692" name="Object 5"/>
            <p:cNvGraphicFramePr>
              <a:graphicFrameLocks noChangeAspect="1"/>
            </p:cNvGraphicFramePr>
            <p:nvPr/>
          </p:nvGraphicFramePr>
          <p:xfrm>
            <a:off x="1296" y="2544"/>
            <a:ext cx="2744" cy="1169"/>
          </p:xfrm>
          <a:graphic>
            <a:graphicData uri="http://schemas.openxmlformats.org/presentationml/2006/ole">
              <mc:AlternateContent xmlns:mc="http://schemas.openxmlformats.org/markup-compatibility/2006">
                <mc:Choice xmlns:v="urn:schemas-microsoft-com:vml" Requires="v">
                  <p:oleObj spid="_x0000_s71828" name="Equation" r:id="rId11" imgW="3111500" imgH="2070100" progId="Equation.3">
                    <p:embed/>
                  </p:oleObj>
                </mc:Choice>
                <mc:Fallback>
                  <p:oleObj name="Equation" r:id="rId11" imgW="3111500" imgH="2070100" progId="Equation.3">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96" y="2544"/>
                          <a:ext cx="2744" cy="11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93" name="Object 6"/>
            <p:cNvGraphicFramePr>
              <a:graphicFrameLocks noChangeAspect="1"/>
            </p:cNvGraphicFramePr>
            <p:nvPr/>
          </p:nvGraphicFramePr>
          <p:xfrm>
            <a:off x="3054" y="2647"/>
            <a:ext cx="1241" cy="385"/>
          </p:xfrm>
          <a:graphic>
            <a:graphicData uri="http://schemas.openxmlformats.org/presentationml/2006/ole">
              <mc:AlternateContent xmlns:mc="http://schemas.openxmlformats.org/markup-compatibility/2006">
                <mc:Choice xmlns:v="urn:schemas-microsoft-com:vml" Requires="v">
                  <p:oleObj spid="_x0000_s71829" name="Equation" r:id="rId13" imgW="291847" imgH="317225" progId="Equation.3">
                    <p:embed/>
                  </p:oleObj>
                </mc:Choice>
                <mc:Fallback>
                  <p:oleObj name="Equation" r:id="rId13" imgW="291847" imgH="317225" progId="Equation.3">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54" y="2647"/>
                          <a:ext cx="1241" cy="3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94" name="Object 7"/>
            <p:cNvGraphicFramePr>
              <a:graphicFrameLocks noChangeAspect="1"/>
            </p:cNvGraphicFramePr>
            <p:nvPr/>
          </p:nvGraphicFramePr>
          <p:xfrm>
            <a:off x="1920" y="3216"/>
            <a:ext cx="950" cy="386"/>
          </p:xfrm>
          <a:graphic>
            <a:graphicData uri="http://schemas.openxmlformats.org/presentationml/2006/ole">
              <mc:AlternateContent xmlns:mc="http://schemas.openxmlformats.org/markup-compatibility/2006">
                <mc:Choice xmlns:v="urn:schemas-microsoft-com:vml" Requires="v">
                  <p:oleObj spid="_x0000_s71830" name="Equation" r:id="rId15" imgW="291847" imgH="317225" progId="Equation.3">
                    <p:embed/>
                  </p:oleObj>
                </mc:Choice>
                <mc:Fallback>
                  <p:oleObj name="Equation" r:id="rId15" imgW="291847" imgH="317225"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20" y="3216"/>
                          <a:ext cx="950" cy="3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95" name="Object 22"/>
            <p:cNvGraphicFramePr>
              <a:graphicFrameLocks noChangeAspect="1"/>
            </p:cNvGraphicFramePr>
            <p:nvPr/>
          </p:nvGraphicFramePr>
          <p:xfrm>
            <a:off x="2640" y="3024"/>
            <a:ext cx="208" cy="216"/>
          </p:xfrm>
          <a:graphic>
            <a:graphicData uri="http://schemas.openxmlformats.org/presentationml/2006/ole">
              <mc:AlternateContent xmlns:mc="http://schemas.openxmlformats.org/markup-compatibility/2006">
                <mc:Choice xmlns:v="urn:schemas-microsoft-com:vml" Requires="v">
                  <p:oleObj spid="_x0000_s71831" name="Equation" r:id="rId16" imgW="330057" imgH="342751" progId="Equation.3">
                    <p:embed/>
                  </p:oleObj>
                </mc:Choice>
                <mc:Fallback>
                  <p:oleObj name="Equation" r:id="rId16" imgW="330057" imgH="342751" progId="Equation.3">
                    <p:embed/>
                    <p:pic>
                      <p:nvPicPr>
                        <p:cNvPr id="0" name="Object 2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640" y="3024"/>
                          <a:ext cx="208"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1691" name="Text Box 25"/>
          <p:cNvSpPr txBox="1">
            <a:spLocks noChangeArrowheads="1"/>
          </p:cNvSpPr>
          <p:nvPr/>
        </p:nvSpPr>
        <p:spPr bwMode="auto">
          <a:xfrm>
            <a:off x="971550" y="333375"/>
            <a:ext cx="1255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CC0000"/>
                </a:solidFill>
                <a:ea typeface="宋体" pitchFamily="2" charset="-122"/>
              </a:rPr>
              <a:t>充分性</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1203"/>
                                        </p:tgtEl>
                                        <p:attrNameLst>
                                          <p:attrName>style.visibility</p:attrName>
                                        </p:attrNameLst>
                                      </p:cBhvr>
                                      <p:to>
                                        <p:strVal val="visible"/>
                                      </p:to>
                                    </p:set>
                                    <p:animEffect transition="in" filter="wipe(left)">
                                      <p:cBhvr>
                                        <p:cTn id="7" dur="500"/>
                                        <p:tgtEl>
                                          <p:spTgt spid="512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1213"/>
                                        </p:tgtEl>
                                        <p:attrNameLst>
                                          <p:attrName>style.visibility</p:attrName>
                                        </p:attrNameLst>
                                      </p:cBhvr>
                                      <p:to>
                                        <p:strVal val="visible"/>
                                      </p:to>
                                    </p:set>
                                    <p:animEffect transition="in" filter="wipe(left)">
                                      <p:cBhvr>
                                        <p:cTn id="27" dur="500"/>
                                        <p:tgtEl>
                                          <p:spTgt spid="51213"/>
                                        </p:tgtEl>
                                      </p:cBhvr>
                                    </p:animEffect>
                                  </p:childTnLst>
                                  <p:subTnLst>
                                    <p:set>
                                      <p:cBhvr override="childStyle">
                                        <p:cTn dur="1" fill="hold" display="0" masterRel="sameClick" afterEffect="1">
                                          <p:stCondLst>
                                            <p:cond evt="end" delay="0">
                                              <p:tn val="25"/>
                                            </p:cond>
                                          </p:stCondLst>
                                        </p:cTn>
                                        <p:tgtEl>
                                          <p:spTgt spid="51213"/>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1220"/>
                                        </p:tgtEl>
                                        <p:attrNameLst>
                                          <p:attrName>style.visibility</p:attrName>
                                        </p:attrNameLst>
                                      </p:cBhvr>
                                      <p:to>
                                        <p:strVal val="visible"/>
                                      </p:to>
                                    </p:set>
                                    <p:animEffect transition="in" filter="wipe(left)">
                                      <p:cBhvr>
                                        <p:cTn id="42" dur="500"/>
                                        <p:tgtEl>
                                          <p:spTgt spid="51220"/>
                                        </p:tgtEl>
                                      </p:cBhvr>
                                    </p:animEffect>
                                  </p:childTnLst>
                                  <p:subTnLst>
                                    <p:set>
                                      <p:cBhvr override="childStyle">
                                        <p:cTn dur="1" fill="hold" display="0" masterRel="sameClick" afterEffect="1">
                                          <p:stCondLst>
                                            <p:cond evt="end" delay="0">
                                              <p:tn val="40"/>
                                            </p:cond>
                                          </p:stCondLst>
                                        </p:cTn>
                                        <p:tgtEl>
                                          <p:spTgt spid="5122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13" grpId="0" animBg="1"/>
      <p:bldP spid="51220"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226" name="Object 2"/>
          <p:cNvGraphicFramePr>
            <a:graphicFrameLocks noChangeAspect="1"/>
          </p:cNvGraphicFramePr>
          <p:nvPr/>
        </p:nvGraphicFramePr>
        <p:xfrm>
          <a:off x="2195513" y="795338"/>
          <a:ext cx="2679700" cy="481012"/>
        </p:xfrm>
        <a:graphic>
          <a:graphicData uri="http://schemas.openxmlformats.org/presentationml/2006/ole">
            <mc:AlternateContent xmlns:mc="http://schemas.openxmlformats.org/markup-compatibility/2006">
              <mc:Choice xmlns:v="urn:schemas-microsoft-com:vml" Requires="v">
                <p:oleObj spid="_x0000_s72763" name="Equation" r:id="rId3" imgW="2679700" imgH="482600" progId="Equation.3">
                  <p:embed/>
                </p:oleObj>
              </mc:Choice>
              <mc:Fallback>
                <p:oleObj name="Equation" r:id="rId3" imgW="2679700" imgH="482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795338"/>
                        <a:ext cx="2679700"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27" name="Object 3"/>
          <p:cNvGraphicFramePr>
            <a:graphicFrameLocks noChangeAspect="1"/>
          </p:cNvGraphicFramePr>
          <p:nvPr/>
        </p:nvGraphicFramePr>
        <p:xfrm>
          <a:off x="5076825" y="536575"/>
          <a:ext cx="2716213" cy="977900"/>
        </p:xfrm>
        <a:graphic>
          <a:graphicData uri="http://schemas.openxmlformats.org/presentationml/2006/ole">
            <mc:AlternateContent xmlns:mc="http://schemas.openxmlformats.org/markup-compatibility/2006">
              <mc:Choice xmlns:v="urn:schemas-microsoft-com:vml" Requires="v">
                <p:oleObj spid="_x0000_s72764" name="Equation" r:id="rId5" imgW="3022600" imgH="977900" progId="Equation.3">
                  <p:embed/>
                </p:oleObj>
              </mc:Choice>
              <mc:Fallback>
                <p:oleObj name="Equation" r:id="rId5" imgW="3022600" imgH="9779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6825" y="536575"/>
                        <a:ext cx="2716213"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28" name="Object 4"/>
          <p:cNvGraphicFramePr>
            <a:graphicFrameLocks noChangeAspect="1"/>
          </p:cNvGraphicFramePr>
          <p:nvPr/>
        </p:nvGraphicFramePr>
        <p:xfrm>
          <a:off x="4427538" y="1514475"/>
          <a:ext cx="1473200" cy="977900"/>
        </p:xfrm>
        <a:graphic>
          <a:graphicData uri="http://schemas.openxmlformats.org/presentationml/2006/ole">
            <mc:AlternateContent xmlns:mc="http://schemas.openxmlformats.org/markup-compatibility/2006">
              <mc:Choice xmlns:v="urn:schemas-microsoft-com:vml" Requires="v">
                <p:oleObj spid="_x0000_s72765" name="Equation" r:id="rId7" imgW="1473200" imgH="977900" progId="Equation.3">
                  <p:embed/>
                </p:oleObj>
              </mc:Choice>
              <mc:Fallback>
                <p:oleObj name="Equation" r:id="rId7" imgW="1473200" imgH="9779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27538" y="1514475"/>
                        <a:ext cx="14732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29" name="Rectangle 5"/>
          <p:cNvSpPr>
            <a:spLocks noChangeArrowheads="1"/>
          </p:cNvSpPr>
          <p:nvPr/>
        </p:nvSpPr>
        <p:spPr bwMode="auto">
          <a:xfrm>
            <a:off x="1116013" y="1658938"/>
            <a:ext cx="3041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chemeClr val="bg2"/>
                </a:solidFill>
                <a:ea typeface="宋体" pitchFamily="2" charset="-122"/>
              </a:rPr>
              <a:t>按逆矩阵的定义得</a:t>
            </a:r>
          </a:p>
        </p:txBody>
      </p:sp>
      <p:sp>
        <p:nvSpPr>
          <p:cNvPr id="52230" name="Rectangle 6"/>
          <p:cNvSpPr>
            <a:spLocks noChangeArrowheads="1"/>
          </p:cNvSpPr>
          <p:nvPr/>
        </p:nvSpPr>
        <p:spPr bwMode="auto">
          <a:xfrm>
            <a:off x="7019925" y="1825625"/>
            <a:ext cx="9874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证毕</a:t>
            </a:r>
            <a:r>
              <a:rPr lang="en-US" altLang="zh-CN">
                <a:ea typeface="宋体" pitchFamily="2" charset="-122"/>
              </a:rPr>
              <a:t>.</a:t>
            </a:r>
          </a:p>
        </p:txBody>
      </p:sp>
      <p:sp>
        <p:nvSpPr>
          <p:cNvPr id="52232" name="Text Box 8"/>
          <p:cNvSpPr txBox="1">
            <a:spLocks noChangeArrowheads="1"/>
          </p:cNvSpPr>
          <p:nvPr/>
        </p:nvSpPr>
        <p:spPr bwMode="auto">
          <a:xfrm>
            <a:off x="755650" y="3232150"/>
            <a:ext cx="79200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sz="3200">
                <a:solidFill>
                  <a:srgbClr val="0000FF"/>
                </a:solidFill>
              </a:rPr>
              <a:t>补：奇异矩阵与非奇异矩阵的定义</a:t>
            </a:r>
          </a:p>
        </p:txBody>
      </p:sp>
      <p:sp>
        <p:nvSpPr>
          <p:cNvPr id="72712" name="Text Box 10"/>
          <p:cNvSpPr txBox="1">
            <a:spLocks noChangeArrowheads="1"/>
          </p:cNvSpPr>
          <p:nvPr/>
        </p:nvSpPr>
        <p:spPr bwMode="auto">
          <a:xfrm>
            <a:off x="1023938" y="188913"/>
            <a:ext cx="34243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dirty="0">
                <a:ea typeface="宋体" pitchFamily="2" charset="-122"/>
              </a:rPr>
              <a:t>类似可得  </a:t>
            </a:r>
            <a:r>
              <a:rPr lang="en-US" altLang="zh-CN" i="1" smtClean="0">
                <a:ea typeface="宋体" pitchFamily="2" charset="-122"/>
              </a:rPr>
              <a:t>A</a:t>
            </a:r>
            <a:r>
              <a:rPr lang="en-US" altLang="zh-CN" baseline="30000" smtClean="0">
                <a:ea typeface="宋体" pitchFamily="2" charset="-122"/>
              </a:rPr>
              <a:t>*</a:t>
            </a:r>
            <a:r>
              <a:rPr lang="en-US" altLang="zh-CN" i="1" smtClean="0">
                <a:ea typeface="宋体" pitchFamily="2" charset="-122"/>
              </a:rPr>
              <a:t>A</a:t>
            </a:r>
            <a:r>
              <a:rPr lang="en-US" altLang="zh-CN" smtClean="0">
                <a:ea typeface="宋体" pitchFamily="2" charset="-122"/>
              </a:rPr>
              <a:t>=|</a:t>
            </a:r>
            <a:r>
              <a:rPr lang="en-US" altLang="zh-CN" i="1" dirty="0">
                <a:ea typeface="宋体" pitchFamily="2" charset="-122"/>
              </a:rPr>
              <a:t>A</a:t>
            </a:r>
            <a:r>
              <a:rPr lang="en-US" altLang="zh-CN" dirty="0">
                <a:ea typeface="宋体" pitchFamily="2" charset="-122"/>
              </a:rPr>
              <a:t>|</a:t>
            </a:r>
            <a:r>
              <a:rPr lang="en-US" altLang="zh-CN" i="1" dirty="0">
                <a:ea typeface="宋体" pitchFamily="2" charset="-122"/>
              </a:rPr>
              <a:t>E.</a:t>
            </a:r>
            <a:r>
              <a:rPr lang="en-US" altLang="zh-CN" dirty="0">
                <a:ea typeface="宋体" pitchFamily="2" charset="-122"/>
              </a:rPr>
              <a:t> </a:t>
            </a:r>
          </a:p>
        </p:txBody>
      </p:sp>
      <p:sp>
        <p:nvSpPr>
          <p:cNvPr id="52235" name="Text Box 11"/>
          <p:cNvSpPr txBox="1">
            <a:spLocks noChangeArrowheads="1"/>
          </p:cNvSpPr>
          <p:nvPr/>
        </p:nvSpPr>
        <p:spPr bwMode="auto">
          <a:xfrm>
            <a:off x="1042988" y="722313"/>
            <a:ext cx="12557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因此，</a:t>
            </a:r>
          </a:p>
        </p:txBody>
      </p:sp>
      <p:sp>
        <p:nvSpPr>
          <p:cNvPr id="52236" name="Text Box 12"/>
          <p:cNvSpPr txBox="1">
            <a:spLocks noChangeArrowheads="1"/>
          </p:cNvSpPr>
          <p:nvPr/>
        </p:nvSpPr>
        <p:spPr bwMode="auto">
          <a:xfrm>
            <a:off x="822325" y="5157788"/>
            <a:ext cx="7848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        </a:t>
            </a:r>
            <a:r>
              <a:rPr lang="zh-CN" altLang="en-US">
                <a:ea typeface="宋体" pitchFamily="2" charset="-122"/>
              </a:rPr>
              <a:t>另外，也称</a:t>
            </a:r>
            <a:r>
              <a:rPr lang="en-US" altLang="zh-CN">
                <a:ea typeface="宋体" pitchFamily="2" charset="-122"/>
              </a:rPr>
              <a:t>|</a:t>
            </a:r>
            <a:r>
              <a:rPr lang="en-US" altLang="zh-CN" i="1">
                <a:ea typeface="宋体" pitchFamily="2" charset="-122"/>
              </a:rPr>
              <a:t>A</a:t>
            </a:r>
            <a:r>
              <a:rPr lang="en-US" altLang="zh-CN">
                <a:ea typeface="宋体" pitchFamily="2" charset="-122"/>
              </a:rPr>
              <a:t>|=0</a:t>
            </a:r>
            <a:r>
              <a:rPr lang="zh-CN" altLang="en-US">
                <a:ea typeface="宋体" pitchFamily="2" charset="-122"/>
              </a:rPr>
              <a:t>的方阵为</a:t>
            </a:r>
            <a:r>
              <a:rPr lang="zh-CN" altLang="en-US">
                <a:solidFill>
                  <a:srgbClr val="0000FF"/>
                </a:solidFill>
              </a:rPr>
              <a:t>退化矩阵（降秩矩阵）</a:t>
            </a:r>
            <a:r>
              <a:rPr lang="zh-CN" altLang="en-US">
                <a:ea typeface="宋体" pitchFamily="2" charset="-122"/>
              </a:rPr>
              <a:t>，</a:t>
            </a:r>
            <a:r>
              <a:rPr lang="en-US" altLang="zh-CN">
                <a:ea typeface="宋体" pitchFamily="2" charset="-122"/>
              </a:rPr>
              <a:t>|</a:t>
            </a:r>
            <a:r>
              <a:rPr lang="en-US" altLang="zh-CN" i="1">
                <a:ea typeface="宋体" pitchFamily="2" charset="-122"/>
              </a:rPr>
              <a:t>A</a:t>
            </a:r>
            <a:r>
              <a:rPr lang="en-US" altLang="zh-CN">
                <a:ea typeface="宋体" pitchFamily="2" charset="-122"/>
              </a:rPr>
              <a:t>|≠0</a:t>
            </a:r>
            <a:r>
              <a:rPr lang="zh-CN" altLang="en-US">
                <a:ea typeface="宋体" pitchFamily="2" charset="-122"/>
              </a:rPr>
              <a:t>的方阵为</a:t>
            </a:r>
            <a:r>
              <a:rPr lang="zh-CN" altLang="en-US">
                <a:solidFill>
                  <a:srgbClr val="0000FF"/>
                </a:solidFill>
              </a:rPr>
              <a:t>非退化矩阵（满秩矩阵）</a:t>
            </a:r>
            <a:r>
              <a:rPr lang="en-US" altLang="zh-CN">
                <a:ea typeface="宋体" pitchFamily="2" charset="-122"/>
              </a:rPr>
              <a:t>.</a:t>
            </a:r>
          </a:p>
        </p:txBody>
      </p:sp>
      <p:sp>
        <p:nvSpPr>
          <p:cNvPr id="52237" name="Text Box 13"/>
          <p:cNvSpPr txBox="1">
            <a:spLocks noChangeArrowheads="1"/>
          </p:cNvSpPr>
          <p:nvPr/>
        </p:nvSpPr>
        <p:spPr bwMode="auto">
          <a:xfrm>
            <a:off x="2236788" y="2573338"/>
            <a:ext cx="4422775" cy="557212"/>
          </a:xfrm>
          <a:prstGeom prst="rect">
            <a:avLst/>
          </a:prstGeom>
          <a:solidFill>
            <a:srgbClr val="66FFFF"/>
          </a:solidFill>
          <a:ln w="38100" cmpd="dbl" algn="ctr">
            <a:solidFill>
              <a:srgbClr val="0000FF"/>
            </a:solidFill>
            <a:miter lim="800000"/>
            <a:headEnd/>
            <a:tailEnd/>
          </a:ln>
          <a:effectLst>
            <a:outerShdw dist="107763" dir="18900000" algn="ctr" rotWithShape="0">
              <a:schemeClr val="bg2">
                <a:alpha val="50000"/>
              </a:schemeClr>
            </a:outerShdw>
          </a:effec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algn="ctr" eaLnBrk="1" hangingPunct="1"/>
            <a:r>
              <a:rPr lang="zh-CN" altLang="en-US">
                <a:latin typeface="楷体_GB2312" pitchFamily="49" charset="-122"/>
                <a:ea typeface="楷体_GB2312" pitchFamily="49" charset="-122"/>
              </a:rPr>
              <a:t>解决了第二、三个问题</a:t>
            </a:r>
            <a:r>
              <a:rPr lang="en-US" altLang="zh-CN">
                <a:latin typeface="楷体_GB2312" pitchFamily="49" charset="-122"/>
                <a:ea typeface="楷体_GB2312" pitchFamily="49" charset="-122"/>
              </a:rPr>
              <a:t>.</a:t>
            </a:r>
          </a:p>
        </p:txBody>
      </p:sp>
      <p:sp>
        <p:nvSpPr>
          <p:cNvPr id="52238" name="Text Box 14"/>
          <p:cNvSpPr txBox="1">
            <a:spLocks noChangeArrowheads="1"/>
          </p:cNvSpPr>
          <p:nvPr/>
        </p:nvSpPr>
        <p:spPr bwMode="auto">
          <a:xfrm>
            <a:off x="827088" y="3716338"/>
            <a:ext cx="7848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        </a:t>
            </a:r>
            <a:r>
              <a:rPr lang="zh-CN" altLang="en-US">
                <a:ea typeface="宋体" pitchFamily="2" charset="-122"/>
              </a:rPr>
              <a:t>当</a:t>
            </a:r>
            <a:r>
              <a:rPr lang="en-US" altLang="zh-CN">
                <a:ea typeface="宋体" pitchFamily="2" charset="-122"/>
              </a:rPr>
              <a:t>|</a:t>
            </a:r>
            <a:r>
              <a:rPr lang="en-US" altLang="zh-CN" i="1">
                <a:ea typeface="宋体" pitchFamily="2" charset="-122"/>
              </a:rPr>
              <a:t>A</a:t>
            </a:r>
            <a:r>
              <a:rPr lang="en-US" altLang="zh-CN">
                <a:ea typeface="宋体" pitchFamily="2" charset="-122"/>
              </a:rPr>
              <a:t>|=0</a:t>
            </a:r>
            <a:r>
              <a:rPr lang="zh-CN" altLang="en-US">
                <a:ea typeface="宋体" pitchFamily="2" charset="-122"/>
              </a:rPr>
              <a:t>时，</a:t>
            </a:r>
            <a:r>
              <a:rPr lang="en-US" altLang="zh-CN" i="1">
                <a:ea typeface="宋体" pitchFamily="2" charset="-122"/>
              </a:rPr>
              <a:t>A</a:t>
            </a:r>
            <a:r>
              <a:rPr lang="zh-CN" altLang="en-US">
                <a:ea typeface="宋体" pitchFamily="2" charset="-122"/>
              </a:rPr>
              <a:t>称为</a:t>
            </a:r>
            <a:r>
              <a:rPr lang="zh-CN" altLang="en-US">
                <a:solidFill>
                  <a:srgbClr val="0000FF"/>
                </a:solidFill>
              </a:rPr>
              <a:t>奇异矩阵</a:t>
            </a:r>
            <a:r>
              <a:rPr lang="zh-CN" altLang="en-US">
                <a:ea typeface="宋体" pitchFamily="2" charset="-122"/>
              </a:rPr>
              <a:t>，当</a:t>
            </a:r>
            <a:r>
              <a:rPr lang="en-US" altLang="zh-CN">
                <a:ea typeface="宋体" pitchFamily="2" charset="-122"/>
              </a:rPr>
              <a:t>|</a:t>
            </a:r>
            <a:r>
              <a:rPr lang="en-US" altLang="zh-CN" i="1">
                <a:ea typeface="宋体" pitchFamily="2" charset="-122"/>
              </a:rPr>
              <a:t>A</a:t>
            </a:r>
            <a:r>
              <a:rPr lang="en-US" altLang="zh-CN">
                <a:ea typeface="宋体" pitchFamily="2" charset="-122"/>
              </a:rPr>
              <a:t>|≠0</a:t>
            </a:r>
            <a:r>
              <a:rPr lang="zh-CN" altLang="en-US">
                <a:ea typeface="宋体" pitchFamily="2" charset="-122"/>
              </a:rPr>
              <a:t>时称为</a:t>
            </a:r>
            <a:r>
              <a:rPr lang="zh-CN" altLang="en-US">
                <a:solidFill>
                  <a:srgbClr val="0000FF"/>
                </a:solidFill>
              </a:rPr>
              <a:t>非奇异矩阵</a:t>
            </a:r>
            <a:r>
              <a:rPr lang="en-US" altLang="zh-CN">
                <a:ea typeface="宋体" pitchFamily="2" charset="-122"/>
              </a:rPr>
              <a:t>.</a:t>
            </a:r>
          </a:p>
        </p:txBody>
      </p:sp>
      <p:sp>
        <p:nvSpPr>
          <p:cNvPr id="52239" name="Text Box 15"/>
          <p:cNvSpPr txBox="1">
            <a:spLocks noChangeArrowheads="1"/>
          </p:cNvSpPr>
          <p:nvPr/>
        </p:nvSpPr>
        <p:spPr bwMode="auto">
          <a:xfrm>
            <a:off x="827088" y="4652963"/>
            <a:ext cx="7775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由此得：</a:t>
            </a:r>
            <a:r>
              <a:rPr lang="en-US" altLang="zh-CN" i="1">
                <a:ea typeface="宋体" pitchFamily="2" charset="-122"/>
              </a:rPr>
              <a:t>A</a:t>
            </a:r>
            <a:r>
              <a:rPr lang="zh-CN" altLang="en-US"/>
              <a:t>是可逆矩阵</a:t>
            </a:r>
            <a:r>
              <a:rPr lang="zh-CN" altLang="en-US">
                <a:ea typeface="宋体" pitchFamily="2" charset="-122"/>
                <a:sym typeface="Wingdings" pitchFamily="2" charset="2"/>
              </a:rPr>
              <a:t></a:t>
            </a:r>
            <a:r>
              <a:rPr lang="en-US" altLang="zh-CN" i="1">
                <a:ea typeface="宋体" pitchFamily="2" charset="-122"/>
                <a:sym typeface="Wingdings" pitchFamily="2" charset="2"/>
              </a:rPr>
              <a:t>A</a:t>
            </a:r>
            <a:r>
              <a:rPr lang="zh-CN" altLang="en-US">
                <a:sym typeface="Wingdings" pitchFamily="2" charset="2"/>
              </a:rPr>
              <a:t>为非奇异矩阵</a:t>
            </a:r>
            <a:r>
              <a:rPr lang="en-US" altLang="zh-CN">
                <a:ea typeface="宋体" pitchFamily="2" charset="-122"/>
                <a:sym typeface="Wingdings" pitchFamily="2" charset="2"/>
              </a:rPr>
              <a:t>.</a:t>
            </a:r>
            <a:endParaRPr lang="en-US" altLang="zh-CN">
              <a:ea typeface="宋体" pitchFamily="2" charset="-122"/>
            </a:endParaRP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235"/>
                                        </p:tgtEl>
                                        <p:attrNameLst>
                                          <p:attrName>style.visibility</p:attrName>
                                        </p:attrNameLst>
                                      </p:cBhvr>
                                      <p:to>
                                        <p:strVal val="visible"/>
                                      </p:to>
                                    </p:set>
                                    <p:animEffect transition="in" filter="wipe(left)">
                                      <p:cBhvr>
                                        <p:cTn id="7" dur="500"/>
                                        <p:tgtEl>
                                          <p:spTgt spid="52235"/>
                                        </p:tgtEl>
                                      </p:cBhvr>
                                    </p:animEffect>
                                  </p:childTnLst>
                                </p:cTn>
                              </p:par>
                              <p:par>
                                <p:cTn id="8" presetID="22" presetClass="entr" presetSubtype="8" fill="hold" nodeType="withEffect">
                                  <p:stCondLst>
                                    <p:cond delay="0"/>
                                  </p:stCondLst>
                                  <p:childTnLst>
                                    <p:set>
                                      <p:cBhvr>
                                        <p:cTn id="9" dur="1" fill="hold">
                                          <p:stCondLst>
                                            <p:cond delay="0"/>
                                          </p:stCondLst>
                                        </p:cTn>
                                        <p:tgtEl>
                                          <p:spTgt spid="52226"/>
                                        </p:tgtEl>
                                        <p:attrNameLst>
                                          <p:attrName>style.visibility</p:attrName>
                                        </p:attrNameLst>
                                      </p:cBhvr>
                                      <p:to>
                                        <p:strVal val="visible"/>
                                      </p:to>
                                    </p:set>
                                    <p:animEffect transition="in" filter="wipe(left)">
                                      <p:cBhvr>
                                        <p:cTn id="10" dur="500"/>
                                        <p:tgtEl>
                                          <p:spTgt spid="5222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52227"/>
                                        </p:tgtEl>
                                        <p:attrNameLst>
                                          <p:attrName>style.visibility</p:attrName>
                                        </p:attrNameLst>
                                      </p:cBhvr>
                                      <p:to>
                                        <p:strVal val="visible"/>
                                      </p:to>
                                    </p:set>
                                    <p:animEffect transition="in" filter="wipe(left)">
                                      <p:cBhvr>
                                        <p:cTn id="15" dur="500"/>
                                        <p:tgtEl>
                                          <p:spTgt spid="5222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iterate type="lt">
                                    <p:tmPct val="100000"/>
                                  </p:iterate>
                                  <p:childTnLst>
                                    <p:set>
                                      <p:cBhvr>
                                        <p:cTn id="19" dur="1" fill="hold">
                                          <p:stCondLst>
                                            <p:cond delay="0"/>
                                          </p:stCondLst>
                                        </p:cTn>
                                        <p:tgtEl>
                                          <p:spTgt spid="52229"/>
                                        </p:tgtEl>
                                        <p:attrNameLst>
                                          <p:attrName>style.visibility</p:attrName>
                                        </p:attrNameLst>
                                      </p:cBhvr>
                                      <p:to>
                                        <p:strVal val="visible"/>
                                      </p:to>
                                    </p:set>
                                    <p:animEffect transition="in" filter="wipe(left)">
                                      <p:cBhvr>
                                        <p:cTn id="20" dur="75"/>
                                        <p:tgtEl>
                                          <p:spTgt spid="5222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52228"/>
                                        </p:tgtEl>
                                        <p:attrNameLst>
                                          <p:attrName>style.visibility</p:attrName>
                                        </p:attrNameLst>
                                      </p:cBhvr>
                                      <p:to>
                                        <p:strVal val="visible"/>
                                      </p:to>
                                    </p:set>
                                    <p:animEffect transition="in" filter="wipe(left)">
                                      <p:cBhvr>
                                        <p:cTn id="25" dur="500"/>
                                        <p:tgtEl>
                                          <p:spTgt spid="52228"/>
                                        </p:tgtEl>
                                      </p:cBhvr>
                                    </p:animEffect>
                                  </p:childTnLst>
                                  <p:subTnLst>
                                    <p:animClr clrSpc="rgb" dir="cw">
                                      <p:cBhvr override="childStyle">
                                        <p:cTn dur="1" fill="hold" display="0" masterRel="nextClick" afterEffect="1"/>
                                        <p:tgtEl>
                                          <p:spTgt spid="52228"/>
                                        </p:tgtEl>
                                        <p:attrNameLst>
                                          <p:attrName>ppt_c</p:attrName>
                                        </p:attrNameLst>
                                      </p:cBhvr>
                                      <p:to>
                                        <a:srgbClr val="0000FF"/>
                                      </p:to>
                                    </p:animClr>
                                  </p:subTnLst>
                                </p:cTn>
                              </p:par>
                              <p:par>
                                <p:cTn id="26" presetID="22" presetClass="entr" presetSubtype="8" fill="hold" grpId="0" nodeType="withEffect">
                                  <p:stCondLst>
                                    <p:cond delay="0"/>
                                  </p:stCondLst>
                                  <p:iterate type="lt">
                                    <p:tmPct val="100000"/>
                                  </p:iterate>
                                  <p:childTnLst>
                                    <p:set>
                                      <p:cBhvr>
                                        <p:cTn id="27" dur="1" fill="hold">
                                          <p:stCondLst>
                                            <p:cond delay="0"/>
                                          </p:stCondLst>
                                        </p:cTn>
                                        <p:tgtEl>
                                          <p:spTgt spid="52230"/>
                                        </p:tgtEl>
                                        <p:attrNameLst>
                                          <p:attrName>style.visibility</p:attrName>
                                        </p:attrNameLst>
                                      </p:cBhvr>
                                      <p:to>
                                        <p:strVal val="visible"/>
                                      </p:to>
                                    </p:set>
                                    <p:animEffect transition="in" filter="wipe(left)">
                                      <p:cBhvr>
                                        <p:cTn id="28" dur="75"/>
                                        <p:tgtEl>
                                          <p:spTgt spid="5223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3" fill="hold" grpId="0" nodeType="clickEffect">
                                  <p:stCondLst>
                                    <p:cond delay="0"/>
                                  </p:stCondLst>
                                  <p:childTnLst>
                                    <p:set>
                                      <p:cBhvr>
                                        <p:cTn id="32" dur="1" fill="hold">
                                          <p:stCondLst>
                                            <p:cond delay="0"/>
                                          </p:stCondLst>
                                        </p:cTn>
                                        <p:tgtEl>
                                          <p:spTgt spid="52237"/>
                                        </p:tgtEl>
                                        <p:attrNameLst>
                                          <p:attrName>style.visibility</p:attrName>
                                        </p:attrNameLst>
                                      </p:cBhvr>
                                      <p:to>
                                        <p:strVal val="visible"/>
                                      </p:to>
                                    </p:set>
                                    <p:anim calcmode="lin" valueType="num">
                                      <p:cBhvr additive="base">
                                        <p:cTn id="33" dur="500" fill="hold"/>
                                        <p:tgtEl>
                                          <p:spTgt spid="52237"/>
                                        </p:tgtEl>
                                        <p:attrNameLst>
                                          <p:attrName>ppt_x</p:attrName>
                                        </p:attrNameLst>
                                      </p:cBhvr>
                                      <p:tavLst>
                                        <p:tav tm="0">
                                          <p:val>
                                            <p:strVal val="1+#ppt_w/2"/>
                                          </p:val>
                                        </p:tav>
                                        <p:tav tm="100000">
                                          <p:val>
                                            <p:strVal val="#ppt_x"/>
                                          </p:val>
                                        </p:tav>
                                      </p:tavLst>
                                    </p:anim>
                                    <p:anim calcmode="lin" valueType="num">
                                      <p:cBhvr additive="base">
                                        <p:cTn id="34" dur="500" fill="hold"/>
                                        <p:tgtEl>
                                          <p:spTgt spid="52237"/>
                                        </p:tgtEl>
                                        <p:attrNameLst>
                                          <p:attrName>ppt_y</p:attrName>
                                        </p:attrNameLst>
                                      </p:cBhvr>
                                      <p:tavLst>
                                        <p:tav tm="0">
                                          <p:val>
                                            <p:strVal val="0-#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iterate type="lt">
                                    <p:tmPct val="100000"/>
                                  </p:iterate>
                                  <p:childTnLst>
                                    <p:set>
                                      <p:cBhvr>
                                        <p:cTn id="38" dur="1" fill="hold">
                                          <p:stCondLst>
                                            <p:cond delay="0"/>
                                          </p:stCondLst>
                                        </p:cTn>
                                        <p:tgtEl>
                                          <p:spTgt spid="52232"/>
                                        </p:tgtEl>
                                        <p:attrNameLst>
                                          <p:attrName>style.visibility</p:attrName>
                                        </p:attrNameLst>
                                      </p:cBhvr>
                                      <p:to>
                                        <p:strVal val="visible"/>
                                      </p:to>
                                    </p:set>
                                    <p:animEffect transition="in" filter="wipe(left)">
                                      <p:cBhvr>
                                        <p:cTn id="39" dur="75"/>
                                        <p:tgtEl>
                                          <p:spTgt spid="5223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52238"/>
                                        </p:tgtEl>
                                        <p:attrNameLst>
                                          <p:attrName>style.visibility</p:attrName>
                                        </p:attrNameLst>
                                      </p:cBhvr>
                                      <p:to>
                                        <p:strVal val="visible"/>
                                      </p:to>
                                    </p:set>
                                    <p:animEffect transition="in" filter="wipe(left)">
                                      <p:cBhvr>
                                        <p:cTn id="44" dur="500"/>
                                        <p:tgtEl>
                                          <p:spTgt spid="5223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2239"/>
                                        </p:tgtEl>
                                        <p:attrNameLst>
                                          <p:attrName>style.visibility</p:attrName>
                                        </p:attrNameLst>
                                      </p:cBhvr>
                                      <p:to>
                                        <p:strVal val="visible"/>
                                      </p:to>
                                    </p:set>
                                    <p:animEffect transition="in" filter="wipe(left)">
                                      <p:cBhvr>
                                        <p:cTn id="49" dur="500"/>
                                        <p:tgtEl>
                                          <p:spTgt spid="52239"/>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52236"/>
                                        </p:tgtEl>
                                        <p:attrNameLst>
                                          <p:attrName>style.visibility</p:attrName>
                                        </p:attrNameLst>
                                      </p:cBhvr>
                                      <p:to>
                                        <p:strVal val="visible"/>
                                      </p:to>
                                    </p:set>
                                    <p:animEffect transition="in" filter="wipe(left)">
                                      <p:cBhvr>
                                        <p:cTn id="54" dur="500"/>
                                        <p:tgtEl>
                                          <p:spTgt spid="52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autoUpdateAnimBg="0"/>
      <p:bldP spid="52230" grpId="0" autoUpdateAnimBg="0"/>
      <p:bldP spid="52232" grpId="0" autoUpdateAnimBg="0"/>
      <p:bldP spid="52235" grpId="0"/>
      <p:bldP spid="52236" grpId="0"/>
      <p:bldP spid="52237" grpId="0" animBg="1"/>
      <p:bldP spid="52238" grpId="0"/>
      <p:bldP spid="52239"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a:xfrm>
            <a:off x="611188" y="549275"/>
            <a:ext cx="8208962" cy="731838"/>
          </a:xfrm>
        </p:spPr>
        <p:txBody>
          <a:bodyPr/>
          <a:lstStyle/>
          <a:p>
            <a:pPr eaLnBrk="1" hangingPunct="1">
              <a:defRPr/>
            </a:pPr>
            <a:r>
              <a:rPr lang="zh-CN" altLang="en-US" sz="2800">
                <a:solidFill>
                  <a:schemeClr val="tx1"/>
                </a:solidFill>
              </a:rPr>
              <a:t>例</a:t>
            </a:r>
            <a:r>
              <a:rPr lang="en-US" altLang="zh-CN" sz="2800">
                <a:solidFill>
                  <a:schemeClr val="tx1"/>
                </a:solidFill>
              </a:rPr>
              <a:t>3 </a:t>
            </a:r>
            <a:r>
              <a:rPr lang="zh-CN" altLang="en-US" sz="2800">
                <a:solidFill>
                  <a:schemeClr val="tx1"/>
                </a:solidFill>
              </a:rPr>
              <a:t>方阵                          可逆吗？若可逆求其逆矩阵</a:t>
            </a:r>
            <a:r>
              <a:rPr lang="en-US" altLang="zh-CN" sz="2800">
                <a:solidFill>
                  <a:schemeClr val="tx1"/>
                </a:solidFill>
              </a:rPr>
              <a:t>.</a:t>
            </a:r>
          </a:p>
        </p:txBody>
      </p:sp>
      <p:graphicFrame>
        <p:nvGraphicFramePr>
          <p:cNvPr id="73731" name="Object 6"/>
          <p:cNvGraphicFramePr>
            <a:graphicFrameLocks noChangeAspect="1"/>
          </p:cNvGraphicFramePr>
          <p:nvPr/>
        </p:nvGraphicFramePr>
        <p:xfrm>
          <a:off x="2062163" y="188913"/>
          <a:ext cx="2222500" cy="1511300"/>
        </p:xfrm>
        <a:graphic>
          <a:graphicData uri="http://schemas.openxmlformats.org/presentationml/2006/ole">
            <mc:AlternateContent xmlns:mc="http://schemas.openxmlformats.org/markup-compatibility/2006">
              <mc:Choice xmlns:v="urn:schemas-microsoft-com:vml" Requires="v">
                <p:oleObj spid="_x0000_s73863" name="Equation" r:id="rId3" imgW="2222500" imgH="1511300" progId="Equation.3">
                  <p:embed/>
                </p:oleObj>
              </mc:Choice>
              <mc:Fallback>
                <p:oleObj name="Equation" r:id="rId3" imgW="2222500" imgH="15113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2163" y="188913"/>
                        <a:ext cx="2222500" cy="151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27" name="Text Box 7"/>
          <p:cNvSpPr txBox="1">
            <a:spLocks noChangeArrowheads="1"/>
          </p:cNvSpPr>
          <p:nvPr/>
        </p:nvSpPr>
        <p:spPr bwMode="auto">
          <a:xfrm>
            <a:off x="684213" y="2181225"/>
            <a:ext cx="6588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解</a:t>
            </a:r>
            <a:r>
              <a:rPr lang="en-US" altLang="zh-CN"/>
              <a:t>:</a:t>
            </a:r>
          </a:p>
        </p:txBody>
      </p:sp>
      <p:graphicFrame>
        <p:nvGraphicFramePr>
          <p:cNvPr id="184328" name="Object 8"/>
          <p:cNvGraphicFramePr>
            <a:graphicFrameLocks noChangeAspect="1"/>
          </p:cNvGraphicFramePr>
          <p:nvPr/>
        </p:nvGraphicFramePr>
        <p:xfrm>
          <a:off x="1522413" y="1701800"/>
          <a:ext cx="2400300" cy="1511300"/>
        </p:xfrm>
        <a:graphic>
          <a:graphicData uri="http://schemas.openxmlformats.org/presentationml/2006/ole">
            <mc:AlternateContent xmlns:mc="http://schemas.openxmlformats.org/markup-compatibility/2006">
              <mc:Choice xmlns:v="urn:schemas-microsoft-com:vml" Requires="v">
                <p:oleObj spid="_x0000_s73864" name="Equation" r:id="rId5" imgW="2400300" imgH="1511300" progId="Equation.3">
                  <p:embed/>
                </p:oleObj>
              </mc:Choice>
              <mc:Fallback>
                <p:oleObj name="Equation" r:id="rId5" imgW="2400300" imgH="15113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2413" y="1701800"/>
                        <a:ext cx="2400300" cy="151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29" name="Object 9"/>
          <p:cNvGraphicFramePr>
            <a:graphicFrameLocks noChangeAspect="1"/>
          </p:cNvGraphicFramePr>
          <p:nvPr/>
        </p:nvGraphicFramePr>
        <p:xfrm>
          <a:off x="3910013" y="2206625"/>
          <a:ext cx="1308100" cy="523875"/>
        </p:xfrm>
        <a:graphic>
          <a:graphicData uri="http://schemas.openxmlformats.org/presentationml/2006/ole">
            <mc:AlternateContent xmlns:mc="http://schemas.openxmlformats.org/markup-compatibility/2006">
              <mc:Choice xmlns:v="urn:schemas-microsoft-com:vml" Requires="v">
                <p:oleObj spid="_x0000_s73865" name="公式" r:id="rId7" imgW="507780" imgH="203112" progId="Equation.3">
                  <p:embed/>
                </p:oleObj>
              </mc:Choice>
              <mc:Fallback>
                <p:oleObj name="公式" r:id="rId7" imgW="507780" imgH="203112"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10013" y="2206625"/>
                        <a:ext cx="130810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30" name="Object 10"/>
          <p:cNvGraphicFramePr>
            <a:graphicFrameLocks noChangeAspect="1"/>
          </p:cNvGraphicFramePr>
          <p:nvPr/>
        </p:nvGraphicFramePr>
        <p:xfrm>
          <a:off x="5351463" y="2206625"/>
          <a:ext cx="1727200" cy="469900"/>
        </p:xfrm>
        <a:graphic>
          <a:graphicData uri="http://schemas.openxmlformats.org/presentationml/2006/ole">
            <mc:AlternateContent xmlns:mc="http://schemas.openxmlformats.org/markup-compatibility/2006">
              <mc:Choice xmlns:v="urn:schemas-microsoft-com:vml" Requires="v">
                <p:oleObj spid="_x0000_s73866" name="Equation" r:id="rId9" imgW="1727200" imgH="469900" progId="Equation.3">
                  <p:embed/>
                </p:oleObj>
              </mc:Choice>
              <mc:Fallback>
                <p:oleObj name="Equation" r:id="rId9" imgW="1727200" imgH="4699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51463" y="2206625"/>
                        <a:ext cx="17272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37" name="Text Box 17"/>
          <p:cNvSpPr txBox="1">
            <a:spLocks noChangeArrowheads="1"/>
          </p:cNvSpPr>
          <p:nvPr/>
        </p:nvSpPr>
        <p:spPr bwMode="auto">
          <a:xfrm>
            <a:off x="827088" y="4221163"/>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故</a:t>
            </a:r>
          </a:p>
        </p:txBody>
      </p:sp>
      <p:graphicFrame>
        <p:nvGraphicFramePr>
          <p:cNvPr id="184338" name="Object 18"/>
          <p:cNvGraphicFramePr>
            <a:graphicFrameLocks noChangeAspect="1"/>
          </p:cNvGraphicFramePr>
          <p:nvPr/>
        </p:nvGraphicFramePr>
        <p:xfrm>
          <a:off x="914400" y="4818063"/>
          <a:ext cx="1701800" cy="927100"/>
        </p:xfrm>
        <a:graphic>
          <a:graphicData uri="http://schemas.openxmlformats.org/presentationml/2006/ole">
            <mc:AlternateContent xmlns:mc="http://schemas.openxmlformats.org/markup-compatibility/2006">
              <mc:Choice xmlns:v="urn:schemas-microsoft-com:vml" Requires="v">
                <p:oleObj spid="_x0000_s73867" name="Equation" r:id="rId11" imgW="1701800" imgH="927100" progId="Equation.3">
                  <p:embed/>
                </p:oleObj>
              </mc:Choice>
              <mc:Fallback>
                <p:oleObj name="Equation" r:id="rId11" imgW="1701800" imgH="927100" progId="Equation.3">
                  <p:embed/>
                  <p:pic>
                    <p:nvPicPr>
                      <p:cNvPr id="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14400" y="4818063"/>
                        <a:ext cx="1701800" cy="92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39" name="Object 19"/>
          <p:cNvGraphicFramePr>
            <a:graphicFrameLocks noChangeAspect="1"/>
          </p:cNvGraphicFramePr>
          <p:nvPr/>
        </p:nvGraphicFramePr>
        <p:xfrm>
          <a:off x="2590800" y="4513263"/>
          <a:ext cx="2921000" cy="1511300"/>
        </p:xfrm>
        <a:graphic>
          <a:graphicData uri="http://schemas.openxmlformats.org/presentationml/2006/ole">
            <mc:AlternateContent xmlns:mc="http://schemas.openxmlformats.org/markup-compatibility/2006">
              <mc:Choice xmlns:v="urn:schemas-microsoft-com:vml" Requires="v">
                <p:oleObj spid="_x0000_s73868" name="Equation" r:id="rId13" imgW="2921000" imgH="1511300" progId="Equation.3">
                  <p:embed/>
                </p:oleObj>
              </mc:Choice>
              <mc:Fallback>
                <p:oleObj name="Equation" r:id="rId13" imgW="2921000" imgH="1511300" progId="Equation.3">
                  <p:embed/>
                  <p:pic>
                    <p:nvPicPr>
                      <p:cNvPr id="0" name="Object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90800" y="4513263"/>
                        <a:ext cx="2921000" cy="151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40" name="Object 20"/>
          <p:cNvGraphicFramePr>
            <a:graphicFrameLocks noChangeAspect="1"/>
          </p:cNvGraphicFramePr>
          <p:nvPr/>
        </p:nvGraphicFramePr>
        <p:xfrm>
          <a:off x="5499100" y="4437063"/>
          <a:ext cx="3111500" cy="1511300"/>
        </p:xfrm>
        <a:graphic>
          <a:graphicData uri="http://schemas.openxmlformats.org/presentationml/2006/ole">
            <mc:AlternateContent xmlns:mc="http://schemas.openxmlformats.org/markup-compatibility/2006">
              <mc:Choice xmlns:v="urn:schemas-microsoft-com:vml" Requires="v">
                <p:oleObj spid="_x0000_s73869" name="Equation" r:id="rId15" imgW="3111500" imgH="1511300" progId="Equation.3">
                  <p:embed/>
                </p:oleObj>
              </mc:Choice>
              <mc:Fallback>
                <p:oleObj name="Equation" r:id="rId15" imgW="3111500" imgH="1511300" progId="Equation.3">
                  <p:embed/>
                  <p:pic>
                    <p:nvPicPr>
                      <p:cNvPr id="0" name="Object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499100" y="4437063"/>
                        <a:ext cx="3111500" cy="151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41" name="Text Box 21"/>
          <p:cNvSpPr txBox="1">
            <a:spLocks noChangeArrowheads="1"/>
          </p:cNvSpPr>
          <p:nvPr/>
        </p:nvSpPr>
        <p:spPr bwMode="auto">
          <a:xfrm>
            <a:off x="1476375" y="3357563"/>
            <a:ext cx="2673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前面已经得到：</a:t>
            </a:r>
          </a:p>
        </p:txBody>
      </p:sp>
      <p:graphicFrame>
        <p:nvGraphicFramePr>
          <p:cNvPr id="184342" name="Object 22"/>
          <p:cNvGraphicFramePr>
            <a:graphicFrameLocks noChangeAspect="1"/>
          </p:cNvGraphicFramePr>
          <p:nvPr/>
        </p:nvGraphicFramePr>
        <p:xfrm>
          <a:off x="4067175" y="2852738"/>
          <a:ext cx="3090863" cy="1679575"/>
        </p:xfrm>
        <a:graphic>
          <a:graphicData uri="http://schemas.openxmlformats.org/presentationml/2006/ole">
            <mc:AlternateContent xmlns:mc="http://schemas.openxmlformats.org/markup-compatibility/2006">
              <mc:Choice xmlns:v="urn:schemas-microsoft-com:vml" Requires="v">
                <p:oleObj spid="_x0000_s73870" name="Equation" r:id="rId17" imgW="1308100" imgH="711200" progId="Equation.DSMT4">
                  <p:embed/>
                </p:oleObj>
              </mc:Choice>
              <mc:Fallback>
                <p:oleObj name="Equation" r:id="rId17" imgW="1308100" imgH="711200" progId="Equation.DSMT4">
                  <p:embed/>
                  <p:pic>
                    <p:nvPicPr>
                      <p:cNvPr id="0" name="Object 2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67175" y="2852738"/>
                        <a:ext cx="3090863" cy="167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43" name="Text Box 23"/>
          <p:cNvSpPr txBox="1">
            <a:spLocks noChangeArrowheads="1"/>
          </p:cNvSpPr>
          <p:nvPr/>
        </p:nvSpPr>
        <p:spPr bwMode="auto">
          <a:xfrm>
            <a:off x="2195513" y="6165850"/>
            <a:ext cx="3889375" cy="576263"/>
          </a:xfrm>
          <a:prstGeom prst="rect">
            <a:avLst/>
          </a:prstGeom>
          <a:solidFill>
            <a:srgbClr val="66FFFF"/>
          </a:solidFill>
          <a:ln w="57150" cmpd="thinThick" algn="ctr">
            <a:solidFill>
              <a:schemeClr val="accent2"/>
            </a:solidFill>
            <a:miter lim="800000"/>
            <a:headEnd/>
            <a:tailEnd/>
          </a:ln>
          <a:effectLst>
            <a:outerShdw dist="107763" dir="2700000" algn="ctr" rotWithShape="0">
              <a:schemeClr val="bg2">
                <a:alpha val="50000"/>
              </a:schemeClr>
            </a:outerShdw>
          </a:effec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algn="ctr" eaLnBrk="1" hangingPunct="1"/>
            <a:r>
              <a:rPr lang="zh-CN" altLang="en-US">
                <a:ea typeface="楷体_GB2312" pitchFamily="49" charset="-122"/>
              </a:rPr>
              <a:t>伴随矩阵法求逆矩阵</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27"/>
                                        </p:tgtEl>
                                        <p:attrNameLst>
                                          <p:attrName>style.visibility</p:attrName>
                                        </p:attrNameLst>
                                      </p:cBhvr>
                                      <p:to>
                                        <p:strVal val="visible"/>
                                      </p:to>
                                    </p:set>
                                    <p:animEffect transition="in" filter="wipe(left)">
                                      <p:cBhvr>
                                        <p:cTn id="7" dur="500"/>
                                        <p:tgtEl>
                                          <p:spTgt spid="1843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84328"/>
                                        </p:tgtEl>
                                        <p:attrNameLst>
                                          <p:attrName>style.visibility</p:attrName>
                                        </p:attrNameLst>
                                      </p:cBhvr>
                                      <p:to>
                                        <p:strVal val="visible"/>
                                      </p:to>
                                    </p:set>
                                    <p:animEffect transition="in" filter="wipe(left)">
                                      <p:cBhvr>
                                        <p:cTn id="12" dur="500"/>
                                        <p:tgtEl>
                                          <p:spTgt spid="18432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84329"/>
                                        </p:tgtEl>
                                        <p:attrNameLst>
                                          <p:attrName>style.visibility</p:attrName>
                                        </p:attrNameLst>
                                      </p:cBhvr>
                                      <p:to>
                                        <p:strVal val="visible"/>
                                      </p:to>
                                    </p:set>
                                    <p:animEffect transition="in" filter="wipe(left)">
                                      <p:cBhvr>
                                        <p:cTn id="17" dur="500"/>
                                        <p:tgtEl>
                                          <p:spTgt spid="1843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84330"/>
                                        </p:tgtEl>
                                        <p:attrNameLst>
                                          <p:attrName>style.visibility</p:attrName>
                                        </p:attrNameLst>
                                      </p:cBhvr>
                                      <p:to>
                                        <p:strVal val="visible"/>
                                      </p:to>
                                    </p:set>
                                    <p:animEffect transition="in" filter="wipe(left)">
                                      <p:cBhvr>
                                        <p:cTn id="22" dur="500"/>
                                        <p:tgtEl>
                                          <p:spTgt spid="1843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34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4342"/>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iterate type="lt">
                                    <p:tmPct val="100000"/>
                                  </p:iterate>
                                  <p:childTnLst>
                                    <p:set>
                                      <p:cBhvr>
                                        <p:cTn id="32" dur="1" fill="hold">
                                          <p:stCondLst>
                                            <p:cond delay="0"/>
                                          </p:stCondLst>
                                        </p:cTn>
                                        <p:tgtEl>
                                          <p:spTgt spid="184337"/>
                                        </p:tgtEl>
                                        <p:attrNameLst>
                                          <p:attrName>style.visibility</p:attrName>
                                        </p:attrNameLst>
                                      </p:cBhvr>
                                      <p:to>
                                        <p:strVal val="visible"/>
                                      </p:to>
                                    </p:set>
                                    <p:animEffect transition="in" filter="wipe(left)">
                                      <p:cBhvr>
                                        <p:cTn id="33" dur="75"/>
                                        <p:tgtEl>
                                          <p:spTgt spid="184337"/>
                                        </p:tgtEl>
                                      </p:cBhvr>
                                    </p:animEffect>
                                  </p:childTnLst>
                                </p:cTn>
                              </p:par>
                              <p:par>
                                <p:cTn id="34" presetID="22" presetClass="entr" presetSubtype="8" fill="hold" nodeType="withEffect">
                                  <p:stCondLst>
                                    <p:cond delay="0"/>
                                  </p:stCondLst>
                                  <p:childTnLst>
                                    <p:set>
                                      <p:cBhvr>
                                        <p:cTn id="35" dur="1" fill="hold">
                                          <p:stCondLst>
                                            <p:cond delay="0"/>
                                          </p:stCondLst>
                                        </p:cTn>
                                        <p:tgtEl>
                                          <p:spTgt spid="184338"/>
                                        </p:tgtEl>
                                        <p:attrNameLst>
                                          <p:attrName>style.visibility</p:attrName>
                                        </p:attrNameLst>
                                      </p:cBhvr>
                                      <p:to>
                                        <p:strVal val="visible"/>
                                      </p:to>
                                    </p:set>
                                    <p:animEffect transition="in" filter="wipe(left)">
                                      <p:cBhvr>
                                        <p:cTn id="36" dur="500"/>
                                        <p:tgtEl>
                                          <p:spTgt spid="18433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84339"/>
                                        </p:tgtEl>
                                        <p:attrNameLst>
                                          <p:attrName>style.visibility</p:attrName>
                                        </p:attrNameLst>
                                      </p:cBhvr>
                                      <p:to>
                                        <p:strVal val="visible"/>
                                      </p:to>
                                    </p:set>
                                    <p:animEffect transition="in" filter="wipe(left)">
                                      <p:cBhvr>
                                        <p:cTn id="41" dur="500"/>
                                        <p:tgtEl>
                                          <p:spTgt spid="18433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184340"/>
                                        </p:tgtEl>
                                        <p:attrNameLst>
                                          <p:attrName>style.visibility</p:attrName>
                                        </p:attrNameLst>
                                      </p:cBhvr>
                                      <p:to>
                                        <p:strVal val="visible"/>
                                      </p:to>
                                    </p:set>
                                    <p:animEffect transition="in" filter="wipe(left)">
                                      <p:cBhvr>
                                        <p:cTn id="46" dur="500"/>
                                        <p:tgtEl>
                                          <p:spTgt spid="18434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84343"/>
                                        </p:tgtEl>
                                        <p:attrNameLst>
                                          <p:attrName>style.visibility</p:attrName>
                                        </p:attrNameLst>
                                      </p:cBhvr>
                                      <p:to>
                                        <p:strVal val="visible"/>
                                      </p:to>
                                    </p:set>
                                    <p:anim calcmode="lin" valueType="num">
                                      <p:cBhvr additive="base">
                                        <p:cTn id="51" dur="500" fill="hold"/>
                                        <p:tgtEl>
                                          <p:spTgt spid="184343"/>
                                        </p:tgtEl>
                                        <p:attrNameLst>
                                          <p:attrName>ppt_x</p:attrName>
                                        </p:attrNameLst>
                                      </p:cBhvr>
                                      <p:tavLst>
                                        <p:tav tm="0">
                                          <p:val>
                                            <p:strVal val="#ppt_x"/>
                                          </p:val>
                                        </p:tav>
                                        <p:tav tm="100000">
                                          <p:val>
                                            <p:strVal val="#ppt_x"/>
                                          </p:val>
                                        </p:tav>
                                      </p:tavLst>
                                    </p:anim>
                                    <p:anim calcmode="lin" valueType="num">
                                      <p:cBhvr additive="base">
                                        <p:cTn id="52" dur="500" fill="hold"/>
                                        <p:tgtEl>
                                          <p:spTgt spid="1843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7" grpId="0" autoUpdateAnimBg="0"/>
      <p:bldP spid="184337" grpId="0" autoUpdateAnimBg="0"/>
      <p:bldP spid="184341" grpId="0"/>
      <p:bldP spid="184343"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250" name="Object 2"/>
          <p:cNvGraphicFramePr>
            <a:graphicFrameLocks noChangeAspect="1"/>
          </p:cNvGraphicFramePr>
          <p:nvPr/>
        </p:nvGraphicFramePr>
        <p:xfrm>
          <a:off x="2192338" y="1333500"/>
          <a:ext cx="2222500" cy="442913"/>
        </p:xfrm>
        <a:graphic>
          <a:graphicData uri="http://schemas.openxmlformats.org/presentationml/2006/ole">
            <mc:AlternateContent xmlns:mc="http://schemas.openxmlformats.org/markup-compatibility/2006">
              <mc:Choice xmlns:v="urn:schemas-microsoft-com:vml" Requires="v">
                <p:oleObj spid="_x0000_s74965" name="Equation" r:id="rId3" imgW="2222500" imgH="444500" progId="Equation.3">
                  <p:embed/>
                </p:oleObj>
              </mc:Choice>
              <mc:Fallback>
                <p:oleObj name="Equation" r:id="rId3" imgW="2222500" imgH="4445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2338" y="1333500"/>
                        <a:ext cx="222250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1" name="Object 3"/>
          <p:cNvGraphicFramePr>
            <a:graphicFrameLocks noChangeAspect="1"/>
          </p:cNvGraphicFramePr>
          <p:nvPr/>
        </p:nvGraphicFramePr>
        <p:xfrm>
          <a:off x="4865688" y="1314450"/>
          <a:ext cx="1346200" cy="444500"/>
        </p:xfrm>
        <a:graphic>
          <a:graphicData uri="http://schemas.openxmlformats.org/presentationml/2006/ole">
            <mc:AlternateContent xmlns:mc="http://schemas.openxmlformats.org/markup-compatibility/2006">
              <mc:Choice xmlns:v="urn:schemas-microsoft-com:vml" Requires="v">
                <p:oleObj spid="_x0000_s74966" name="Equation" r:id="rId5" imgW="1345616" imgH="444307" progId="Equation.3">
                  <p:embed/>
                </p:oleObj>
              </mc:Choice>
              <mc:Fallback>
                <p:oleObj name="Equation" r:id="rId5" imgW="1345616" imgH="444307"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65688" y="1314450"/>
                        <a:ext cx="13462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2" name="Object 4"/>
          <p:cNvGraphicFramePr>
            <a:graphicFrameLocks noChangeAspect="1"/>
          </p:cNvGraphicFramePr>
          <p:nvPr/>
        </p:nvGraphicFramePr>
        <p:xfrm>
          <a:off x="1439863" y="1906588"/>
          <a:ext cx="1993900" cy="442912"/>
        </p:xfrm>
        <a:graphic>
          <a:graphicData uri="http://schemas.openxmlformats.org/presentationml/2006/ole">
            <mc:AlternateContent xmlns:mc="http://schemas.openxmlformats.org/markup-compatibility/2006">
              <mc:Choice xmlns:v="urn:schemas-microsoft-com:vml" Requires="v">
                <p:oleObj spid="_x0000_s74967" name="Equation" r:id="rId7" imgW="1993900" imgH="444500" progId="Equation.3">
                  <p:embed/>
                </p:oleObj>
              </mc:Choice>
              <mc:Fallback>
                <p:oleObj name="Equation" r:id="rId7" imgW="1993900" imgH="4445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39863" y="1906588"/>
                        <a:ext cx="1993900"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3" name="Object 5"/>
          <p:cNvGraphicFramePr>
            <a:graphicFrameLocks noChangeAspect="1"/>
          </p:cNvGraphicFramePr>
          <p:nvPr/>
        </p:nvGraphicFramePr>
        <p:xfrm>
          <a:off x="3763963" y="1912938"/>
          <a:ext cx="736600" cy="379412"/>
        </p:xfrm>
        <a:graphic>
          <a:graphicData uri="http://schemas.openxmlformats.org/presentationml/2006/ole">
            <mc:AlternateContent xmlns:mc="http://schemas.openxmlformats.org/markup-compatibility/2006">
              <mc:Choice xmlns:v="urn:schemas-microsoft-com:vml" Requires="v">
                <p:oleObj spid="_x0000_s74968" name="Equation" r:id="rId9" imgW="736600" imgH="381000" progId="Equation.3">
                  <p:embed/>
                </p:oleObj>
              </mc:Choice>
              <mc:Fallback>
                <p:oleObj name="Equation" r:id="rId9" imgW="736600" imgH="3810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63963" y="1912938"/>
                        <a:ext cx="736600" cy="379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4" name="Object 6"/>
          <p:cNvGraphicFramePr>
            <a:graphicFrameLocks noChangeAspect="1"/>
          </p:cNvGraphicFramePr>
          <p:nvPr/>
        </p:nvGraphicFramePr>
        <p:xfrm>
          <a:off x="1403350" y="2509838"/>
          <a:ext cx="1168400" cy="290512"/>
        </p:xfrm>
        <a:graphic>
          <a:graphicData uri="http://schemas.openxmlformats.org/presentationml/2006/ole">
            <mc:AlternateContent xmlns:mc="http://schemas.openxmlformats.org/markup-compatibility/2006">
              <mc:Choice xmlns:v="urn:schemas-microsoft-com:vml" Requires="v">
                <p:oleObj spid="_x0000_s74969" name="Equation" r:id="rId11" imgW="1167893" imgH="291973" progId="Equation.3">
                  <p:embed/>
                </p:oleObj>
              </mc:Choice>
              <mc:Fallback>
                <p:oleObj name="Equation" r:id="rId11" imgW="1167893" imgH="291973"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03350" y="2509838"/>
                        <a:ext cx="1168400" cy="290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5" name="Object 7"/>
          <p:cNvGraphicFramePr>
            <a:graphicFrameLocks noChangeAspect="1"/>
          </p:cNvGraphicFramePr>
          <p:nvPr/>
        </p:nvGraphicFramePr>
        <p:xfrm>
          <a:off x="2584450" y="2420938"/>
          <a:ext cx="1549400" cy="457200"/>
        </p:xfrm>
        <a:graphic>
          <a:graphicData uri="http://schemas.openxmlformats.org/presentationml/2006/ole">
            <mc:AlternateContent xmlns:mc="http://schemas.openxmlformats.org/markup-compatibility/2006">
              <mc:Choice xmlns:v="urn:schemas-microsoft-com:vml" Requires="v">
                <p:oleObj spid="_x0000_s74970" name="Equation" r:id="rId13" imgW="1549400" imgH="457200" progId="Equation.3">
                  <p:embed/>
                </p:oleObj>
              </mc:Choice>
              <mc:Fallback>
                <p:oleObj name="Equation" r:id="rId13" imgW="1549400" imgH="4572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84450" y="2420938"/>
                        <a:ext cx="1549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6" name="Object 8"/>
          <p:cNvGraphicFramePr>
            <a:graphicFrameLocks noChangeAspect="1"/>
          </p:cNvGraphicFramePr>
          <p:nvPr/>
        </p:nvGraphicFramePr>
        <p:xfrm>
          <a:off x="4184650" y="2420938"/>
          <a:ext cx="1612900" cy="457200"/>
        </p:xfrm>
        <a:graphic>
          <a:graphicData uri="http://schemas.openxmlformats.org/presentationml/2006/ole">
            <mc:AlternateContent xmlns:mc="http://schemas.openxmlformats.org/markup-compatibility/2006">
              <mc:Choice xmlns:v="urn:schemas-microsoft-com:vml" Requires="v">
                <p:oleObj spid="_x0000_s74971" name="Equation" r:id="rId15" imgW="1612900" imgH="457200" progId="Equation.3">
                  <p:embed/>
                </p:oleObj>
              </mc:Choice>
              <mc:Fallback>
                <p:oleObj name="Equation" r:id="rId15" imgW="1612900" imgH="4572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84650" y="2420938"/>
                        <a:ext cx="1612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9" name="Object 11"/>
          <p:cNvGraphicFramePr>
            <a:graphicFrameLocks noChangeAspect="1"/>
          </p:cNvGraphicFramePr>
          <p:nvPr/>
        </p:nvGraphicFramePr>
        <p:xfrm>
          <a:off x="7156450" y="3182938"/>
          <a:ext cx="685800" cy="347662"/>
        </p:xfrm>
        <a:graphic>
          <a:graphicData uri="http://schemas.openxmlformats.org/presentationml/2006/ole">
            <mc:AlternateContent xmlns:mc="http://schemas.openxmlformats.org/markup-compatibility/2006">
              <mc:Choice xmlns:v="urn:schemas-microsoft-com:vml" Requires="v">
                <p:oleObj spid="_x0000_s74972" name="Equation" r:id="rId17" imgW="748975" imgH="380835" progId="Equation.3">
                  <p:embed/>
                </p:oleObj>
              </mc:Choice>
              <mc:Fallback>
                <p:oleObj name="Equation" r:id="rId17" imgW="748975" imgH="380835" progId="Equation.3">
                  <p:embed/>
                  <p:pic>
                    <p:nvPicPr>
                      <p:cNvPr id="0"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156450" y="3182938"/>
                        <a:ext cx="685800" cy="347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62" name="Text Box 14"/>
          <p:cNvSpPr txBox="1">
            <a:spLocks noChangeArrowheads="1"/>
          </p:cNvSpPr>
          <p:nvPr/>
        </p:nvSpPr>
        <p:spPr bwMode="auto">
          <a:xfrm>
            <a:off x="827088" y="1260475"/>
            <a:ext cx="10175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证明</a:t>
            </a:r>
            <a:r>
              <a:rPr lang="en-US" altLang="zh-CN"/>
              <a:t>:</a:t>
            </a:r>
          </a:p>
        </p:txBody>
      </p:sp>
      <p:graphicFrame>
        <p:nvGraphicFramePr>
          <p:cNvPr id="53263" name="Object 15"/>
          <p:cNvGraphicFramePr>
            <a:graphicFrameLocks noChangeAspect="1"/>
          </p:cNvGraphicFramePr>
          <p:nvPr/>
        </p:nvGraphicFramePr>
        <p:xfrm>
          <a:off x="827088" y="4475163"/>
          <a:ext cx="5994400" cy="546100"/>
        </p:xfrm>
        <a:graphic>
          <a:graphicData uri="http://schemas.openxmlformats.org/presentationml/2006/ole">
            <mc:AlternateContent xmlns:mc="http://schemas.openxmlformats.org/markup-compatibility/2006">
              <mc:Choice xmlns:v="urn:schemas-microsoft-com:vml" Requires="v">
                <p:oleObj spid="_x0000_s74973" name="Equation" r:id="rId19" imgW="5994400" imgH="546100" progId="Equation.3">
                  <p:embed/>
                </p:oleObj>
              </mc:Choice>
              <mc:Fallback>
                <p:oleObj name="Equation" r:id="rId19" imgW="5994400" imgH="546100" progId="Equation.3">
                  <p:embed/>
                  <p:pic>
                    <p:nvPicPr>
                      <p:cNvPr id="0" name="Object 1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27088" y="4475163"/>
                        <a:ext cx="5994400"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64" name="Rectangle 16"/>
          <p:cNvSpPr>
            <a:spLocks noChangeArrowheads="1"/>
          </p:cNvSpPr>
          <p:nvPr/>
        </p:nvSpPr>
        <p:spPr bwMode="auto">
          <a:xfrm>
            <a:off x="827088" y="3736975"/>
            <a:ext cx="47529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sz="3200">
                <a:solidFill>
                  <a:srgbClr val="0000FF"/>
                </a:solidFill>
              </a:rPr>
              <a:t>逆矩阵的运算性质</a:t>
            </a:r>
          </a:p>
        </p:txBody>
      </p:sp>
      <p:graphicFrame>
        <p:nvGraphicFramePr>
          <p:cNvPr id="53266" name="Object 18"/>
          <p:cNvGraphicFramePr>
            <a:graphicFrameLocks noChangeAspect="1"/>
          </p:cNvGraphicFramePr>
          <p:nvPr/>
        </p:nvGraphicFramePr>
        <p:xfrm>
          <a:off x="1687513" y="2935288"/>
          <a:ext cx="1311275" cy="517525"/>
        </p:xfrm>
        <a:graphic>
          <a:graphicData uri="http://schemas.openxmlformats.org/presentationml/2006/ole">
            <mc:AlternateContent xmlns:mc="http://schemas.openxmlformats.org/markup-compatibility/2006">
              <mc:Choice xmlns:v="urn:schemas-microsoft-com:vml" Requires="v">
                <p:oleObj spid="_x0000_s74974" name="公式" r:id="rId21" imgW="482391" imgH="190417" progId="Equation.3">
                  <p:embed/>
                </p:oleObj>
              </mc:Choice>
              <mc:Fallback>
                <p:oleObj name="公式" r:id="rId21" imgW="482391" imgH="190417" progId="Equation.3">
                  <p:embed/>
                  <p:pic>
                    <p:nvPicPr>
                      <p:cNvPr id="0" name="Object 1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687513" y="2935288"/>
                        <a:ext cx="1311275"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67" name="Object 19"/>
          <p:cNvGraphicFramePr>
            <a:graphicFrameLocks noChangeAspect="1"/>
          </p:cNvGraphicFramePr>
          <p:nvPr/>
        </p:nvGraphicFramePr>
        <p:xfrm>
          <a:off x="2968625" y="2935288"/>
          <a:ext cx="1023938" cy="530225"/>
        </p:xfrm>
        <a:graphic>
          <a:graphicData uri="http://schemas.openxmlformats.org/presentationml/2006/ole">
            <mc:AlternateContent xmlns:mc="http://schemas.openxmlformats.org/markup-compatibility/2006">
              <mc:Choice xmlns:v="urn:schemas-microsoft-com:vml" Requires="v">
                <p:oleObj spid="_x0000_s74975" name="公式" r:id="rId23" imgW="368300" imgH="190500" progId="Equation.3">
                  <p:embed/>
                </p:oleObj>
              </mc:Choice>
              <mc:Fallback>
                <p:oleObj name="公式" r:id="rId23" imgW="368300" imgH="190500" progId="Equation.3">
                  <p:embed/>
                  <p:pic>
                    <p:nvPicPr>
                      <p:cNvPr id="0" name="Object 1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968625" y="2935288"/>
                        <a:ext cx="1023938"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767" name="Rectangle 21"/>
          <p:cNvSpPr>
            <a:spLocks noChangeArrowheads="1"/>
          </p:cNvSpPr>
          <p:nvPr/>
        </p:nvSpPr>
        <p:spPr bwMode="auto">
          <a:xfrm>
            <a:off x="827088" y="250825"/>
            <a:ext cx="77057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marL="903288" indent="-903288"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0000FF"/>
                </a:solidFill>
              </a:rPr>
              <a:t>推论</a:t>
            </a:r>
            <a:r>
              <a:rPr lang="zh-CN" altLang="en-US">
                <a:ea typeface="宋体" pitchFamily="2" charset="-122"/>
              </a:rPr>
              <a:t>  设</a:t>
            </a:r>
            <a:r>
              <a:rPr lang="en-US" altLang="zh-CN" i="1">
                <a:ea typeface="宋体" pitchFamily="2" charset="-122"/>
              </a:rPr>
              <a:t>A</a:t>
            </a:r>
            <a:r>
              <a:rPr lang="zh-CN" altLang="en-US">
                <a:ea typeface="宋体" pitchFamily="2" charset="-122"/>
              </a:rPr>
              <a:t>、</a:t>
            </a:r>
            <a:r>
              <a:rPr lang="en-US" altLang="zh-CN" i="1">
                <a:ea typeface="宋体" pitchFamily="2" charset="-122"/>
              </a:rPr>
              <a:t>B</a:t>
            </a:r>
            <a:r>
              <a:rPr lang="zh-CN" altLang="en-US">
                <a:ea typeface="宋体" pitchFamily="2" charset="-122"/>
              </a:rPr>
              <a:t>为</a:t>
            </a:r>
            <a:r>
              <a:rPr lang="en-US" altLang="zh-CN" i="1">
                <a:ea typeface="宋体" pitchFamily="2" charset="-122"/>
              </a:rPr>
              <a:t>n</a:t>
            </a:r>
            <a:r>
              <a:rPr lang="zh-CN" altLang="en-US">
                <a:ea typeface="宋体" pitchFamily="2" charset="-122"/>
              </a:rPr>
              <a:t>阶矩阵，若</a:t>
            </a:r>
            <a:r>
              <a:rPr lang="en-US" altLang="zh-CN" i="1">
                <a:ea typeface="宋体" pitchFamily="2" charset="-122"/>
              </a:rPr>
              <a:t>AB</a:t>
            </a:r>
            <a:r>
              <a:rPr lang="en-US" altLang="zh-CN">
                <a:ea typeface="宋体" pitchFamily="2" charset="-122"/>
              </a:rPr>
              <a:t>=</a:t>
            </a:r>
            <a:r>
              <a:rPr lang="en-US" altLang="zh-CN" i="1">
                <a:ea typeface="宋体" pitchFamily="2" charset="-122"/>
              </a:rPr>
              <a:t>E</a:t>
            </a:r>
            <a:r>
              <a:rPr lang="zh-CN" altLang="en-US">
                <a:ea typeface="宋体" pitchFamily="2" charset="-122"/>
              </a:rPr>
              <a:t>（或</a:t>
            </a:r>
            <a:r>
              <a:rPr lang="en-US" altLang="zh-CN" i="1">
                <a:ea typeface="宋体" pitchFamily="2" charset="-122"/>
              </a:rPr>
              <a:t>BA=E</a:t>
            </a:r>
            <a:r>
              <a:rPr lang="zh-CN" altLang="en-US">
                <a:ea typeface="宋体" pitchFamily="2" charset="-122"/>
              </a:rPr>
              <a:t>）成立，则</a:t>
            </a:r>
            <a:r>
              <a:rPr lang="en-US" altLang="zh-CN" i="1">
                <a:ea typeface="宋体" pitchFamily="2" charset="-122"/>
              </a:rPr>
              <a:t>B</a:t>
            </a:r>
            <a:r>
              <a:rPr lang="en-US" altLang="zh-CN">
                <a:ea typeface="宋体" pitchFamily="2" charset="-122"/>
              </a:rPr>
              <a:t>=</a:t>
            </a:r>
            <a:r>
              <a:rPr lang="en-US" altLang="zh-CN" i="1">
                <a:ea typeface="宋体" pitchFamily="2" charset="-122"/>
              </a:rPr>
              <a:t>A</a:t>
            </a:r>
            <a:r>
              <a:rPr lang="en-US" altLang="zh-CN" baseline="30000">
                <a:ea typeface="宋体" pitchFamily="2" charset="-122"/>
              </a:rPr>
              <a:t>−1</a:t>
            </a:r>
            <a:r>
              <a:rPr lang="en-US" altLang="zh-CN">
                <a:ea typeface="宋体" pitchFamily="2" charset="-122"/>
              </a:rPr>
              <a:t>.</a:t>
            </a:r>
          </a:p>
        </p:txBody>
      </p:sp>
      <p:graphicFrame>
        <p:nvGraphicFramePr>
          <p:cNvPr id="53270" name="Object 22"/>
          <p:cNvGraphicFramePr>
            <a:graphicFrameLocks noChangeAspect="1"/>
          </p:cNvGraphicFramePr>
          <p:nvPr/>
        </p:nvGraphicFramePr>
        <p:xfrm>
          <a:off x="720725" y="5213350"/>
          <a:ext cx="5364163" cy="592138"/>
        </p:xfrm>
        <a:graphic>
          <a:graphicData uri="http://schemas.openxmlformats.org/presentationml/2006/ole">
            <mc:AlternateContent xmlns:mc="http://schemas.openxmlformats.org/markup-compatibility/2006">
              <mc:Choice xmlns:v="urn:schemas-microsoft-com:vml" Requires="v">
                <p:oleObj spid="_x0000_s74976" name="Equation" r:id="rId25" imgW="2298700" imgH="254000" progId="Equation.DSMT4">
                  <p:embed/>
                </p:oleObj>
              </mc:Choice>
              <mc:Fallback>
                <p:oleObj name="Equation" r:id="rId25" imgW="2298700" imgH="254000" progId="Equation.DSMT4">
                  <p:embed/>
                  <p:pic>
                    <p:nvPicPr>
                      <p:cNvPr id="0" name="Object 2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20725" y="5213350"/>
                        <a:ext cx="5364163" cy="592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71" name="Object 23"/>
          <p:cNvGraphicFramePr>
            <a:graphicFrameLocks noChangeAspect="1"/>
          </p:cNvGraphicFramePr>
          <p:nvPr/>
        </p:nvGraphicFramePr>
        <p:xfrm>
          <a:off x="6156325" y="5038725"/>
          <a:ext cx="2222500" cy="838200"/>
        </p:xfrm>
        <a:graphic>
          <a:graphicData uri="http://schemas.openxmlformats.org/presentationml/2006/ole">
            <mc:AlternateContent xmlns:mc="http://schemas.openxmlformats.org/markup-compatibility/2006">
              <mc:Choice xmlns:v="urn:schemas-microsoft-com:vml" Requires="v">
                <p:oleObj spid="_x0000_s74977" name="Equation" r:id="rId27" imgW="2222500" imgH="838200" progId="Equation.3">
                  <p:embed/>
                </p:oleObj>
              </mc:Choice>
              <mc:Fallback>
                <p:oleObj name="Equation" r:id="rId27" imgW="2222500" imgH="838200" progId="Equation.3">
                  <p:embed/>
                  <p:pic>
                    <p:nvPicPr>
                      <p:cNvPr id="0" name="Object 2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156325" y="5038725"/>
                        <a:ext cx="22225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53262"/>
                                        </p:tgtEl>
                                        <p:attrNameLst>
                                          <p:attrName>style.visibility</p:attrName>
                                        </p:attrNameLst>
                                      </p:cBhvr>
                                      <p:to>
                                        <p:strVal val="visible"/>
                                      </p:to>
                                    </p:set>
                                    <p:animEffect transition="in" filter="wipe(left)">
                                      <p:cBhvr>
                                        <p:cTn id="7" dur="75"/>
                                        <p:tgtEl>
                                          <p:spTgt spid="532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3250"/>
                                        </p:tgtEl>
                                        <p:attrNameLst>
                                          <p:attrName>style.visibility</p:attrName>
                                        </p:attrNameLst>
                                      </p:cBhvr>
                                      <p:to>
                                        <p:strVal val="visible"/>
                                      </p:to>
                                    </p:set>
                                    <p:animEffect transition="in" filter="wipe(left)">
                                      <p:cBhvr>
                                        <p:cTn id="12" dur="500"/>
                                        <p:tgtEl>
                                          <p:spTgt spid="532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3251"/>
                                        </p:tgtEl>
                                        <p:attrNameLst>
                                          <p:attrName>style.visibility</p:attrName>
                                        </p:attrNameLst>
                                      </p:cBhvr>
                                      <p:to>
                                        <p:strVal val="visible"/>
                                      </p:to>
                                    </p:set>
                                    <p:animEffect transition="in" filter="wipe(left)">
                                      <p:cBhvr>
                                        <p:cTn id="17" dur="500"/>
                                        <p:tgtEl>
                                          <p:spTgt spid="5325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3252"/>
                                        </p:tgtEl>
                                        <p:attrNameLst>
                                          <p:attrName>style.visibility</p:attrName>
                                        </p:attrNameLst>
                                      </p:cBhvr>
                                      <p:to>
                                        <p:strVal val="visible"/>
                                      </p:to>
                                    </p:set>
                                    <p:animEffect transition="in" filter="wipe(left)">
                                      <p:cBhvr>
                                        <p:cTn id="22" dur="500"/>
                                        <p:tgtEl>
                                          <p:spTgt spid="5325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3253"/>
                                        </p:tgtEl>
                                        <p:attrNameLst>
                                          <p:attrName>style.visibility</p:attrName>
                                        </p:attrNameLst>
                                      </p:cBhvr>
                                      <p:to>
                                        <p:strVal val="visible"/>
                                      </p:to>
                                    </p:set>
                                    <p:animEffect transition="in" filter="wipe(left)">
                                      <p:cBhvr>
                                        <p:cTn id="27" dur="500"/>
                                        <p:tgtEl>
                                          <p:spTgt spid="5325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3254"/>
                                        </p:tgtEl>
                                        <p:attrNameLst>
                                          <p:attrName>style.visibility</p:attrName>
                                        </p:attrNameLst>
                                      </p:cBhvr>
                                      <p:to>
                                        <p:strVal val="visible"/>
                                      </p:to>
                                    </p:set>
                                    <p:animEffect transition="in" filter="wipe(left)">
                                      <p:cBhvr>
                                        <p:cTn id="32" dur="500"/>
                                        <p:tgtEl>
                                          <p:spTgt spid="5325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3255"/>
                                        </p:tgtEl>
                                        <p:attrNameLst>
                                          <p:attrName>style.visibility</p:attrName>
                                        </p:attrNameLst>
                                      </p:cBhvr>
                                      <p:to>
                                        <p:strVal val="visible"/>
                                      </p:to>
                                    </p:set>
                                    <p:animEffect transition="in" filter="wipe(left)">
                                      <p:cBhvr>
                                        <p:cTn id="37" dur="500"/>
                                        <p:tgtEl>
                                          <p:spTgt spid="5325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3256"/>
                                        </p:tgtEl>
                                        <p:attrNameLst>
                                          <p:attrName>style.visibility</p:attrName>
                                        </p:attrNameLst>
                                      </p:cBhvr>
                                      <p:to>
                                        <p:strVal val="visible"/>
                                      </p:to>
                                    </p:set>
                                    <p:animEffect transition="in" filter="wipe(left)">
                                      <p:cBhvr>
                                        <p:cTn id="42" dur="500"/>
                                        <p:tgtEl>
                                          <p:spTgt spid="5325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3266"/>
                                        </p:tgtEl>
                                        <p:attrNameLst>
                                          <p:attrName>style.visibility</p:attrName>
                                        </p:attrNameLst>
                                      </p:cBhvr>
                                      <p:to>
                                        <p:strVal val="visible"/>
                                      </p:to>
                                    </p:set>
                                    <p:animEffect transition="in" filter="wipe(left)">
                                      <p:cBhvr>
                                        <p:cTn id="47" dur="500"/>
                                        <p:tgtEl>
                                          <p:spTgt spid="5326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8" presetClass="entr" presetSubtype="16" fill="hold" nodeType="clickEffect">
                                  <p:stCondLst>
                                    <p:cond delay="0"/>
                                  </p:stCondLst>
                                  <p:childTnLst>
                                    <p:set>
                                      <p:cBhvr>
                                        <p:cTn id="51" dur="1" fill="hold">
                                          <p:stCondLst>
                                            <p:cond delay="0"/>
                                          </p:stCondLst>
                                        </p:cTn>
                                        <p:tgtEl>
                                          <p:spTgt spid="53267"/>
                                        </p:tgtEl>
                                        <p:attrNameLst>
                                          <p:attrName>style.visibility</p:attrName>
                                        </p:attrNameLst>
                                      </p:cBhvr>
                                      <p:to>
                                        <p:strVal val="visible"/>
                                      </p:to>
                                    </p:set>
                                    <p:animEffect transition="in" filter="diamond(in)">
                                      <p:cBhvr>
                                        <p:cTn id="52" dur="500"/>
                                        <p:tgtEl>
                                          <p:spTgt spid="53267"/>
                                        </p:tgtEl>
                                      </p:cBhvr>
                                    </p:animEffect>
                                  </p:childTnLst>
                                </p:cTn>
                              </p:par>
                              <p:par>
                                <p:cTn id="53" presetID="22" presetClass="entr" presetSubtype="8" fill="hold" nodeType="withEffect">
                                  <p:stCondLst>
                                    <p:cond delay="0"/>
                                  </p:stCondLst>
                                  <p:childTnLst>
                                    <p:set>
                                      <p:cBhvr>
                                        <p:cTn id="54" dur="1" fill="hold">
                                          <p:stCondLst>
                                            <p:cond delay="0"/>
                                          </p:stCondLst>
                                        </p:cTn>
                                        <p:tgtEl>
                                          <p:spTgt spid="53259"/>
                                        </p:tgtEl>
                                        <p:attrNameLst>
                                          <p:attrName>style.visibility</p:attrName>
                                        </p:attrNameLst>
                                      </p:cBhvr>
                                      <p:to>
                                        <p:strVal val="visible"/>
                                      </p:to>
                                    </p:set>
                                    <p:animEffect transition="in" filter="wipe(left)">
                                      <p:cBhvr>
                                        <p:cTn id="55" dur="500"/>
                                        <p:tgtEl>
                                          <p:spTgt spid="53259"/>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iterate type="lt">
                                    <p:tmPct val="100000"/>
                                  </p:iterate>
                                  <p:childTnLst>
                                    <p:set>
                                      <p:cBhvr>
                                        <p:cTn id="59" dur="1" fill="hold">
                                          <p:stCondLst>
                                            <p:cond delay="0"/>
                                          </p:stCondLst>
                                        </p:cTn>
                                        <p:tgtEl>
                                          <p:spTgt spid="53264"/>
                                        </p:tgtEl>
                                        <p:attrNameLst>
                                          <p:attrName>style.visibility</p:attrName>
                                        </p:attrNameLst>
                                      </p:cBhvr>
                                      <p:to>
                                        <p:strVal val="visible"/>
                                      </p:to>
                                    </p:set>
                                    <p:animEffect transition="in" filter="wipe(left)">
                                      <p:cBhvr>
                                        <p:cTn id="60" dur="75"/>
                                        <p:tgtEl>
                                          <p:spTgt spid="5326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53263"/>
                                        </p:tgtEl>
                                        <p:attrNameLst>
                                          <p:attrName>style.visibility</p:attrName>
                                        </p:attrNameLst>
                                      </p:cBhvr>
                                      <p:to>
                                        <p:strVal val="visible"/>
                                      </p:to>
                                    </p:set>
                                    <p:animEffect transition="in" filter="wipe(left)">
                                      <p:cBhvr>
                                        <p:cTn id="65" dur="500"/>
                                        <p:tgtEl>
                                          <p:spTgt spid="53263"/>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53271"/>
                                        </p:tgtEl>
                                        <p:attrNameLst>
                                          <p:attrName>style.visibility</p:attrName>
                                        </p:attrNameLst>
                                      </p:cBhvr>
                                      <p:to>
                                        <p:strVal val="visible"/>
                                      </p:to>
                                    </p:set>
                                    <p:animEffect transition="in" filter="wipe(left)">
                                      <p:cBhvr>
                                        <p:cTn id="70" dur="500"/>
                                        <p:tgtEl>
                                          <p:spTgt spid="53271"/>
                                        </p:tgtEl>
                                      </p:cBhvr>
                                    </p:animEffect>
                                  </p:childTnLst>
                                  <p:subTnLst>
                                    <p:animClr clrSpc="rgb" dir="cw">
                                      <p:cBhvr override="childStyle">
                                        <p:cTn dur="1" fill="hold" display="0" masterRel="nextClick" afterEffect="1"/>
                                        <p:tgtEl>
                                          <p:spTgt spid="53271"/>
                                        </p:tgtEl>
                                        <p:attrNameLst>
                                          <p:attrName>ppt_c</p:attrName>
                                        </p:attrNameLst>
                                      </p:cBhvr>
                                      <p:to>
                                        <a:srgbClr val="0000FF"/>
                                      </p:to>
                                    </p:animClr>
                                  </p:subTnLst>
                                </p:cTn>
                              </p:par>
                              <p:par>
                                <p:cTn id="71" presetID="22" presetClass="entr" presetSubtype="8" fill="hold" nodeType="withEffect">
                                  <p:stCondLst>
                                    <p:cond delay="0"/>
                                  </p:stCondLst>
                                  <p:childTnLst>
                                    <p:set>
                                      <p:cBhvr>
                                        <p:cTn id="72" dur="1" fill="hold">
                                          <p:stCondLst>
                                            <p:cond delay="0"/>
                                          </p:stCondLst>
                                        </p:cTn>
                                        <p:tgtEl>
                                          <p:spTgt spid="53270"/>
                                        </p:tgtEl>
                                        <p:attrNameLst>
                                          <p:attrName>style.visibility</p:attrName>
                                        </p:attrNameLst>
                                      </p:cBhvr>
                                      <p:to>
                                        <p:strVal val="visible"/>
                                      </p:to>
                                    </p:set>
                                    <p:animEffect transition="in" filter="wipe(left)">
                                      <p:cBhvr>
                                        <p:cTn id="73" dur="500"/>
                                        <p:tgtEl>
                                          <p:spTgt spid="53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62" grpId="0" autoUpdateAnimBg="0"/>
      <p:bldP spid="53264"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778" name="Object 3"/>
          <p:cNvGraphicFramePr>
            <a:graphicFrameLocks noChangeAspect="1"/>
          </p:cNvGraphicFramePr>
          <p:nvPr/>
        </p:nvGraphicFramePr>
        <p:xfrm>
          <a:off x="914400" y="404813"/>
          <a:ext cx="7240588" cy="952500"/>
        </p:xfrm>
        <a:graphic>
          <a:graphicData uri="http://schemas.openxmlformats.org/presentationml/2006/ole">
            <mc:AlternateContent xmlns:mc="http://schemas.openxmlformats.org/markup-compatibility/2006">
              <mc:Choice xmlns:v="urn:schemas-microsoft-com:vml" Requires="v">
                <p:oleObj spid="_x0000_s76008" name="Equation" r:id="rId3" imgW="7239000" imgH="952500" progId="Equation.DSMT4">
                  <p:embed/>
                </p:oleObj>
              </mc:Choice>
              <mc:Fallback>
                <p:oleObj name="Equation" r:id="rId3" imgW="7239000" imgH="9525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404813"/>
                        <a:ext cx="7240588" cy="952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79" name="Object 4"/>
          <p:cNvGraphicFramePr>
            <a:graphicFrameLocks noChangeAspect="1"/>
          </p:cNvGraphicFramePr>
          <p:nvPr/>
        </p:nvGraphicFramePr>
        <p:xfrm>
          <a:off x="1206500" y="1847850"/>
          <a:ext cx="188913" cy="415925"/>
        </p:xfrm>
        <a:graphic>
          <a:graphicData uri="http://schemas.openxmlformats.org/presentationml/2006/ole">
            <mc:AlternateContent xmlns:mc="http://schemas.openxmlformats.org/markup-compatibility/2006">
              <mc:Choice xmlns:v="urn:schemas-microsoft-com:vml" Requires="v">
                <p:oleObj spid="_x0000_s76009" name="Equation" r:id="rId5" imgW="190500" imgH="419100" progId="Equation.3">
                  <p:embed/>
                </p:oleObj>
              </mc:Choice>
              <mc:Fallback>
                <p:oleObj name="Equation" r:id="rId5" imgW="190500" imgH="4191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6500" y="1847850"/>
                        <a:ext cx="188913" cy="415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77" name="Object 5"/>
          <p:cNvGraphicFramePr>
            <a:graphicFrameLocks noChangeAspect="1"/>
          </p:cNvGraphicFramePr>
          <p:nvPr/>
        </p:nvGraphicFramePr>
        <p:xfrm>
          <a:off x="2362200" y="1489075"/>
          <a:ext cx="3898900" cy="457200"/>
        </p:xfrm>
        <a:graphic>
          <a:graphicData uri="http://schemas.openxmlformats.org/presentationml/2006/ole">
            <mc:AlternateContent xmlns:mc="http://schemas.openxmlformats.org/markup-compatibility/2006">
              <mc:Choice xmlns:v="urn:schemas-microsoft-com:vml" Requires="v">
                <p:oleObj spid="_x0000_s76010" name="Equation" r:id="rId7" imgW="4127500" imgH="457200" progId="Equation.3">
                  <p:embed/>
                </p:oleObj>
              </mc:Choice>
              <mc:Fallback>
                <p:oleObj name="Equation" r:id="rId7" imgW="4127500" imgH="4572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2200" y="1489075"/>
                        <a:ext cx="3898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78" name="Object 6"/>
          <p:cNvGraphicFramePr>
            <a:graphicFrameLocks noChangeAspect="1"/>
          </p:cNvGraphicFramePr>
          <p:nvPr/>
        </p:nvGraphicFramePr>
        <p:xfrm>
          <a:off x="4291013" y="2000250"/>
          <a:ext cx="3762375" cy="558800"/>
        </p:xfrm>
        <a:graphic>
          <a:graphicData uri="http://schemas.openxmlformats.org/presentationml/2006/ole">
            <mc:AlternateContent xmlns:mc="http://schemas.openxmlformats.org/markup-compatibility/2006">
              <mc:Choice xmlns:v="urn:schemas-microsoft-com:vml" Requires="v">
                <p:oleObj spid="_x0000_s76011" name="Equation" r:id="rId9" imgW="1282700" imgH="190500" progId="Equation.3">
                  <p:embed/>
                </p:oleObj>
              </mc:Choice>
              <mc:Fallback>
                <p:oleObj name="Equation" r:id="rId9" imgW="1282700" imgH="1905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91013" y="2000250"/>
                        <a:ext cx="3762375"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2" name="Object 7"/>
          <p:cNvGraphicFramePr>
            <a:graphicFrameLocks noChangeAspect="1"/>
          </p:cNvGraphicFramePr>
          <p:nvPr/>
        </p:nvGraphicFramePr>
        <p:xfrm>
          <a:off x="3000375" y="857250"/>
          <a:ext cx="1979613" cy="534988"/>
        </p:xfrm>
        <a:graphic>
          <a:graphicData uri="http://schemas.openxmlformats.org/presentationml/2006/ole">
            <mc:AlternateContent xmlns:mc="http://schemas.openxmlformats.org/markup-compatibility/2006">
              <mc:Choice xmlns:v="urn:schemas-microsoft-com:vml" Requires="v">
                <p:oleObj spid="_x0000_s76012" name="Equation" r:id="rId11" imgW="1016000" imgH="228600" progId="Equation.3">
                  <p:embed/>
                </p:oleObj>
              </mc:Choice>
              <mc:Fallback>
                <p:oleObj name="Equation" r:id="rId11" imgW="1016000" imgH="2286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00375" y="857250"/>
                        <a:ext cx="1979613" cy="53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80" name="Object 8"/>
          <p:cNvGraphicFramePr>
            <a:graphicFrameLocks noChangeAspect="1"/>
          </p:cNvGraphicFramePr>
          <p:nvPr/>
        </p:nvGraphicFramePr>
        <p:xfrm>
          <a:off x="2195513" y="2636838"/>
          <a:ext cx="2832100" cy="481012"/>
        </p:xfrm>
        <a:graphic>
          <a:graphicData uri="http://schemas.openxmlformats.org/presentationml/2006/ole">
            <mc:AlternateContent xmlns:mc="http://schemas.openxmlformats.org/markup-compatibility/2006">
              <mc:Choice xmlns:v="urn:schemas-microsoft-com:vml" Requires="v">
                <p:oleObj spid="_x0000_s76013" name="Equation" r:id="rId13" imgW="2832100" imgH="482600" progId="Equation.3">
                  <p:embed/>
                </p:oleObj>
              </mc:Choice>
              <mc:Fallback>
                <p:oleObj name="Equation" r:id="rId13" imgW="2832100" imgH="482600"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95513" y="2636838"/>
                        <a:ext cx="2832100"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81" name="Rectangle 9"/>
          <p:cNvSpPr>
            <a:spLocks noChangeArrowheads="1"/>
          </p:cNvSpPr>
          <p:nvPr/>
        </p:nvSpPr>
        <p:spPr bwMode="auto">
          <a:xfrm>
            <a:off x="914400" y="1435100"/>
            <a:ext cx="10175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证明</a:t>
            </a:r>
            <a:r>
              <a:rPr lang="en-US" altLang="zh-CN"/>
              <a:t>:</a:t>
            </a:r>
          </a:p>
        </p:txBody>
      </p:sp>
      <p:grpSp>
        <p:nvGrpSpPr>
          <p:cNvPr id="2" name="Group 21"/>
          <p:cNvGrpSpPr>
            <a:grpSpLocks/>
          </p:cNvGrpSpPr>
          <p:nvPr/>
        </p:nvGrpSpPr>
        <p:grpSpPr bwMode="auto">
          <a:xfrm>
            <a:off x="1187450" y="3284538"/>
            <a:ext cx="4991100" cy="508000"/>
            <a:chOff x="720" y="480"/>
            <a:chExt cx="3144" cy="320"/>
          </a:xfrm>
        </p:grpSpPr>
        <p:graphicFrame>
          <p:nvGraphicFramePr>
            <p:cNvPr id="75791" name="Object 22"/>
            <p:cNvGraphicFramePr>
              <a:graphicFrameLocks noChangeAspect="1"/>
            </p:cNvGraphicFramePr>
            <p:nvPr/>
          </p:nvGraphicFramePr>
          <p:xfrm>
            <a:off x="720" y="480"/>
            <a:ext cx="3120" cy="312"/>
          </p:xfrm>
          <a:graphic>
            <a:graphicData uri="http://schemas.openxmlformats.org/presentationml/2006/ole">
              <mc:AlternateContent xmlns:mc="http://schemas.openxmlformats.org/markup-compatibility/2006">
                <mc:Choice xmlns:v="urn:schemas-microsoft-com:vml" Requires="v">
                  <p:oleObj spid="_x0000_s76014" name="Equation" r:id="rId15" imgW="5207000" imgH="495300" progId="Equation.3">
                    <p:embed/>
                  </p:oleObj>
                </mc:Choice>
                <mc:Fallback>
                  <p:oleObj name="Equation" r:id="rId15" imgW="5207000" imgH="495300" progId="Equation.3">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0" y="480"/>
                          <a:ext cx="3120"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92" name="Object 23"/>
            <p:cNvGraphicFramePr>
              <a:graphicFrameLocks noChangeAspect="1"/>
            </p:cNvGraphicFramePr>
            <p:nvPr/>
          </p:nvGraphicFramePr>
          <p:xfrm>
            <a:off x="1392" y="528"/>
            <a:ext cx="232" cy="264"/>
          </p:xfrm>
          <a:graphic>
            <a:graphicData uri="http://schemas.openxmlformats.org/presentationml/2006/ole">
              <mc:AlternateContent xmlns:mc="http://schemas.openxmlformats.org/markup-compatibility/2006">
                <mc:Choice xmlns:v="urn:schemas-microsoft-com:vml" Requires="v">
                  <p:oleObj spid="_x0000_s76015" name="Equation" r:id="rId17" imgW="361816" imgH="409706" progId="Equation.3">
                    <p:embed/>
                  </p:oleObj>
                </mc:Choice>
                <mc:Fallback>
                  <p:oleObj name="Equation" r:id="rId17" imgW="361816" imgH="409706" progId="Equation.3">
                    <p:embed/>
                    <p:pic>
                      <p:nvPicPr>
                        <p:cNvPr id="0" name="Object 2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392" y="528"/>
                          <a:ext cx="232"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93" name="Object 24"/>
            <p:cNvGraphicFramePr>
              <a:graphicFrameLocks noChangeAspect="1"/>
            </p:cNvGraphicFramePr>
            <p:nvPr/>
          </p:nvGraphicFramePr>
          <p:xfrm>
            <a:off x="2112" y="528"/>
            <a:ext cx="288" cy="272"/>
          </p:xfrm>
          <a:graphic>
            <a:graphicData uri="http://schemas.openxmlformats.org/presentationml/2006/ole">
              <mc:AlternateContent xmlns:mc="http://schemas.openxmlformats.org/markup-compatibility/2006">
                <mc:Choice xmlns:v="urn:schemas-microsoft-com:vml" Requires="v">
                  <p:oleObj spid="_x0000_s76016" name="Equation" r:id="rId19" imgW="447518" imgH="418929" progId="Equation.3">
                    <p:embed/>
                  </p:oleObj>
                </mc:Choice>
                <mc:Fallback>
                  <p:oleObj name="Equation" r:id="rId19" imgW="447518" imgH="418929" progId="Equation.3">
                    <p:embed/>
                    <p:pic>
                      <p:nvPicPr>
                        <p:cNvPr id="0" name="Object 2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12" y="528"/>
                          <a:ext cx="288"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94" name="Object 25"/>
            <p:cNvGraphicFramePr>
              <a:graphicFrameLocks noChangeAspect="1"/>
            </p:cNvGraphicFramePr>
            <p:nvPr/>
          </p:nvGraphicFramePr>
          <p:xfrm>
            <a:off x="2928" y="480"/>
            <a:ext cx="168" cy="240"/>
          </p:xfrm>
          <a:graphic>
            <a:graphicData uri="http://schemas.openxmlformats.org/presentationml/2006/ole">
              <mc:AlternateContent xmlns:mc="http://schemas.openxmlformats.org/markup-compatibility/2006">
                <mc:Choice xmlns:v="urn:schemas-microsoft-com:vml" Requires="v">
                  <p:oleObj spid="_x0000_s76017" name="Equation" r:id="rId21" imgW="266584" imgH="380835" progId="Equation.3">
                    <p:embed/>
                  </p:oleObj>
                </mc:Choice>
                <mc:Fallback>
                  <p:oleObj name="Equation" r:id="rId21" imgW="266584" imgH="380835" progId="Equation.3">
                    <p:embed/>
                    <p:pic>
                      <p:nvPicPr>
                        <p:cNvPr id="0" name="Object 2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928" y="480"/>
                          <a:ext cx="168"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95" name="Object 26"/>
            <p:cNvGraphicFramePr>
              <a:graphicFrameLocks noChangeAspect="1"/>
            </p:cNvGraphicFramePr>
            <p:nvPr/>
          </p:nvGraphicFramePr>
          <p:xfrm>
            <a:off x="2736" y="528"/>
            <a:ext cx="288" cy="272"/>
          </p:xfrm>
          <a:graphic>
            <a:graphicData uri="http://schemas.openxmlformats.org/presentationml/2006/ole">
              <mc:AlternateContent xmlns:mc="http://schemas.openxmlformats.org/markup-compatibility/2006">
                <mc:Choice xmlns:v="urn:schemas-microsoft-com:vml" Requires="v">
                  <p:oleObj spid="_x0000_s76018" name="Equation" r:id="rId23" imgW="447518" imgH="418929" progId="Equation.3">
                    <p:embed/>
                  </p:oleObj>
                </mc:Choice>
                <mc:Fallback>
                  <p:oleObj name="Equation" r:id="rId23" imgW="447518" imgH="418929" progId="Equation.3">
                    <p:embed/>
                    <p:pic>
                      <p:nvPicPr>
                        <p:cNvPr id="0" name="Object 2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736" y="528"/>
                          <a:ext cx="288"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96" name="Object 27"/>
            <p:cNvGraphicFramePr>
              <a:graphicFrameLocks noChangeAspect="1"/>
            </p:cNvGraphicFramePr>
            <p:nvPr/>
          </p:nvGraphicFramePr>
          <p:xfrm>
            <a:off x="3696" y="480"/>
            <a:ext cx="168" cy="240"/>
          </p:xfrm>
          <a:graphic>
            <a:graphicData uri="http://schemas.openxmlformats.org/presentationml/2006/ole">
              <mc:AlternateContent xmlns:mc="http://schemas.openxmlformats.org/markup-compatibility/2006">
                <mc:Choice xmlns:v="urn:schemas-microsoft-com:vml" Requires="v">
                  <p:oleObj spid="_x0000_s76019" name="Equation" r:id="rId25" imgW="266584" imgH="380835" progId="Equation.3">
                    <p:embed/>
                  </p:oleObj>
                </mc:Choice>
                <mc:Fallback>
                  <p:oleObj name="Equation" r:id="rId25" imgW="266584" imgH="380835" progId="Equation.3">
                    <p:embed/>
                    <p:pic>
                      <p:nvPicPr>
                        <p:cNvPr id="0" name="Object 2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696" y="480"/>
                          <a:ext cx="168"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97" name="Object 28"/>
            <p:cNvGraphicFramePr>
              <a:graphicFrameLocks noChangeAspect="1"/>
            </p:cNvGraphicFramePr>
            <p:nvPr/>
          </p:nvGraphicFramePr>
          <p:xfrm>
            <a:off x="3504" y="528"/>
            <a:ext cx="232" cy="264"/>
          </p:xfrm>
          <a:graphic>
            <a:graphicData uri="http://schemas.openxmlformats.org/presentationml/2006/ole">
              <mc:AlternateContent xmlns:mc="http://schemas.openxmlformats.org/markup-compatibility/2006">
                <mc:Choice xmlns:v="urn:schemas-microsoft-com:vml" Requires="v">
                  <p:oleObj spid="_x0000_s76020" name="Equation" r:id="rId27" imgW="361816" imgH="409706" progId="Equation.3">
                    <p:embed/>
                  </p:oleObj>
                </mc:Choice>
                <mc:Fallback>
                  <p:oleObj name="Equation" r:id="rId27" imgW="361816" imgH="409706" progId="Equation.3">
                    <p:embed/>
                    <p:pic>
                      <p:nvPicPr>
                        <p:cNvPr id="0" name="Object 2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504" y="528"/>
                          <a:ext cx="232"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4302" name="Rectangle 30"/>
          <p:cNvSpPr>
            <a:spLocks noChangeArrowheads="1"/>
          </p:cNvSpPr>
          <p:nvPr/>
        </p:nvSpPr>
        <p:spPr bwMode="auto">
          <a:xfrm>
            <a:off x="2124075" y="4005263"/>
            <a:ext cx="13684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cs typeface="Times New Roman" pitchFamily="18" charset="0"/>
              </a:rPr>
              <a:t>其中</a:t>
            </a:r>
          </a:p>
        </p:txBody>
      </p:sp>
      <p:graphicFrame>
        <p:nvGraphicFramePr>
          <p:cNvPr id="54301" name="Object 29"/>
          <p:cNvGraphicFramePr>
            <a:graphicFrameLocks noChangeAspect="1"/>
          </p:cNvGraphicFramePr>
          <p:nvPr/>
        </p:nvGraphicFramePr>
        <p:xfrm>
          <a:off x="2987675" y="4005263"/>
          <a:ext cx="2089150" cy="544512"/>
        </p:xfrm>
        <a:graphic>
          <a:graphicData uri="http://schemas.openxmlformats.org/presentationml/2006/ole">
            <mc:AlternateContent xmlns:mc="http://schemas.openxmlformats.org/markup-compatibility/2006">
              <mc:Choice xmlns:v="urn:schemas-microsoft-com:vml" Requires="v">
                <p:oleObj spid="_x0000_s76021" name="Equation" r:id="rId29" imgW="914400" imgH="241300" progId="Equation.DSMT4">
                  <p:embed/>
                </p:oleObj>
              </mc:Choice>
              <mc:Fallback>
                <p:oleObj name="Equation" r:id="rId29" imgW="914400" imgH="241300" progId="Equation.DSMT4">
                  <p:embed/>
                  <p:pic>
                    <p:nvPicPr>
                      <p:cNvPr id="0" name="Object 2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987675" y="4005263"/>
                        <a:ext cx="2089150"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303" name="Rectangle 31"/>
          <p:cNvSpPr>
            <a:spLocks noChangeArrowheads="1"/>
          </p:cNvSpPr>
          <p:nvPr/>
        </p:nvSpPr>
        <p:spPr bwMode="auto">
          <a:xfrm>
            <a:off x="5003800" y="4005263"/>
            <a:ext cx="3060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cs typeface="Times New Roman" pitchFamily="18" charset="0"/>
              </a:rPr>
              <a:t>皆为</a:t>
            </a:r>
            <a:r>
              <a:rPr lang="en-US" altLang="zh-CN" i="1">
                <a:ea typeface="宋体" pitchFamily="2" charset="-122"/>
                <a:cs typeface="Times New Roman" pitchFamily="18" charset="0"/>
              </a:rPr>
              <a:t>n</a:t>
            </a:r>
            <a:r>
              <a:rPr lang="zh-CN" altLang="en-US">
                <a:ea typeface="宋体" pitchFamily="2" charset="-122"/>
                <a:cs typeface="Times New Roman" pitchFamily="18" charset="0"/>
              </a:rPr>
              <a:t>阶可逆矩阵</a:t>
            </a:r>
            <a:r>
              <a:rPr lang="en-US" altLang="zh-CN">
                <a:ea typeface="宋体" pitchFamily="2" charset="-122"/>
                <a:cs typeface="Times New Roman" pitchFamily="18" charset="0"/>
              </a:rPr>
              <a:t>.</a:t>
            </a:r>
            <a:r>
              <a:rPr lang="en-US" altLang="zh-CN">
                <a:ea typeface="宋体" pitchFamily="2" charset="-122"/>
              </a:rPr>
              <a:t> </a:t>
            </a:r>
          </a:p>
        </p:txBody>
      </p:sp>
      <p:sp>
        <p:nvSpPr>
          <p:cNvPr id="54306" name="Text Box 34"/>
          <p:cNvSpPr txBox="1">
            <a:spLocks noChangeArrowheads="1"/>
          </p:cNvSpPr>
          <p:nvPr/>
        </p:nvSpPr>
        <p:spPr bwMode="auto">
          <a:xfrm>
            <a:off x="6532563" y="908050"/>
            <a:ext cx="1495425" cy="576263"/>
          </a:xfrm>
          <a:prstGeom prst="rect">
            <a:avLst/>
          </a:prstGeom>
          <a:solidFill>
            <a:srgbClr val="66FFFF"/>
          </a:solidFill>
          <a:ln w="57150" cmpd="thinThick" algn="ctr">
            <a:solidFill>
              <a:schemeClr val="accent2"/>
            </a:solidFill>
            <a:miter lim="800000"/>
            <a:headEnd/>
            <a:tailEnd/>
          </a:ln>
          <a:effectLst>
            <a:outerShdw dist="107763" dir="18900000" algn="ctr" rotWithShape="0">
              <a:schemeClr val="bg2">
                <a:alpha val="50000"/>
              </a:schemeClr>
            </a:outerShdw>
          </a:effec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algn="ctr" eaLnBrk="1" hangingPunct="1"/>
            <a:r>
              <a:rPr lang="zh-CN" altLang="en-US">
                <a:latin typeface="楷体_GB2312" pitchFamily="49" charset="-122"/>
                <a:ea typeface="楷体_GB2312" pitchFamily="49" charset="-122"/>
              </a:rPr>
              <a:t>定理</a:t>
            </a:r>
            <a:r>
              <a:rPr lang="en-US" altLang="zh-CN">
                <a:latin typeface="楷体_GB2312" pitchFamily="49" charset="-122"/>
                <a:ea typeface="楷体_GB2312" pitchFamily="49" charset="-122"/>
              </a:rPr>
              <a:t>3</a:t>
            </a:r>
          </a:p>
        </p:txBody>
      </p:sp>
      <p:sp>
        <p:nvSpPr>
          <p:cNvPr id="54307" name="Text Box 35"/>
          <p:cNvSpPr txBox="1">
            <a:spLocks noChangeArrowheads="1"/>
          </p:cNvSpPr>
          <p:nvPr/>
        </p:nvSpPr>
        <p:spPr bwMode="auto">
          <a:xfrm>
            <a:off x="971550" y="4868863"/>
            <a:ext cx="718978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(4) </a:t>
            </a:r>
            <a:r>
              <a:rPr lang="zh-CN" altLang="en-US">
                <a:ea typeface="宋体" pitchFamily="2" charset="-122"/>
              </a:rPr>
              <a:t>当</a:t>
            </a:r>
            <a:r>
              <a:rPr lang="en-US" altLang="zh-CN">
                <a:ea typeface="宋体" pitchFamily="2" charset="-122"/>
              </a:rPr>
              <a:t>|</a:t>
            </a:r>
            <a:r>
              <a:rPr lang="en-US" altLang="zh-CN" i="1">
                <a:ea typeface="宋体" pitchFamily="2" charset="-122"/>
              </a:rPr>
              <a:t>A</a:t>
            </a:r>
            <a:r>
              <a:rPr lang="en-US" altLang="zh-CN">
                <a:ea typeface="宋体" pitchFamily="2" charset="-122"/>
              </a:rPr>
              <a:t>|≠0</a:t>
            </a:r>
            <a:r>
              <a:rPr lang="zh-CN" altLang="en-US">
                <a:ea typeface="宋体" pitchFamily="2" charset="-122"/>
              </a:rPr>
              <a:t>时，定义 </a:t>
            </a:r>
            <a:r>
              <a:rPr lang="en-US" altLang="zh-CN" i="1">
                <a:ea typeface="宋体" pitchFamily="2" charset="-122"/>
              </a:rPr>
              <a:t>A</a:t>
            </a:r>
            <a:r>
              <a:rPr lang="en-US" altLang="zh-CN" baseline="30000">
                <a:ea typeface="宋体" pitchFamily="2" charset="-122"/>
              </a:rPr>
              <a:t>-</a:t>
            </a:r>
            <a:r>
              <a:rPr lang="en-US" altLang="zh-CN" i="1" baseline="30000">
                <a:ea typeface="宋体" pitchFamily="2" charset="-122"/>
              </a:rPr>
              <a:t>k </a:t>
            </a:r>
            <a:r>
              <a:rPr lang="en-US" altLang="zh-CN">
                <a:ea typeface="宋体" pitchFamily="2" charset="-122"/>
              </a:rPr>
              <a:t>= (</a:t>
            </a:r>
            <a:r>
              <a:rPr lang="en-US" altLang="zh-CN" i="1">
                <a:ea typeface="宋体" pitchFamily="2" charset="-122"/>
              </a:rPr>
              <a:t>A</a:t>
            </a:r>
            <a:r>
              <a:rPr lang="en-US" altLang="zh-CN" baseline="30000">
                <a:ea typeface="宋体" pitchFamily="2" charset="-122"/>
              </a:rPr>
              <a:t>-1</a:t>
            </a:r>
            <a:r>
              <a:rPr lang="en-US" altLang="zh-CN">
                <a:ea typeface="宋体" pitchFamily="2" charset="-122"/>
              </a:rPr>
              <a:t>)</a:t>
            </a:r>
            <a:r>
              <a:rPr lang="en-US" altLang="zh-CN" i="1" baseline="30000">
                <a:ea typeface="宋体" pitchFamily="2" charset="-122"/>
              </a:rPr>
              <a:t>k</a:t>
            </a:r>
            <a:r>
              <a:rPr lang="en-US" altLang="zh-CN">
                <a:ea typeface="宋体" pitchFamily="2" charset="-122"/>
              </a:rPr>
              <a:t>.  (</a:t>
            </a:r>
            <a:r>
              <a:rPr lang="en-US" altLang="zh-CN" i="1">
                <a:ea typeface="宋体" pitchFamily="2" charset="-122"/>
              </a:rPr>
              <a:t>k</a:t>
            </a:r>
            <a:r>
              <a:rPr lang="zh-CN" altLang="en-US">
                <a:ea typeface="宋体" pitchFamily="2" charset="-122"/>
              </a:rPr>
              <a:t>为正整数</a:t>
            </a:r>
            <a:r>
              <a:rPr lang="en-US" altLang="zh-CN">
                <a:ea typeface="宋体" pitchFamily="2" charset="-122"/>
              </a:rPr>
              <a:t>)</a:t>
            </a:r>
          </a:p>
          <a:p>
            <a:pPr eaLnBrk="1" hangingPunct="1"/>
            <a:r>
              <a:rPr lang="en-US" altLang="zh-CN">
                <a:ea typeface="宋体" pitchFamily="2" charset="-122"/>
              </a:rPr>
              <a:t>      </a:t>
            </a:r>
            <a:r>
              <a:rPr lang="zh-CN" altLang="en-US">
                <a:ea typeface="宋体" pitchFamily="2" charset="-122"/>
              </a:rPr>
              <a:t>注意，对于方阵</a:t>
            </a:r>
            <a:r>
              <a:rPr lang="en-US" altLang="zh-CN" i="1">
                <a:ea typeface="宋体" pitchFamily="2" charset="-122"/>
              </a:rPr>
              <a:t>A</a:t>
            </a:r>
            <a:r>
              <a:rPr lang="zh-CN" altLang="en-US">
                <a:ea typeface="宋体" pitchFamily="2" charset="-122"/>
              </a:rPr>
              <a:t>有，</a:t>
            </a:r>
            <a:r>
              <a:rPr lang="en-US" altLang="zh-CN" i="1">
                <a:ea typeface="宋体" pitchFamily="2" charset="-122"/>
              </a:rPr>
              <a:t>A</a:t>
            </a:r>
            <a:r>
              <a:rPr lang="en-US" altLang="zh-CN" baseline="30000">
                <a:ea typeface="宋体" pitchFamily="2" charset="-122"/>
              </a:rPr>
              <a:t>0</a:t>
            </a:r>
            <a:r>
              <a:rPr lang="en-US" altLang="zh-CN">
                <a:ea typeface="宋体" pitchFamily="2" charset="-122"/>
              </a:rPr>
              <a:t>=</a:t>
            </a:r>
            <a:r>
              <a:rPr lang="en-US" altLang="zh-CN" i="1">
                <a:ea typeface="宋体" pitchFamily="2" charset="-122"/>
              </a:rPr>
              <a:t>E</a:t>
            </a:r>
            <a:r>
              <a:rPr lang="en-US" altLang="zh-CN">
                <a:ea typeface="宋体" pitchFamily="2" charset="-122"/>
              </a:rPr>
              <a:t>.</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54281"/>
                                        </p:tgtEl>
                                        <p:attrNameLst>
                                          <p:attrName>style.visibility</p:attrName>
                                        </p:attrNameLst>
                                      </p:cBhvr>
                                      <p:to>
                                        <p:strVal val="visible"/>
                                      </p:to>
                                    </p:set>
                                    <p:animEffect transition="in" filter="wipe(left)">
                                      <p:cBhvr>
                                        <p:cTn id="7" dur="75"/>
                                        <p:tgtEl>
                                          <p:spTgt spid="542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4277"/>
                                        </p:tgtEl>
                                        <p:attrNameLst>
                                          <p:attrName>style.visibility</p:attrName>
                                        </p:attrNameLst>
                                      </p:cBhvr>
                                      <p:to>
                                        <p:strVal val="visible"/>
                                      </p:to>
                                    </p:set>
                                    <p:animEffect transition="in" filter="wipe(left)">
                                      <p:cBhvr>
                                        <p:cTn id="12" dur="500"/>
                                        <p:tgtEl>
                                          <p:spTgt spid="5427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4278"/>
                                        </p:tgtEl>
                                        <p:attrNameLst>
                                          <p:attrName>style.visibility</p:attrName>
                                        </p:attrNameLst>
                                      </p:cBhvr>
                                      <p:to>
                                        <p:strVal val="visible"/>
                                      </p:to>
                                    </p:set>
                                    <p:animEffect transition="in" filter="wipe(left)">
                                      <p:cBhvr>
                                        <p:cTn id="17" dur="500"/>
                                        <p:tgtEl>
                                          <p:spTgt spid="5427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4280"/>
                                        </p:tgtEl>
                                        <p:attrNameLst>
                                          <p:attrName>style.visibility</p:attrName>
                                        </p:attrNameLst>
                                      </p:cBhvr>
                                      <p:to>
                                        <p:strVal val="visible"/>
                                      </p:to>
                                    </p:set>
                                    <p:animEffect transition="in" filter="wipe(left)">
                                      <p:cBhvr>
                                        <p:cTn id="22" dur="500"/>
                                        <p:tgtEl>
                                          <p:spTgt spid="5428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3" fill="hold" grpId="0" nodeType="clickEffect">
                                  <p:stCondLst>
                                    <p:cond delay="0"/>
                                  </p:stCondLst>
                                  <p:childTnLst>
                                    <p:set>
                                      <p:cBhvr>
                                        <p:cTn id="26" dur="1" fill="hold">
                                          <p:stCondLst>
                                            <p:cond delay="0"/>
                                          </p:stCondLst>
                                        </p:cTn>
                                        <p:tgtEl>
                                          <p:spTgt spid="54306"/>
                                        </p:tgtEl>
                                        <p:attrNameLst>
                                          <p:attrName>style.visibility</p:attrName>
                                        </p:attrNameLst>
                                      </p:cBhvr>
                                      <p:to>
                                        <p:strVal val="visible"/>
                                      </p:to>
                                    </p:set>
                                    <p:anim calcmode="lin" valueType="num">
                                      <p:cBhvr additive="base">
                                        <p:cTn id="27" dur="500" fill="hold"/>
                                        <p:tgtEl>
                                          <p:spTgt spid="54306"/>
                                        </p:tgtEl>
                                        <p:attrNameLst>
                                          <p:attrName>ppt_x</p:attrName>
                                        </p:attrNameLst>
                                      </p:cBhvr>
                                      <p:tavLst>
                                        <p:tav tm="0">
                                          <p:val>
                                            <p:strVal val="1+#ppt_w/2"/>
                                          </p:val>
                                        </p:tav>
                                        <p:tav tm="100000">
                                          <p:val>
                                            <p:strVal val="#ppt_x"/>
                                          </p:val>
                                        </p:tav>
                                      </p:tavLst>
                                    </p:anim>
                                    <p:anim calcmode="lin" valueType="num">
                                      <p:cBhvr additive="base">
                                        <p:cTn id="28" dur="500" fill="hold"/>
                                        <p:tgtEl>
                                          <p:spTgt spid="54306"/>
                                        </p:tgtEl>
                                        <p:attrNameLst>
                                          <p:attrName>ppt_y</p:attrName>
                                        </p:attrNameLst>
                                      </p:cBhvr>
                                      <p:tavLst>
                                        <p:tav tm="0">
                                          <p:val>
                                            <p:strVal val="0-#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430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430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4302"/>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54307"/>
                                        </p:tgtEl>
                                        <p:attrNameLst>
                                          <p:attrName>style.visibility</p:attrName>
                                        </p:attrNameLst>
                                      </p:cBhvr>
                                      <p:to>
                                        <p:strVal val="visible"/>
                                      </p:to>
                                    </p:set>
                                    <p:animEffect transition="in" filter="wipe(left)">
                                      <p:cBhvr>
                                        <p:cTn id="43" dur="500"/>
                                        <p:tgtEl>
                                          <p:spTgt spid="54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81" grpId="0" autoUpdateAnimBg="0"/>
      <p:bldP spid="54302" grpId="0"/>
      <p:bldP spid="54303" grpId="0"/>
      <p:bldP spid="54306" grpId="0" animBg="1"/>
      <p:bldP spid="5430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322" name="Object 2"/>
          <p:cNvGraphicFramePr>
            <a:graphicFrameLocks noChangeAspect="1"/>
          </p:cNvGraphicFramePr>
          <p:nvPr/>
        </p:nvGraphicFramePr>
        <p:xfrm>
          <a:off x="914400" y="1944688"/>
          <a:ext cx="4584700" cy="571500"/>
        </p:xfrm>
        <a:graphic>
          <a:graphicData uri="http://schemas.openxmlformats.org/presentationml/2006/ole">
            <mc:AlternateContent xmlns:mc="http://schemas.openxmlformats.org/markup-compatibility/2006">
              <mc:Choice xmlns:v="urn:schemas-microsoft-com:vml" Requires="v">
                <p:oleObj spid="_x0000_s76947" name="Equation" r:id="rId3" imgW="4584700" imgH="571500" progId="Equation.3">
                  <p:embed/>
                </p:oleObj>
              </mc:Choice>
              <mc:Fallback>
                <p:oleObj name="Equation" r:id="rId3" imgW="4584700" imgH="5715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944688"/>
                        <a:ext cx="45847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3" name="Object 3"/>
          <p:cNvGraphicFramePr>
            <a:graphicFrameLocks noChangeAspect="1"/>
          </p:cNvGraphicFramePr>
          <p:nvPr/>
        </p:nvGraphicFramePr>
        <p:xfrm>
          <a:off x="1116013" y="2636838"/>
          <a:ext cx="879475" cy="436562"/>
        </p:xfrm>
        <a:graphic>
          <a:graphicData uri="http://schemas.openxmlformats.org/presentationml/2006/ole">
            <mc:AlternateContent xmlns:mc="http://schemas.openxmlformats.org/markup-compatibility/2006">
              <mc:Choice xmlns:v="urn:schemas-microsoft-com:vml" Requires="v">
                <p:oleObj spid="_x0000_s76948" name="Equation" r:id="rId5" imgW="406048" imgH="203024" progId="Equation.DSMT4">
                  <p:embed/>
                </p:oleObj>
              </mc:Choice>
              <mc:Fallback>
                <p:oleObj name="Equation" r:id="rId5" imgW="406048" imgH="203024"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2636838"/>
                        <a:ext cx="879475" cy="436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4" name="Object 4"/>
          <p:cNvGraphicFramePr>
            <a:graphicFrameLocks noChangeAspect="1"/>
          </p:cNvGraphicFramePr>
          <p:nvPr/>
        </p:nvGraphicFramePr>
        <p:xfrm>
          <a:off x="2438400" y="2574925"/>
          <a:ext cx="1828800" cy="381000"/>
        </p:xfrm>
        <a:graphic>
          <a:graphicData uri="http://schemas.openxmlformats.org/presentationml/2006/ole">
            <mc:AlternateContent xmlns:mc="http://schemas.openxmlformats.org/markup-compatibility/2006">
              <mc:Choice xmlns:v="urn:schemas-microsoft-com:vml" Requires="v">
                <p:oleObj spid="_x0000_s76949" name="公式" r:id="rId7" imgW="1828800" imgH="381000" progId="Equation.3">
                  <p:embed/>
                </p:oleObj>
              </mc:Choice>
              <mc:Fallback>
                <p:oleObj name="公式" r:id="rId7" imgW="1828800" imgH="3810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38400" y="2574925"/>
                        <a:ext cx="1828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5" name="Object 5"/>
          <p:cNvGraphicFramePr>
            <a:graphicFrameLocks noChangeAspect="1"/>
          </p:cNvGraphicFramePr>
          <p:nvPr/>
        </p:nvGraphicFramePr>
        <p:xfrm>
          <a:off x="2438400" y="3049588"/>
          <a:ext cx="1879600" cy="531812"/>
        </p:xfrm>
        <a:graphic>
          <a:graphicData uri="http://schemas.openxmlformats.org/presentationml/2006/ole">
            <mc:AlternateContent xmlns:mc="http://schemas.openxmlformats.org/markup-compatibility/2006">
              <mc:Choice xmlns:v="urn:schemas-microsoft-com:vml" Requires="v">
                <p:oleObj spid="_x0000_s76950" name="公式" r:id="rId9" imgW="1879600" imgH="533400" progId="Equation.3">
                  <p:embed/>
                </p:oleObj>
              </mc:Choice>
              <mc:Fallback>
                <p:oleObj name="公式" r:id="rId9" imgW="1879600" imgH="5334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38400" y="3049588"/>
                        <a:ext cx="1879600"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6" name="Object 6"/>
          <p:cNvGraphicFramePr>
            <a:graphicFrameLocks noChangeAspect="1"/>
          </p:cNvGraphicFramePr>
          <p:nvPr/>
        </p:nvGraphicFramePr>
        <p:xfrm>
          <a:off x="2438400" y="3625850"/>
          <a:ext cx="2565400" cy="571500"/>
        </p:xfrm>
        <a:graphic>
          <a:graphicData uri="http://schemas.openxmlformats.org/presentationml/2006/ole">
            <mc:AlternateContent xmlns:mc="http://schemas.openxmlformats.org/markup-compatibility/2006">
              <mc:Choice xmlns:v="urn:schemas-microsoft-com:vml" Requires="v">
                <p:oleObj spid="_x0000_s76951" name="公式" r:id="rId11" imgW="2565400" imgH="571500" progId="Equation.3">
                  <p:embed/>
                </p:oleObj>
              </mc:Choice>
              <mc:Fallback>
                <p:oleObj name="公式" r:id="rId11" imgW="2565400" imgH="5715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38400" y="3625850"/>
                        <a:ext cx="2565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07" name="Object 7"/>
          <p:cNvGraphicFramePr>
            <a:graphicFrameLocks noChangeAspect="1"/>
          </p:cNvGraphicFramePr>
          <p:nvPr/>
        </p:nvGraphicFramePr>
        <p:xfrm>
          <a:off x="1476375" y="476250"/>
          <a:ext cx="3886200" cy="444500"/>
        </p:xfrm>
        <a:graphic>
          <a:graphicData uri="http://schemas.openxmlformats.org/presentationml/2006/ole">
            <mc:AlternateContent xmlns:mc="http://schemas.openxmlformats.org/markup-compatibility/2006">
              <mc:Choice xmlns:v="urn:schemas-microsoft-com:vml" Requires="v">
                <p:oleObj spid="_x0000_s76952" name="Equation" r:id="rId13" imgW="3886200" imgH="444240" progId="Equation.3">
                  <p:embed/>
                </p:oleObj>
              </mc:Choice>
              <mc:Fallback>
                <p:oleObj name="Equation" r:id="rId13" imgW="3886200" imgH="44424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76375" y="476250"/>
                        <a:ext cx="38862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8" name="Object 8"/>
          <p:cNvGraphicFramePr>
            <a:graphicFrameLocks noChangeAspect="1"/>
          </p:cNvGraphicFramePr>
          <p:nvPr/>
        </p:nvGraphicFramePr>
        <p:xfrm>
          <a:off x="2038350" y="1238250"/>
          <a:ext cx="2108200" cy="444500"/>
        </p:xfrm>
        <a:graphic>
          <a:graphicData uri="http://schemas.openxmlformats.org/presentationml/2006/ole">
            <mc:AlternateContent xmlns:mc="http://schemas.openxmlformats.org/markup-compatibility/2006">
              <mc:Choice xmlns:v="urn:schemas-microsoft-com:vml" Requires="v">
                <p:oleObj spid="_x0000_s76953" name="Equation" r:id="rId15" imgW="2108200" imgH="444500" progId="Equation.3">
                  <p:embed/>
                </p:oleObj>
              </mc:Choice>
              <mc:Fallback>
                <p:oleObj name="Equation" r:id="rId15" imgW="2108200" imgH="4445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38350" y="1238250"/>
                        <a:ext cx="21082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9" name="Object 9"/>
          <p:cNvGraphicFramePr>
            <a:graphicFrameLocks noChangeAspect="1"/>
          </p:cNvGraphicFramePr>
          <p:nvPr/>
        </p:nvGraphicFramePr>
        <p:xfrm>
          <a:off x="4705350" y="1162050"/>
          <a:ext cx="1892300" cy="533400"/>
        </p:xfrm>
        <a:graphic>
          <a:graphicData uri="http://schemas.openxmlformats.org/presentationml/2006/ole">
            <mc:AlternateContent xmlns:mc="http://schemas.openxmlformats.org/markup-compatibility/2006">
              <mc:Choice xmlns:v="urn:schemas-microsoft-com:vml" Requires="v">
                <p:oleObj spid="_x0000_s76954" name="Equation" r:id="rId17" imgW="1892300" imgH="533400" progId="Equation.3">
                  <p:embed/>
                </p:oleObj>
              </mc:Choice>
              <mc:Fallback>
                <p:oleObj name="Equation" r:id="rId17" imgW="1892300" imgH="533400"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705350" y="1162050"/>
                        <a:ext cx="18923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31" name="Rectangle 11"/>
          <p:cNvSpPr>
            <a:spLocks noChangeArrowheads="1"/>
          </p:cNvSpPr>
          <p:nvPr/>
        </p:nvSpPr>
        <p:spPr bwMode="auto">
          <a:xfrm>
            <a:off x="1116013" y="4292600"/>
            <a:ext cx="702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cs typeface="Times New Roman" pitchFamily="18" charset="0"/>
              </a:rPr>
              <a:t>另外，对于</a:t>
            </a:r>
            <a:r>
              <a:rPr lang="zh-CN" altLang="en-US">
                <a:solidFill>
                  <a:srgbClr val="FF0000"/>
                </a:solidFill>
                <a:ea typeface="宋体" pitchFamily="2" charset="-122"/>
                <a:cs typeface="Times New Roman" pitchFamily="18" charset="0"/>
              </a:rPr>
              <a:t>任意方阵（无论是否可逆）</a:t>
            </a:r>
            <a:r>
              <a:rPr lang="zh-CN" altLang="en-US">
                <a:ea typeface="宋体" pitchFamily="2" charset="-122"/>
                <a:cs typeface="Times New Roman" pitchFamily="18" charset="0"/>
              </a:rPr>
              <a:t>，有</a:t>
            </a:r>
            <a:r>
              <a:rPr lang="zh-CN" altLang="en-US">
                <a:ea typeface="宋体" pitchFamily="2" charset="-122"/>
              </a:rPr>
              <a:t> </a:t>
            </a:r>
          </a:p>
        </p:txBody>
      </p:sp>
      <p:graphicFrame>
        <p:nvGraphicFramePr>
          <p:cNvPr id="56330" name="Object 10"/>
          <p:cNvGraphicFramePr>
            <a:graphicFrameLocks noChangeAspect="1"/>
          </p:cNvGraphicFramePr>
          <p:nvPr/>
        </p:nvGraphicFramePr>
        <p:xfrm>
          <a:off x="2214563" y="4868863"/>
          <a:ext cx="2863850" cy="598487"/>
        </p:xfrm>
        <a:graphic>
          <a:graphicData uri="http://schemas.openxmlformats.org/presentationml/2006/ole">
            <mc:AlternateContent xmlns:mc="http://schemas.openxmlformats.org/markup-compatibility/2006">
              <mc:Choice xmlns:v="urn:schemas-microsoft-com:vml" Requires="v">
                <p:oleObj spid="_x0000_s76955" name="Equation" r:id="rId19" imgW="1320227" imgH="279279" progId="Equation.DSMT4">
                  <p:embed/>
                </p:oleObj>
              </mc:Choice>
              <mc:Fallback>
                <p:oleObj name="Equation" r:id="rId19" imgW="1320227" imgH="279279" progId="Equation.DSMT4">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214563" y="4868863"/>
                        <a:ext cx="2863850"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6328"/>
                                        </p:tgtEl>
                                        <p:attrNameLst>
                                          <p:attrName>style.visibility</p:attrName>
                                        </p:attrNameLst>
                                      </p:cBhvr>
                                      <p:to>
                                        <p:strVal val="visible"/>
                                      </p:to>
                                    </p:set>
                                    <p:animEffect transition="in" filter="wipe(left)">
                                      <p:cBhvr>
                                        <p:cTn id="7" dur="500"/>
                                        <p:tgtEl>
                                          <p:spTgt spid="56328"/>
                                        </p:tgtEl>
                                      </p:cBhvr>
                                    </p:animEffect>
                                  </p:childTnLst>
                                  <p:subTnLst>
                                    <p:animClr clrSpc="rgb" dir="cw">
                                      <p:cBhvr override="childStyle">
                                        <p:cTn dur="1" fill="hold" display="0" masterRel="nextClick" afterEffect="1"/>
                                        <p:tgtEl>
                                          <p:spTgt spid="56328"/>
                                        </p:tgtEl>
                                        <p:attrNameLst>
                                          <p:attrName>ppt_c</p:attrName>
                                        </p:attrNameLst>
                                      </p:cBhvr>
                                      <p:to>
                                        <a:srgbClr val="0000FF"/>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6329"/>
                                        </p:tgtEl>
                                        <p:attrNameLst>
                                          <p:attrName>style.visibility</p:attrName>
                                        </p:attrNameLst>
                                      </p:cBhvr>
                                      <p:to>
                                        <p:strVal val="visible"/>
                                      </p:to>
                                    </p:set>
                                    <p:animEffect transition="in" filter="wipe(left)">
                                      <p:cBhvr>
                                        <p:cTn id="12" dur="500"/>
                                        <p:tgtEl>
                                          <p:spTgt spid="56329"/>
                                        </p:tgtEl>
                                      </p:cBhvr>
                                    </p:animEffect>
                                  </p:childTnLst>
                                  <p:subTnLst>
                                    <p:animClr clrSpc="rgb" dir="cw">
                                      <p:cBhvr override="childStyle">
                                        <p:cTn dur="1" fill="hold" display="0" masterRel="nextClick" afterEffect="1"/>
                                        <p:tgtEl>
                                          <p:spTgt spid="56329"/>
                                        </p:tgtEl>
                                        <p:attrNameLst>
                                          <p:attrName>ppt_c</p:attrName>
                                        </p:attrNameLst>
                                      </p:cBhvr>
                                      <p:to>
                                        <a:srgbClr val="0000FF"/>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6322"/>
                                        </p:tgtEl>
                                        <p:attrNameLst>
                                          <p:attrName>style.visibility</p:attrName>
                                        </p:attrNameLst>
                                      </p:cBhvr>
                                      <p:to>
                                        <p:strVal val="visible"/>
                                      </p:to>
                                    </p:set>
                                    <p:animEffect transition="in" filter="wipe(left)">
                                      <p:cBhvr>
                                        <p:cTn id="17" dur="500"/>
                                        <p:tgtEl>
                                          <p:spTgt spid="563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6323"/>
                                        </p:tgtEl>
                                        <p:attrNameLst>
                                          <p:attrName>style.visibility</p:attrName>
                                        </p:attrNameLst>
                                      </p:cBhvr>
                                      <p:to>
                                        <p:strVal val="visible"/>
                                      </p:to>
                                    </p:set>
                                    <p:animEffect transition="in" filter="wipe(left)">
                                      <p:cBhvr>
                                        <p:cTn id="22" dur="500"/>
                                        <p:tgtEl>
                                          <p:spTgt spid="5632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6324"/>
                                        </p:tgtEl>
                                        <p:attrNameLst>
                                          <p:attrName>style.visibility</p:attrName>
                                        </p:attrNameLst>
                                      </p:cBhvr>
                                      <p:to>
                                        <p:strVal val="visible"/>
                                      </p:to>
                                    </p:set>
                                    <p:animEffect transition="in" filter="wipe(left)">
                                      <p:cBhvr>
                                        <p:cTn id="27" dur="500"/>
                                        <p:tgtEl>
                                          <p:spTgt spid="5632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6325"/>
                                        </p:tgtEl>
                                        <p:attrNameLst>
                                          <p:attrName>style.visibility</p:attrName>
                                        </p:attrNameLst>
                                      </p:cBhvr>
                                      <p:to>
                                        <p:strVal val="visible"/>
                                      </p:to>
                                    </p:set>
                                    <p:animEffect transition="in" filter="wipe(left)">
                                      <p:cBhvr>
                                        <p:cTn id="32" dur="500"/>
                                        <p:tgtEl>
                                          <p:spTgt spid="5632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6326"/>
                                        </p:tgtEl>
                                        <p:attrNameLst>
                                          <p:attrName>style.visibility</p:attrName>
                                        </p:attrNameLst>
                                      </p:cBhvr>
                                      <p:to>
                                        <p:strVal val="visible"/>
                                      </p:to>
                                    </p:set>
                                    <p:animEffect transition="in" filter="wipe(left)">
                                      <p:cBhvr>
                                        <p:cTn id="37" dur="500"/>
                                        <p:tgtEl>
                                          <p:spTgt spid="5632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6331"/>
                                        </p:tgtEl>
                                        <p:attrNameLst>
                                          <p:attrName>style.visibility</p:attrName>
                                        </p:attrNameLst>
                                      </p:cBhvr>
                                      <p:to>
                                        <p:strVal val="visible"/>
                                      </p:to>
                                    </p:set>
                                    <p:animEffect transition="in" filter="blinds(horizontal)">
                                      <p:cBhvr>
                                        <p:cTn id="42" dur="500"/>
                                        <p:tgtEl>
                                          <p:spTgt spid="56331"/>
                                        </p:tgtEl>
                                      </p:cBhvr>
                                    </p:animEffect>
                                  </p:childTnLst>
                                </p:cTn>
                              </p:par>
                              <p:par>
                                <p:cTn id="43" presetID="3" presetClass="entr" presetSubtype="10" fill="hold" nodeType="withEffect">
                                  <p:stCondLst>
                                    <p:cond delay="0"/>
                                  </p:stCondLst>
                                  <p:childTnLst>
                                    <p:set>
                                      <p:cBhvr>
                                        <p:cTn id="44" dur="1" fill="hold">
                                          <p:stCondLst>
                                            <p:cond delay="0"/>
                                          </p:stCondLst>
                                        </p:cTn>
                                        <p:tgtEl>
                                          <p:spTgt spid="56330"/>
                                        </p:tgtEl>
                                        <p:attrNameLst>
                                          <p:attrName>style.visibility</p:attrName>
                                        </p:attrNameLst>
                                      </p:cBhvr>
                                      <p:to>
                                        <p:strVal val="visible"/>
                                      </p:to>
                                    </p:set>
                                    <p:animEffect transition="in" filter="blinds(horizontal)">
                                      <p:cBhvr>
                                        <p:cTn id="45" dur="500"/>
                                        <p:tgtEl>
                                          <p:spTgt spid="56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31"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a:xfrm>
            <a:off x="914400" y="260350"/>
            <a:ext cx="8050213" cy="2089150"/>
          </a:xfrm>
        </p:spPr>
        <p:txBody>
          <a:bodyPr/>
          <a:lstStyle/>
          <a:p>
            <a:pPr marL="990600" indent="-990600" eaLnBrk="1" hangingPunct="1">
              <a:defRPr/>
            </a:pPr>
            <a:r>
              <a:rPr lang="zh-CN" altLang="en-US" sz="2800">
                <a:solidFill>
                  <a:srgbClr val="CC0000"/>
                </a:solidFill>
              </a:rPr>
              <a:t>定理</a:t>
            </a:r>
            <a:r>
              <a:rPr lang="en-US" altLang="zh-CN" sz="2800">
                <a:solidFill>
                  <a:srgbClr val="CC0000"/>
                </a:solidFill>
              </a:rPr>
              <a:t>4</a:t>
            </a:r>
            <a:r>
              <a:rPr lang="en-US" altLang="zh-CN" sz="2800">
                <a:solidFill>
                  <a:schemeClr val="tx1"/>
                </a:solidFill>
              </a:rPr>
              <a:t>  </a:t>
            </a:r>
            <a:r>
              <a:rPr lang="zh-CN" altLang="en-US" sz="2800">
                <a:solidFill>
                  <a:schemeClr val="tx1"/>
                </a:solidFill>
              </a:rPr>
              <a:t>设</a:t>
            </a:r>
            <a:r>
              <a:rPr lang="en-US" altLang="zh-CN" sz="2800" i="1">
                <a:solidFill>
                  <a:schemeClr val="tx1"/>
                </a:solidFill>
              </a:rPr>
              <a:t>A</a:t>
            </a:r>
            <a:r>
              <a:rPr lang="zh-CN" altLang="en-US" sz="2800">
                <a:solidFill>
                  <a:schemeClr val="tx1"/>
                </a:solidFill>
              </a:rPr>
              <a:t>是</a:t>
            </a:r>
            <a:r>
              <a:rPr lang="en-US" altLang="zh-CN" sz="2800" i="1">
                <a:solidFill>
                  <a:schemeClr val="tx1"/>
                </a:solidFill>
              </a:rPr>
              <a:t>n</a:t>
            </a:r>
            <a:r>
              <a:rPr lang="zh-CN" altLang="en-US" sz="2800">
                <a:solidFill>
                  <a:schemeClr val="tx1"/>
                </a:solidFill>
              </a:rPr>
              <a:t>阶可逆矩阵，那么对任意</a:t>
            </a:r>
            <a:r>
              <a:rPr lang="en-US" altLang="zh-CN" sz="2800" i="1">
                <a:solidFill>
                  <a:schemeClr val="tx1"/>
                </a:solidFill>
              </a:rPr>
              <a:t>B=B</a:t>
            </a:r>
            <a:r>
              <a:rPr lang="en-US" altLang="zh-CN" sz="2800" i="1" baseline="-25000">
                <a:solidFill>
                  <a:schemeClr val="tx1"/>
                </a:solidFill>
              </a:rPr>
              <a:t>n</a:t>
            </a:r>
            <a:r>
              <a:rPr lang="en-US" altLang="zh-CN" sz="2400" baseline="-25000">
                <a:solidFill>
                  <a:schemeClr val="tx1"/>
                </a:solidFill>
              </a:rPr>
              <a:t>×</a:t>
            </a:r>
            <a:r>
              <a:rPr lang="en-US" altLang="zh-CN" sz="2800" i="1" baseline="-25000">
                <a:solidFill>
                  <a:schemeClr val="tx1"/>
                </a:solidFill>
              </a:rPr>
              <a:t>m</a:t>
            </a:r>
            <a:r>
              <a:rPr lang="en-US" altLang="zh-CN" sz="2800" i="1">
                <a:solidFill>
                  <a:schemeClr val="tx1"/>
                </a:solidFill>
              </a:rPr>
              <a:t> </a:t>
            </a:r>
            <a:r>
              <a:rPr lang="en-US" altLang="zh-CN" sz="2800">
                <a:solidFill>
                  <a:schemeClr val="tx1"/>
                </a:solidFill>
              </a:rPr>
              <a:t>(</a:t>
            </a:r>
            <a:r>
              <a:rPr lang="zh-CN" altLang="en-US" sz="2800">
                <a:solidFill>
                  <a:schemeClr val="tx1"/>
                </a:solidFill>
              </a:rPr>
              <a:t>或</a:t>
            </a:r>
            <a:r>
              <a:rPr lang="en-US" altLang="zh-CN" sz="2800" i="1">
                <a:solidFill>
                  <a:schemeClr val="tx1"/>
                </a:solidFill>
              </a:rPr>
              <a:t>B=B</a:t>
            </a:r>
            <a:r>
              <a:rPr lang="en-US" altLang="zh-CN" sz="2800" i="1" baseline="-25000">
                <a:solidFill>
                  <a:schemeClr val="tx1"/>
                </a:solidFill>
              </a:rPr>
              <a:t>m</a:t>
            </a:r>
            <a:r>
              <a:rPr lang="en-US" altLang="zh-CN" sz="2400" baseline="-25000">
                <a:solidFill>
                  <a:schemeClr val="tx1"/>
                </a:solidFill>
              </a:rPr>
              <a:t>×</a:t>
            </a:r>
            <a:r>
              <a:rPr lang="en-US" altLang="zh-CN" sz="2800" i="1" baseline="-25000">
                <a:solidFill>
                  <a:schemeClr val="tx1"/>
                </a:solidFill>
              </a:rPr>
              <a:t>n</a:t>
            </a:r>
            <a:r>
              <a:rPr lang="en-US" altLang="zh-CN" sz="2800">
                <a:solidFill>
                  <a:schemeClr val="tx1"/>
                </a:solidFill>
              </a:rPr>
              <a:t>) </a:t>
            </a:r>
            <a:r>
              <a:rPr lang="zh-CN" altLang="en-US" sz="2800">
                <a:solidFill>
                  <a:schemeClr val="tx1"/>
                </a:solidFill>
              </a:rPr>
              <a:t>，矩阵方程</a:t>
            </a:r>
            <a:br>
              <a:rPr lang="zh-CN" altLang="en-US" sz="2800">
                <a:solidFill>
                  <a:schemeClr val="tx1"/>
                </a:solidFill>
              </a:rPr>
            </a:br>
            <a:r>
              <a:rPr lang="zh-CN" altLang="en-US" sz="2800">
                <a:solidFill>
                  <a:schemeClr val="tx1"/>
                </a:solidFill>
              </a:rPr>
              <a:t>                 </a:t>
            </a:r>
            <a:r>
              <a:rPr lang="zh-CN" altLang="zh-CN" sz="2800" i="1">
                <a:solidFill>
                  <a:schemeClr val="tx1"/>
                </a:solidFill>
              </a:rPr>
              <a:t>AX</a:t>
            </a:r>
            <a:r>
              <a:rPr lang="zh-CN" altLang="zh-CN" sz="2800">
                <a:solidFill>
                  <a:schemeClr val="tx1"/>
                </a:solidFill>
              </a:rPr>
              <a:t>＝</a:t>
            </a:r>
            <a:r>
              <a:rPr lang="zh-CN" altLang="zh-CN" sz="2800" i="1">
                <a:solidFill>
                  <a:schemeClr val="tx1"/>
                </a:solidFill>
              </a:rPr>
              <a:t>B</a:t>
            </a:r>
            <a:r>
              <a:rPr lang="zh-CN" altLang="zh-CN" sz="2800">
                <a:solidFill>
                  <a:schemeClr val="tx1"/>
                </a:solidFill>
              </a:rPr>
              <a:t> （或</a:t>
            </a:r>
            <a:r>
              <a:rPr lang="zh-CN" altLang="zh-CN" sz="2800" i="1">
                <a:solidFill>
                  <a:schemeClr val="tx1"/>
                </a:solidFill>
              </a:rPr>
              <a:t>XA</a:t>
            </a:r>
            <a:r>
              <a:rPr lang="zh-CN" altLang="zh-CN" sz="2800">
                <a:solidFill>
                  <a:schemeClr val="tx1"/>
                </a:solidFill>
              </a:rPr>
              <a:t>=</a:t>
            </a:r>
            <a:r>
              <a:rPr lang="zh-CN" altLang="zh-CN" sz="2800" i="1">
                <a:solidFill>
                  <a:schemeClr val="tx1"/>
                </a:solidFill>
              </a:rPr>
              <a:t>B</a:t>
            </a:r>
            <a:r>
              <a:rPr lang="zh-CN" altLang="zh-CN" sz="2800">
                <a:solidFill>
                  <a:schemeClr val="tx1"/>
                </a:solidFill>
              </a:rPr>
              <a:t>）</a:t>
            </a:r>
            <a:r>
              <a:rPr lang="zh-CN" altLang="en-US" sz="2800">
                <a:solidFill>
                  <a:schemeClr val="tx1"/>
                </a:solidFill>
              </a:rPr>
              <a:t/>
            </a:r>
            <a:br>
              <a:rPr lang="zh-CN" altLang="en-US" sz="2800">
                <a:solidFill>
                  <a:schemeClr val="tx1"/>
                </a:solidFill>
              </a:rPr>
            </a:br>
            <a:r>
              <a:rPr lang="zh-CN" altLang="en-US" sz="2800">
                <a:solidFill>
                  <a:schemeClr val="tx1"/>
                </a:solidFill>
              </a:rPr>
              <a:t>有</a:t>
            </a:r>
            <a:r>
              <a:rPr lang="zh-CN" altLang="en-US" sz="2800">
                <a:solidFill>
                  <a:srgbClr val="FF0000"/>
                </a:solidFill>
              </a:rPr>
              <a:t>唯一解</a:t>
            </a:r>
            <a:r>
              <a:rPr lang="zh-CN" altLang="en-US" sz="2800" i="1">
                <a:solidFill>
                  <a:schemeClr val="tx1"/>
                </a:solidFill>
              </a:rPr>
              <a:t> </a:t>
            </a:r>
            <a:r>
              <a:rPr lang="en-US" altLang="zh-CN" sz="2800" i="1">
                <a:solidFill>
                  <a:schemeClr val="tx1"/>
                </a:solidFill>
              </a:rPr>
              <a:t>X=A</a:t>
            </a:r>
            <a:r>
              <a:rPr lang="en-US" altLang="zh-CN" sz="2800" baseline="30000">
                <a:solidFill>
                  <a:schemeClr val="tx1"/>
                </a:solidFill>
              </a:rPr>
              <a:t>-1</a:t>
            </a:r>
            <a:r>
              <a:rPr lang="en-US" altLang="zh-CN" sz="2800" i="1">
                <a:solidFill>
                  <a:schemeClr val="tx1"/>
                </a:solidFill>
              </a:rPr>
              <a:t>B</a:t>
            </a:r>
            <a:r>
              <a:rPr lang="en-US" altLang="zh-CN" sz="2800" baseline="30000">
                <a:solidFill>
                  <a:schemeClr val="tx1"/>
                </a:solidFill>
              </a:rPr>
              <a:t>     </a:t>
            </a:r>
            <a:r>
              <a:rPr lang="en-US" altLang="zh-CN" sz="2800">
                <a:solidFill>
                  <a:schemeClr val="tx1"/>
                </a:solidFill>
              </a:rPr>
              <a:t>(</a:t>
            </a:r>
            <a:r>
              <a:rPr lang="zh-CN" altLang="en-US" sz="2800">
                <a:solidFill>
                  <a:schemeClr val="tx1"/>
                </a:solidFill>
              </a:rPr>
              <a:t>或</a:t>
            </a:r>
            <a:r>
              <a:rPr lang="en-US" altLang="zh-CN" sz="2800" i="1">
                <a:solidFill>
                  <a:schemeClr val="tx1"/>
                </a:solidFill>
              </a:rPr>
              <a:t>X=BA</a:t>
            </a:r>
            <a:r>
              <a:rPr lang="en-US" altLang="zh-CN" sz="2800" baseline="30000">
                <a:solidFill>
                  <a:schemeClr val="tx1"/>
                </a:solidFill>
              </a:rPr>
              <a:t>-1</a:t>
            </a:r>
            <a:r>
              <a:rPr lang="en-US" altLang="zh-CN" sz="2800">
                <a:solidFill>
                  <a:schemeClr val="tx1"/>
                </a:solidFill>
              </a:rPr>
              <a:t>).</a:t>
            </a:r>
          </a:p>
        </p:txBody>
      </p:sp>
      <p:graphicFrame>
        <p:nvGraphicFramePr>
          <p:cNvPr id="185348" name="Object 4"/>
          <p:cNvGraphicFramePr>
            <a:graphicFrameLocks noChangeAspect="1"/>
          </p:cNvGraphicFramePr>
          <p:nvPr/>
        </p:nvGraphicFramePr>
        <p:xfrm>
          <a:off x="1835150" y="4724400"/>
          <a:ext cx="1319213" cy="428625"/>
        </p:xfrm>
        <a:graphic>
          <a:graphicData uri="http://schemas.openxmlformats.org/presentationml/2006/ole">
            <mc:AlternateContent xmlns:mc="http://schemas.openxmlformats.org/markup-compatibility/2006">
              <mc:Choice xmlns:v="urn:schemas-microsoft-com:vml" Requires="v">
                <p:oleObj spid="_x0000_s77896" name="Equation" r:id="rId3" imgW="583947" imgH="190417" progId="Equation.DSMT4">
                  <p:embed/>
                </p:oleObj>
              </mc:Choice>
              <mc:Fallback>
                <p:oleObj name="Equation" r:id="rId3" imgW="583947" imgH="190417"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4724400"/>
                        <a:ext cx="13192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5350" name="Rectangle 6"/>
          <p:cNvSpPr>
            <a:spLocks noChangeArrowheads="1"/>
          </p:cNvSpPr>
          <p:nvPr/>
        </p:nvSpPr>
        <p:spPr bwMode="auto">
          <a:xfrm>
            <a:off x="755650" y="2349500"/>
            <a:ext cx="80581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rPr>
              <a:t>证</a:t>
            </a:r>
            <a:r>
              <a:rPr lang="en-US" altLang="zh-CN">
                <a:latin typeface="黑体" pitchFamily="49" charset="-122"/>
              </a:rPr>
              <a:t>: </a:t>
            </a:r>
            <a:r>
              <a:rPr lang="zh-CN" altLang="en-US">
                <a:latin typeface="黑体" pitchFamily="49" charset="-122"/>
              </a:rPr>
              <a:t>由于</a:t>
            </a:r>
            <a:r>
              <a:rPr lang="en-US" altLang="zh-CN" i="1"/>
              <a:t>A</a:t>
            </a:r>
            <a:r>
              <a:rPr lang="zh-CN" altLang="en-US">
                <a:latin typeface="黑体" pitchFamily="49" charset="-122"/>
              </a:rPr>
              <a:t>可逆，用其逆矩阵</a:t>
            </a:r>
            <a:r>
              <a:rPr lang="en-US" altLang="zh-CN" i="1"/>
              <a:t>A</a:t>
            </a:r>
            <a:r>
              <a:rPr lang="en-US" altLang="zh-CN" baseline="30000">
                <a:latin typeface="黑体" pitchFamily="49" charset="-122"/>
              </a:rPr>
              <a:t>−1</a:t>
            </a:r>
            <a:r>
              <a:rPr lang="zh-CN" altLang="en-US">
                <a:latin typeface="黑体" pitchFamily="49" charset="-122"/>
              </a:rPr>
              <a:t>左乘方程</a:t>
            </a:r>
            <a:r>
              <a:rPr lang="en-US" altLang="zh-CN" i="1"/>
              <a:t>AX</a:t>
            </a:r>
            <a:r>
              <a:rPr lang="zh-CN" altLang="en-US" i="1"/>
              <a:t>＝</a:t>
            </a:r>
            <a:r>
              <a:rPr lang="en-US" altLang="zh-CN" i="1"/>
              <a:t>B</a:t>
            </a:r>
            <a:r>
              <a:rPr lang="zh-CN" altLang="en-US">
                <a:latin typeface="黑体" pitchFamily="49" charset="-122"/>
              </a:rPr>
              <a:t>得</a:t>
            </a:r>
          </a:p>
          <a:p>
            <a:pPr eaLnBrk="1" hangingPunct="1"/>
            <a:r>
              <a:rPr lang="zh-CN" altLang="en-US">
                <a:latin typeface="黑体" pitchFamily="49" charset="-122"/>
              </a:rPr>
              <a:t> </a:t>
            </a:r>
            <a:r>
              <a:rPr lang="en-US" altLang="zh-CN" i="1"/>
              <a:t>A</a:t>
            </a:r>
            <a:r>
              <a:rPr lang="en-US" altLang="zh-CN" baseline="30000">
                <a:latin typeface="黑体" pitchFamily="49" charset="-122"/>
              </a:rPr>
              <a:t>−1</a:t>
            </a:r>
            <a:r>
              <a:rPr lang="en-US" altLang="zh-CN" i="1"/>
              <a:t>AX</a:t>
            </a:r>
            <a:r>
              <a:rPr lang="zh-CN" altLang="en-US">
                <a:latin typeface="黑体" pitchFamily="49" charset="-122"/>
              </a:rPr>
              <a:t>＝</a:t>
            </a:r>
            <a:r>
              <a:rPr lang="en-US" altLang="zh-CN" i="1"/>
              <a:t>A</a:t>
            </a:r>
            <a:r>
              <a:rPr lang="en-US" altLang="zh-CN" baseline="30000">
                <a:latin typeface="黑体" pitchFamily="49" charset="-122"/>
              </a:rPr>
              <a:t>−1</a:t>
            </a:r>
            <a:r>
              <a:rPr lang="en-US" altLang="zh-CN" i="1"/>
              <a:t>B</a:t>
            </a:r>
            <a:r>
              <a:rPr lang="en-US" altLang="zh-CN">
                <a:latin typeface="黑体" pitchFamily="49" charset="-122"/>
              </a:rPr>
              <a:t>. 	</a:t>
            </a:r>
          </a:p>
        </p:txBody>
      </p:sp>
      <p:sp>
        <p:nvSpPr>
          <p:cNvPr id="185351" name="Rectangle 7"/>
          <p:cNvSpPr>
            <a:spLocks noChangeArrowheads="1"/>
          </p:cNvSpPr>
          <p:nvPr/>
        </p:nvSpPr>
        <p:spPr bwMode="auto">
          <a:xfrm>
            <a:off x="917575" y="4149725"/>
            <a:ext cx="292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rPr>
              <a:t>即</a:t>
            </a:r>
            <a:r>
              <a:rPr lang="en-US" altLang="zh-CN" i="1"/>
              <a:t>AC</a:t>
            </a:r>
            <a:r>
              <a:rPr lang="zh-CN" altLang="en-US" i="1"/>
              <a:t>＝</a:t>
            </a:r>
            <a:r>
              <a:rPr lang="en-US" altLang="zh-CN" i="1"/>
              <a:t>B</a:t>
            </a:r>
            <a:r>
              <a:rPr lang="zh-CN" altLang="en-US">
                <a:latin typeface="黑体" pitchFamily="49" charset="-122"/>
              </a:rPr>
              <a:t>，则	</a:t>
            </a:r>
          </a:p>
        </p:txBody>
      </p:sp>
      <p:sp>
        <p:nvSpPr>
          <p:cNvPr id="185352" name="Rectangle 8"/>
          <p:cNvSpPr>
            <a:spLocks noChangeArrowheads="1"/>
          </p:cNvSpPr>
          <p:nvPr/>
        </p:nvSpPr>
        <p:spPr bwMode="auto">
          <a:xfrm>
            <a:off x="900113" y="5373688"/>
            <a:ext cx="38322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cs typeface="Times New Roman" pitchFamily="18" charset="0"/>
              </a:rPr>
              <a:t>故</a:t>
            </a:r>
            <a:r>
              <a:rPr lang="en-US" altLang="zh-CN" i="1">
                <a:cs typeface="Times New Roman" pitchFamily="18" charset="0"/>
              </a:rPr>
              <a:t>X</a:t>
            </a:r>
            <a:r>
              <a:rPr lang="zh-CN" altLang="en-US" i="1">
                <a:cs typeface="Times New Roman" pitchFamily="18" charset="0"/>
              </a:rPr>
              <a:t>＝</a:t>
            </a:r>
            <a:r>
              <a:rPr lang="en-US" altLang="zh-CN" i="1">
                <a:cs typeface="Times New Roman" pitchFamily="18" charset="0"/>
              </a:rPr>
              <a:t>A</a:t>
            </a:r>
            <a:r>
              <a:rPr lang="en-US" altLang="zh-CN" baseline="30000">
                <a:cs typeface="Times New Roman" pitchFamily="18" charset="0"/>
              </a:rPr>
              <a:t>−1</a:t>
            </a:r>
            <a:r>
              <a:rPr lang="en-US" altLang="zh-CN" i="1">
                <a:cs typeface="Times New Roman" pitchFamily="18" charset="0"/>
              </a:rPr>
              <a:t>B</a:t>
            </a:r>
            <a:r>
              <a:rPr lang="zh-CN" altLang="en-US">
                <a:latin typeface="黑体" pitchFamily="49" charset="-122"/>
                <a:cs typeface="Times New Roman" pitchFamily="18" charset="0"/>
              </a:rPr>
              <a:t>为唯一解。 </a:t>
            </a:r>
          </a:p>
        </p:txBody>
      </p:sp>
      <p:sp>
        <p:nvSpPr>
          <p:cNvPr id="185353" name="Rectangle 9"/>
          <p:cNvSpPr>
            <a:spLocks noChangeArrowheads="1"/>
          </p:cNvSpPr>
          <p:nvPr/>
        </p:nvSpPr>
        <p:spPr bwMode="auto">
          <a:xfrm>
            <a:off x="1547813" y="3579813"/>
            <a:ext cx="7497762" cy="519112"/>
          </a:xfrm>
          <a:prstGeom prst="rect">
            <a:avLst/>
          </a:prstGeom>
          <a:noFill/>
          <a:ln w="9525" algn="ctr">
            <a:noFill/>
            <a:miter lim="800000"/>
            <a:headEnd/>
            <a:tailEnd/>
          </a:ln>
          <a:effectLst/>
        </p:spPr>
        <p:txBody>
          <a:bodyPr wrap="none">
            <a:spAutoFit/>
          </a:bodyPr>
          <a:lstStyle/>
          <a:p>
            <a:pPr eaLnBrk="0" hangingPunct="0">
              <a:defRPr/>
            </a:pPr>
            <a:r>
              <a:rPr lang="zh-CN" altLang="en-US">
                <a:ea typeface="黑体" pitchFamily="2" charset="-122"/>
              </a:rPr>
              <a:t>再证解的唯一性：若方程还有另一解</a:t>
            </a:r>
            <a:r>
              <a:rPr lang="en-US" altLang="zh-CN" i="1">
                <a:ea typeface="黑体" pitchFamily="2" charset="-122"/>
              </a:rPr>
              <a:t>C=C</a:t>
            </a:r>
            <a:r>
              <a:rPr lang="en-US" altLang="zh-CN" i="1" baseline="-25000">
                <a:effectLst>
                  <a:outerShdw blurRad="38100" dist="38100" dir="2700000" algn="tl">
                    <a:srgbClr val="C0C0C0"/>
                  </a:outerShdw>
                </a:effectLst>
                <a:ea typeface="黑体" pitchFamily="2" charset="-122"/>
              </a:rPr>
              <a:t>n</a:t>
            </a:r>
            <a:r>
              <a:rPr lang="en-US" altLang="zh-CN" baseline="-25000">
                <a:effectLst>
                  <a:outerShdw blurRad="38100" dist="38100" dir="2700000" algn="tl">
                    <a:srgbClr val="C0C0C0"/>
                  </a:outerShdw>
                </a:effectLst>
                <a:ea typeface="黑体" pitchFamily="2" charset="-122"/>
              </a:rPr>
              <a:t>×</a:t>
            </a:r>
            <a:r>
              <a:rPr lang="en-US" altLang="zh-CN" i="1" baseline="-25000">
                <a:effectLst>
                  <a:outerShdw blurRad="38100" dist="38100" dir="2700000" algn="tl">
                    <a:srgbClr val="C0C0C0"/>
                  </a:outerShdw>
                </a:effectLst>
                <a:ea typeface="黑体" pitchFamily="2" charset="-122"/>
              </a:rPr>
              <a:t>m</a:t>
            </a:r>
            <a:r>
              <a:rPr lang="zh-CN" altLang="en-US">
                <a:ea typeface="黑体" pitchFamily="2" charset="-122"/>
              </a:rPr>
              <a:t>，</a:t>
            </a:r>
          </a:p>
        </p:txBody>
      </p:sp>
      <p:sp>
        <p:nvSpPr>
          <p:cNvPr id="185354" name="Rectangle 10"/>
          <p:cNvSpPr>
            <a:spLocks noChangeArrowheads="1"/>
          </p:cNvSpPr>
          <p:nvPr/>
        </p:nvSpPr>
        <p:spPr bwMode="auto">
          <a:xfrm>
            <a:off x="3262313" y="2787650"/>
            <a:ext cx="41894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rPr>
              <a:t>得到</a:t>
            </a:r>
            <a:r>
              <a:rPr lang="en-US" altLang="zh-CN" i="1"/>
              <a:t>X</a:t>
            </a:r>
            <a:r>
              <a:rPr lang="zh-CN" altLang="en-US" i="1"/>
              <a:t>＝</a:t>
            </a:r>
            <a:r>
              <a:rPr lang="en-US" altLang="zh-CN" i="1"/>
              <a:t>A</a:t>
            </a:r>
            <a:r>
              <a:rPr lang="en-US" altLang="zh-CN" baseline="30000"/>
              <a:t>−1</a:t>
            </a:r>
            <a:r>
              <a:rPr lang="en-US" altLang="zh-CN" i="1"/>
              <a:t>B</a:t>
            </a:r>
            <a:r>
              <a:rPr lang="zh-CN" altLang="en-US">
                <a:latin typeface="黑体" pitchFamily="49" charset="-122"/>
              </a:rPr>
              <a:t>为方程的解</a:t>
            </a:r>
            <a:r>
              <a:rPr lang="en-US" altLang="zh-CN">
                <a:latin typeface="黑体" pitchFamily="49" charset="-122"/>
              </a:rPr>
              <a:t>.</a:t>
            </a:r>
          </a:p>
        </p:txBody>
      </p:sp>
      <p:graphicFrame>
        <p:nvGraphicFramePr>
          <p:cNvPr id="185355" name="Object 11"/>
          <p:cNvGraphicFramePr>
            <a:graphicFrameLocks noChangeAspect="1"/>
          </p:cNvGraphicFramePr>
          <p:nvPr/>
        </p:nvGraphicFramePr>
        <p:xfrm>
          <a:off x="3132138" y="4629150"/>
          <a:ext cx="1778000" cy="600075"/>
        </p:xfrm>
        <a:graphic>
          <a:graphicData uri="http://schemas.openxmlformats.org/presentationml/2006/ole">
            <mc:AlternateContent xmlns:mc="http://schemas.openxmlformats.org/markup-compatibility/2006">
              <mc:Choice xmlns:v="urn:schemas-microsoft-com:vml" Requires="v">
                <p:oleObj spid="_x0000_s77897" name="Equation" r:id="rId5" imgW="787058" imgH="266584" progId="Equation.DSMT4">
                  <p:embed/>
                </p:oleObj>
              </mc:Choice>
              <mc:Fallback>
                <p:oleObj name="Equation" r:id="rId5" imgW="787058" imgH="266584" progId="Equation.DSMT4">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2138" y="4629150"/>
                        <a:ext cx="1778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5356" name="Object 12"/>
          <p:cNvGraphicFramePr>
            <a:graphicFrameLocks noChangeAspect="1"/>
          </p:cNvGraphicFramePr>
          <p:nvPr/>
        </p:nvGraphicFramePr>
        <p:xfrm>
          <a:off x="4932363" y="4629150"/>
          <a:ext cx="1806575" cy="600075"/>
        </p:xfrm>
        <a:graphic>
          <a:graphicData uri="http://schemas.openxmlformats.org/presentationml/2006/ole">
            <mc:AlternateContent xmlns:mc="http://schemas.openxmlformats.org/markup-compatibility/2006">
              <mc:Choice xmlns:v="urn:schemas-microsoft-com:vml" Requires="v">
                <p:oleObj spid="_x0000_s77898" name="Equation" r:id="rId7" imgW="799753" imgH="266584" progId="Equation.DSMT4">
                  <p:embed/>
                </p:oleObj>
              </mc:Choice>
              <mc:Fallback>
                <p:oleObj name="Equation" r:id="rId7" imgW="799753" imgH="266584" progId="Equation.DSMT4">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32363" y="4629150"/>
                        <a:ext cx="18065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5357" name="Object 13"/>
          <p:cNvGraphicFramePr>
            <a:graphicFrameLocks noChangeAspect="1"/>
          </p:cNvGraphicFramePr>
          <p:nvPr/>
        </p:nvGraphicFramePr>
        <p:xfrm>
          <a:off x="6683375" y="4652963"/>
          <a:ext cx="1920875" cy="485775"/>
        </p:xfrm>
        <a:graphic>
          <a:graphicData uri="http://schemas.openxmlformats.org/presentationml/2006/ole">
            <mc:AlternateContent xmlns:mc="http://schemas.openxmlformats.org/markup-compatibility/2006">
              <mc:Choice xmlns:v="urn:schemas-microsoft-com:vml" Requires="v">
                <p:oleObj spid="_x0000_s77899" name="Equation" r:id="rId9" imgW="850531" imgH="215806" progId="Equation.DSMT4">
                  <p:embed/>
                </p:oleObj>
              </mc:Choice>
              <mc:Fallback>
                <p:oleObj name="Equation" r:id="rId9" imgW="850531" imgH="215806" progId="Equation.DSMT4">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83375" y="4652963"/>
                        <a:ext cx="1920875"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5350"/>
                                        </p:tgtEl>
                                        <p:attrNameLst>
                                          <p:attrName>style.visibility</p:attrName>
                                        </p:attrNameLst>
                                      </p:cBhvr>
                                      <p:to>
                                        <p:strVal val="visible"/>
                                      </p:to>
                                    </p:set>
                                    <p:animEffect transition="in" filter="wipe(left)">
                                      <p:cBhvr>
                                        <p:cTn id="7" dur="500"/>
                                        <p:tgtEl>
                                          <p:spTgt spid="1853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5354"/>
                                        </p:tgtEl>
                                        <p:attrNameLst>
                                          <p:attrName>style.visibility</p:attrName>
                                        </p:attrNameLst>
                                      </p:cBhvr>
                                      <p:to>
                                        <p:strVal val="visible"/>
                                      </p:to>
                                    </p:set>
                                    <p:animEffect transition="in" filter="wipe(left)">
                                      <p:cBhvr>
                                        <p:cTn id="12" dur="500"/>
                                        <p:tgtEl>
                                          <p:spTgt spid="1853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5353"/>
                                        </p:tgtEl>
                                        <p:attrNameLst>
                                          <p:attrName>style.visibility</p:attrName>
                                        </p:attrNameLst>
                                      </p:cBhvr>
                                      <p:to>
                                        <p:strVal val="visible"/>
                                      </p:to>
                                    </p:set>
                                    <p:animEffect transition="in" filter="wipe(left)">
                                      <p:cBhvr>
                                        <p:cTn id="17" dur="500"/>
                                        <p:tgtEl>
                                          <p:spTgt spid="18535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5351"/>
                                        </p:tgtEl>
                                        <p:attrNameLst>
                                          <p:attrName>style.visibility</p:attrName>
                                        </p:attrNameLst>
                                      </p:cBhvr>
                                      <p:to>
                                        <p:strVal val="visible"/>
                                      </p:to>
                                    </p:set>
                                    <p:animEffect transition="in" filter="wipe(left)">
                                      <p:cBhvr>
                                        <p:cTn id="22" dur="500"/>
                                        <p:tgtEl>
                                          <p:spTgt spid="18535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85348"/>
                                        </p:tgtEl>
                                        <p:attrNameLst>
                                          <p:attrName>style.visibility</p:attrName>
                                        </p:attrNameLst>
                                      </p:cBhvr>
                                      <p:to>
                                        <p:strVal val="visible"/>
                                      </p:to>
                                    </p:set>
                                    <p:animEffect transition="in" filter="wipe(left)">
                                      <p:cBhvr>
                                        <p:cTn id="27" dur="500"/>
                                        <p:tgtEl>
                                          <p:spTgt spid="18534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85355"/>
                                        </p:tgtEl>
                                        <p:attrNameLst>
                                          <p:attrName>style.visibility</p:attrName>
                                        </p:attrNameLst>
                                      </p:cBhvr>
                                      <p:to>
                                        <p:strVal val="visible"/>
                                      </p:to>
                                    </p:set>
                                    <p:animEffect transition="in" filter="wipe(left)">
                                      <p:cBhvr>
                                        <p:cTn id="32" dur="500"/>
                                        <p:tgtEl>
                                          <p:spTgt spid="18535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85356"/>
                                        </p:tgtEl>
                                        <p:attrNameLst>
                                          <p:attrName>style.visibility</p:attrName>
                                        </p:attrNameLst>
                                      </p:cBhvr>
                                      <p:to>
                                        <p:strVal val="visible"/>
                                      </p:to>
                                    </p:set>
                                    <p:animEffect transition="in" filter="wipe(left)">
                                      <p:cBhvr>
                                        <p:cTn id="37" dur="500"/>
                                        <p:tgtEl>
                                          <p:spTgt spid="18535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85357"/>
                                        </p:tgtEl>
                                        <p:attrNameLst>
                                          <p:attrName>style.visibility</p:attrName>
                                        </p:attrNameLst>
                                      </p:cBhvr>
                                      <p:to>
                                        <p:strVal val="visible"/>
                                      </p:to>
                                    </p:set>
                                    <p:animEffect transition="in" filter="wipe(left)">
                                      <p:cBhvr>
                                        <p:cTn id="42" dur="500"/>
                                        <p:tgtEl>
                                          <p:spTgt spid="18535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5352"/>
                                        </p:tgtEl>
                                        <p:attrNameLst>
                                          <p:attrName>style.visibility</p:attrName>
                                        </p:attrNameLst>
                                      </p:cBhvr>
                                      <p:to>
                                        <p:strVal val="visible"/>
                                      </p:to>
                                    </p:set>
                                    <p:animEffect transition="in" filter="wipe(left)">
                                      <p:cBhvr>
                                        <p:cTn id="47" dur="500"/>
                                        <p:tgtEl>
                                          <p:spTgt spid="185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50" grpId="0"/>
      <p:bldP spid="185351" grpId="0"/>
      <p:bldP spid="185352" grpId="0"/>
      <p:bldP spid="185353" grpId="0"/>
      <p:bldP spid="185354"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a:xfrm>
            <a:off x="914400" y="260350"/>
            <a:ext cx="7978775" cy="1143000"/>
          </a:xfrm>
        </p:spPr>
        <p:txBody>
          <a:bodyPr/>
          <a:lstStyle/>
          <a:p>
            <a:pPr eaLnBrk="1" hangingPunct="1">
              <a:defRPr/>
            </a:pPr>
            <a:r>
              <a:rPr lang="en-US" altLang="zh-CN" sz="2800">
                <a:solidFill>
                  <a:schemeClr val="tx1"/>
                </a:solidFill>
              </a:rPr>
              <a:t>        </a:t>
            </a:r>
            <a:r>
              <a:rPr lang="zh-CN" altLang="en-US" sz="2800">
                <a:solidFill>
                  <a:schemeClr val="tx1"/>
                </a:solidFill>
              </a:rPr>
              <a:t>本定理的特殊情况，当</a:t>
            </a:r>
            <a:r>
              <a:rPr lang="en-US" altLang="zh-CN" sz="2800" i="1">
                <a:solidFill>
                  <a:schemeClr val="tx1"/>
                </a:solidFill>
              </a:rPr>
              <a:t>B</a:t>
            </a:r>
            <a:r>
              <a:rPr lang="zh-CN" altLang="en-US" sz="2800">
                <a:solidFill>
                  <a:schemeClr val="tx1"/>
                </a:solidFill>
              </a:rPr>
              <a:t>为</a:t>
            </a:r>
            <a:r>
              <a:rPr lang="zh-CN" altLang="en-US" sz="2800">
                <a:solidFill>
                  <a:srgbClr val="FF0000"/>
                </a:solidFill>
              </a:rPr>
              <a:t>列向量</a:t>
            </a:r>
            <a:r>
              <a:rPr lang="zh-CN" altLang="en-US" sz="2800">
                <a:solidFill>
                  <a:schemeClr val="tx1"/>
                </a:solidFill>
              </a:rPr>
              <a:t>时，得到</a:t>
            </a:r>
            <a:r>
              <a:rPr lang="en-US" altLang="zh-CN" sz="2800" i="1">
                <a:solidFill>
                  <a:schemeClr val="tx1"/>
                </a:solidFill>
              </a:rPr>
              <a:t>Cramer</a:t>
            </a:r>
            <a:r>
              <a:rPr lang="zh-CN" altLang="en-US" sz="2800">
                <a:solidFill>
                  <a:schemeClr val="tx1"/>
                </a:solidFill>
              </a:rPr>
              <a:t>规则（克拉默、克莱姆）</a:t>
            </a:r>
            <a:r>
              <a:rPr lang="en-US" altLang="zh-CN" sz="2800">
                <a:solidFill>
                  <a:schemeClr val="tx1"/>
                </a:solidFill>
              </a:rPr>
              <a:t>.</a:t>
            </a:r>
          </a:p>
        </p:txBody>
      </p:sp>
      <p:sp>
        <p:nvSpPr>
          <p:cNvPr id="186372" name="Text Box 4"/>
          <p:cNvSpPr txBox="1">
            <a:spLocks noChangeArrowheads="1"/>
          </p:cNvSpPr>
          <p:nvPr/>
        </p:nvSpPr>
        <p:spPr bwMode="auto">
          <a:xfrm>
            <a:off x="914400" y="1435100"/>
            <a:ext cx="59197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solidFill>
                  <a:srgbClr val="CC0000"/>
                </a:solidFill>
                <a:latin typeface="黑体" pitchFamily="49" charset="-122"/>
              </a:rPr>
              <a:t>定理</a:t>
            </a:r>
            <a:r>
              <a:rPr lang="en-US" altLang="zh-CN">
                <a:solidFill>
                  <a:srgbClr val="CC0000"/>
                </a:solidFill>
                <a:latin typeface="黑体" pitchFamily="49" charset="-122"/>
              </a:rPr>
              <a:t>5</a:t>
            </a:r>
            <a:r>
              <a:rPr lang="zh-CN" altLang="en-US">
                <a:latin typeface="黑体" pitchFamily="49" charset="-122"/>
              </a:rPr>
              <a:t>（克莱姆规则）</a:t>
            </a:r>
            <a:r>
              <a:rPr lang="en-US" altLang="zh-CN" i="1"/>
              <a:t>n</a:t>
            </a:r>
            <a:r>
              <a:rPr lang="zh-CN" altLang="en-US">
                <a:latin typeface="黑体" pitchFamily="49" charset="-122"/>
              </a:rPr>
              <a:t>元线性方程组</a:t>
            </a:r>
          </a:p>
        </p:txBody>
      </p:sp>
      <p:graphicFrame>
        <p:nvGraphicFramePr>
          <p:cNvPr id="186373" name="Object 5"/>
          <p:cNvGraphicFramePr>
            <a:graphicFrameLocks noChangeAspect="1"/>
          </p:cNvGraphicFramePr>
          <p:nvPr/>
        </p:nvGraphicFramePr>
        <p:xfrm>
          <a:off x="2124075" y="1989138"/>
          <a:ext cx="5976938" cy="1968500"/>
        </p:xfrm>
        <a:graphic>
          <a:graphicData uri="http://schemas.openxmlformats.org/presentationml/2006/ole">
            <mc:AlternateContent xmlns:mc="http://schemas.openxmlformats.org/markup-compatibility/2006">
              <mc:Choice xmlns:v="urn:schemas-microsoft-com:vml" Requires="v">
                <p:oleObj spid="_x0000_s78885" name="Equation" r:id="rId3" imgW="6248400" imgH="2057400" progId="Equation.3">
                  <p:embed/>
                </p:oleObj>
              </mc:Choice>
              <mc:Fallback>
                <p:oleObj name="Equation" r:id="rId3" imgW="6248400" imgH="20574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1989138"/>
                        <a:ext cx="5976938" cy="196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6374" name="Text Box 6"/>
          <p:cNvSpPr txBox="1">
            <a:spLocks noChangeArrowheads="1"/>
          </p:cNvSpPr>
          <p:nvPr/>
        </p:nvSpPr>
        <p:spPr bwMode="auto">
          <a:xfrm>
            <a:off x="900113" y="4171950"/>
            <a:ext cx="7920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的系数行列式  </a:t>
            </a:r>
            <a:r>
              <a:rPr lang="en-US" altLang="zh-CN" i="1">
                <a:ea typeface="宋体" pitchFamily="2" charset="-122"/>
              </a:rPr>
              <a:t>D</a:t>
            </a:r>
            <a:r>
              <a:rPr lang="en-US" altLang="zh-CN">
                <a:ea typeface="宋体" pitchFamily="2" charset="-122"/>
              </a:rPr>
              <a:t>=|</a:t>
            </a:r>
            <a:r>
              <a:rPr lang="en-US" altLang="zh-CN" i="1">
                <a:ea typeface="宋体" pitchFamily="2" charset="-122"/>
              </a:rPr>
              <a:t>A</a:t>
            </a:r>
            <a:r>
              <a:rPr lang="en-US" altLang="zh-CN">
                <a:ea typeface="宋体" pitchFamily="2" charset="-122"/>
              </a:rPr>
              <a:t>|=|</a:t>
            </a:r>
            <a:r>
              <a:rPr lang="en-US" altLang="zh-CN" i="1">
                <a:ea typeface="宋体" pitchFamily="2" charset="-122"/>
              </a:rPr>
              <a:t>a</a:t>
            </a:r>
            <a:r>
              <a:rPr lang="en-US" altLang="zh-CN" i="1" baseline="-25000">
                <a:ea typeface="宋体" pitchFamily="2" charset="-122"/>
              </a:rPr>
              <a:t>ij</a:t>
            </a:r>
            <a:r>
              <a:rPr lang="en-US" altLang="zh-CN">
                <a:ea typeface="宋体" pitchFamily="2" charset="-122"/>
              </a:rPr>
              <a:t>|≠0  </a:t>
            </a:r>
            <a:r>
              <a:rPr lang="zh-CN" altLang="en-US">
                <a:ea typeface="宋体" pitchFamily="2" charset="-122"/>
              </a:rPr>
              <a:t>时，存在唯一解</a:t>
            </a:r>
            <a:endParaRPr lang="zh-CN" altLang="en-US" sz="2400">
              <a:ea typeface="宋体" pitchFamily="2" charset="-122"/>
            </a:endParaRPr>
          </a:p>
        </p:txBody>
      </p:sp>
      <p:graphicFrame>
        <p:nvGraphicFramePr>
          <p:cNvPr id="186377" name="Object 9"/>
          <p:cNvGraphicFramePr>
            <a:graphicFrameLocks noChangeAspect="1"/>
          </p:cNvGraphicFramePr>
          <p:nvPr/>
        </p:nvGraphicFramePr>
        <p:xfrm>
          <a:off x="1339850" y="4724400"/>
          <a:ext cx="6904038" cy="1096963"/>
        </p:xfrm>
        <a:graphic>
          <a:graphicData uri="http://schemas.openxmlformats.org/presentationml/2006/ole">
            <mc:AlternateContent xmlns:mc="http://schemas.openxmlformats.org/markup-compatibility/2006">
              <mc:Choice xmlns:v="urn:schemas-microsoft-com:vml" Requires="v">
                <p:oleObj spid="_x0000_s78886" name="公式" r:id="rId5" imgW="2476500" imgH="393700" progId="Equation.3">
                  <p:embed/>
                </p:oleObj>
              </mc:Choice>
              <mc:Fallback>
                <p:oleObj name="公式" r:id="rId5" imgW="2476500" imgH="3937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9850" y="4724400"/>
                        <a:ext cx="6904038" cy="1096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6372"/>
                                        </p:tgtEl>
                                        <p:attrNameLst>
                                          <p:attrName>style.visibility</p:attrName>
                                        </p:attrNameLst>
                                      </p:cBhvr>
                                      <p:to>
                                        <p:strVal val="visible"/>
                                      </p:to>
                                    </p:set>
                                    <p:animEffect transition="in" filter="wipe(left)">
                                      <p:cBhvr>
                                        <p:cTn id="7" dur="500"/>
                                        <p:tgtEl>
                                          <p:spTgt spid="186372"/>
                                        </p:tgtEl>
                                      </p:cBhvr>
                                    </p:animEffect>
                                  </p:childTnLst>
                                </p:cTn>
                              </p:par>
                              <p:par>
                                <p:cTn id="8" presetID="22" presetClass="entr" presetSubtype="8" fill="hold" nodeType="withEffect">
                                  <p:stCondLst>
                                    <p:cond delay="0"/>
                                  </p:stCondLst>
                                  <p:childTnLst>
                                    <p:set>
                                      <p:cBhvr>
                                        <p:cTn id="9" dur="1" fill="hold">
                                          <p:stCondLst>
                                            <p:cond delay="0"/>
                                          </p:stCondLst>
                                        </p:cTn>
                                        <p:tgtEl>
                                          <p:spTgt spid="186373"/>
                                        </p:tgtEl>
                                        <p:attrNameLst>
                                          <p:attrName>style.visibility</p:attrName>
                                        </p:attrNameLst>
                                      </p:cBhvr>
                                      <p:to>
                                        <p:strVal val="visible"/>
                                      </p:to>
                                    </p:set>
                                    <p:animEffect transition="in" filter="wipe(left)">
                                      <p:cBhvr>
                                        <p:cTn id="10" dur="500"/>
                                        <p:tgtEl>
                                          <p:spTgt spid="18637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86374"/>
                                        </p:tgtEl>
                                        <p:attrNameLst>
                                          <p:attrName>style.visibility</p:attrName>
                                        </p:attrNameLst>
                                      </p:cBhvr>
                                      <p:to>
                                        <p:strVal val="visible"/>
                                      </p:to>
                                    </p:set>
                                    <p:animEffect transition="in" filter="wipe(left)">
                                      <p:cBhvr>
                                        <p:cTn id="15" dur="500"/>
                                        <p:tgtEl>
                                          <p:spTgt spid="18637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186377"/>
                                        </p:tgtEl>
                                        <p:attrNameLst>
                                          <p:attrName>style.visibility</p:attrName>
                                        </p:attrNameLst>
                                      </p:cBhvr>
                                      <p:to>
                                        <p:strVal val="visible"/>
                                      </p:to>
                                    </p:set>
                                    <p:animEffect transition="in" filter="wipe(left)">
                                      <p:cBhvr>
                                        <p:cTn id="20" dur="500"/>
                                        <p:tgtEl>
                                          <p:spTgt spid="186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2" grpId="0" autoUpdateAnimBg="0"/>
      <p:bldP spid="186374"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874" name="Group 3"/>
          <p:cNvGrpSpPr>
            <a:grpSpLocks/>
          </p:cNvGrpSpPr>
          <p:nvPr/>
        </p:nvGrpSpPr>
        <p:grpSpPr bwMode="auto">
          <a:xfrm>
            <a:off x="763588" y="115888"/>
            <a:ext cx="7740650" cy="946150"/>
            <a:chOff x="432" y="1968"/>
            <a:chExt cx="4876" cy="596"/>
          </a:xfrm>
        </p:grpSpPr>
        <p:sp>
          <p:nvSpPr>
            <p:cNvPr id="79881" name="Text Box 4"/>
            <p:cNvSpPr txBox="1">
              <a:spLocks noChangeArrowheads="1"/>
            </p:cNvSpPr>
            <p:nvPr/>
          </p:nvSpPr>
          <p:spPr bwMode="auto">
            <a:xfrm>
              <a:off x="432" y="1968"/>
              <a:ext cx="4876"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其中     是把系数行列式     中第   列的元素用方程</a:t>
              </a:r>
            </a:p>
            <a:p>
              <a:pPr eaLnBrk="1" hangingPunct="1"/>
              <a:r>
                <a:rPr lang="zh-CN" altLang="en-US">
                  <a:ea typeface="宋体" pitchFamily="2" charset="-122"/>
                </a:rPr>
                <a:t>组右端的</a:t>
              </a:r>
              <a:r>
                <a:rPr lang="zh-CN" altLang="en-US">
                  <a:solidFill>
                    <a:srgbClr val="FF0000"/>
                  </a:solidFill>
                </a:rPr>
                <a:t>常数列代替</a:t>
              </a:r>
              <a:r>
                <a:rPr lang="zh-CN" altLang="en-US">
                  <a:ea typeface="宋体" pitchFamily="2" charset="-122"/>
                </a:rPr>
                <a:t>后所得到的    阶行列式，即</a:t>
              </a:r>
            </a:p>
          </p:txBody>
        </p:sp>
        <p:graphicFrame>
          <p:nvGraphicFramePr>
            <p:cNvPr id="79882" name="Object 5"/>
            <p:cNvGraphicFramePr>
              <a:graphicFrameLocks noChangeAspect="1"/>
            </p:cNvGraphicFramePr>
            <p:nvPr/>
          </p:nvGraphicFramePr>
          <p:xfrm>
            <a:off x="922" y="1974"/>
            <a:ext cx="271" cy="311"/>
          </p:xfrm>
          <a:graphic>
            <a:graphicData uri="http://schemas.openxmlformats.org/presentationml/2006/ole">
              <mc:AlternateContent xmlns:mc="http://schemas.openxmlformats.org/markup-compatibility/2006">
                <mc:Choice xmlns:v="urn:schemas-microsoft-com:vml" Requires="v">
                  <p:oleObj spid="_x0000_s79991" name="公式" r:id="rId3" imgW="431613" imgH="495085" progId="Equation.3">
                    <p:embed/>
                  </p:oleObj>
                </mc:Choice>
                <mc:Fallback>
                  <p:oleObj name="公式" r:id="rId3" imgW="431613" imgH="495085"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2" y="1974"/>
                          <a:ext cx="271" cy="3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83" name="Object 6"/>
            <p:cNvGraphicFramePr>
              <a:graphicFrameLocks noChangeAspect="1"/>
            </p:cNvGraphicFramePr>
            <p:nvPr/>
          </p:nvGraphicFramePr>
          <p:xfrm>
            <a:off x="2842" y="2022"/>
            <a:ext cx="215" cy="199"/>
          </p:xfrm>
          <a:graphic>
            <a:graphicData uri="http://schemas.openxmlformats.org/presentationml/2006/ole">
              <mc:AlternateContent xmlns:mc="http://schemas.openxmlformats.org/markup-compatibility/2006">
                <mc:Choice xmlns:v="urn:schemas-microsoft-com:vml" Requires="v">
                  <p:oleObj spid="_x0000_s79992" name="公式" r:id="rId5" imgW="342603" imgH="317225" progId="Equation.3">
                    <p:embed/>
                  </p:oleObj>
                </mc:Choice>
                <mc:Fallback>
                  <p:oleObj name="公式" r:id="rId5" imgW="342603" imgH="317225"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2" y="2022"/>
                          <a:ext cx="215"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84" name="Object 7"/>
            <p:cNvGraphicFramePr>
              <a:graphicFrameLocks noChangeAspect="1"/>
            </p:cNvGraphicFramePr>
            <p:nvPr/>
          </p:nvGraphicFramePr>
          <p:xfrm>
            <a:off x="3514" y="2022"/>
            <a:ext cx="144" cy="255"/>
          </p:xfrm>
          <a:graphic>
            <a:graphicData uri="http://schemas.openxmlformats.org/presentationml/2006/ole">
              <mc:AlternateContent xmlns:mc="http://schemas.openxmlformats.org/markup-compatibility/2006">
                <mc:Choice xmlns:v="urn:schemas-microsoft-com:vml" Requires="v">
                  <p:oleObj spid="_x0000_s79993" name="公式" r:id="rId7" imgW="228501" imgH="406224" progId="Equation.3">
                    <p:embed/>
                  </p:oleObj>
                </mc:Choice>
                <mc:Fallback>
                  <p:oleObj name="公式" r:id="rId7" imgW="228501" imgH="406224"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14" y="2022"/>
                          <a:ext cx="144" cy="2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85" name="Object 8"/>
            <p:cNvGraphicFramePr>
              <a:graphicFrameLocks noChangeAspect="1"/>
            </p:cNvGraphicFramePr>
            <p:nvPr/>
          </p:nvGraphicFramePr>
          <p:xfrm>
            <a:off x="3665" y="2334"/>
            <a:ext cx="151" cy="159"/>
          </p:xfrm>
          <a:graphic>
            <a:graphicData uri="http://schemas.openxmlformats.org/presentationml/2006/ole">
              <mc:AlternateContent xmlns:mc="http://schemas.openxmlformats.org/markup-compatibility/2006">
                <mc:Choice xmlns:v="urn:schemas-microsoft-com:vml" Requires="v">
                  <p:oleObj spid="_x0000_s79994" name="公式" r:id="rId9" imgW="241195" imgH="253890" progId="Equation.3">
                    <p:embed/>
                  </p:oleObj>
                </mc:Choice>
                <mc:Fallback>
                  <p:oleObj name="公式" r:id="rId9" imgW="241195" imgH="25389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65" y="2334"/>
                          <a:ext cx="151"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15721" name="Object 9"/>
          <p:cNvGraphicFramePr>
            <a:graphicFrameLocks noChangeAspect="1"/>
          </p:cNvGraphicFramePr>
          <p:nvPr/>
        </p:nvGraphicFramePr>
        <p:xfrm>
          <a:off x="915988" y="1195388"/>
          <a:ext cx="7185025" cy="2520950"/>
        </p:xfrm>
        <a:graphic>
          <a:graphicData uri="http://schemas.openxmlformats.org/presentationml/2006/ole">
            <mc:AlternateContent xmlns:mc="http://schemas.openxmlformats.org/markup-compatibility/2006">
              <mc:Choice xmlns:v="urn:schemas-microsoft-com:vml" Requires="v">
                <p:oleObj spid="_x0000_s79995" name="Equation" r:id="rId11" imgW="2679700" imgH="939800" progId="Equation.DSMT4">
                  <p:embed/>
                </p:oleObj>
              </mc:Choice>
              <mc:Fallback>
                <p:oleObj name="Equation" r:id="rId11" imgW="2679700" imgH="939800"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15988" y="1195388"/>
                        <a:ext cx="7185025" cy="2520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25" name="Object 13"/>
          <p:cNvGraphicFramePr>
            <a:graphicFrameLocks noChangeAspect="1"/>
          </p:cNvGraphicFramePr>
          <p:nvPr/>
        </p:nvGraphicFramePr>
        <p:xfrm>
          <a:off x="1908175" y="3932238"/>
          <a:ext cx="1800225" cy="434975"/>
        </p:xfrm>
        <a:graphic>
          <a:graphicData uri="http://schemas.openxmlformats.org/presentationml/2006/ole">
            <mc:AlternateContent xmlns:mc="http://schemas.openxmlformats.org/markup-compatibility/2006">
              <mc:Choice xmlns:v="urn:schemas-microsoft-com:vml" Requires="v">
                <p:oleObj spid="_x0000_s79996" name="Equation" r:id="rId13" imgW="825500" imgH="203200" progId="Equation.DSMT4">
                  <p:embed/>
                </p:oleObj>
              </mc:Choice>
              <mc:Fallback>
                <p:oleObj name="Equation" r:id="rId13" imgW="825500" imgH="203200" progId="Equation.DSMT4">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08175" y="3932238"/>
                        <a:ext cx="180022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5727" name="Line 15"/>
          <p:cNvSpPr>
            <a:spLocks noChangeShapeType="1"/>
          </p:cNvSpPr>
          <p:nvPr/>
        </p:nvSpPr>
        <p:spPr bwMode="auto">
          <a:xfrm>
            <a:off x="684213" y="4579938"/>
            <a:ext cx="7991475" cy="0"/>
          </a:xfrm>
          <a:prstGeom prst="line">
            <a:avLst/>
          </a:prstGeom>
          <a:noFill/>
          <a:ln w="38100" cmpd="dbl">
            <a:solidFill>
              <a:schemeClr val="accent2"/>
            </a:solidFill>
            <a:round/>
            <a:headEnd/>
            <a:tailEnd/>
          </a:ln>
          <a:effectLst>
            <a:outerShdw dist="107763" dir="18900000" algn="ctr" rotWithShape="0">
              <a:schemeClr val="bg2">
                <a:alpha val="50000"/>
              </a:schemeClr>
            </a:outerShdw>
          </a:effectLst>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15728" name="Text Box 16"/>
          <p:cNvSpPr txBox="1">
            <a:spLocks noChangeArrowheads="1"/>
          </p:cNvSpPr>
          <p:nvPr/>
        </p:nvSpPr>
        <p:spPr bwMode="auto">
          <a:xfrm>
            <a:off x="755650" y="4651375"/>
            <a:ext cx="1250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显然：</a:t>
            </a:r>
          </a:p>
        </p:txBody>
      </p:sp>
      <p:graphicFrame>
        <p:nvGraphicFramePr>
          <p:cNvPr id="115729" name="Object 17"/>
          <p:cNvGraphicFramePr>
            <a:graphicFrameLocks noChangeAspect="1"/>
          </p:cNvGraphicFramePr>
          <p:nvPr/>
        </p:nvGraphicFramePr>
        <p:xfrm>
          <a:off x="1979613" y="4795838"/>
          <a:ext cx="5616575" cy="719137"/>
        </p:xfrm>
        <a:graphic>
          <a:graphicData uri="http://schemas.openxmlformats.org/presentationml/2006/ole">
            <mc:AlternateContent xmlns:mc="http://schemas.openxmlformats.org/markup-compatibility/2006">
              <mc:Choice xmlns:v="urn:schemas-microsoft-com:vml" Requires="v">
                <p:oleObj spid="_x0000_s79997" name="Equation" r:id="rId15" imgW="2094591" imgH="266584" progId="Equation.DSMT4">
                  <p:embed/>
                </p:oleObj>
              </mc:Choice>
              <mc:Fallback>
                <p:oleObj name="Equation" r:id="rId15" imgW="2094591" imgH="266584" progId="Equation.DSMT4">
                  <p:embed/>
                  <p:pic>
                    <p:nvPicPr>
                      <p:cNvPr id="0"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79613" y="4795838"/>
                        <a:ext cx="5616575"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5731" name="Text Box 19"/>
          <p:cNvSpPr txBox="1">
            <a:spLocks noChangeArrowheads="1"/>
          </p:cNvSpPr>
          <p:nvPr/>
        </p:nvSpPr>
        <p:spPr bwMode="auto">
          <a:xfrm>
            <a:off x="1116013" y="5516563"/>
            <a:ext cx="6988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其中</a:t>
            </a:r>
            <a:r>
              <a:rPr lang="en-US" altLang="zh-CN" i="1">
                <a:ea typeface="宋体" pitchFamily="2" charset="-122"/>
              </a:rPr>
              <a:t>A</a:t>
            </a:r>
            <a:r>
              <a:rPr lang="en-US" altLang="zh-CN" i="1" baseline="-25000">
                <a:ea typeface="宋体" pitchFamily="2" charset="-122"/>
              </a:rPr>
              <a:t>ij </a:t>
            </a:r>
            <a:r>
              <a:rPr lang="en-US" altLang="zh-CN">
                <a:ea typeface="宋体" pitchFamily="2" charset="-122"/>
              </a:rPr>
              <a:t>(</a:t>
            </a:r>
            <a:r>
              <a:rPr lang="en-US" altLang="zh-CN" i="1">
                <a:ea typeface="宋体" pitchFamily="2" charset="-122"/>
              </a:rPr>
              <a:t>i</a:t>
            </a:r>
            <a:r>
              <a:rPr lang="en-US" altLang="zh-CN">
                <a:ea typeface="宋体" pitchFamily="2" charset="-122"/>
              </a:rPr>
              <a:t>=1,2, …,</a:t>
            </a:r>
            <a:r>
              <a:rPr lang="en-US" altLang="zh-CN" i="1">
                <a:ea typeface="宋体" pitchFamily="2" charset="-122"/>
              </a:rPr>
              <a:t>n</a:t>
            </a:r>
            <a:r>
              <a:rPr lang="en-US" altLang="zh-CN">
                <a:ea typeface="宋体" pitchFamily="2" charset="-122"/>
              </a:rPr>
              <a:t>)</a:t>
            </a:r>
            <a:r>
              <a:rPr lang="zh-CN" altLang="en-US">
                <a:ea typeface="宋体" pitchFamily="2" charset="-122"/>
              </a:rPr>
              <a:t>是</a:t>
            </a:r>
            <a:r>
              <a:rPr lang="en-US" altLang="zh-CN" i="1">
                <a:ea typeface="宋体" pitchFamily="2" charset="-122"/>
              </a:rPr>
              <a:t>a</a:t>
            </a:r>
            <a:r>
              <a:rPr lang="en-US" altLang="zh-CN" i="1" baseline="-25000">
                <a:ea typeface="宋体" pitchFamily="2" charset="-122"/>
              </a:rPr>
              <a:t>ij</a:t>
            </a:r>
            <a:r>
              <a:rPr lang="zh-CN" altLang="en-US">
                <a:ea typeface="宋体" pitchFamily="2" charset="-122"/>
              </a:rPr>
              <a:t>在</a:t>
            </a:r>
            <a:r>
              <a:rPr lang="en-US" altLang="zh-CN" i="1">
                <a:ea typeface="宋体" pitchFamily="2" charset="-122"/>
              </a:rPr>
              <a:t>D</a:t>
            </a:r>
            <a:r>
              <a:rPr lang="zh-CN" altLang="en-US">
                <a:ea typeface="宋体" pitchFamily="2" charset="-122"/>
              </a:rPr>
              <a:t>中的代数余子式</a:t>
            </a:r>
            <a:r>
              <a:rPr lang="en-US" altLang="zh-CN">
                <a:ea typeface="宋体" pitchFamily="2" charset="-122"/>
              </a:rPr>
              <a:t>.</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5721"/>
                                        </p:tgtEl>
                                        <p:attrNameLst>
                                          <p:attrName>style.visibility</p:attrName>
                                        </p:attrNameLst>
                                      </p:cBhvr>
                                      <p:to>
                                        <p:strVal val="visible"/>
                                      </p:to>
                                    </p:set>
                                    <p:animEffect transition="in" filter="wipe(left)">
                                      <p:cBhvr>
                                        <p:cTn id="7" dur="500"/>
                                        <p:tgtEl>
                                          <p:spTgt spid="115721"/>
                                        </p:tgtEl>
                                      </p:cBhvr>
                                    </p:animEffect>
                                  </p:childTnLst>
                                </p:cTn>
                              </p:par>
                              <p:par>
                                <p:cTn id="8" presetID="1" presetClass="entr" presetSubtype="0" fill="hold" nodeType="withEffect">
                                  <p:stCondLst>
                                    <p:cond delay="0"/>
                                  </p:stCondLst>
                                  <p:childTnLst>
                                    <p:set>
                                      <p:cBhvr>
                                        <p:cTn id="9" dur="1" fill="hold">
                                          <p:stCondLst>
                                            <p:cond delay="0"/>
                                          </p:stCondLst>
                                        </p:cTn>
                                        <p:tgtEl>
                                          <p:spTgt spid="115725"/>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1572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15728"/>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1572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157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27" grpId="0" animBg="1"/>
      <p:bldP spid="115728" grpId="0"/>
      <p:bldP spid="115731"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7400" name="Object 8"/>
          <p:cNvGraphicFramePr>
            <a:graphicFrameLocks noChangeAspect="1"/>
          </p:cNvGraphicFramePr>
          <p:nvPr/>
        </p:nvGraphicFramePr>
        <p:xfrm>
          <a:off x="1138238" y="1268413"/>
          <a:ext cx="2301875" cy="1997075"/>
        </p:xfrm>
        <a:graphic>
          <a:graphicData uri="http://schemas.openxmlformats.org/presentationml/2006/ole">
            <mc:AlternateContent xmlns:mc="http://schemas.openxmlformats.org/markup-compatibility/2006">
              <mc:Choice xmlns:v="urn:schemas-microsoft-com:vml" Requires="v">
                <p:oleObj spid="_x0000_s80998" name="Equation" r:id="rId3" imgW="1257300" imgH="1092200" progId="Equation.DSMT4">
                  <p:embed/>
                </p:oleObj>
              </mc:Choice>
              <mc:Fallback>
                <p:oleObj name="Equation" r:id="rId3" imgW="1257300" imgH="109220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8238" y="1268413"/>
                        <a:ext cx="2301875" cy="199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7399" name="Object 7"/>
          <p:cNvGraphicFramePr>
            <a:graphicFrameLocks noChangeAspect="1"/>
          </p:cNvGraphicFramePr>
          <p:nvPr/>
        </p:nvGraphicFramePr>
        <p:xfrm>
          <a:off x="4886325" y="1335088"/>
          <a:ext cx="4078288" cy="1846262"/>
        </p:xfrm>
        <a:graphic>
          <a:graphicData uri="http://schemas.openxmlformats.org/presentationml/2006/ole">
            <mc:AlternateContent xmlns:mc="http://schemas.openxmlformats.org/markup-compatibility/2006">
              <mc:Choice xmlns:v="urn:schemas-microsoft-com:vml" Requires="v">
                <p:oleObj spid="_x0000_s80999" name="Equation" r:id="rId5" imgW="2425700" imgH="1092200" progId="Equation.DSMT4">
                  <p:embed/>
                </p:oleObj>
              </mc:Choice>
              <mc:Fallback>
                <p:oleObj name="Equation" r:id="rId5" imgW="2425700" imgH="10922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86325" y="1335088"/>
                        <a:ext cx="4078288" cy="184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7398" name="Object 6"/>
          <p:cNvGraphicFramePr>
            <a:graphicFrameLocks noChangeAspect="1"/>
          </p:cNvGraphicFramePr>
          <p:nvPr/>
        </p:nvGraphicFramePr>
        <p:xfrm>
          <a:off x="1835150" y="3213100"/>
          <a:ext cx="4576763" cy="1998663"/>
        </p:xfrm>
        <a:graphic>
          <a:graphicData uri="http://schemas.openxmlformats.org/presentationml/2006/ole">
            <mc:AlternateContent xmlns:mc="http://schemas.openxmlformats.org/markup-compatibility/2006">
              <mc:Choice xmlns:v="urn:schemas-microsoft-com:vml" Requires="v">
                <p:oleObj spid="_x0000_s81000" name="Equation" r:id="rId7" imgW="2489200" imgH="1079500" progId="Equation.DSMT4">
                  <p:embed/>
                </p:oleObj>
              </mc:Choice>
              <mc:Fallback>
                <p:oleObj name="Equation" r:id="rId7" imgW="2489200" imgH="10795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35150" y="3213100"/>
                        <a:ext cx="4576763" cy="199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7397" name="Object 5"/>
          <p:cNvGraphicFramePr>
            <a:graphicFrameLocks noChangeAspect="1"/>
          </p:cNvGraphicFramePr>
          <p:nvPr/>
        </p:nvGraphicFramePr>
        <p:xfrm>
          <a:off x="612775" y="5581650"/>
          <a:ext cx="6386513" cy="871538"/>
        </p:xfrm>
        <a:graphic>
          <a:graphicData uri="http://schemas.openxmlformats.org/presentationml/2006/ole">
            <mc:AlternateContent xmlns:mc="http://schemas.openxmlformats.org/markup-compatibility/2006">
              <mc:Choice xmlns:v="urn:schemas-microsoft-com:vml" Requires="v">
                <p:oleObj spid="_x0000_s81001" name="Equation" r:id="rId9" imgW="3746500" imgH="508000" progId="Equation.DSMT4">
                  <p:embed/>
                </p:oleObj>
              </mc:Choice>
              <mc:Fallback>
                <p:oleObj name="Equation" r:id="rId9" imgW="3746500" imgH="50800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2775" y="5581650"/>
                        <a:ext cx="6386513"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7396" name="Object 4"/>
          <p:cNvGraphicFramePr>
            <a:graphicFrameLocks noChangeAspect="1"/>
          </p:cNvGraphicFramePr>
          <p:nvPr/>
        </p:nvGraphicFramePr>
        <p:xfrm>
          <a:off x="7175500" y="5794375"/>
          <a:ext cx="1717675" cy="371475"/>
        </p:xfrm>
        <a:graphic>
          <a:graphicData uri="http://schemas.openxmlformats.org/presentationml/2006/ole">
            <mc:AlternateContent xmlns:mc="http://schemas.openxmlformats.org/markup-compatibility/2006">
              <mc:Choice xmlns:v="urn:schemas-microsoft-com:vml" Requires="v">
                <p:oleObj spid="_x0000_s81002" name="Equation" r:id="rId11" imgW="1054100" imgH="228600" progId="Equation.DSMT4">
                  <p:embed/>
                </p:oleObj>
              </mc:Choice>
              <mc:Fallback>
                <p:oleObj name="Equation" r:id="rId11" imgW="1054100" imgH="228600" progId="Equation.DSMT4">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75500" y="5794375"/>
                        <a:ext cx="17176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0903" name="Rectangle 9"/>
          <p:cNvSpPr>
            <a:spLocks noChangeArrowheads="1"/>
          </p:cNvSpPr>
          <p:nvPr/>
        </p:nvSpPr>
        <p:spPr bwMode="auto">
          <a:xfrm>
            <a:off x="611188" y="260350"/>
            <a:ext cx="64817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rPr>
              <a:t>证：方程组表为矩阵形式 </a:t>
            </a:r>
            <a:r>
              <a:rPr lang="en-US" altLang="zh-CN" i="1"/>
              <a:t>AX</a:t>
            </a:r>
            <a:r>
              <a:rPr lang="zh-CN" altLang="en-US" i="1"/>
              <a:t>＝</a:t>
            </a:r>
            <a:r>
              <a:rPr lang="en-US" altLang="zh-CN" i="1"/>
              <a:t>b</a:t>
            </a:r>
            <a:r>
              <a:rPr lang="zh-CN" altLang="en-US">
                <a:latin typeface="黑体" pitchFamily="49" charset="-122"/>
              </a:rPr>
              <a:t>，</a:t>
            </a:r>
          </a:p>
        </p:txBody>
      </p:sp>
      <p:sp>
        <p:nvSpPr>
          <p:cNvPr id="187404" name="Rectangle 12"/>
          <p:cNvSpPr>
            <a:spLocks noChangeArrowheads="1"/>
          </p:cNvSpPr>
          <p:nvPr/>
        </p:nvSpPr>
        <p:spPr bwMode="auto">
          <a:xfrm>
            <a:off x="539750" y="5087938"/>
            <a:ext cx="37449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rPr>
              <a:t>比较等式两边得</a:t>
            </a:r>
          </a:p>
        </p:txBody>
      </p:sp>
      <p:sp>
        <p:nvSpPr>
          <p:cNvPr id="187407" name="Rectangle 15"/>
          <p:cNvSpPr>
            <a:spLocks noChangeArrowheads="1"/>
          </p:cNvSpPr>
          <p:nvPr/>
        </p:nvSpPr>
        <p:spPr bwMode="auto">
          <a:xfrm>
            <a:off x="1258888" y="695325"/>
            <a:ext cx="77771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rPr>
              <a:t>知</a:t>
            </a:r>
            <a:r>
              <a:rPr lang="en-US" altLang="zh-CN" i="1"/>
              <a:t>A</a:t>
            </a:r>
            <a:r>
              <a:rPr lang="zh-CN" altLang="en-US">
                <a:latin typeface="黑体" pitchFamily="49" charset="-122"/>
              </a:rPr>
              <a:t>为可逆矩阵，由上面定理知</a:t>
            </a:r>
            <a:r>
              <a:rPr lang="en-US" altLang="zh-CN">
                <a:latin typeface="黑体" pitchFamily="49" charset="-122"/>
              </a:rPr>
              <a:t>(1)</a:t>
            </a:r>
            <a:r>
              <a:rPr lang="zh-CN" altLang="en-US">
                <a:latin typeface="黑体" pitchFamily="49" charset="-122"/>
              </a:rPr>
              <a:t>有唯一解</a:t>
            </a:r>
          </a:p>
        </p:txBody>
      </p:sp>
      <p:sp>
        <p:nvSpPr>
          <p:cNvPr id="187408" name="Rectangle 16"/>
          <p:cNvSpPr>
            <a:spLocks noChangeArrowheads="1"/>
          </p:cNvSpPr>
          <p:nvPr/>
        </p:nvSpPr>
        <p:spPr bwMode="auto">
          <a:xfrm>
            <a:off x="6084888" y="263525"/>
            <a:ext cx="2808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由于</a:t>
            </a:r>
            <a:r>
              <a:rPr lang="en-US" altLang="zh-CN">
                <a:ea typeface="宋体" pitchFamily="2" charset="-122"/>
              </a:rPr>
              <a:t>|</a:t>
            </a:r>
            <a:r>
              <a:rPr lang="en-US" altLang="zh-CN" i="1">
                <a:ea typeface="宋体" pitchFamily="2" charset="-122"/>
              </a:rPr>
              <a:t>A</a:t>
            </a:r>
            <a:r>
              <a:rPr lang="en-US" altLang="zh-CN">
                <a:ea typeface="宋体" pitchFamily="2" charset="-122"/>
              </a:rPr>
              <a:t>|≠0</a:t>
            </a:r>
            <a:r>
              <a:rPr lang="zh-CN" altLang="en-US">
                <a:ea typeface="宋体" pitchFamily="2" charset="-122"/>
              </a:rPr>
              <a:t>，</a:t>
            </a:r>
          </a:p>
        </p:txBody>
      </p:sp>
      <p:graphicFrame>
        <p:nvGraphicFramePr>
          <p:cNvPr id="187409" name="Object 17"/>
          <p:cNvGraphicFramePr>
            <a:graphicFrameLocks noChangeAspect="1"/>
          </p:cNvGraphicFramePr>
          <p:nvPr/>
        </p:nvGraphicFramePr>
        <p:xfrm>
          <a:off x="3529013" y="1833563"/>
          <a:ext cx="1366837" cy="877887"/>
        </p:xfrm>
        <a:graphic>
          <a:graphicData uri="http://schemas.openxmlformats.org/presentationml/2006/ole">
            <mc:AlternateContent xmlns:mc="http://schemas.openxmlformats.org/markup-compatibility/2006">
              <mc:Choice xmlns:v="urn:schemas-microsoft-com:vml" Requires="v">
                <p:oleObj spid="_x0000_s81003" name="Equation" r:id="rId13" imgW="748975" imgH="482391" progId="Equation.DSMT4">
                  <p:embed/>
                </p:oleObj>
              </mc:Choice>
              <mc:Fallback>
                <p:oleObj name="Equation" r:id="rId13" imgW="748975" imgH="482391" progId="Equation.DSMT4">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29013" y="1833563"/>
                        <a:ext cx="1366837" cy="87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7408"/>
                                        </p:tgtEl>
                                        <p:attrNameLst>
                                          <p:attrName>style.visibility</p:attrName>
                                        </p:attrNameLst>
                                      </p:cBhvr>
                                      <p:to>
                                        <p:strVal val="visible"/>
                                      </p:to>
                                    </p:set>
                                    <p:animEffect transition="in" filter="wipe(left)">
                                      <p:cBhvr>
                                        <p:cTn id="7" dur="500"/>
                                        <p:tgtEl>
                                          <p:spTgt spid="1874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7407"/>
                                        </p:tgtEl>
                                        <p:attrNameLst>
                                          <p:attrName>style.visibility</p:attrName>
                                        </p:attrNameLst>
                                      </p:cBhvr>
                                      <p:to>
                                        <p:strVal val="visible"/>
                                      </p:to>
                                    </p:set>
                                    <p:animEffect transition="in" filter="wipe(left)">
                                      <p:cBhvr>
                                        <p:cTn id="12" dur="500"/>
                                        <p:tgtEl>
                                          <p:spTgt spid="1874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87400"/>
                                        </p:tgtEl>
                                        <p:attrNameLst>
                                          <p:attrName>style.visibility</p:attrName>
                                        </p:attrNameLst>
                                      </p:cBhvr>
                                      <p:to>
                                        <p:strVal val="visible"/>
                                      </p:to>
                                    </p:set>
                                    <p:animEffect transition="in" filter="wipe(left)">
                                      <p:cBhvr>
                                        <p:cTn id="17" dur="500"/>
                                        <p:tgtEl>
                                          <p:spTgt spid="1874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87409"/>
                                        </p:tgtEl>
                                        <p:attrNameLst>
                                          <p:attrName>style.visibility</p:attrName>
                                        </p:attrNameLst>
                                      </p:cBhvr>
                                      <p:to>
                                        <p:strVal val="visible"/>
                                      </p:to>
                                    </p:set>
                                    <p:animEffect transition="in" filter="wipe(left)">
                                      <p:cBhvr>
                                        <p:cTn id="22" dur="500"/>
                                        <p:tgtEl>
                                          <p:spTgt spid="18740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87399"/>
                                        </p:tgtEl>
                                        <p:attrNameLst>
                                          <p:attrName>style.visibility</p:attrName>
                                        </p:attrNameLst>
                                      </p:cBhvr>
                                      <p:to>
                                        <p:strVal val="visible"/>
                                      </p:to>
                                    </p:set>
                                    <p:animEffect transition="in" filter="wipe(left)">
                                      <p:cBhvr>
                                        <p:cTn id="27" dur="500"/>
                                        <p:tgtEl>
                                          <p:spTgt spid="18739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87398"/>
                                        </p:tgtEl>
                                        <p:attrNameLst>
                                          <p:attrName>style.visibility</p:attrName>
                                        </p:attrNameLst>
                                      </p:cBhvr>
                                      <p:to>
                                        <p:strVal val="visible"/>
                                      </p:to>
                                    </p:set>
                                    <p:animEffect transition="in" filter="wipe(left)">
                                      <p:cBhvr>
                                        <p:cTn id="32" dur="500"/>
                                        <p:tgtEl>
                                          <p:spTgt spid="18739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87404"/>
                                        </p:tgtEl>
                                        <p:attrNameLst>
                                          <p:attrName>style.visibility</p:attrName>
                                        </p:attrNameLst>
                                      </p:cBhvr>
                                      <p:to>
                                        <p:strVal val="visible"/>
                                      </p:to>
                                    </p:set>
                                    <p:animEffect transition="in" filter="wipe(left)">
                                      <p:cBhvr>
                                        <p:cTn id="37" dur="500"/>
                                        <p:tgtEl>
                                          <p:spTgt spid="18740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87397"/>
                                        </p:tgtEl>
                                        <p:attrNameLst>
                                          <p:attrName>style.visibility</p:attrName>
                                        </p:attrNameLst>
                                      </p:cBhvr>
                                      <p:to>
                                        <p:strVal val="visible"/>
                                      </p:to>
                                    </p:set>
                                    <p:animEffect transition="in" filter="wipe(left)">
                                      <p:cBhvr>
                                        <p:cTn id="42" dur="500"/>
                                        <p:tgtEl>
                                          <p:spTgt spid="187397"/>
                                        </p:tgtEl>
                                      </p:cBhvr>
                                    </p:animEffect>
                                  </p:childTnLst>
                                </p:cTn>
                              </p:par>
                              <p:par>
                                <p:cTn id="43" presetID="22" presetClass="entr" presetSubtype="8" fill="hold" nodeType="withEffect">
                                  <p:stCondLst>
                                    <p:cond delay="0"/>
                                  </p:stCondLst>
                                  <p:childTnLst>
                                    <p:set>
                                      <p:cBhvr>
                                        <p:cTn id="44" dur="1" fill="hold">
                                          <p:stCondLst>
                                            <p:cond delay="0"/>
                                          </p:stCondLst>
                                        </p:cTn>
                                        <p:tgtEl>
                                          <p:spTgt spid="187396"/>
                                        </p:tgtEl>
                                        <p:attrNameLst>
                                          <p:attrName>style.visibility</p:attrName>
                                        </p:attrNameLst>
                                      </p:cBhvr>
                                      <p:to>
                                        <p:strVal val="visible"/>
                                      </p:to>
                                    </p:set>
                                    <p:animEffect transition="in" filter="wipe(left)">
                                      <p:cBhvr>
                                        <p:cTn id="45" dur="500"/>
                                        <p:tgtEl>
                                          <p:spTgt spid="187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404" grpId="0"/>
      <p:bldP spid="187407" grpId="0"/>
      <p:bldP spid="187408"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4" name="Rectangle 4"/>
          <p:cNvSpPr>
            <a:spLocks noChangeArrowheads="1"/>
          </p:cNvSpPr>
          <p:nvPr/>
        </p:nvSpPr>
        <p:spPr bwMode="auto">
          <a:xfrm>
            <a:off x="1403350" y="1474788"/>
            <a:ext cx="75612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latin typeface="黑体" pitchFamily="49" charset="-122"/>
              </a:rPr>
              <a:t>(1) </a:t>
            </a:r>
            <a:r>
              <a:rPr lang="zh-CN" altLang="en-US">
                <a:latin typeface="黑体" pitchFamily="49" charset="-122"/>
              </a:rPr>
              <a:t>用克莱姆法则解方程组的两个条件</a:t>
            </a:r>
          </a:p>
        </p:txBody>
      </p:sp>
      <p:sp>
        <p:nvSpPr>
          <p:cNvPr id="189445" name="Rectangle 5"/>
          <p:cNvSpPr>
            <a:spLocks noChangeArrowheads="1"/>
          </p:cNvSpPr>
          <p:nvPr/>
        </p:nvSpPr>
        <p:spPr bwMode="auto">
          <a:xfrm>
            <a:off x="2262188" y="2195513"/>
            <a:ext cx="6486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latin typeface="宋体" pitchFamily="2" charset="-122"/>
                <a:ea typeface="宋体" pitchFamily="2" charset="-122"/>
              </a:rPr>
              <a:t>(</a:t>
            </a:r>
            <a:r>
              <a:rPr lang="en-US" altLang="zh-CN" i="1">
                <a:ea typeface="宋体" pitchFamily="2" charset="-122"/>
              </a:rPr>
              <a:t>a</a:t>
            </a:r>
            <a:r>
              <a:rPr lang="en-US" altLang="zh-CN">
                <a:latin typeface="宋体" pitchFamily="2" charset="-122"/>
                <a:ea typeface="宋体" pitchFamily="2" charset="-122"/>
              </a:rPr>
              <a:t>)</a:t>
            </a:r>
            <a:r>
              <a:rPr lang="zh-CN" altLang="en-US">
                <a:latin typeface="宋体" pitchFamily="2" charset="-122"/>
                <a:ea typeface="宋体" pitchFamily="2" charset="-122"/>
              </a:rPr>
              <a:t>方程个数等于未知量个数</a:t>
            </a:r>
            <a:r>
              <a:rPr lang="en-US" altLang="zh-CN">
                <a:ea typeface="宋体" pitchFamily="2" charset="-122"/>
              </a:rPr>
              <a:t>;</a:t>
            </a:r>
          </a:p>
        </p:txBody>
      </p:sp>
      <p:sp>
        <p:nvSpPr>
          <p:cNvPr id="189446" name="Text Box 6"/>
          <p:cNvSpPr txBox="1">
            <a:spLocks noChangeArrowheads="1"/>
          </p:cNvSpPr>
          <p:nvPr/>
        </p:nvSpPr>
        <p:spPr bwMode="auto">
          <a:xfrm>
            <a:off x="2262188" y="2760663"/>
            <a:ext cx="55499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latin typeface="宋体" pitchFamily="2" charset="-122"/>
                <a:ea typeface="宋体" pitchFamily="2" charset="-122"/>
              </a:rPr>
              <a:t>(</a:t>
            </a:r>
            <a:r>
              <a:rPr lang="en-US" altLang="zh-CN" i="1">
                <a:latin typeface="宋体" pitchFamily="2" charset="-122"/>
                <a:ea typeface="宋体" pitchFamily="2" charset="-122"/>
              </a:rPr>
              <a:t>b</a:t>
            </a:r>
            <a:r>
              <a:rPr lang="en-US" altLang="zh-CN">
                <a:latin typeface="宋体" pitchFamily="2" charset="-122"/>
                <a:ea typeface="宋体" pitchFamily="2" charset="-122"/>
              </a:rPr>
              <a:t>)</a:t>
            </a:r>
            <a:r>
              <a:rPr lang="zh-CN" altLang="en-US">
                <a:latin typeface="宋体" pitchFamily="2" charset="-122"/>
                <a:ea typeface="宋体" pitchFamily="2" charset="-122"/>
              </a:rPr>
              <a:t>系数行列式不等于零</a:t>
            </a:r>
            <a:r>
              <a:rPr lang="en-US" altLang="zh-CN">
                <a:latin typeface="宋体" pitchFamily="2" charset="-122"/>
                <a:ea typeface="宋体" pitchFamily="2" charset="-122"/>
              </a:rPr>
              <a:t>.</a:t>
            </a:r>
          </a:p>
        </p:txBody>
      </p:sp>
      <p:sp>
        <p:nvSpPr>
          <p:cNvPr id="189447" name="Rectangle 7"/>
          <p:cNvSpPr>
            <a:spLocks noChangeArrowheads="1"/>
          </p:cNvSpPr>
          <p:nvPr/>
        </p:nvSpPr>
        <p:spPr bwMode="auto">
          <a:xfrm>
            <a:off x="1403350" y="3346450"/>
            <a:ext cx="655161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14375" indent="-714375"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latin typeface="黑体" pitchFamily="49" charset="-122"/>
              </a:rPr>
              <a:t>(2) </a:t>
            </a:r>
            <a:r>
              <a:rPr lang="zh-CN" altLang="en-US">
                <a:latin typeface="黑体" pitchFamily="49" charset="-122"/>
              </a:rPr>
              <a:t>克莱姆规则建立了线性方程组的解和已知的系数与常数项之间的关系</a:t>
            </a:r>
            <a:r>
              <a:rPr lang="en-US" altLang="zh-CN"/>
              <a:t>.</a:t>
            </a:r>
          </a:p>
        </p:txBody>
      </p:sp>
      <p:sp>
        <p:nvSpPr>
          <p:cNvPr id="81926" name="Rectangle 8"/>
          <p:cNvSpPr>
            <a:spLocks noChangeArrowheads="1"/>
          </p:cNvSpPr>
          <p:nvPr/>
        </p:nvSpPr>
        <p:spPr bwMode="auto">
          <a:xfrm>
            <a:off x="971550" y="587375"/>
            <a:ext cx="15605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sz="3600">
                <a:solidFill>
                  <a:srgbClr val="CC0000"/>
                </a:solidFill>
              </a:rPr>
              <a:t>注意：</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9444"/>
                                        </p:tgtEl>
                                        <p:attrNameLst>
                                          <p:attrName>style.visibility</p:attrName>
                                        </p:attrNameLst>
                                      </p:cBhvr>
                                      <p:to>
                                        <p:strVal val="visible"/>
                                      </p:to>
                                    </p:set>
                                    <p:animEffect transition="in" filter="wipe(left)">
                                      <p:cBhvr>
                                        <p:cTn id="7" dur="500"/>
                                        <p:tgtEl>
                                          <p:spTgt spid="1894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189445"/>
                                        </p:tgtEl>
                                        <p:attrNameLst>
                                          <p:attrName>style.visibility</p:attrName>
                                        </p:attrNameLst>
                                      </p:cBhvr>
                                      <p:to>
                                        <p:strVal val="visible"/>
                                      </p:to>
                                    </p:set>
                                    <p:animEffect transition="in" filter="wipe(left)">
                                      <p:cBhvr>
                                        <p:cTn id="12" dur="75"/>
                                        <p:tgtEl>
                                          <p:spTgt spid="1894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189446"/>
                                        </p:tgtEl>
                                        <p:attrNameLst>
                                          <p:attrName>style.visibility</p:attrName>
                                        </p:attrNameLst>
                                      </p:cBhvr>
                                      <p:to>
                                        <p:strVal val="visible"/>
                                      </p:to>
                                    </p:set>
                                    <p:animEffect transition="in" filter="wipe(left)">
                                      <p:cBhvr>
                                        <p:cTn id="17" dur="75"/>
                                        <p:tgtEl>
                                          <p:spTgt spid="18944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189447"/>
                                        </p:tgtEl>
                                        <p:attrNameLst>
                                          <p:attrName>style.visibility</p:attrName>
                                        </p:attrNameLst>
                                      </p:cBhvr>
                                      <p:to>
                                        <p:strVal val="visible"/>
                                      </p:to>
                                    </p:set>
                                    <p:animEffect transition="in" filter="wipe(left)">
                                      <p:cBhvr>
                                        <p:cTn id="22" dur="75"/>
                                        <p:tgtEl>
                                          <p:spTgt spid="1894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4" grpId="0"/>
      <p:bldP spid="189445" grpId="0" autoUpdateAnimBg="0"/>
      <p:bldP spid="189446" grpId="0" autoUpdateAnimBg="0"/>
      <p:bldP spid="189447"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419" name="Object 3"/>
          <p:cNvGraphicFramePr>
            <a:graphicFrameLocks noChangeAspect="1"/>
          </p:cNvGraphicFramePr>
          <p:nvPr/>
        </p:nvGraphicFramePr>
        <p:xfrm>
          <a:off x="2106613" y="2892425"/>
          <a:ext cx="2743200" cy="444500"/>
        </p:xfrm>
        <a:graphic>
          <a:graphicData uri="http://schemas.openxmlformats.org/presentationml/2006/ole">
            <mc:AlternateContent xmlns:mc="http://schemas.openxmlformats.org/markup-compatibility/2006">
              <mc:Choice xmlns:v="urn:schemas-microsoft-com:vml" Requires="v">
                <p:oleObj spid="_x0000_s83049" name="Equation" r:id="rId3" imgW="2743200" imgH="444240" progId="Equation.3">
                  <p:embed/>
                </p:oleObj>
              </mc:Choice>
              <mc:Fallback>
                <p:oleObj name="Equation" r:id="rId3" imgW="2743200" imgH="44424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6613" y="2892425"/>
                        <a:ext cx="27432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0" name="Object 4"/>
          <p:cNvGraphicFramePr>
            <a:graphicFrameLocks noChangeAspect="1"/>
          </p:cNvGraphicFramePr>
          <p:nvPr/>
        </p:nvGraphicFramePr>
        <p:xfrm>
          <a:off x="2179638" y="3684588"/>
          <a:ext cx="2565400" cy="417512"/>
        </p:xfrm>
        <a:graphic>
          <a:graphicData uri="http://schemas.openxmlformats.org/presentationml/2006/ole">
            <mc:AlternateContent xmlns:mc="http://schemas.openxmlformats.org/markup-compatibility/2006">
              <mc:Choice xmlns:v="urn:schemas-microsoft-com:vml" Requires="v">
                <p:oleObj spid="_x0000_s83050" name="Equation" r:id="rId5" imgW="2565400" imgH="419100" progId="Equation.3">
                  <p:embed/>
                </p:oleObj>
              </mc:Choice>
              <mc:Fallback>
                <p:oleObj name="Equation" r:id="rId5" imgW="2565400" imgH="4191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79638" y="3684588"/>
                        <a:ext cx="2565400"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4" name="Object 8"/>
          <p:cNvGraphicFramePr>
            <a:graphicFrameLocks noChangeAspect="1"/>
          </p:cNvGraphicFramePr>
          <p:nvPr/>
        </p:nvGraphicFramePr>
        <p:xfrm>
          <a:off x="4843463" y="3468688"/>
          <a:ext cx="2311400" cy="825500"/>
        </p:xfrm>
        <a:graphic>
          <a:graphicData uri="http://schemas.openxmlformats.org/presentationml/2006/ole">
            <mc:AlternateContent xmlns:mc="http://schemas.openxmlformats.org/markup-compatibility/2006">
              <mc:Choice xmlns:v="urn:schemas-microsoft-com:vml" Requires="v">
                <p:oleObj spid="_x0000_s83051" name="Equation" r:id="rId7" imgW="2311400" imgH="825500" progId="Equation.3">
                  <p:embed/>
                </p:oleObj>
              </mc:Choice>
              <mc:Fallback>
                <p:oleObj name="Equation" r:id="rId7" imgW="2311400" imgH="8255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43463" y="3468688"/>
                        <a:ext cx="23114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949" name="Object 11"/>
          <p:cNvGraphicFramePr>
            <a:graphicFrameLocks noChangeAspect="1"/>
          </p:cNvGraphicFramePr>
          <p:nvPr/>
        </p:nvGraphicFramePr>
        <p:xfrm>
          <a:off x="882650" y="1247775"/>
          <a:ext cx="7186613" cy="1003300"/>
        </p:xfrm>
        <a:graphic>
          <a:graphicData uri="http://schemas.openxmlformats.org/presentationml/2006/ole">
            <mc:AlternateContent xmlns:mc="http://schemas.openxmlformats.org/markup-compatibility/2006">
              <mc:Choice xmlns:v="urn:schemas-microsoft-com:vml" Requires="v">
                <p:oleObj spid="_x0000_s83052" name="Equation" r:id="rId9" imgW="7175500" imgH="1003300" progId="Equation.DSMT4">
                  <p:embed/>
                </p:oleObj>
              </mc:Choice>
              <mc:Fallback>
                <p:oleObj name="Equation" r:id="rId9" imgW="7175500" imgH="100330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2650" y="1247775"/>
                        <a:ext cx="7186613"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950" name="Rectangle 12"/>
          <p:cNvSpPr>
            <a:spLocks noChangeArrowheads="1"/>
          </p:cNvSpPr>
          <p:nvPr/>
        </p:nvSpPr>
        <p:spPr bwMode="auto">
          <a:xfrm>
            <a:off x="882650" y="1171575"/>
            <a:ext cx="10969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rPr>
              <a:t>例</a:t>
            </a:r>
            <a:r>
              <a:rPr lang="en-US" altLang="zh-CN">
                <a:latin typeface="黑体" pitchFamily="49" charset="-122"/>
              </a:rPr>
              <a:t>1</a:t>
            </a:r>
          </a:p>
        </p:txBody>
      </p:sp>
      <p:grpSp>
        <p:nvGrpSpPr>
          <p:cNvPr id="2" name="Group 21"/>
          <p:cNvGrpSpPr>
            <a:grpSpLocks/>
          </p:cNvGrpSpPr>
          <p:nvPr/>
        </p:nvGrpSpPr>
        <p:grpSpPr bwMode="auto">
          <a:xfrm>
            <a:off x="5538788" y="2841625"/>
            <a:ext cx="1600200" cy="1524000"/>
            <a:chOff x="3600" y="2352"/>
            <a:chExt cx="1008" cy="960"/>
          </a:xfrm>
        </p:grpSpPr>
        <p:sp>
          <p:nvSpPr>
            <p:cNvPr id="82956" name="Oval 18"/>
            <p:cNvSpPr>
              <a:spLocks noChangeArrowheads="1"/>
            </p:cNvSpPr>
            <p:nvPr/>
          </p:nvSpPr>
          <p:spPr bwMode="auto">
            <a:xfrm>
              <a:off x="3600" y="2688"/>
              <a:ext cx="672" cy="624"/>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ea typeface="宋体" pitchFamily="2" charset="-122"/>
              </a:endParaRPr>
            </a:p>
          </p:txBody>
        </p:sp>
        <p:sp>
          <p:nvSpPr>
            <p:cNvPr id="82957" name="Line 19"/>
            <p:cNvSpPr>
              <a:spLocks noChangeShapeType="1"/>
            </p:cNvSpPr>
            <p:nvPr/>
          </p:nvSpPr>
          <p:spPr bwMode="auto">
            <a:xfrm flipV="1">
              <a:off x="4128" y="2544"/>
              <a:ext cx="144" cy="192"/>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82958" name="Object 20"/>
            <p:cNvGraphicFramePr>
              <a:graphicFrameLocks noChangeAspect="1"/>
            </p:cNvGraphicFramePr>
            <p:nvPr/>
          </p:nvGraphicFramePr>
          <p:xfrm>
            <a:off x="4272" y="2352"/>
            <a:ext cx="336" cy="240"/>
          </p:xfrm>
          <a:graphic>
            <a:graphicData uri="http://schemas.openxmlformats.org/presentationml/2006/ole">
              <mc:AlternateContent xmlns:mc="http://schemas.openxmlformats.org/markup-compatibility/2006">
                <mc:Choice xmlns:v="urn:schemas-microsoft-com:vml" Requires="v">
                  <p:oleObj spid="_x0000_s83053" name="Equation" r:id="rId11" imgW="523897" imgH="371396" progId="Equation.3">
                    <p:embed/>
                  </p:oleObj>
                </mc:Choice>
                <mc:Fallback>
                  <p:oleObj name="Equation" r:id="rId11" imgW="523897" imgH="371396" progId="Equation.3">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72" y="2352"/>
                          <a:ext cx="336"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0438" name="Object 22"/>
          <p:cNvGraphicFramePr>
            <a:graphicFrameLocks noChangeAspect="1"/>
          </p:cNvGraphicFramePr>
          <p:nvPr/>
        </p:nvGraphicFramePr>
        <p:xfrm>
          <a:off x="2032000" y="4365625"/>
          <a:ext cx="2755900" cy="825500"/>
        </p:xfrm>
        <a:graphic>
          <a:graphicData uri="http://schemas.openxmlformats.org/presentationml/2006/ole">
            <mc:AlternateContent xmlns:mc="http://schemas.openxmlformats.org/markup-compatibility/2006">
              <mc:Choice xmlns:v="urn:schemas-microsoft-com:vml" Requires="v">
                <p:oleObj spid="_x0000_s83054" name="Equation" r:id="rId13" imgW="2755900" imgH="825500" progId="Equation.3">
                  <p:embed/>
                </p:oleObj>
              </mc:Choice>
              <mc:Fallback>
                <p:oleObj name="Equation" r:id="rId13" imgW="2755900" imgH="825500" progId="Equation.3">
                  <p:embed/>
                  <p:pic>
                    <p:nvPicPr>
                      <p:cNvPr id="0"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32000" y="4365625"/>
                        <a:ext cx="27559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439" name="Text Box 23"/>
          <p:cNvSpPr txBox="1">
            <a:spLocks noChangeArrowheads="1"/>
          </p:cNvSpPr>
          <p:nvPr/>
        </p:nvSpPr>
        <p:spPr bwMode="auto">
          <a:xfrm>
            <a:off x="1979613" y="2466975"/>
            <a:ext cx="66246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spcBef>
                <a:spcPct val="50000"/>
              </a:spcBef>
            </a:pPr>
            <a:r>
              <a:rPr lang="zh-CN" altLang="en-US" sz="2400">
                <a:solidFill>
                  <a:srgbClr val="CC0000"/>
                </a:solidFill>
                <a:ea typeface="宋体" pitchFamily="2" charset="-122"/>
              </a:rPr>
              <a:t>（注意：</a:t>
            </a:r>
            <a:r>
              <a:rPr lang="en-US" altLang="zh-CN" sz="2400" i="1">
                <a:solidFill>
                  <a:srgbClr val="CC0000"/>
                </a:solidFill>
                <a:ea typeface="宋体" pitchFamily="2" charset="-122"/>
              </a:rPr>
              <a:t>A</a:t>
            </a:r>
            <a:r>
              <a:rPr lang="zh-CN" altLang="en-US" sz="2400">
                <a:solidFill>
                  <a:srgbClr val="CC0000"/>
                </a:solidFill>
                <a:ea typeface="宋体" pitchFamily="2" charset="-122"/>
              </a:rPr>
              <a:t>是已知矩阵，所求矩阵要用</a:t>
            </a:r>
            <a:r>
              <a:rPr lang="en-US" altLang="zh-CN" sz="2400" i="1">
                <a:solidFill>
                  <a:srgbClr val="CC0000"/>
                </a:solidFill>
                <a:ea typeface="宋体" pitchFamily="2" charset="-122"/>
              </a:rPr>
              <a:t>A</a:t>
            </a:r>
            <a:r>
              <a:rPr lang="zh-CN" altLang="en-US" sz="2400">
                <a:solidFill>
                  <a:srgbClr val="CC0000"/>
                </a:solidFill>
                <a:ea typeface="宋体" pitchFamily="2" charset="-122"/>
              </a:rPr>
              <a:t>表示）</a:t>
            </a:r>
          </a:p>
        </p:txBody>
      </p:sp>
      <p:sp>
        <p:nvSpPr>
          <p:cNvPr id="60441" name="Rectangle 25"/>
          <p:cNvSpPr>
            <a:spLocks noGrp="1" noChangeArrowheads="1"/>
          </p:cNvSpPr>
          <p:nvPr>
            <p:ph type="title"/>
          </p:nvPr>
        </p:nvSpPr>
        <p:spPr>
          <a:xfrm>
            <a:off x="827088" y="333375"/>
            <a:ext cx="7543800" cy="863600"/>
          </a:xfrm>
        </p:spPr>
        <p:txBody>
          <a:bodyPr/>
          <a:lstStyle/>
          <a:p>
            <a:pPr eaLnBrk="1" hangingPunct="1">
              <a:defRPr/>
            </a:pPr>
            <a:r>
              <a:rPr lang="zh-CN" altLang="en-US"/>
              <a:t>综合例题</a:t>
            </a:r>
          </a:p>
        </p:txBody>
      </p:sp>
      <p:sp>
        <p:nvSpPr>
          <p:cNvPr id="60442" name="Text Box 26"/>
          <p:cNvSpPr txBox="1">
            <a:spLocks noChangeArrowheads="1"/>
          </p:cNvSpPr>
          <p:nvPr/>
        </p:nvSpPr>
        <p:spPr bwMode="auto">
          <a:xfrm>
            <a:off x="795338" y="2405063"/>
            <a:ext cx="12557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证明：</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442"/>
                                        </p:tgtEl>
                                        <p:attrNameLst>
                                          <p:attrName>style.visibility</p:attrName>
                                        </p:attrNameLst>
                                      </p:cBhvr>
                                      <p:to>
                                        <p:strVal val="visible"/>
                                      </p:to>
                                    </p:set>
                                    <p:animEffect transition="in" filter="wipe(left)">
                                      <p:cBhvr>
                                        <p:cTn id="7" dur="500"/>
                                        <p:tgtEl>
                                          <p:spTgt spid="604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0439"/>
                                        </p:tgtEl>
                                        <p:attrNameLst>
                                          <p:attrName>style.visibility</p:attrName>
                                        </p:attrNameLst>
                                      </p:cBhvr>
                                      <p:to>
                                        <p:strVal val="visible"/>
                                      </p:to>
                                    </p:set>
                                    <p:animEffect transition="in" filter="wipe(left)">
                                      <p:cBhvr>
                                        <p:cTn id="12" dur="500"/>
                                        <p:tgtEl>
                                          <p:spTgt spid="604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0419"/>
                                        </p:tgtEl>
                                        <p:attrNameLst>
                                          <p:attrName>style.visibility</p:attrName>
                                        </p:attrNameLst>
                                      </p:cBhvr>
                                      <p:to>
                                        <p:strVal val="visible"/>
                                      </p:to>
                                    </p:set>
                                    <p:animEffect transition="in" filter="wipe(left)">
                                      <p:cBhvr>
                                        <p:cTn id="17" dur="500"/>
                                        <p:tgtEl>
                                          <p:spTgt spid="604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0420"/>
                                        </p:tgtEl>
                                        <p:attrNameLst>
                                          <p:attrName>style.visibility</p:attrName>
                                        </p:attrNameLst>
                                      </p:cBhvr>
                                      <p:to>
                                        <p:strVal val="visible"/>
                                      </p:to>
                                    </p:set>
                                    <p:animEffect transition="in" filter="wipe(left)">
                                      <p:cBhvr>
                                        <p:cTn id="22" dur="500"/>
                                        <p:tgtEl>
                                          <p:spTgt spid="604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0424"/>
                                        </p:tgtEl>
                                        <p:attrNameLst>
                                          <p:attrName>style.visibility</p:attrName>
                                        </p:attrNameLst>
                                      </p:cBhvr>
                                      <p:to>
                                        <p:strVal val="visible"/>
                                      </p:to>
                                    </p:set>
                                    <p:animEffect transition="in" filter="wipe(left)">
                                      <p:cBhvr>
                                        <p:cTn id="27" dur="500"/>
                                        <p:tgtEl>
                                          <p:spTgt spid="6042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0438"/>
                                        </p:tgtEl>
                                        <p:attrNameLst>
                                          <p:attrName>style.visibility</p:attrName>
                                        </p:attrNameLst>
                                      </p:cBhvr>
                                      <p:to>
                                        <p:strVal val="visible"/>
                                      </p:to>
                                    </p:set>
                                    <p:animEffect transition="in" filter="wipe(left)">
                                      <p:cBhvr>
                                        <p:cTn id="37" dur="500"/>
                                        <p:tgtEl>
                                          <p:spTgt spid="60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39" grpId="0"/>
      <p:bldP spid="60442"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970" name="Object 2"/>
          <p:cNvGraphicFramePr>
            <a:graphicFrameLocks noChangeAspect="1"/>
          </p:cNvGraphicFramePr>
          <p:nvPr/>
        </p:nvGraphicFramePr>
        <p:xfrm>
          <a:off x="1116013" y="393700"/>
          <a:ext cx="3263900" cy="419100"/>
        </p:xfrm>
        <a:graphic>
          <a:graphicData uri="http://schemas.openxmlformats.org/presentationml/2006/ole">
            <mc:AlternateContent xmlns:mc="http://schemas.openxmlformats.org/markup-compatibility/2006">
              <mc:Choice xmlns:v="urn:schemas-microsoft-com:vml" Requires="v">
                <p:oleObj spid="_x0000_s84086" name="公式" r:id="rId3" imgW="3263900" imgH="419100" progId="Equation.3">
                  <p:embed/>
                </p:oleObj>
              </mc:Choice>
              <mc:Fallback>
                <p:oleObj name="公式" r:id="rId3" imgW="3263900" imgH="4191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393700"/>
                        <a:ext cx="32639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3" name="Object 3"/>
          <p:cNvGraphicFramePr>
            <a:graphicFrameLocks noChangeAspect="1"/>
          </p:cNvGraphicFramePr>
          <p:nvPr/>
        </p:nvGraphicFramePr>
        <p:xfrm>
          <a:off x="1192213" y="1231900"/>
          <a:ext cx="4699000" cy="430213"/>
        </p:xfrm>
        <a:graphic>
          <a:graphicData uri="http://schemas.openxmlformats.org/presentationml/2006/ole">
            <mc:AlternateContent xmlns:mc="http://schemas.openxmlformats.org/markup-compatibility/2006">
              <mc:Choice xmlns:v="urn:schemas-microsoft-com:vml" Requires="v">
                <p:oleObj spid="_x0000_s84087" name="公式" r:id="rId5" imgW="4699000" imgH="431800" progId="Equation.3">
                  <p:embed/>
                </p:oleObj>
              </mc:Choice>
              <mc:Fallback>
                <p:oleObj name="公式" r:id="rId5" imgW="4699000" imgH="4318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92213" y="1231900"/>
                        <a:ext cx="4699000"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4" name="Object 4"/>
          <p:cNvGraphicFramePr>
            <a:graphicFrameLocks noChangeAspect="1"/>
          </p:cNvGraphicFramePr>
          <p:nvPr/>
        </p:nvGraphicFramePr>
        <p:xfrm>
          <a:off x="1192213" y="1917700"/>
          <a:ext cx="4533900" cy="901700"/>
        </p:xfrm>
        <a:graphic>
          <a:graphicData uri="http://schemas.openxmlformats.org/presentationml/2006/ole">
            <mc:AlternateContent xmlns:mc="http://schemas.openxmlformats.org/markup-compatibility/2006">
              <mc:Choice xmlns:v="urn:schemas-microsoft-com:vml" Requires="v">
                <p:oleObj spid="_x0000_s84088" name="Equation" r:id="rId7" imgW="4533900" imgH="901700" progId="Equation.3">
                  <p:embed/>
                </p:oleObj>
              </mc:Choice>
              <mc:Fallback>
                <p:oleObj name="Equation" r:id="rId7" imgW="4533900" imgH="9017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92213" y="1917700"/>
                        <a:ext cx="4533900"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5" name="Object 5"/>
          <p:cNvGraphicFramePr>
            <a:graphicFrameLocks noChangeAspect="1"/>
          </p:cNvGraphicFramePr>
          <p:nvPr/>
        </p:nvGraphicFramePr>
        <p:xfrm>
          <a:off x="1300163" y="3222625"/>
          <a:ext cx="2336800" cy="404813"/>
        </p:xfrm>
        <a:graphic>
          <a:graphicData uri="http://schemas.openxmlformats.org/presentationml/2006/ole">
            <mc:AlternateContent xmlns:mc="http://schemas.openxmlformats.org/markup-compatibility/2006">
              <mc:Choice xmlns:v="urn:schemas-microsoft-com:vml" Requires="v">
                <p:oleObj spid="_x0000_s84089" name="公式" r:id="rId9" imgW="2336800" imgH="406400" progId="Equation.3">
                  <p:embed/>
                </p:oleObj>
              </mc:Choice>
              <mc:Fallback>
                <p:oleObj name="公式" r:id="rId9" imgW="2336800" imgH="4064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00163" y="3222625"/>
                        <a:ext cx="2336800" cy="404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6" name="Object 6"/>
          <p:cNvGraphicFramePr>
            <a:graphicFrameLocks noChangeAspect="1"/>
          </p:cNvGraphicFramePr>
          <p:nvPr/>
        </p:nvGraphicFramePr>
        <p:xfrm>
          <a:off x="1039813" y="3789363"/>
          <a:ext cx="4152900" cy="825500"/>
        </p:xfrm>
        <a:graphic>
          <a:graphicData uri="http://schemas.openxmlformats.org/presentationml/2006/ole">
            <mc:AlternateContent xmlns:mc="http://schemas.openxmlformats.org/markup-compatibility/2006">
              <mc:Choice xmlns:v="urn:schemas-microsoft-com:vml" Requires="v">
                <p:oleObj spid="_x0000_s84090" name="Equation" r:id="rId11" imgW="4152900" imgH="825500" progId="Equation.3">
                  <p:embed/>
                </p:oleObj>
              </mc:Choice>
              <mc:Fallback>
                <p:oleObj name="Equation" r:id="rId11" imgW="4152900" imgH="8255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39813" y="3789363"/>
                        <a:ext cx="41529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7" name="Object 7"/>
          <p:cNvGraphicFramePr>
            <a:graphicFrameLocks noChangeAspect="1"/>
          </p:cNvGraphicFramePr>
          <p:nvPr/>
        </p:nvGraphicFramePr>
        <p:xfrm>
          <a:off x="5230813" y="3789363"/>
          <a:ext cx="1524000" cy="825500"/>
        </p:xfrm>
        <a:graphic>
          <a:graphicData uri="http://schemas.openxmlformats.org/presentationml/2006/ole">
            <mc:AlternateContent xmlns:mc="http://schemas.openxmlformats.org/markup-compatibility/2006">
              <mc:Choice xmlns:v="urn:schemas-microsoft-com:vml" Requires="v">
                <p:oleObj spid="_x0000_s84091" name="Equation" r:id="rId13" imgW="1524000" imgH="825500" progId="Equation.3">
                  <p:embed/>
                </p:oleObj>
              </mc:Choice>
              <mc:Fallback>
                <p:oleObj name="Equation" r:id="rId13" imgW="1524000" imgH="8255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30813" y="3789363"/>
                        <a:ext cx="15240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7"/>
          <p:cNvGrpSpPr>
            <a:grpSpLocks/>
          </p:cNvGrpSpPr>
          <p:nvPr/>
        </p:nvGrpSpPr>
        <p:grpSpPr bwMode="auto">
          <a:xfrm>
            <a:off x="2868613" y="1765300"/>
            <a:ext cx="4038600" cy="1414463"/>
            <a:chOff x="2016" y="2018"/>
            <a:chExt cx="2544" cy="891"/>
          </a:xfrm>
        </p:grpSpPr>
        <p:sp>
          <p:nvSpPr>
            <p:cNvPr id="83978" name="Oval 11"/>
            <p:cNvSpPr>
              <a:spLocks noChangeArrowheads="1"/>
            </p:cNvSpPr>
            <p:nvPr/>
          </p:nvSpPr>
          <p:spPr bwMode="auto">
            <a:xfrm>
              <a:off x="2016" y="2018"/>
              <a:ext cx="1376" cy="718"/>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ea typeface="宋体" pitchFamily="2" charset="-122"/>
              </a:endParaRPr>
            </a:p>
          </p:txBody>
        </p:sp>
        <p:graphicFrame>
          <p:nvGraphicFramePr>
            <p:cNvPr id="83979" name="Object 13"/>
            <p:cNvGraphicFramePr>
              <a:graphicFrameLocks noChangeAspect="1"/>
            </p:cNvGraphicFramePr>
            <p:nvPr/>
          </p:nvGraphicFramePr>
          <p:xfrm>
            <a:off x="3600" y="2592"/>
            <a:ext cx="960" cy="317"/>
          </p:xfrm>
          <a:graphic>
            <a:graphicData uri="http://schemas.openxmlformats.org/presentationml/2006/ole">
              <mc:AlternateContent xmlns:mc="http://schemas.openxmlformats.org/markup-compatibility/2006">
                <mc:Choice xmlns:v="urn:schemas-microsoft-com:vml" Requires="v">
                  <p:oleObj spid="_x0000_s84092" name="Equation" r:id="rId15" imgW="1562010" imgH="476395" progId="Equation.3">
                    <p:embed/>
                  </p:oleObj>
                </mc:Choice>
                <mc:Fallback>
                  <p:oleObj name="Equation" r:id="rId15" imgW="1562010" imgH="476395" progId="Equation.3">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00" y="2592"/>
                          <a:ext cx="960" cy="3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80" name="Line 14"/>
            <p:cNvSpPr>
              <a:spLocks noChangeShapeType="1"/>
            </p:cNvSpPr>
            <p:nvPr/>
          </p:nvSpPr>
          <p:spPr bwMode="auto">
            <a:xfrm>
              <a:off x="3120" y="2640"/>
              <a:ext cx="528" cy="144"/>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61458" name="Text Box 18"/>
          <p:cNvSpPr txBox="1">
            <a:spLocks noChangeArrowheads="1"/>
          </p:cNvSpPr>
          <p:nvPr/>
        </p:nvSpPr>
        <p:spPr bwMode="auto">
          <a:xfrm>
            <a:off x="827088" y="4724400"/>
            <a:ext cx="7561262" cy="158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spcBef>
                <a:spcPct val="50000"/>
              </a:spcBef>
            </a:pPr>
            <a:r>
              <a:rPr lang="zh-CN" altLang="en-US">
                <a:ea typeface="宋体" pitchFamily="2" charset="-122"/>
              </a:rPr>
              <a:t>说明：</a:t>
            </a:r>
            <a:r>
              <a:rPr lang="en-US" altLang="zh-CN">
                <a:ea typeface="宋体" pitchFamily="2" charset="-122"/>
              </a:rPr>
              <a:t>(1) </a:t>
            </a:r>
            <a:r>
              <a:rPr lang="zh-CN" altLang="en-US">
                <a:ea typeface="宋体" pitchFamily="2" charset="-122"/>
              </a:rPr>
              <a:t>不能由</a:t>
            </a:r>
            <a:r>
              <a:rPr lang="en-US" altLang="zh-CN">
                <a:ea typeface="宋体" pitchFamily="2" charset="-122"/>
              </a:rPr>
              <a:t>(A</a:t>
            </a:r>
            <a:r>
              <a:rPr lang="zh-CN" altLang="en-US">
                <a:ea typeface="宋体" pitchFamily="2" charset="-122"/>
              </a:rPr>
              <a:t>－</a:t>
            </a:r>
            <a:r>
              <a:rPr lang="en-US" altLang="zh-CN">
                <a:ea typeface="宋体" pitchFamily="2" charset="-122"/>
              </a:rPr>
              <a:t>2E)(A+E)=O</a:t>
            </a:r>
            <a:r>
              <a:rPr lang="zh-CN" altLang="en-US">
                <a:ea typeface="宋体" pitchFamily="2" charset="-122"/>
              </a:rPr>
              <a:t>得到    </a:t>
            </a:r>
            <a:r>
              <a:rPr lang="en-US" altLang="zh-CN">
                <a:ea typeface="宋体" pitchFamily="2" charset="-122"/>
              </a:rPr>
              <a:t>A+2E=O </a:t>
            </a:r>
            <a:r>
              <a:rPr lang="zh-CN" altLang="en-US">
                <a:ea typeface="宋体" pitchFamily="2" charset="-122"/>
              </a:rPr>
              <a:t>或 </a:t>
            </a:r>
            <a:r>
              <a:rPr lang="en-US" altLang="zh-CN">
                <a:ea typeface="宋体" pitchFamily="2" charset="-122"/>
              </a:rPr>
              <a:t>A+E=O.</a:t>
            </a:r>
          </a:p>
          <a:p>
            <a:pPr eaLnBrk="1" hangingPunct="1">
              <a:spcBef>
                <a:spcPct val="50000"/>
              </a:spcBef>
            </a:pPr>
            <a:r>
              <a:rPr lang="en-US" altLang="zh-CN">
                <a:ea typeface="宋体" pitchFamily="2" charset="-122"/>
              </a:rPr>
              <a:t>(2)</a:t>
            </a:r>
            <a:r>
              <a:rPr lang="zh-CN" altLang="en-US">
                <a:ea typeface="宋体" pitchFamily="2" charset="-122"/>
              </a:rPr>
              <a:t>另外</a:t>
            </a:r>
            <a:r>
              <a:rPr lang="en-US" altLang="zh-CN">
                <a:ea typeface="宋体" pitchFamily="2" charset="-122"/>
              </a:rPr>
              <a:t>A</a:t>
            </a:r>
            <a:r>
              <a:rPr lang="en-US" altLang="zh-CN" baseline="30000">
                <a:ea typeface="宋体" pitchFamily="2" charset="-122"/>
              </a:rPr>
              <a:t>2</a:t>
            </a:r>
            <a:r>
              <a:rPr lang="en-US" altLang="zh-CN">
                <a:ea typeface="宋体" pitchFamily="2" charset="-122"/>
              </a:rPr>
              <a:t>=A+2E</a:t>
            </a:r>
            <a:r>
              <a:rPr lang="zh-CN" altLang="en-US">
                <a:ea typeface="宋体" pitchFamily="2" charset="-122"/>
              </a:rPr>
              <a:t>也可以得到</a:t>
            </a:r>
            <a:r>
              <a:rPr lang="en-US" altLang="zh-CN">
                <a:ea typeface="宋体" pitchFamily="2" charset="-122"/>
              </a:rPr>
              <a:t>A+2E</a:t>
            </a:r>
            <a:r>
              <a:rPr lang="zh-CN" altLang="en-US">
                <a:ea typeface="宋体" pitchFamily="2" charset="-122"/>
              </a:rPr>
              <a:t>的逆阵</a:t>
            </a:r>
            <a:r>
              <a:rPr lang="en-US" altLang="zh-CN">
                <a:ea typeface="宋体" pitchFamily="2" charset="-122"/>
              </a:rPr>
              <a:t>.</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1443"/>
                                        </p:tgtEl>
                                        <p:attrNameLst>
                                          <p:attrName>style.visibility</p:attrName>
                                        </p:attrNameLst>
                                      </p:cBhvr>
                                      <p:to>
                                        <p:strVal val="visible"/>
                                      </p:to>
                                    </p:set>
                                    <p:animEffect transition="in" filter="wipe(left)">
                                      <p:cBhvr>
                                        <p:cTn id="7" dur="500"/>
                                        <p:tgtEl>
                                          <p:spTgt spid="614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1444"/>
                                        </p:tgtEl>
                                        <p:attrNameLst>
                                          <p:attrName>style.visibility</p:attrName>
                                        </p:attrNameLst>
                                      </p:cBhvr>
                                      <p:to>
                                        <p:strVal val="visible"/>
                                      </p:to>
                                    </p:set>
                                    <p:animEffect transition="in" filter="wipe(left)">
                                      <p:cBhvr>
                                        <p:cTn id="12" dur="500"/>
                                        <p:tgtEl>
                                          <p:spTgt spid="614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1445"/>
                                        </p:tgtEl>
                                        <p:attrNameLst>
                                          <p:attrName>style.visibility</p:attrName>
                                        </p:attrNameLst>
                                      </p:cBhvr>
                                      <p:to>
                                        <p:strVal val="visible"/>
                                      </p:to>
                                    </p:set>
                                    <p:animEffect transition="in" filter="wipe(left)">
                                      <p:cBhvr>
                                        <p:cTn id="17" dur="500"/>
                                        <p:tgtEl>
                                          <p:spTgt spid="6144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1446"/>
                                        </p:tgtEl>
                                        <p:attrNameLst>
                                          <p:attrName>style.visibility</p:attrName>
                                        </p:attrNameLst>
                                      </p:cBhvr>
                                      <p:to>
                                        <p:strVal val="visible"/>
                                      </p:to>
                                    </p:set>
                                    <p:animEffect transition="in" filter="wipe(left)">
                                      <p:cBhvr>
                                        <p:cTn id="27" dur="500"/>
                                        <p:tgtEl>
                                          <p:spTgt spid="6144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1447"/>
                                        </p:tgtEl>
                                        <p:attrNameLst>
                                          <p:attrName>style.visibility</p:attrName>
                                        </p:attrNameLst>
                                      </p:cBhvr>
                                      <p:to>
                                        <p:strVal val="visible"/>
                                      </p:to>
                                    </p:set>
                                    <p:animEffect transition="in" filter="wipe(left)">
                                      <p:cBhvr>
                                        <p:cTn id="32" dur="500"/>
                                        <p:tgtEl>
                                          <p:spTgt spid="6144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14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58"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994" name="Object 2"/>
          <p:cNvGraphicFramePr>
            <a:graphicFrameLocks noChangeAspect="1"/>
          </p:cNvGraphicFramePr>
          <p:nvPr/>
        </p:nvGraphicFramePr>
        <p:xfrm>
          <a:off x="979488" y="1847850"/>
          <a:ext cx="5156200" cy="1511300"/>
        </p:xfrm>
        <a:graphic>
          <a:graphicData uri="http://schemas.openxmlformats.org/presentationml/2006/ole">
            <mc:AlternateContent xmlns:mc="http://schemas.openxmlformats.org/markup-compatibility/2006">
              <mc:Choice xmlns:v="urn:schemas-microsoft-com:vml" Requires="v">
                <p:oleObj spid="_x0000_s85043" name="Equation" r:id="rId3" imgW="5156200" imgH="1511300" progId="Equation.3">
                  <p:embed/>
                </p:oleObj>
              </mc:Choice>
              <mc:Fallback>
                <p:oleObj name="Equation" r:id="rId3" imgW="5156200" imgH="15113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9488" y="1847850"/>
                        <a:ext cx="5156200" cy="151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995" name="Object 3"/>
          <p:cNvGraphicFramePr>
            <a:graphicFrameLocks noChangeAspect="1"/>
          </p:cNvGraphicFramePr>
          <p:nvPr/>
        </p:nvGraphicFramePr>
        <p:xfrm>
          <a:off x="979488" y="3829050"/>
          <a:ext cx="6669087" cy="1511300"/>
        </p:xfrm>
        <a:graphic>
          <a:graphicData uri="http://schemas.openxmlformats.org/presentationml/2006/ole">
            <mc:AlternateContent xmlns:mc="http://schemas.openxmlformats.org/markup-compatibility/2006">
              <mc:Choice xmlns:v="urn:schemas-microsoft-com:vml" Requires="v">
                <p:oleObj spid="_x0000_s85044" name="Equation" r:id="rId5" imgW="6667500" imgH="1511300" progId="Equation.3">
                  <p:embed/>
                </p:oleObj>
              </mc:Choice>
              <mc:Fallback>
                <p:oleObj name="Equation" r:id="rId5" imgW="6667500" imgH="15113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9488" y="3829050"/>
                        <a:ext cx="6669087" cy="151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996" name="Object 5"/>
          <p:cNvGraphicFramePr>
            <a:graphicFrameLocks noChangeAspect="1"/>
          </p:cNvGraphicFramePr>
          <p:nvPr/>
        </p:nvGraphicFramePr>
        <p:xfrm>
          <a:off x="1360488" y="476250"/>
          <a:ext cx="6351587" cy="977900"/>
        </p:xfrm>
        <a:graphic>
          <a:graphicData uri="http://schemas.openxmlformats.org/presentationml/2006/ole">
            <mc:AlternateContent xmlns:mc="http://schemas.openxmlformats.org/markup-compatibility/2006">
              <mc:Choice xmlns:v="urn:schemas-microsoft-com:vml" Requires="v">
                <p:oleObj spid="_x0000_s85045" name="Equation" r:id="rId7" imgW="6350000" imgH="977900" progId="Equation.3">
                  <p:embed/>
                </p:oleObj>
              </mc:Choice>
              <mc:Fallback>
                <p:oleObj name="Equation" r:id="rId7" imgW="6350000" imgH="9779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60488" y="476250"/>
                        <a:ext cx="6351587"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997" name="Rectangle 6"/>
          <p:cNvSpPr>
            <a:spLocks noChangeArrowheads="1"/>
          </p:cNvSpPr>
          <p:nvPr/>
        </p:nvSpPr>
        <p:spPr bwMode="auto">
          <a:xfrm>
            <a:off x="827088" y="628650"/>
            <a:ext cx="1152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rPr>
              <a:t>例</a:t>
            </a:r>
            <a:r>
              <a:rPr lang="en-US" altLang="zh-CN">
                <a:latin typeface="黑体" pitchFamily="49" charset="-122"/>
              </a:rPr>
              <a:t>2</a:t>
            </a:r>
          </a:p>
        </p:txBody>
      </p:sp>
    </p:spTree>
  </p:cSld>
  <p:clrMapOvr>
    <a:masterClrMapping/>
  </p:clrMapOvr>
  <p:transition>
    <p:wipe/>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490" name="Object 2"/>
          <p:cNvGraphicFramePr>
            <a:graphicFrameLocks noChangeAspect="1"/>
          </p:cNvGraphicFramePr>
          <p:nvPr/>
        </p:nvGraphicFramePr>
        <p:xfrm>
          <a:off x="912813" y="3219450"/>
          <a:ext cx="6350000" cy="1054100"/>
        </p:xfrm>
        <a:graphic>
          <a:graphicData uri="http://schemas.openxmlformats.org/presentationml/2006/ole">
            <mc:AlternateContent xmlns:mc="http://schemas.openxmlformats.org/markup-compatibility/2006">
              <mc:Choice xmlns:v="urn:schemas-microsoft-com:vml" Requires="v">
                <p:oleObj spid="_x0000_s86135" name="Equation" r:id="rId3" imgW="7912100" imgH="1054100" progId="Equation.3">
                  <p:embed/>
                </p:oleObj>
              </mc:Choice>
              <mc:Fallback>
                <p:oleObj name="Equation" r:id="rId3" imgW="7912100" imgH="10541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813" y="3219450"/>
                        <a:ext cx="63500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1" name="Object 3"/>
          <p:cNvGraphicFramePr>
            <a:graphicFrameLocks noChangeAspect="1"/>
          </p:cNvGraphicFramePr>
          <p:nvPr/>
        </p:nvGraphicFramePr>
        <p:xfrm>
          <a:off x="4249738" y="4743450"/>
          <a:ext cx="2495550" cy="977900"/>
        </p:xfrm>
        <a:graphic>
          <a:graphicData uri="http://schemas.openxmlformats.org/presentationml/2006/ole">
            <mc:AlternateContent xmlns:mc="http://schemas.openxmlformats.org/markup-compatibility/2006">
              <mc:Choice xmlns:v="urn:schemas-microsoft-com:vml" Requires="v">
                <p:oleObj spid="_x0000_s86136" name="Equation" r:id="rId5" imgW="2946400" imgH="977900" progId="Equation.3">
                  <p:embed/>
                </p:oleObj>
              </mc:Choice>
              <mc:Fallback>
                <p:oleObj name="Equation" r:id="rId5" imgW="2946400" imgH="9779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49738" y="4743450"/>
                        <a:ext cx="249555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2" name="Object 4"/>
          <p:cNvGraphicFramePr>
            <a:graphicFrameLocks noChangeAspect="1"/>
          </p:cNvGraphicFramePr>
          <p:nvPr/>
        </p:nvGraphicFramePr>
        <p:xfrm>
          <a:off x="6764338" y="4743450"/>
          <a:ext cx="1984375" cy="977900"/>
        </p:xfrm>
        <a:graphic>
          <a:graphicData uri="http://schemas.openxmlformats.org/presentationml/2006/ole">
            <mc:AlternateContent xmlns:mc="http://schemas.openxmlformats.org/markup-compatibility/2006">
              <mc:Choice xmlns:v="urn:schemas-microsoft-com:vml" Requires="v">
                <p:oleObj spid="_x0000_s86137" name="Equation" r:id="rId7" imgW="2336800" imgH="977900" progId="Equation.3">
                  <p:embed/>
                </p:oleObj>
              </mc:Choice>
              <mc:Fallback>
                <p:oleObj name="Equation" r:id="rId7" imgW="2336800" imgH="9779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64338" y="4743450"/>
                        <a:ext cx="1984375"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21" name="Text Box 5"/>
          <p:cNvSpPr txBox="1">
            <a:spLocks noChangeArrowheads="1"/>
          </p:cNvSpPr>
          <p:nvPr/>
        </p:nvSpPr>
        <p:spPr bwMode="auto">
          <a:xfrm>
            <a:off x="973138" y="628650"/>
            <a:ext cx="762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spcBef>
                <a:spcPct val="50000"/>
              </a:spcBef>
            </a:pPr>
            <a:r>
              <a:rPr lang="zh-CN" altLang="en-US"/>
              <a:t>解</a:t>
            </a:r>
            <a:r>
              <a:rPr lang="en-US" altLang="zh-CN"/>
              <a:t>:</a:t>
            </a:r>
          </a:p>
        </p:txBody>
      </p:sp>
      <p:graphicFrame>
        <p:nvGraphicFramePr>
          <p:cNvPr id="86022" name="Object 6"/>
          <p:cNvGraphicFramePr>
            <a:graphicFrameLocks noChangeAspect="1"/>
          </p:cNvGraphicFramePr>
          <p:nvPr/>
        </p:nvGraphicFramePr>
        <p:xfrm>
          <a:off x="1963738" y="476250"/>
          <a:ext cx="4483100" cy="977900"/>
        </p:xfrm>
        <a:graphic>
          <a:graphicData uri="http://schemas.openxmlformats.org/presentationml/2006/ole">
            <mc:AlternateContent xmlns:mc="http://schemas.openxmlformats.org/markup-compatibility/2006">
              <mc:Choice xmlns:v="urn:schemas-microsoft-com:vml" Requires="v">
                <p:oleObj spid="_x0000_s86138" name="Equation" r:id="rId9" imgW="4483100" imgH="977900" progId="Equation.3">
                  <p:embed/>
                </p:oleObj>
              </mc:Choice>
              <mc:Fallback>
                <p:oleObj name="Equation" r:id="rId9" imgW="4483100" imgH="9779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63738" y="476250"/>
                        <a:ext cx="44831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495" name="Text Box 7"/>
          <p:cNvSpPr txBox="1">
            <a:spLocks noChangeArrowheads="1"/>
          </p:cNvSpPr>
          <p:nvPr/>
        </p:nvSpPr>
        <p:spPr bwMode="auto">
          <a:xfrm>
            <a:off x="896938" y="1847850"/>
            <a:ext cx="4179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给方程两端左乘矩阵</a:t>
            </a:r>
          </a:p>
        </p:txBody>
      </p:sp>
      <p:graphicFrame>
        <p:nvGraphicFramePr>
          <p:cNvPr id="63496" name="Object 8"/>
          <p:cNvGraphicFramePr>
            <a:graphicFrameLocks noChangeAspect="1"/>
          </p:cNvGraphicFramePr>
          <p:nvPr/>
        </p:nvGraphicFramePr>
        <p:xfrm>
          <a:off x="4325938" y="1619250"/>
          <a:ext cx="1549400" cy="1054100"/>
        </p:xfrm>
        <a:graphic>
          <a:graphicData uri="http://schemas.openxmlformats.org/presentationml/2006/ole">
            <mc:AlternateContent xmlns:mc="http://schemas.openxmlformats.org/markup-compatibility/2006">
              <mc:Choice xmlns:v="urn:schemas-microsoft-com:vml" Requires="v">
                <p:oleObj spid="_x0000_s86139" name="Equation" r:id="rId11" imgW="1930400" imgH="1054100" progId="Equation.3">
                  <p:embed/>
                </p:oleObj>
              </mc:Choice>
              <mc:Fallback>
                <p:oleObj name="Equation" r:id="rId11" imgW="1930400" imgH="105410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25938" y="1619250"/>
                        <a:ext cx="15494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7" name="Object 9"/>
          <p:cNvGraphicFramePr>
            <a:graphicFrameLocks noChangeAspect="1"/>
          </p:cNvGraphicFramePr>
          <p:nvPr/>
        </p:nvGraphicFramePr>
        <p:xfrm>
          <a:off x="973138" y="4667250"/>
          <a:ext cx="3221037" cy="1054100"/>
        </p:xfrm>
        <a:graphic>
          <a:graphicData uri="http://schemas.openxmlformats.org/presentationml/2006/ole">
            <mc:AlternateContent xmlns:mc="http://schemas.openxmlformats.org/markup-compatibility/2006">
              <mc:Choice xmlns:v="urn:schemas-microsoft-com:vml" Requires="v">
                <p:oleObj spid="_x0000_s86140" name="Equation" r:id="rId13" imgW="4013200" imgH="1054100" progId="Equation.3">
                  <p:embed/>
                </p:oleObj>
              </mc:Choice>
              <mc:Fallback>
                <p:oleObj name="Equation" r:id="rId13" imgW="4013200" imgH="1054100"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73138" y="4667250"/>
                        <a:ext cx="3221037"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498" name="Rectangle 10"/>
          <p:cNvSpPr>
            <a:spLocks noChangeArrowheads="1"/>
          </p:cNvSpPr>
          <p:nvPr/>
        </p:nvSpPr>
        <p:spPr bwMode="auto">
          <a:xfrm>
            <a:off x="1430338" y="3067050"/>
            <a:ext cx="2895600" cy="1371600"/>
          </a:xfrm>
          <a:prstGeom prst="rect">
            <a:avLst/>
          </a:prstGeom>
          <a:noFill/>
          <a:ln w="2857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ea typeface="宋体" pitchFamily="2" charset="-122"/>
            </a:endParaRPr>
          </a:p>
        </p:txBody>
      </p:sp>
      <p:grpSp>
        <p:nvGrpSpPr>
          <p:cNvPr id="2" name="Group 11"/>
          <p:cNvGrpSpPr>
            <a:grpSpLocks/>
          </p:cNvGrpSpPr>
          <p:nvPr/>
        </p:nvGrpSpPr>
        <p:grpSpPr bwMode="auto">
          <a:xfrm>
            <a:off x="2497138" y="2457450"/>
            <a:ext cx="393700" cy="609600"/>
            <a:chOff x="1536" y="1728"/>
            <a:chExt cx="248" cy="384"/>
          </a:xfrm>
        </p:grpSpPr>
        <p:sp>
          <p:nvSpPr>
            <p:cNvPr id="86028" name="AutoShape 12"/>
            <p:cNvSpPr>
              <a:spLocks noChangeArrowheads="1"/>
            </p:cNvSpPr>
            <p:nvPr/>
          </p:nvSpPr>
          <p:spPr bwMode="auto">
            <a:xfrm>
              <a:off x="1536" y="1920"/>
              <a:ext cx="240" cy="192"/>
            </a:xfrm>
            <a:prstGeom prst="up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endParaRPr lang="zh-CN" altLang="en-US">
                <a:ea typeface="宋体" pitchFamily="2" charset="-122"/>
              </a:endParaRPr>
            </a:p>
          </p:txBody>
        </p:sp>
        <p:graphicFrame>
          <p:nvGraphicFramePr>
            <p:cNvPr id="86029" name="Object 13"/>
            <p:cNvGraphicFramePr>
              <a:graphicFrameLocks noChangeAspect="1"/>
            </p:cNvGraphicFramePr>
            <p:nvPr/>
          </p:nvGraphicFramePr>
          <p:xfrm>
            <a:off x="1584" y="1728"/>
            <a:ext cx="200" cy="184"/>
          </p:xfrm>
          <a:graphic>
            <a:graphicData uri="http://schemas.openxmlformats.org/presentationml/2006/ole">
              <mc:AlternateContent xmlns:mc="http://schemas.openxmlformats.org/markup-compatibility/2006">
                <mc:Choice xmlns:v="urn:schemas-microsoft-com:vml" Requires="v">
                  <p:oleObj spid="_x0000_s86141" name="Equation" r:id="rId15" imgW="317225" imgH="291847" progId="Equation.3">
                    <p:embed/>
                  </p:oleObj>
                </mc:Choice>
                <mc:Fallback>
                  <p:oleObj name="Equation" r:id="rId15" imgW="317225" imgH="291847" progId="Equation.3">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84" y="1728"/>
                          <a:ext cx="200"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63495"/>
                                        </p:tgtEl>
                                        <p:attrNameLst>
                                          <p:attrName>style.visibility</p:attrName>
                                        </p:attrNameLst>
                                      </p:cBhvr>
                                      <p:to>
                                        <p:strVal val="visible"/>
                                      </p:to>
                                    </p:set>
                                    <p:animEffect transition="in" filter="wipe(left)">
                                      <p:cBhvr>
                                        <p:cTn id="7" dur="75"/>
                                        <p:tgtEl>
                                          <p:spTgt spid="634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3496"/>
                                        </p:tgtEl>
                                        <p:attrNameLst>
                                          <p:attrName>style.visibility</p:attrName>
                                        </p:attrNameLst>
                                      </p:cBhvr>
                                      <p:to>
                                        <p:strVal val="visible"/>
                                      </p:to>
                                    </p:set>
                                    <p:animEffect transition="in" filter="wipe(left)">
                                      <p:cBhvr>
                                        <p:cTn id="12" dur="500"/>
                                        <p:tgtEl>
                                          <p:spTgt spid="634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3490"/>
                                        </p:tgtEl>
                                        <p:attrNameLst>
                                          <p:attrName>style.visibility</p:attrName>
                                        </p:attrNameLst>
                                      </p:cBhvr>
                                      <p:to>
                                        <p:strVal val="visible"/>
                                      </p:to>
                                    </p:set>
                                    <p:animEffect transition="in" filter="wipe(left)">
                                      <p:cBhvr>
                                        <p:cTn id="17" dur="500"/>
                                        <p:tgtEl>
                                          <p:spTgt spid="634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3498"/>
                                        </p:tgtEl>
                                        <p:attrNameLst>
                                          <p:attrName>style.visibility</p:attrName>
                                        </p:attrNameLst>
                                      </p:cBhvr>
                                      <p:to>
                                        <p:strVal val="visible"/>
                                      </p:to>
                                    </p:set>
                                    <p:animEffect transition="in" filter="wipe(left)">
                                      <p:cBhvr>
                                        <p:cTn id="22" dur="500"/>
                                        <p:tgtEl>
                                          <p:spTgt spid="6349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3497"/>
                                        </p:tgtEl>
                                        <p:attrNameLst>
                                          <p:attrName>style.visibility</p:attrName>
                                        </p:attrNameLst>
                                      </p:cBhvr>
                                      <p:to>
                                        <p:strVal val="visible"/>
                                      </p:to>
                                    </p:set>
                                    <p:animEffect transition="in" filter="wipe(left)">
                                      <p:cBhvr>
                                        <p:cTn id="32" dur="500"/>
                                        <p:tgtEl>
                                          <p:spTgt spid="6349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3491"/>
                                        </p:tgtEl>
                                        <p:attrNameLst>
                                          <p:attrName>style.visibility</p:attrName>
                                        </p:attrNameLst>
                                      </p:cBhvr>
                                      <p:to>
                                        <p:strVal val="visible"/>
                                      </p:to>
                                    </p:set>
                                    <p:animEffect transition="in" filter="wipe(left)">
                                      <p:cBhvr>
                                        <p:cTn id="37" dur="500"/>
                                        <p:tgtEl>
                                          <p:spTgt spid="6349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3492"/>
                                        </p:tgtEl>
                                        <p:attrNameLst>
                                          <p:attrName>style.visibility</p:attrName>
                                        </p:attrNameLst>
                                      </p:cBhvr>
                                      <p:to>
                                        <p:strVal val="visible"/>
                                      </p:to>
                                    </p:set>
                                    <p:animEffect transition="in" filter="wipe(left)">
                                      <p:cBhvr>
                                        <p:cTn id="42" dur="500"/>
                                        <p:tgtEl>
                                          <p:spTgt spid="63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5" grpId="0" autoUpdateAnimBg="0"/>
      <p:bldP spid="63498"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042" name="Object 2"/>
          <p:cNvGraphicFramePr>
            <a:graphicFrameLocks noChangeAspect="1"/>
          </p:cNvGraphicFramePr>
          <p:nvPr/>
        </p:nvGraphicFramePr>
        <p:xfrm>
          <a:off x="914400" y="476250"/>
          <a:ext cx="5410200" cy="1625600"/>
        </p:xfrm>
        <a:graphic>
          <a:graphicData uri="http://schemas.openxmlformats.org/presentationml/2006/ole">
            <mc:AlternateContent xmlns:mc="http://schemas.openxmlformats.org/markup-compatibility/2006">
              <mc:Choice xmlns:v="urn:schemas-microsoft-com:vml" Requires="v">
                <p:oleObj spid="_x0000_s87092" name="公式" r:id="rId3" imgW="5410200" imgH="1625600" progId="Equation.3">
                  <p:embed/>
                </p:oleObj>
              </mc:Choice>
              <mc:Fallback>
                <p:oleObj name="公式" r:id="rId3" imgW="5410200" imgH="1625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476250"/>
                        <a:ext cx="5410200" cy="162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15" name="Object 3"/>
          <p:cNvGraphicFramePr>
            <a:graphicFrameLocks noChangeAspect="1"/>
          </p:cNvGraphicFramePr>
          <p:nvPr/>
        </p:nvGraphicFramePr>
        <p:xfrm>
          <a:off x="1981200" y="4057650"/>
          <a:ext cx="5118100" cy="1689100"/>
        </p:xfrm>
        <a:graphic>
          <a:graphicData uri="http://schemas.openxmlformats.org/presentationml/2006/ole">
            <mc:AlternateContent xmlns:mc="http://schemas.openxmlformats.org/markup-compatibility/2006">
              <mc:Choice xmlns:v="urn:schemas-microsoft-com:vml" Requires="v">
                <p:oleObj spid="_x0000_s87093" name="公式" r:id="rId5" imgW="5118100" imgH="1689100" progId="Equation.3">
                  <p:embed/>
                </p:oleObj>
              </mc:Choice>
              <mc:Fallback>
                <p:oleObj name="公式" r:id="rId5" imgW="5118100" imgH="16891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4057650"/>
                        <a:ext cx="5118100" cy="168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16" name="Text Box 4"/>
          <p:cNvSpPr txBox="1">
            <a:spLocks noChangeArrowheads="1"/>
          </p:cNvSpPr>
          <p:nvPr/>
        </p:nvSpPr>
        <p:spPr bwMode="auto">
          <a:xfrm>
            <a:off x="914400" y="2838450"/>
            <a:ext cx="37290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给方程两端右乘矩阵</a:t>
            </a:r>
          </a:p>
        </p:txBody>
      </p:sp>
      <p:graphicFrame>
        <p:nvGraphicFramePr>
          <p:cNvPr id="64517" name="Object 5"/>
          <p:cNvGraphicFramePr>
            <a:graphicFrameLocks noChangeAspect="1"/>
          </p:cNvGraphicFramePr>
          <p:nvPr/>
        </p:nvGraphicFramePr>
        <p:xfrm>
          <a:off x="4800600" y="2305050"/>
          <a:ext cx="2171700" cy="1587500"/>
        </p:xfrm>
        <a:graphic>
          <a:graphicData uri="http://schemas.openxmlformats.org/presentationml/2006/ole">
            <mc:AlternateContent xmlns:mc="http://schemas.openxmlformats.org/markup-compatibility/2006">
              <mc:Choice xmlns:v="urn:schemas-microsoft-com:vml" Requires="v">
                <p:oleObj spid="_x0000_s87094" name="Equation" r:id="rId7" imgW="2171700" imgH="1587500" progId="Equation.3">
                  <p:embed/>
                </p:oleObj>
              </mc:Choice>
              <mc:Fallback>
                <p:oleObj name="Equation" r:id="rId7" imgW="2171700" imgH="15875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00600" y="2305050"/>
                        <a:ext cx="2171700" cy="158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18" name="Text Box 6"/>
          <p:cNvSpPr txBox="1">
            <a:spLocks noChangeArrowheads="1"/>
          </p:cNvSpPr>
          <p:nvPr/>
        </p:nvSpPr>
        <p:spPr bwMode="auto">
          <a:xfrm>
            <a:off x="914400" y="4591050"/>
            <a:ext cx="9937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得</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64516"/>
                                        </p:tgtEl>
                                        <p:attrNameLst>
                                          <p:attrName>style.visibility</p:attrName>
                                        </p:attrNameLst>
                                      </p:cBhvr>
                                      <p:to>
                                        <p:strVal val="visible"/>
                                      </p:to>
                                    </p:set>
                                    <p:animEffect transition="in" filter="wipe(left)">
                                      <p:cBhvr>
                                        <p:cTn id="7" dur="75"/>
                                        <p:tgtEl>
                                          <p:spTgt spid="645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4517"/>
                                        </p:tgtEl>
                                        <p:attrNameLst>
                                          <p:attrName>style.visibility</p:attrName>
                                        </p:attrNameLst>
                                      </p:cBhvr>
                                      <p:to>
                                        <p:strVal val="visible"/>
                                      </p:to>
                                    </p:set>
                                    <p:animEffect transition="in" filter="wipe(left)">
                                      <p:cBhvr>
                                        <p:cTn id="12" dur="500"/>
                                        <p:tgtEl>
                                          <p:spTgt spid="645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4518"/>
                                        </p:tgtEl>
                                        <p:attrNameLst>
                                          <p:attrName>style.visibility</p:attrName>
                                        </p:attrNameLst>
                                      </p:cBhvr>
                                      <p:to>
                                        <p:strVal val="visible"/>
                                      </p:to>
                                    </p:set>
                                    <p:animEffect transition="in" filter="wipe(left)">
                                      <p:cBhvr>
                                        <p:cTn id="17" dur="500"/>
                                        <p:tgtEl>
                                          <p:spTgt spid="645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4515"/>
                                        </p:tgtEl>
                                        <p:attrNameLst>
                                          <p:attrName>style.visibility</p:attrName>
                                        </p:attrNameLst>
                                      </p:cBhvr>
                                      <p:to>
                                        <p:strVal val="visible"/>
                                      </p:to>
                                    </p:set>
                                    <p:animEffect transition="in" filter="wipe(left)">
                                      <p:cBhvr>
                                        <p:cTn id="22" dur="500"/>
                                        <p:tgtEl>
                                          <p:spTgt spid="645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autoUpdateAnimBg="0"/>
      <p:bldP spid="64518"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538" name="Object 2"/>
          <p:cNvGraphicFramePr>
            <a:graphicFrameLocks noChangeAspect="1"/>
          </p:cNvGraphicFramePr>
          <p:nvPr/>
        </p:nvGraphicFramePr>
        <p:xfrm>
          <a:off x="971550" y="2176463"/>
          <a:ext cx="7050088" cy="1625600"/>
        </p:xfrm>
        <a:graphic>
          <a:graphicData uri="http://schemas.openxmlformats.org/presentationml/2006/ole">
            <mc:AlternateContent xmlns:mc="http://schemas.openxmlformats.org/markup-compatibility/2006">
              <mc:Choice xmlns:v="urn:schemas-microsoft-com:vml" Requires="v">
                <p:oleObj spid="_x0000_s88115" name="公式" r:id="rId3" imgW="7048500" imgH="1625600" progId="Equation.3">
                  <p:embed/>
                </p:oleObj>
              </mc:Choice>
              <mc:Fallback>
                <p:oleObj name="公式" r:id="rId3" imgW="7048500" imgH="1625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2176463"/>
                        <a:ext cx="7050088" cy="162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67" name="Object 3"/>
          <p:cNvGraphicFramePr>
            <a:graphicFrameLocks noChangeAspect="1"/>
          </p:cNvGraphicFramePr>
          <p:nvPr/>
        </p:nvGraphicFramePr>
        <p:xfrm>
          <a:off x="1025525" y="404813"/>
          <a:ext cx="2774950" cy="1511300"/>
        </p:xfrm>
        <a:graphic>
          <a:graphicData uri="http://schemas.openxmlformats.org/presentationml/2006/ole">
            <mc:AlternateContent xmlns:mc="http://schemas.openxmlformats.org/markup-compatibility/2006">
              <mc:Choice xmlns:v="urn:schemas-microsoft-com:vml" Requires="v">
                <p:oleObj spid="_x0000_s88116" name="Equation" r:id="rId5" imgW="2921000" imgH="1511300" progId="Equation.3">
                  <p:embed/>
                </p:oleObj>
              </mc:Choice>
              <mc:Fallback>
                <p:oleObj name="Equation" r:id="rId5" imgW="2921000" imgH="15113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5525" y="404813"/>
                        <a:ext cx="2774950" cy="151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40" name="Rectangle 4"/>
          <p:cNvSpPr>
            <a:spLocks noChangeArrowheads="1"/>
          </p:cNvSpPr>
          <p:nvPr/>
        </p:nvSpPr>
        <p:spPr bwMode="auto">
          <a:xfrm>
            <a:off x="971550" y="4538663"/>
            <a:ext cx="4032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给方程两端左乘矩阵</a:t>
            </a:r>
          </a:p>
        </p:txBody>
      </p:sp>
      <p:graphicFrame>
        <p:nvGraphicFramePr>
          <p:cNvPr id="65541" name="Object 5"/>
          <p:cNvGraphicFramePr>
            <a:graphicFrameLocks noChangeAspect="1"/>
          </p:cNvGraphicFramePr>
          <p:nvPr/>
        </p:nvGraphicFramePr>
        <p:xfrm>
          <a:off x="4419600" y="4081463"/>
          <a:ext cx="2171700" cy="1587500"/>
        </p:xfrm>
        <a:graphic>
          <a:graphicData uri="http://schemas.openxmlformats.org/presentationml/2006/ole">
            <mc:AlternateContent xmlns:mc="http://schemas.openxmlformats.org/markup-compatibility/2006">
              <mc:Choice xmlns:v="urn:schemas-microsoft-com:vml" Requires="v">
                <p:oleObj spid="_x0000_s88117" name="Equation" r:id="rId7" imgW="2171700" imgH="1587500" progId="Equation.3">
                  <p:embed/>
                </p:oleObj>
              </mc:Choice>
              <mc:Fallback>
                <p:oleObj name="Equation" r:id="rId7" imgW="2171700" imgH="15875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19600" y="4081463"/>
                        <a:ext cx="2171700" cy="158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5538"/>
                                        </p:tgtEl>
                                        <p:attrNameLst>
                                          <p:attrName>style.visibility</p:attrName>
                                        </p:attrNameLst>
                                      </p:cBhvr>
                                      <p:to>
                                        <p:strVal val="visible"/>
                                      </p:to>
                                    </p:set>
                                    <p:animEffect transition="in" filter="wipe(left)">
                                      <p:cBhvr>
                                        <p:cTn id="7" dur="500"/>
                                        <p:tgtEl>
                                          <p:spTgt spid="655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65540"/>
                                        </p:tgtEl>
                                        <p:attrNameLst>
                                          <p:attrName>style.visibility</p:attrName>
                                        </p:attrNameLst>
                                      </p:cBhvr>
                                      <p:to>
                                        <p:strVal val="visible"/>
                                      </p:to>
                                    </p:set>
                                    <p:animEffect transition="in" filter="wipe(left)">
                                      <p:cBhvr>
                                        <p:cTn id="12" dur="75"/>
                                        <p:tgtEl>
                                          <p:spTgt spid="655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5541"/>
                                        </p:tgtEl>
                                        <p:attrNameLst>
                                          <p:attrName>style.visibility</p:attrName>
                                        </p:attrNameLst>
                                      </p:cBhvr>
                                      <p:to>
                                        <p:strVal val="visible"/>
                                      </p:to>
                                    </p:set>
                                    <p:animEffect transition="in" filter="wipe(left)">
                                      <p:cBhvr>
                                        <p:cTn id="17" dur="500"/>
                                        <p:tgtEl>
                                          <p:spTgt spid="655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562" name="Object 2"/>
          <p:cNvGraphicFramePr>
            <a:graphicFrameLocks noChangeAspect="1"/>
          </p:cNvGraphicFramePr>
          <p:nvPr/>
        </p:nvGraphicFramePr>
        <p:xfrm>
          <a:off x="827088" y="3863975"/>
          <a:ext cx="5410200" cy="1624013"/>
        </p:xfrm>
        <a:graphic>
          <a:graphicData uri="http://schemas.openxmlformats.org/presentationml/2006/ole">
            <mc:AlternateContent xmlns:mc="http://schemas.openxmlformats.org/markup-compatibility/2006">
              <mc:Choice xmlns:v="urn:schemas-microsoft-com:vml" Requires="v">
                <p:oleObj spid="_x0000_s89156" name="Equation" r:id="rId3" imgW="6781800" imgH="1511300" progId="Equation.3">
                  <p:embed/>
                </p:oleObj>
              </mc:Choice>
              <mc:Fallback>
                <p:oleObj name="Equation" r:id="rId3" imgW="6781800" imgH="15113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3863975"/>
                        <a:ext cx="5410200" cy="1624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63" name="Object 3"/>
          <p:cNvGraphicFramePr>
            <a:graphicFrameLocks noChangeAspect="1"/>
          </p:cNvGraphicFramePr>
          <p:nvPr/>
        </p:nvGraphicFramePr>
        <p:xfrm>
          <a:off x="6237288" y="3922713"/>
          <a:ext cx="2209800" cy="1524000"/>
        </p:xfrm>
        <a:graphic>
          <a:graphicData uri="http://schemas.openxmlformats.org/presentationml/2006/ole">
            <mc:AlternateContent xmlns:mc="http://schemas.openxmlformats.org/markup-compatibility/2006">
              <mc:Choice xmlns:v="urn:schemas-microsoft-com:vml" Requires="v">
                <p:oleObj spid="_x0000_s89157" name="Equation" r:id="rId5" imgW="3276600" imgH="1511300" progId="Equation.3">
                  <p:embed/>
                </p:oleObj>
              </mc:Choice>
              <mc:Fallback>
                <p:oleObj name="Equation" r:id="rId5" imgW="3276600" imgH="15113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37288" y="3922713"/>
                        <a:ext cx="2209800" cy="152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64" name="Object 4"/>
          <p:cNvGraphicFramePr>
            <a:graphicFrameLocks noChangeAspect="1"/>
          </p:cNvGraphicFramePr>
          <p:nvPr/>
        </p:nvGraphicFramePr>
        <p:xfrm>
          <a:off x="1589088" y="1941513"/>
          <a:ext cx="7011987" cy="1689100"/>
        </p:xfrm>
        <a:graphic>
          <a:graphicData uri="http://schemas.openxmlformats.org/presentationml/2006/ole">
            <mc:AlternateContent xmlns:mc="http://schemas.openxmlformats.org/markup-compatibility/2006">
              <mc:Choice xmlns:v="urn:schemas-microsoft-com:vml" Requires="v">
                <p:oleObj spid="_x0000_s89158" name="公式" r:id="rId7" imgW="7010400" imgH="1689100" progId="Equation.3">
                  <p:embed/>
                </p:oleObj>
              </mc:Choice>
              <mc:Fallback>
                <p:oleObj name="公式" r:id="rId7" imgW="7010400" imgH="16891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89088" y="1941513"/>
                        <a:ext cx="7011987" cy="168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565" name="Rectangle 5"/>
          <p:cNvSpPr>
            <a:spLocks noChangeArrowheads="1"/>
          </p:cNvSpPr>
          <p:nvPr/>
        </p:nvSpPr>
        <p:spPr bwMode="auto">
          <a:xfrm>
            <a:off x="827088" y="2474913"/>
            <a:ext cx="12969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得</a:t>
            </a:r>
          </a:p>
        </p:txBody>
      </p:sp>
      <p:sp>
        <p:nvSpPr>
          <p:cNvPr id="89094" name="Rectangle 6"/>
          <p:cNvSpPr>
            <a:spLocks noChangeArrowheads="1"/>
          </p:cNvSpPr>
          <p:nvPr/>
        </p:nvSpPr>
        <p:spPr bwMode="auto">
          <a:xfrm>
            <a:off x="827088" y="722313"/>
            <a:ext cx="4032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再给方程两端右乘矩阵</a:t>
            </a:r>
          </a:p>
        </p:txBody>
      </p:sp>
      <p:graphicFrame>
        <p:nvGraphicFramePr>
          <p:cNvPr id="89095" name="Object 7"/>
          <p:cNvGraphicFramePr>
            <a:graphicFrameLocks noChangeAspect="1"/>
          </p:cNvGraphicFramePr>
          <p:nvPr/>
        </p:nvGraphicFramePr>
        <p:xfrm>
          <a:off x="4632325" y="188913"/>
          <a:ext cx="2171700" cy="1587500"/>
        </p:xfrm>
        <a:graphic>
          <a:graphicData uri="http://schemas.openxmlformats.org/presentationml/2006/ole">
            <mc:AlternateContent xmlns:mc="http://schemas.openxmlformats.org/markup-compatibility/2006">
              <mc:Choice xmlns:v="urn:schemas-microsoft-com:vml" Requires="v">
                <p:oleObj spid="_x0000_s89159" name="Equation" r:id="rId9" imgW="2171700" imgH="1587500" progId="Equation.3">
                  <p:embed/>
                </p:oleObj>
              </mc:Choice>
              <mc:Fallback>
                <p:oleObj name="Equation" r:id="rId9" imgW="2171700" imgH="15875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32325" y="188913"/>
                        <a:ext cx="2171700" cy="158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66565"/>
                                        </p:tgtEl>
                                        <p:attrNameLst>
                                          <p:attrName>style.visibility</p:attrName>
                                        </p:attrNameLst>
                                      </p:cBhvr>
                                      <p:to>
                                        <p:strVal val="visible"/>
                                      </p:to>
                                    </p:set>
                                    <p:animEffect transition="in" filter="wipe(left)">
                                      <p:cBhvr>
                                        <p:cTn id="7" dur="75"/>
                                        <p:tgtEl>
                                          <p:spTgt spid="665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6564"/>
                                        </p:tgtEl>
                                        <p:attrNameLst>
                                          <p:attrName>style.visibility</p:attrName>
                                        </p:attrNameLst>
                                      </p:cBhvr>
                                      <p:to>
                                        <p:strVal val="visible"/>
                                      </p:to>
                                    </p:set>
                                    <p:animEffect transition="in" filter="wipe(left)">
                                      <p:cBhvr>
                                        <p:cTn id="12" dur="500"/>
                                        <p:tgtEl>
                                          <p:spTgt spid="665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6562"/>
                                        </p:tgtEl>
                                        <p:attrNameLst>
                                          <p:attrName>style.visibility</p:attrName>
                                        </p:attrNameLst>
                                      </p:cBhvr>
                                      <p:to>
                                        <p:strVal val="visible"/>
                                      </p:to>
                                    </p:set>
                                    <p:animEffect transition="in" filter="wipe(left)">
                                      <p:cBhvr>
                                        <p:cTn id="17" dur="500"/>
                                        <p:tgtEl>
                                          <p:spTgt spid="665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6563"/>
                                        </p:tgtEl>
                                        <p:attrNameLst>
                                          <p:attrName>style.visibility</p:attrName>
                                        </p:attrNameLst>
                                      </p:cBhvr>
                                      <p:to>
                                        <p:strVal val="visible"/>
                                      </p:to>
                                    </p:set>
                                    <p:animEffect transition="in" filter="wipe(left)">
                                      <p:cBhvr>
                                        <p:cTn id="22" dur="500"/>
                                        <p:tgtEl>
                                          <p:spTgt spid="665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5" grpId="0"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755650" y="333375"/>
            <a:ext cx="7543800" cy="1143000"/>
          </a:xfrm>
        </p:spPr>
        <p:txBody>
          <a:bodyPr/>
          <a:lstStyle/>
          <a:p>
            <a:pPr marL="628650" indent="-628650" eaLnBrk="1" hangingPunct="1">
              <a:defRPr/>
            </a:pPr>
            <a:r>
              <a:rPr lang="zh-CN" altLang="en-US" sz="2800">
                <a:solidFill>
                  <a:schemeClr val="tx1"/>
                </a:solidFill>
              </a:rPr>
              <a:t>例</a:t>
            </a:r>
            <a:r>
              <a:rPr lang="en-US" altLang="zh-CN" sz="2800">
                <a:solidFill>
                  <a:schemeClr val="tx1"/>
                </a:solidFill>
              </a:rPr>
              <a:t>3 </a:t>
            </a:r>
            <a:r>
              <a:rPr lang="zh-CN" altLang="en-US" sz="2800">
                <a:solidFill>
                  <a:schemeClr val="tx1"/>
                </a:solidFill>
              </a:rPr>
              <a:t>若可逆矩阵</a:t>
            </a:r>
            <a:r>
              <a:rPr lang="en-US" altLang="zh-CN" sz="2800" i="1">
                <a:solidFill>
                  <a:schemeClr val="tx1"/>
                </a:solidFill>
              </a:rPr>
              <a:t>A</a:t>
            </a:r>
            <a:r>
              <a:rPr lang="zh-CN" altLang="en-US" sz="2800">
                <a:solidFill>
                  <a:schemeClr val="tx1"/>
                </a:solidFill>
              </a:rPr>
              <a:t>与矩阵</a:t>
            </a:r>
            <a:r>
              <a:rPr lang="en-US" altLang="zh-CN" sz="2800" i="1">
                <a:solidFill>
                  <a:schemeClr val="tx1"/>
                </a:solidFill>
              </a:rPr>
              <a:t>B</a:t>
            </a:r>
            <a:r>
              <a:rPr lang="zh-CN" altLang="en-US" sz="2800">
                <a:solidFill>
                  <a:schemeClr val="tx1"/>
                </a:solidFill>
              </a:rPr>
              <a:t>可交换，试证</a:t>
            </a:r>
            <a:r>
              <a:rPr lang="en-US" altLang="zh-CN" sz="2800" i="1">
                <a:solidFill>
                  <a:schemeClr val="tx1"/>
                </a:solidFill>
              </a:rPr>
              <a:t>A</a:t>
            </a:r>
            <a:r>
              <a:rPr lang="en-US" altLang="zh-CN" sz="2800" baseline="30000">
                <a:solidFill>
                  <a:schemeClr val="tx1"/>
                </a:solidFill>
              </a:rPr>
              <a:t>−1</a:t>
            </a:r>
            <a:r>
              <a:rPr lang="zh-CN" altLang="en-US" sz="2800">
                <a:solidFill>
                  <a:schemeClr val="tx1"/>
                </a:solidFill>
              </a:rPr>
              <a:t>与</a:t>
            </a:r>
            <a:r>
              <a:rPr lang="en-US" altLang="zh-CN" sz="2800" i="1">
                <a:solidFill>
                  <a:schemeClr val="tx1"/>
                </a:solidFill>
              </a:rPr>
              <a:t>B</a:t>
            </a:r>
            <a:r>
              <a:rPr lang="zh-CN" altLang="en-US" sz="2800">
                <a:solidFill>
                  <a:schemeClr val="tx1"/>
                </a:solidFill>
              </a:rPr>
              <a:t>也可交换</a:t>
            </a:r>
            <a:r>
              <a:rPr lang="en-US" altLang="zh-CN" sz="2800">
                <a:solidFill>
                  <a:schemeClr val="tx1"/>
                </a:solidFill>
              </a:rPr>
              <a:t>. </a:t>
            </a:r>
          </a:p>
        </p:txBody>
      </p:sp>
      <p:sp>
        <p:nvSpPr>
          <p:cNvPr id="190468" name="Rectangle 4"/>
          <p:cNvSpPr>
            <a:spLocks noChangeArrowheads="1"/>
          </p:cNvSpPr>
          <p:nvPr/>
        </p:nvSpPr>
        <p:spPr bwMode="auto">
          <a:xfrm>
            <a:off x="760413" y="1470025"/>
            <a:ext cx="734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t>证明：</a:t>
            </a:r>
            <a:r>
              <a:rPr lang="zh-CN" altLang="en-US">
                <a:ea typeface="宋体" pitchFamily="2" charset="-122"/>
              </a:rPr>
              <a:t>已知条件 </a:t>
            </a:r>
            <a:r>
              <a:rPr lang="en-US" altLang="zh-CN" i="1">
                <a:ea typeface="宋体" pitchFamily="2" charset="-122"/>
              </a:rPr>
              <a:t>AB </a:t>
            </a:r>
            <a:r>
              <a:rPr lang="zh-CN" altLang="en-US" i="1">
                <a:ea typeface="宋体" pitchFamily="2" charset="-122"/>
              </a:rPr>
              <a:t>＝ </a:t>
            </a:r>
            <a:r>
              <a:rPr lang="en-US" altLang="zh-CN" i="1">
                <a:ea typeface="宋体" pitchFamily="2" charset="-122"/>
              </a:rPr>
              <a:t>BA</a:t>
            </a:r>
            <a:r>
              <a:rPr lang="zh-CN" altLang="en-US">
                <a:ea typeface="宋体" pitchFamily="2" charset="-122"/>
              </a:rPr>
              <a:t>，</a:t>
            </a:r>
            <a:r>
              <a:rPr lang="en-US" altLang="zh-CN" i="1">
                <a:ea typeface="宋体" pitchFamily="2" charset="-122"/>
              </a:rPr>
              <a:t>A A</a:t>
            </a:r>
            <a:r>
              <a:rPr lang="en-US" altLang="zh-CN" baseline="30000">
                <a:ea typeface="宋体" pitchFamily="2" charset="-122"/>
              </a:rPr>
              <a:t>−1</a:t>
            </a:r>
            <a:r>
              <a:rPr lang="en-US" altLang="zh-CN">
                <a:ea typeface="宋体" pitchFamily="2" charset="-122"/>
              </a:rPr>
              <a:t> = </a:t>
            </a:r>
            <a:r>
              <a:rPr lang="en-US" altLang="zh-CN" i="1">
                <a:ea typeface="宋体" pitchFamily="2" charset="-122"/>
              </a:rPr>
              <a:t>A</a:t>
            </a:r>
            <a:r>
              <a:rPr lang="en-US" altLang="zh-CN" baseline="30000">
                <a:ea typeface="宋体" pitchFamily="2" charset="-122"/>
              </a:rPr>
              <a:t>−1</a:t>
            </a:r>
            <a:r>
              <a:rPr lang="en-US" altLang="zh-CN" i="1">
                <a:ea typeface="宋体" pitchFamily="2" charset="-122"/>
              </a:rPr>
              <a:t>A</a:t>
            </a:r>
            <a:r>
              <a:rPr lang="en-US" altLang="zh-CN">
                <a:ea typeface="宋体" pitchFamily="2" charset="-122"/>
              </a:rPr>
              <a:t> = </a:t>
            </a:r>
            <a:r>
              <a:rPr lang="en-US" altLang="zh-CN" i="1">
                <a:ea typeface="宋体" pitchFamily="2" charset="-122"/>
              </a:rPr>
              <a:t>E .</a:t>
            </a:r>
          </a:p>
        </p:txBody>
      </p:sp>
      <p:sp>
        <p:nvSpPr>
          <p:cNvPr id="190469" name="Rectangle 5"/>
          <p:cNvSpPr>
            <a:spLocks noChangeArrowheads="1"/>
          </p:cNvSpPr>
          <p:nvPr/>
        </p:nvSpPr>
        <p:spPr bwMode="auto">
          <a:xfrm>
            <a:off x="977900" y="2060575"/>
            <a:ext cx="1831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故  </a:t>
            </a:r>
            <a:r>
              <a:rPr lang="en-US" altLang="zh-CN" i="1">
                <a:ea typeface="宋体" pitchFamily="2" charset="-122"/>
              </a:rPr>
              <a:t>A</a:t>
            </a:r>
            <a:r>
              <a:rPr lang="en-US" altLang="zh-CN" baseline="30000">
                <a:ea typeface="宋体" pitchFamily="2" charset="-122"/>
              </a:rPr>
              <a:t>−1</a:t>
            </a:r>
            <a:r>
              <a:rPr lang="en-US" altLang="zh-CN" i="1">
                <a:ea typeface="宋体" pitchFamily="2" charset="-122"/>
              </a:rPr>
              <a:t>B</a:t>
            </a:r>
            <a:r>
              <a:rPr lang="en-US" altLang="zh-CN">
                <a:ea typeface="宋体" pitchFamily="2" charset="-122"/>
              </a:rPr>
              <a:t> = </a:t>
            </a:r>
          </a:p>
        </p:txBody>
      </p:sp>
      <p:sp>
        <p:nvSpPr>
          <p:cNvPr id="190470" name="Rectangle 6"/>
          <p:cNvSpPr>
            <a:spLocks noChangeArrowheads="1"/>
          </p:cNvSpPr>
          <p:nvPr/>
        </p:nvSpPr>
        <p:spPr bwMode="auto">
          <a:xfrm>
            <a:off x="2627313" y="2060575"/>
            <a:ext cx="1330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i="1">
                <a:ea typeface="宋体" pitchFamily="2" charset="-122"/>
              </a:rPr>
              <a:t>A</a:t>
            </a:r>
            <a:r>
              <a:rPr lang="en-US" altLang="zh-CN" baseline="30000">
                <a:ea typeface="宋体" pitchFamily="2" charset="-122"/>
              </a:rPr>
              <a:t>−1</a:t>
            </a:r>
            <a:r>
              <a:rPr lang="en-US" altLang="zh-CN" i="1">
                <a:ea typeface="宋体" pitchFamily="2" charset="-122"/>
              </a:rPr>
              <a:t>B E</a:t>
            </a:r>
            <a:r>
              <a:rPr lang="en-US" altLang="zh-CN">
                <a:ea typeface="宋体" pitchFamily="2" charset="-122"/>
              </a:rPr>
              <a:t> </a:t>
            </a:r>
          </a:p>
        </p:txBody>
      </p:sp>
      <p:sp>
        <p:nvSpPr>
          <p:cNvPr id="190471" name="Rectangle 7"/>
          <p:cNvSpPr>
            <a:spLocks noChangeArrowheads="1"/>
          </p:cNvSpPr>
          <p:nvPr/>
        </p:nvSpPr>
        <p:spPr bwMode="auto">
          <a:xfrm>
            <a:off x="3781425" y="2060575"/>
            <a:ext cx="2303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 = </a:t>
            </a:r>
            <a:r>
              <a:rPr lang="en-US" altLang="zh-CN" i="1">
                <a:ea typeface="宋体" pitchFamily="2" charset="-122"/>
              </a:rPr>
              <a:t>A</a:t>
            </a:r>
            <a:r>
              <a:rPr lang="en-US" altLang="zh-CN" baseline="30000">
                <a:ea typeface="宋体" pitchFamily="2" charset="-122"/>
              </a:rPr>
              <a:t>−1</a:t>
            </a:r>
            <a:r>
              <a:rPr lang="en-US" altLang="zh-CN" i="1">
                <a:ea typeface="宋体" pitchFamily="2" charset="-122"/>
              </a:rPr>
              <a:t>B A A</a:t>
            </a:r>
            <a:r>
              <a:rPr lang="en-US" altLang="zh-CN" i="1" baseline="30000">
                <a:ea typeface="宋体" pitchFamily="2" charset="-122"/>
              </a:rPr>
              <a:t>−</a:t>
            </a:r>
            <a:r>
              <a:rPr lang="en-US" altLang="zh-CN" baseline="30000">
                <a:ea typeface="宋体" pitchFamily="2" charset="-122"/>
              </a:rPr>
              <a:t>1</a:t>
            </a:r>
            <a:r>
              <a:rPr lang="en-US" altLang="zh-CN">
                <a:ea typeface="宋体" pitchFamily="2" charset="-122"/>
              </a:rPr>
              <a:t> </a:t>
            </a:r>
          </a:p>
        </p:txBody>
      </p:sp>
      <p:sp>
        <p:nvSpPr>
          <p:cNvPr id="190472" name="Rectangle 8"/>
          <p:cNvSpPr>
            <a:spLocks noChangeArrowheads="1"/>
          </p:cNvSpPr>
          <p:nvPr/>
        </p:nvSpPr>
        <p:spPr bwMode="auto">
          <a:xfrm>
            <a:off x="5940425" y="2060575"/>
            <a:ext cx="2444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 </a:t>
            </a:r>
            <a:r>
              <a:rPr lang="en-US" altLang="zh-CN" i="1">
                <a:ea typeface="宋体" pitchFamily="2" charset="-122"/>
              </a:rPr>
              <a:t>A</a:t>
            </a:r>
            <a:r>
              <a:rPr lang="en-US" altLang="zh-CN" baseline="30000">
                <a:ea typeface="宋体" pitchFamily="2" charset="-122"/>
              </a:rPr>
              <a:t>−1</a:t>
            </a:r>
            <a:r>
              <a:rPr lang="en-US" altLang="zh-CN">
                <a:ea typeface="宋体" pitchFamily="2" charset="-122"/>
              </a:rPr>
              <a:t>(</a:t>
            </a:r>
            <a:r>
              <a:rPr lang="en-US" altLang="zh-CN" i="1">
                <a:ea typeface="宋体" pitchFamily="2" charset="-122"/>
              </a:rPr>
              <a:t>B A</a:t>
            </a:r>
            <a:r>
              <a:rPr lang="en-US" altLang="zh-CN">
                <a:ea typeface="宋体" pitchFamily="2" charset="-122"/>
              </a:rPr>
              <a:t>) </a:t>
            </a:r>
            <a:r>
              <a:rPr lang="en-US" altLang="zh-CN" i="1">
                <a:ea typeface="宋体" pitchFamily="2" charset="-122"/>
              </a:rPr>
              <a:t>A</a:t>
            </a:r>
            <a:r>
              <a:rPr lang="en-US" altLang="zh-CN" baseline="30000">
                <a:ea typeface="宋体" pitchFamily="2" charset="-122"/>
              </a:rPr>
              <a:t>−1</a:t>
            </a:r>
            <a:r>
              <a:rPr lang="en-US" altLang="zh-CN">
                <a:ea typeface="宋体" pitchFamily="2" charset="-122"/>
              </a:rPr>
              <a:t> </a:t>
            </a:r>
          </a:p>
        </p:txBody>
      </p:sp>
      <p:sp>
        <p:nvSpPr>
          <p:cNvPr id="190473" name="Rectangle 9"/>
          <p:cNvSpPr>
            <a:spLocks noChangeArrowheads="1"/>
          </p:cNvSpPr>
          <p:nvPr/>
        </p:nvSpPr>
        <p:spPr bwMode="auto">
          <a:xfrm>
            <a:off x="2343150" y="2708275"/>
            <a:ext cx="2444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 </a:t>
            </a:r>
            <a:r>
              <a:rPr lang="en-US" altLang="zh-CN" i="1">
                <a:ea typeface="宋体" pitchFamily="2" charset="-122"/>
              </a:rPr>
              <a:t>A</a:t>
            </a:r>
            <a:r>
              <a:rPr lang="en-US" altLang="zh-CN" baseline="30000">
                <a:ea typeface="宋体" pitchFamily="2" charset="-122"/>
              </a:rPr>
              <a:t>−1</a:t>
            </a:r>
            <a:r>
              <a:rPr lang="en-US" altLang="zh-CN">
                <a:ea typeface="宋体" pitchFamily="2" charset="-122"/>
              </a:rPr>
              <a:t>(</a:t>
            </a:r>
            <a:r>
              <a:rPr lang="en-US" altLang="zh-CN" i="1">
                <a:ea typeface="宋体" pitchFamily="2" charset="-122"/>
              </a:rPr>
              <a:t>A B</a:t>
            </a:r>
            <a:r>
              <a:rPr lang="en-US" altLang="zh-CN">
                <a:ea typeface="宋体" pitchFamily="2" charset="-122"/>
              </a:rPr>
              <a:t>) </a:t>
            </a:r>
            <a:r>
              <a:rPr lang="en-US" altLang="zh-CN" i="1">
                <a:ea typeface="宋体" pitchFamily="2" charset="-122"/>
              </a:rPr>
              <a:t>A</a:t>
            </a:r>
            <a:r>
              <a:rPr lang="en-US" altLang="zh-CN" baseline="30000">
                <a:ea typeface="宋体" pitchFamily="2" charset="-122"/>
              </a:rPr>
              <a:t>−1</a:t>
            </a:r>
            <a:r>
              <a:rPr lang="en-US" altLang="zh-CN">
                <a:ea typeface="宋体" pitchFamily="2" charset="-122"/>
              </a:rPr>
              <a:t> </a:t>
            </a:r>
          </a:p>
        </p:txBody>
      </p:sp>
      <p:sp>
        <p:nvSpPr>
          <p:cNvPr id="190474" name="Rectangle 10"/>
          <p:cNvSpPr>
            <a:spLocks noChangeArrowheads="1"/>
          </p:cNvSpPr>
          <p:nvPr/>
        </p:nvSpPr>
        <p:spPr bwMode="auto">
          <a:xfrm>
            <a:off x="4643438" y="2708275"/>
            <a:ext cx="2444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 (</a:t>
            </a:r>
            <a:r>
              <a:rPr lang="en-US" altLang="zh-CN" i="1">
                <a:ea typeface="宋体" pitchFamily="2" charset="-122"/>
              </a:rPr>
              <a:t>A</a:t>
            </a:r>
            <a:r>
              <a:rPr lang="en-US" altLang="zh-CN" baseline="30000">
                <a:ea typeface="宋体" pitchFamily="2" charset="-122"/>
              </a:rPr>
              <a:t>−1</a:t>
            </a:r>
            <a:r>
              <a:rPr lang="en-US" altLang="zh-CN" i="1">
                <a:ea typeface="宋体" pitchFamily="2" charset="-122"/>
              </a:rPr>
              <a:t>A</a:t>
            </a:r>
            <a:r>
              <a:rPr lang="en-US" altLang="zh-CN">
                <a:ea typeface="宋体" pitchFamily="2" charset="-122"/>
              </a:rPr>
              <a:t>) </a:t>
            </a:r>
            <a:r>
              <a:rPr lang="en-US" altLang="zh-CN" i="1">
                <a:ea typeface="宋体" pitchFamily="2" charset="-122"/>
              </a:rPr>
              <a:t>B A</a:t>
            </a:r>
            <a:r>
              <a:rPr lang="en-US" altLang="zh-CN" baseline="30000">
                <a:ea typeface="宋体" pitchFamily="2" charset="-122"/>
              </a:rPr>
              <a:t>−1</a:t>
            </a:r>
            <a:r>
              <a:rPr lang="en-US" altLang="zh-CN">
                <a:ea typeface="宋体" pitchFamily="2" charset="-122"/>
              </a:rPr>
              <a:t> </a:t>
            </a:r>
          </a:p>
        </p:txBody>
      </p:sp>
      <p:sp>
        <p:nvSpPr>
          <p:cNvPr id="190475" name="Rectangle 11"/>
          <p:cNvSpPr>
            <a:spLocks noChangeArrowheads="1"/>
          </p:cNvSpPr>
          <p:nvPr/>
        </p:nvSpPr>
        <p:spPr bwMode="auto">
          <a:xfrm>
            <a:off x="2339975" y="3284538"/>
            <a:ext cx="16224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a:t>
            </a:r>
            <a:r>
              <a:rPr lang="en-US" altLang="zh-CN" i="1">
                <a:ea typeface="宋体" pitchFamily="2" charset="-122"/>
              </a:rPr>
              <a:t>E B A</a:t>
            </a:r>
            <a:r>
              <a:rPr lang="en-US" altLang="zh-CN" baseline="30000">
                <a:ea typeface="宋体" pitchFamily="2" charset="-122"/>
              </a:rPr>
              <a:t>−1</a:t>
            </a:r>
            <a:r>
              <a:rPr lang="en-US" altLang="zh-CN">
                <a:ea typeface="宋体" pitchFamily="2" charset="-122"/>
              </a:rPr>
              <a:t> </a:t>
            </a:r>
          </a:p>
        </p:txBody>
      </p:sp>
      <p:sp>
        <p:nvSpPr>
          <p:cNvPr id="190476" name="Rectangle 12"/>
          <p:cNvSpPr>
            <a:spLocks noChangeArrowheads="1"/>
          </p:cNvSpPr>
          <p:nvPr/>
        </p:nvSpPr>
        <p:spPr bwMode="auto">
          <a:xfrm>
            <a:off x="3779838" y="3284538"/>
            <a:ext cx="13858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 </a:t>
            </a:r>
            <a:r>
              <a:rPr lang="en-US" altLang="zh-CN" i="1">
                <a:ea typeface="宋体" pitchFamily="2" charset="-122"/>
              </a:rPr>
              <a:t>B A</a:t>
            </a:r>
            <a:r>
              <a:rPr lang="en-US" altLang="zh-CN" baseline="30000">
                <a:ea typeface="宋体" pitchFamily="2" charset="-122"/>
              </a:rPr>
              <a:t>−1</a:t>
            </a:r>
            <a:r>
              <a:rPr lang="en-US" altLang="zh-CN">
                <a:ea typeface="宋体" pitchFamily="2" charset="-122"/>
              </a:rPr>
              <a:t> </a:t>
            </a:r>
          </a:p>
        </p:txBody>
      </p:sp>
      <p:sp>
        <p:nvSpPr>
          <p:cNvPr id="190477" name="Rectangle 13"/>
          <p:cNvSpPr>
            <a:spLocks noChangeArrowheads="1"/>
          </p:cNvSpPr>
          <p:nvPr/>
        </p:nvSpPr>
        <p:spPr bwMode="auto">
          <a:xfrm>
            <a:off x="1116013" y="4076700"/>
            <a:ext cx="3098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即 </a:t>
            </a:r>
            <a:r>
              <a:rPr lang="en-US" altLang="zh-CN" i="1">
                <a:ea typeface="宋体" pitchFamily="2" charset="-122"/>
              </a:rPr>
              <a:t>A</a:t>
            </a:r>
            <a:r>
              <a:rPr lang="en-US" altLang="zh-CN" baseline="30000">
                <a:ea typeface="宋体" pitchFamily="2" charset="-122"/>
              </a:rPr>
              <a:t>−1</a:t>
            </a:r>
            <a:r>
              <a:rPr lang="en-US" altLang="zh-CN" i="1">
                <a:ea typeface="宋体" pitchFamily="2" charset="-122"/>
              </a:rPr>
              <a:t>B = B A</a:t>
            </a:r>
            <a:r>
              <a:rPr lang="en-US" altLang="zh-CN" baseline="30000">
                <a:ea typeface="宋体" pitchFamily="2" charset="-122"/>
              </a:rPr>
              <a:t>−1</a:t>
            </a:r>
            <a:r>
              <a:rPr lang="en-US" altLang="zh-CN">
                <a:ea typeface="宋体" pitchFamily="2" charset="-122"/>
              </a:rPr>
              <a:t> </a:t>
            </a:r>
            <a:r>
              <a:rPr lang="zh-CN" altLang="en-US">
                <a:ea typeface="宋体" pitchFamily="2" charset="-122"/>
              </a:rPr>
              <a:t>， </a:t>
            </a:r>
          </a:p>
        </p:txBody>
      </p:sp>
      <p:sp>
        <p:nvSpPr>
          <p:cNvPr id="190478" name="Rectangle 14"/>
          <p:cNvSpPr>
            <a:spLocks noChangeArrowheads="1"/>
          </p:cNvSpPr>
          <p:nvPr/>
        </p:nvSpPr>
        <p:spPr bwMode="auto">
          <a:xfrm>
            <a:off x="1116013" y="4724400"/>
            <a:ext cx="3951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由此知</a:t>
            </a:r>
            <a:r>
              <a:rPr lang="en-US" altLang="zh-CN" i="1">
                <a:ea typeface="宋体" pitchFamily="2" charset="-122"/>
              </a:rPr>
              <a:t>A</a:t>
            </a:r>
            <a:r>
              <a:rPr lang="en-US" altLang="zh-CN" baseline="30000">
                <a:ea typeface="宋体" pitchFamily="2" charset="-122"/>
              </a:rPr>
              <a:t>−1</a:t>
            </a:r>
            <a:r>
              <a:rPr lang="zh-CN" altLang="en-US">
                <a:ea typeface="宋体" pitchFamily="2" charset="-122"/>
              </a:rPr>
              <a:t>与</a:t>
            </a:r>
            <a:r>
              <a:rPr lang="en-US" altLang="zh-CN" i="1">
                <a:ea typeface="宋体" pitchFamily="2" charset="-122"/>
              </a:rPr>
              <a:t>B</a:t>
            </a:r>
            <a:r>
              <a:rPr lang="zh-CN" altLang="en-US">
                <a:ea typeface="宋体" pitchFamily="2" charset="-122"/>
              </a:rPr>
              <a:t>也可交换</a:t>
            </a:r>
            <a:r>
              <a:rPr lang="en-US" altLang="zh-CN">
                <a:ea typeface="宋体" pitchFamily="2" charset="-122"/>
              </a:rPr>
              <a:t>. </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0468"/>
                                        </p:tgtEl>
                                        <p:attrNameLst>
                                          <p:attrName>style.visibility</p:attrName>
                                        </p:attrNameLst>
                                      </p:cBhvr>
                                      <p:to>
                                        <p:strVal val="visible"/>
                                      </p:to>
                                    </p:set>
                                    <p:animEffect transition="in" filter="wipe(left)">
                                      <p:cBhvr>
                                        <p:cTn id="7" dur="500"/>
                                        <p:tgtEl>
                                          <p:spTgt spid="1904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0469"/>
                                        </p:tgtEl>
                                        <p:attrNameLst>
                                          <p:attrName>style.visibility</p:attrName>
                                        </p:attrNameLst>
                                      </p:cBhvr>
                                      <p:to>
                                        <p:strVal val="visible"/>
                                      </p:to>
                                    </p:set>
                                    <p:animEffect transition="in" filter="wipe(left)">
                                      <p:cBhvr>
                                        <p:cTn id="12" dur="500"/>
                                        <p:tgtEl>
                                          <p:spTgt spid="1904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0470"/>
                                        </p:tgtEl>
                                        <p:attrNameLst>
                                          <p:attrName>style.visibility</p:attrName>
                                        </p:attrNameLst>
                                      </p:cBhvr>
                                      <p:to>
                                        <p:strVal val="visible"/>
                                      </p:to>
                                    </p:set>
                                    <p:animEffect transition="in" filter="wipe(left)">
                                      <p:cBhvr>
                                        <p:cTn id="17" dur="500"/>
                                        <p:tgtEl>
                                          <p:spTgt spid="19047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0471"/>
                                        </p:tgtEl>
                                        <p:attrNameLst>
                                          <p:attrName>style.visibility</p:attrName>
                                        </p:attrNameLst>
                                      </p:cBhvr>
                                      <p:to>
                                        <p:strVal val="visible"/>
                                      </p:to>
                                    </p:set>
                                    <p:animEffect transition="in" filter="wipe(left)">
                                      <p:cBhvr>
                                        <p:cTn id="22" dur="500"/>
                                        <p:tgtEl>
                                          <p:spTgt spid="19047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0472"/>
                                        </p:tgtEl>
                                        <p:attrNameLst>
                                          <p:attrName>style.visibility</p:attrName>
                                        </p:attrNameLst>
                                      </p:cBhvr>
                                      <p:to>
                                        <p:strVal val="visible"/>
                                      </p:to>
                                    </p:set>
                                    <p:animEffect transition="in" filter="wipe(left)">
                                      <p:cBhvr>
                                        <p:cTn id="27" dur="500"/>
                                        <p:tgtEl>
                                          <p:spTgt spid="19047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0473"/>
                                        </p:tgtEl>
                                        <p:attrNameLst>
                                          <p:attrName>style.visibility</p:attrName>
                                        </p:attrNameLst>
                                      </p:cBhvr>
                                      <p:to>
                                        <p:strVal val="visible"/>
                                      </p:to>
                                    </p:set>
                                    <p:animEffect transition="in" filter="wipe(left)">
                                      <p:cBhvr>
                                        <p:cTn id="32" dur="500"/>
                                        <p:tgtEl>
                                          <p:spTgt spid="19047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0474"/>
                                        </p:tgtEl>
                                        <p:attrNameLst>
                                          <p:attrName>style.visibility</p:attrName>
                                        </p:attrNameLst>
                                      </p:cBhvr>
                                      <p:to>
                                        <p:strVal val="visible"/>
                                      </p:to>
                                    </p:set>
                                    <p:animEffect transition="in" filter="wipe(left)">
                                      <p:cBhvr>
                                        <p:cTn id="37" dur="500"/>
                                        <p:tgtEl>
                                          <p:spTgt spid="19047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90475"/>
                                        </p:tgtEl>
                                        <p:attrNameLst>
                                          <p:attrName>style.visibility</p:attrName>
                                        </p:attrNameLst>
                                      </p:cBhvr>
                                      <p:to>
                                        <p:strVal val="visible"/>
                                      </p:to>
                                    </p:set>
                                    <p:animEffect transition="in" filter="wipe(left)">
                                      <p:cBhvr>
                                        <p:cTn id="42" dur="500"/>
                                        <p:tgtEl>
                                          <p:spTgt spid="19047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90476"/>
                                        </p:tgtEl>
                                        <p:attrNameLst>
                                          <p:attrName>style.visibility</p:attrName>
                                        </p:attrNameLst>
                                      </p:cBhvr>
                                      <p:to>
                                        <p:strVal val="visible"/>
                                      </p:to>
                                    </p:set>
                                    <p:animEffect transition="in" filter="wipe(left)">
                                      <p:cBhvr>
                                        <p:cTn id="47" dur="500"/>
                                        <p:tgtEl>
                                          <p:spTgt spid="19047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90477"/>
                                        </p:tgtEl>
                                        <p:attrNameLst>
                                          <p:attrName>style.visibility</p:attrName>
                                        </p:attrNameLst>
                                      </p:cBhvr>
                                      <p:to>
                                        <p:strVal val="visible"/>
                                      </p:to>
                                    </p:set>
                                    <p:animEffect transition="in" filter="wipe(left)">
                                      <p:cBhvr>
                                        <p:cTn id="52" dur="500"/>
                                        <p:tgtEl>
                                          <p:spTgt spid="19047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90478"/>
                                        </p:tgtEl>
                                        <p:attrNameLst>
                                          <p:attrName>style.visibility</p:attrName>
                                        </p:attrNameLst>
                                      </p:cBhvr>
                                      <p:to>
                                        <p:strVal val="visible"/>
                                      </p:to>
                                    </p:set>
                                    <p:animEffect transition="in" filter="wipe(left)">
                                      <p:cBhvr>
                                        <p:cTn id="57" dur="500"/>
                                        <p:tgtEl>
                                          <p:spTgt spid="190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8" grpId="0"/>
      <p:bldP spid="190469" grpId="0"/>
      <p:bldP spid="190470" grpId="0"/>
      <p:bldP spid="190471" grpId="0"/>
      <p:bldP spid="190472" grpId="0"/>
      <p:bldP spid="190473" grpId="0"/>
      <p:bldP spid="190474" grpId="0"/>
      <p:bldP spid="190475" grpId="0"/>
      <p:bldP spid="190476" grpId="0"/>
      <p:bldP spid="190477" grpId="0"/>
      <p:bldP spid="190478"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2" name="Rectangle 4"/>
          <p:cNvSpPr>
            <a:spLocks noGrp="1" noChangeArrowheads="1"/>
          </p:cNvSpPr>
          <p:nvPr>
            <p:ph type="title"/>
          </p:nvPr>
        </p:nvSpPr>
        <p:spPr>
          <a:xfrm>
            <a:off x="900113" y="138113"/>
            <a:ext cx="7543800" cy="627062"/>
          </a:xfrm>
        </p:spPr>
        <p:txBody>
          <a:bodyPr/>
          <a:lstStyle/>
          <a:p>
            <a:pPr eaLnBrk="1" hangingPunct="1">
              <a:defRPr/>
            </a:pPr>
            <a:r>
              <a:rPr lang="zh-CN" altLang="en-US" sz="2800">
                <a:solidFill>
                  <a:schemeClr val="tx1"/>
                </a:solidFill>
              </a:rPr>
              <a:t>例</a:t>
            </a:r>
            <a:r>
              <a:rPr lang="en-US" altLang="zh-CN" sz="2800">
                <a:solidFill>
                  <a:schemeClr val="tx1"/>
                </a:solidFill>
              </a:rPr>
              <a:t>4  </a:t>
            </a:r>
            <a:r>
              <a:rPr lang="zh-CN" altLang="en-US" sz="2800">
                <a:solidFill>
                  <a:schemeClr val="tx1"/>
                </a:solidFill>
              </a:rPr>
              <a:t>设 </a:t>
            </a:r>
            <a:r>
              <a:rPr lang="en-US" altLang="zh-CN" sz="2800" i="1">
                <a:solidFill>
                  <a:schemeClr val="tx1"/>
                </a:solidFill>
              </a:rPr>
              <a:t>A</a:t>
            </a:r>
            <a:r>
              <a:rPr lang="zh-CN" altLang="en-US" sz="2800">
                <a:solidFill>
                  <a:schemeClr val="tx1"/>
                </a:solidFill>
              </a:rPr>
              <a:t>是可逆矩阵，试证</a:t>
            </a:r>
          </a:p>
        </p:txBody>
      </p:sp>
      <p:graphicFrame>
        <p:nvGraphicFramePr>
          <p:cNvPr id="91139" name="Object 6"/>
          <p:cNvGraphicFramePr>
            <a:graphicFrameLocks noChangeAspect="1"/>
          </p:cNvGraphicFramePr>
          <p:nvPr/>
        </p:nvGraphicFramePr>
        <p:xfrm>
          <a:off x="4322763" y="493713"/>
          <a:ext cx="2193925" cy="990600"/>
        </p:xfrm>
        <a:graphic>
          <a:graphicData uri="http://schemas.openxmlformats.org/presentationml/2006/ole">
            <mc:AlternateContent xmlns:mc="http://schemas.openxmlformats.org/markup-compatibility/2006">
              <mc:Choice xmlns:v="urn:schemas-microsoft-com:vml" Requires="v">
                <p:oleObj spid="_x0000_s91326" name="Equation" r:id="rId3" imgW="1079032" imgH="482391" progId="Equation.DSMT4">
                  <p:embed/>
                </p:oleObj>
              </mc:Choice>
              <mc:Fallback>
                <p:oleObj name="Equation" r:id="rId3" imgW="1079032" imgH="482391"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2763" y="493713"/>
                        <a:ext cx="219392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1140" name="Object 5"/>
          <p:cNvGraphicFramePr>
            <a:graphicFrameLocks noChangeAspect="1"/>
          </p:cNvGraphicFramePr>
          <p:nvPr/>
        </p:nvGraphicFramePr>
        <p:xfrm>
          <a:off x="2216150" y="1146175"/>
          <a:ext cx="2284413" cy="557213"/>
        </p:xfrm>
        <a:graphic>
          <a:graphicData uri="http://schemas.openxmlformats.org/presentationml/2006/ole">
            <mc:AlternateContent xmlns:mc="http://schemas.openxmlformats.org/markup-compatibility/2006">
              <mc:Choice xmlns:v="urn:schemas-microsoft-com:vml" Requires="v">
                <p:oleObj spid="_x0000_s91327" name="Equation" r:id="rId5" imgW="1091726" imgH="266584" progId="Equation.DSMT4">
                  <p:embed/>
                </p:oleObj>
              </mc:Choice>
              <mc:Fallback>
                <p:oleObj name="Equation" r:id="rId5" imgW="1091726" imgH="266584"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16150" y="1146175"/>
                        <a:ext cx="2284413"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1141" name="Rectangle 7"/>
          <p:cNvSpPr>
            <a:spLocks noChangeArrowheads="1"/>
          </p:cNvSpPr>
          <p:nvPr/>
        </p:nvSpPr>
        <p:spPr bwMode="auto">
          <a:xfrm>
            <a:off x="1619250" y="692150"/>
            <a:ext cx="26447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buFontTx/>
              <a:buAutoNum type="arabicParenBoth"/>
            </a:pPr>
            <a:r>
              <a:rPr lang="en-US" altLang="zh-CN">
                <a:ea typeface="宋体" pitchFamily="2" charset="-122"/>
              </a:rPr>
              <a:t>  A</a:t>
            </a:r>
            <a:r>
              <a:rPr lang="en-US" altLang="zh-CN" baseline="30000">
                <a:ea typeface="宋体" pitchFamily="2" charset="-122"/>
              </a:rPr>
              <a:t>* </a:t>
            </a:r>
            <a:r>
              <a:rPr lang="zh-CN" altLang="en-US"/>
              <a:t>可逆，且</a:t>
            </a:r>
          </a:p>
        </p:txBody>
      </p:sp>
      <p:sp>
        <p:nvSpPr>
          <p:cNvPr id="91142" name="Text Box 9"/>
          <p:cNvSpPr txBox="1">
            <a:spLocks noChangeArrowheads="1"/>
          </p:cNvSpPr>
          <p:nvPr/>
        </p:nvSpPr>
        <p:spPr bwMode="auto">
          <a:xfrm>
            <a:off x="1619250" y="1196975"/>
            <a:ext cx="600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(2)</a:t>
            </a:r>
          </a:p>
        </p:txBody>
      </p:sp>
      <p:graphicFrame>
        <p:nvGraphicFramePr>
          <p:cNvPr id="191504" name="Object 16"/>
          <p:cNvGraphicFramePr>
            <a:graphicFrameLocks noChangeAspect="1"/>
          </p:cNvGraphicFramePr>
          <p:nvPr/>
        </p:nvGraphicFramePr>
        <p:xfrm>
          <a:off x="5867400" y="1860550"/>
          <a:ext cx="1655763" cy="488950"/>
        </p:xfrm>
        <a:graphic>
          <a:graphicData uri="http://schemas.openxmlformats.org/presentationml/2006/ole">
            <mc:AlternateContent xmlns:mc="http://schemas.openxmlformats.org/markup-compatibility/2006">
              <mc:Choice xmlns:v="urn:schemas-microsoft-com:vml" Requires="v">
                <p:oleObj spid="_x0000_s91328" name="Equation" r:id="rId7" imgW="863225" imgH="253890" progId="Equation.DSMT4">
                  <p:embed/>
                </p:oleObj>
              </mc:Choice>
              <mc:Fallback>
                <p:oleObj name="Equation" r:id="rId7" imgW="863225" imgH="253890" progId="Equation.DSMT4">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67400" y="1860550"/>
                        <a:ext cx="16557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1503" name="Object 15"/>
          <p:cNvGraphicFramePr>
            <a:graphicFrameLocks noChangeAspect="1"/>
          </p:cNvGraphicFramePr>
          <p:nvPr/>
        </p:nvGraphicFramePr>
        <p:xfrm>
          <a:off x="2108200" y="2349500"/>
          <a:ext cx="1731963" cy="895350"/>
        </p:xfrm>
        <a:graphic>
          <a:graphicData uri="http://schemas.openxmlformats.org/presentationml/2006/ole">
            <mc:AlternateContent xmlns:mc="http://schemas.openxmlformats.org/markup-compatibility/2006">
              <mc:Choice xmlns:v="urn:schemas-microsoft-com:vml" Requires="v">
                <p:oleObj spid="_x0000_s91329" name="Equation" r:id="rId9" imgW="939392" imgH="482391" progId="Equation.DSMT4">
                  <p:embed/>
                </p:oleObj>
              </mc:Choice>
              <mc:Fallback>
                <p:oleObj name="Equation" r:id="rId9" imgW="939392" imgH="482391" progId="Equation.DSMT4">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08200" y="2349500"/>
                        <a:ext cx="1731963"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1502" name="Object 14"/>
          <p:cNvGraphicFramePr>
            <a:graphicFrameLocks noChangeAspect="1"/>
          </p:cNvGraphicFramePr>
          <p:nvPr/>
        </p:nvGraphicFramePr>
        <p:xfrm>
          <a:off x="4643438" y="2276475"/>
          <a:ext cx="2108200" cy="941388"/>
        </p:xfrm>
        <a:graphic>
          <a:graphicData uri="http://schemas.openxmlformats.org/presentationml/2006/ole">
            <mc:AlternateContent xmlns:mc="http://schemas.openxmlformats.org/markup-compatibility/2006">
              <mc:Choice xmlns:v="urn:schemas-microsoft-com:vml" Requires="v">
                <p:oleObj spid="_x0000_s91330" name="Equation" r:id="rId11" imgW="1091726" imgH="482391" progId="Equation.DSMT4">
                  <p:embed/>
                </p:oleObj>
              </mc:Choice>
              <mc:Fallback>
                <p:oleObj name="Equation" r:id="rId11" imgW="1091726" imgH="482391"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43438" y="2276475"/>
                        <a:ext cx="2108200"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1501" name="Object 13"/>
          <p:cNvGraphicFramePr>
            <a:graphicFrameLocks noChangeAspect="1"/>
          </p:cNvGraphicFramePr>
          <p:nvPr/>
        </p:nvGraphicFramePr>
        <p:xfrm>
          <a:off x="3924300" y="3068638"/>
          <a:ext cx="2112963" cy="965200"/>
        </p:xfrm>
        <a:graphic>
          <a:graphicData uri="http://schemas.openxmlformats.org/presentationml/2006/ole">
            <mc:AlternateContent xmlns:mc="http://schemas.openxmlformats.org/markup-compatibility/2006">
              <mc:Choice xmlns:v="urn:schemas-microsoft-com:vml" Requires="v">
                <p:oleObj spid="_x0000_s91331" name="Equation" r:id="rId13" imgW="1066800" imgH="482600" progId="Equation.DSMT4">
                  <p:embed/>
                </p:oleObj>
              </mc:Choice>
              <mc:Fallback>
                <p:oleObj name="Equation" r:id="rId13" imgW="1066800" imgH="482600" progId="Equation.DSMT4">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24300" y="3068638"/>
                        <a:ext cx="2112963"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1500" name="Object 12"/>
          <p:cNvGraphicFramePr>
            <a:graphicFrameLocks noChangeAspect="1"/>
          </p:cNvGraphicFramePr>
          <p:nvPr/>
        </p:nvGraphicFramePr>
        <p:xfrm>
          <a:off x="4356100" y="4508500"/>
          <a:ext cx="2917825" cy="528638"/>
        </p:xfrm>
        <a:graphic>
          <a:graphicData uri="http://schemas.openxmlformats.org/presentationml/2006/ole">
            <mc:AlternateContent xmlns:mc="http://schemas.openxmlformats.org/markup-compatibility/2006">
              <mc:Choice xmlns:v="urn:schemas-microsoft-com:vml" Requires="v">
                <p:oleObj spid="_x0000_s91332" name="Equation" r:id="rId15" imgW="1485255" imgH="266584" progId="Equation.DSMT4">
                  <p:embed/>
                </p:oleObj>
              </mc:Choice>
              <mc:Fallback>
                <p:oleObj name="Equation" r:id="rId15" imgW="1485255" imgH="266584" progId="Equation.DSMT4">
                  <p:embed/>
                  <p:pic>
                    <p:nvPicPr>
                      <p:cNvPr id="0" name="Object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56100" y="4508500"/>
                        <a:ext cx="29178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1499" name="Object 11"/>
          <p:cNvGraphicFramePr>
            <a:graphicFrameLocks noChangeAspect="1"/>
          </p:cNvGraphicFramePr>
          <p:nvPr/>
        </p:nvGraphicFramePr>
        <p:xfrm>
          <a:off x="1927225" y="5084763"/>
          <a:ext cx="4516438" cy="544512"/>
        </p:xfrm>
        <a:graphic>
          <a:graphicData uri="http://schemas.openxmlformats.org/presentationml/2006/ole">
            <mc:AlternateContent xmlns:mc="http://schemas.openxmlformats.org/markup-compatibility/2006">
              <mc:Choice xmlns:v="urn:schemas-microsoft-com:vml" Requires="v">
                <p:oleObj spid="_x0000_s91333" name="Equation" r:id="rId17" imgW="2209800" imgH="266700" progId="Equation.DSMT4">
                  <p:embed/>
                </p:oleObj>
              </mc:Choice>
              <mc:Fallback>
                <p:oleObj name="Equation" r:id="rId17" imgW="2209800" imgH="266700" progId="Equation.DSMT4">
                  <p:embed/>
                  <p:pic>
                    <p:nvPicPr>
                      <p:cNvPr id="0"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27225" y="5084763"/>
                        <a:ext cx="4516438"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1498" name="Object 10"/>
          <p:cNvGraphicFramePr>
            <a:graphicFrameLocks noChangeAspect="1"/>
          </p:cNvGraphicFramePr>
          <p:nvPr/>
        </p:nvGraphicFramePr>
        <p:xfrm>
          <a:off x="1835150" y="5661025"/>
          <a:ext cx="2016125" cy="546100"/>
        </p:xfrm>
        <a:graphic>
          <a:graphicData uri="http://schemas.openxmlformats.org/presentationml/2006/ole">
            <mc:AlternateContent xmlns:mc="http://schemas.openxmlformats.org/markup-compatibility/2006">
              <mc:Choice xmlns:v="urn:schemas-microsoft-com:vml" Requires="v">
                <p:oleObj spid="_x0000_s91334" name="Equation" r:id="rId19" imgW="990170" imgH="266584" progId="Equation.DSMT4">
                  <p:embed/>
                </p:oleObj>
              </mc:Choice>
              <mc:Fallback>
                <p:oleObj name="Equation" r:id="rId19" imgW="990170" imgH="266584" progId="Equation.DSMT4">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35150" y="5661025"/>
                        <a:ext cx="2016125"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1509" name="Rectangle 21"/>
          <p:cNvSpPr>
            <a:spLocks noChangeArrowheads="1"/>
          </p:cNvSpPr>
          <p:nvPr/>
        </p:nvSpPr>
        <p:spPr bwMode="auto">
          <a:xfrm>
            <a:off x="1258888" y="4005263"/>
            <a:ext cx="49736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(2) </a:t>
            </a:r>
            <a:r>
              <a:rPr lang="zh-CN" altLang="en-US">
                <a:ea typeface="宋体" pitchFamily="2" charset="-122"/>
              </a:rPr>
              <a:t>由伴随矩阵的定义，可知 </a:t>
            </a:r>
          </a:p>
        </p:txBody>
      </p:sp>
      <p:sp>
        <p:nvSpPr>
          <p:cNvPr id="191511" name="Rectangle 23"/>
          <p:cNvSpPr>
            <a:spLocks noChangeArrowheads="1"/>
          </p:cNvSpPr>
          <p:nvPr/>
        </p:nvSpPr>
        <p:spPr bwMode="auto">
          <a:xfrm>
            <a:off x="900113" y="5661025"/>
            <a:ext cx="9874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于是 </a:t>
            </a:r>
          </a:p>
        </p:txBody>
      </p:sp>
      <p:sp>
        <p:nvSpPr>
          <p:cNvPr id="191512" name="Rectangle 24"/>
          <p:cNvSpPr>
            <a:spLocks noChangeArrowheads="1"/>
          </p:cNvSpPr>
          <p:nvPr/>
        </p:nvSpPr>
        <p:spPr bwMode="auto">
          <a:xfrm>
            <a:off x="827088" y="1844675"/>
            <a:ext cx="51847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证：</a:t>
            </a:r>
            <a:r>
              <a:rPr lang="en-US" altLang="zh-CN">
                <a:ea typeface="宋体" pitchFamily="2" charset="-122"/>
              </a:rPr>
              <a:t>(1) </a:t>
            </a:r>
            <a:r>
              <a:rPr lang="zh-CN" altLang="en-US">
                <a:ea typeface="宋体" pitchFamily="2" charset="-122"/>
              </a:rPr>
              <a:t>由</a:t>
            </a:r>
            <a:r>
              <a:rPr lang="en-US" altLang="zh-CN" i="1">
                <a:ea typeface="宋体" pitchFamily="2" charset="-122"/>
              </a:rPr>
              <a:t>A</a:t>
            </a:r>
            <a:r>
              <a:rPr lang="zh-CN" altLang="en-US">
                <a:ea typeface="宋体" pitchFamily="2" charset="-122"/>
              </a:rPr>
              <a:t>可逆知</a:t>
            </a:r>
            <a:r>
              <a:rPr lang="en-US" altLang="zh-CN">
                <a:ea typeface="宋体" pitchFamily="2" charset="-122"/>
              </a:rPr>
              <a:t>|</a:t>
            </a:r>
            <a:r>
              <a:rPr lang="en-US" altLang="zh-CN" i="1">
                <a:ea typeface="宋体" pitchFamily="2" charset="-122"/>
              </a:rPr>
              <a:t>A</a:t>
            </a:r>
            <a:r>
              <a:rPr lang="en-US" altLang="zh-CN">
                <a:ea typeface="宋体" pitchFamily="2" charset="-122"/>
              </a:rPr>
              <a:t>|≠0, </a:t>
            </a:r>
          </a:p>
        </p:txBody>
      </p:sp>
      <p:sp>
        <p:nvSpPr>
          <p:cNvPr id="191513" name="Rectangle 25"/>
          <p:cNvSpPr>
            <a:spLocks noChangeArrowheads="1"/>
          </p:cNvSpPr>
          <p:nvPr/>
        </p:nvSpPr>
        <p:spPr bwMode="auto">
          <a:xfrm>
            <a:off x="1063625" y="2549525"/>
            <a:ext cx="9874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得到 </a:t>
            </a:r>
          </a:p>
        </p:txBody>
      </p:sp>
      <p:sp>
        <p:nvSpPr>
          <p:cNvPr id="191514" name="Rectangle 26"/>
          <p:cNvSpPr>
            <a:spLocks noChangeArrowheads="1"/>
          </p:cNvSpPr>
          <p:nvPr/>
        </p:nvSpPr>
        <p:spPr bwMode="auto">
          <a:xfrm>
            <a:off x="4067175" y="2492375"/>
            <a:ext cx="541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即</a:t>
            </a:r>
          </a:p>
        </p:txBody>
      </p:sp>
      <p:sp>
        <p:nvSpPr>
          <p:cNvPr id="191515" name="Rectangle 27"/>
          <p:cNvSpPr>
            <a:spLocks noChangeArrowheads="1"/>
          </p:cNvSpPr>
          <p:nvPr/>
        </p:nvSpPr>
        <p:spPr bwMode="auto">
          <a:xfrm>
            <a:off x="1116013" y="3284538"/>
            <a:ext cx="26844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所以</a:t>
            </a:r>
            <a:r>
              <a:rPr lang="en-US" altLang="zh-CN" i="1">
                <a:ea typeface="宋体" pitchFamily="2" charset="-122"/>
              </a:rPr>
              <a:t>A</a:t>
            </a:r>
            <a:r>
              <a:rPr lang="en-US" altLang="zh-CN" baseline="30000">
                <a:ea typeface="宋体" pitchFamily="2" charset="-122"/>
              </a:rPr>
              <a:t>*</a:t>
            </a:r>
            <a:r>
              <a:rPr lang="zh-CN" altLang="en-US">
                <a:ea typeface="宋体" pitchFamily="2" charset="-122"/>
              </a:rPr>
              <a:t>可逆，且</a:t>
            </a:r>
          </a:p>
        </p:txBody>
      </p:sp>
      <p:sp>
        <p:nvSpPr>
          <p:cNvPr id="191516" name="Rectangle 28"/>
          <p:cNvSpPr>
            <a:spLocks noChangeArrowheads="1"/>
          </p:cNvSpPr>
          <p:nvPr/>
        </p:nvSpPr>
        <p:spPr bwMode="auto">
          <a:xfrm>
            <a:off x="900113" y="5084763"/>
            <a:ext cx="5413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故</a:t>
            </a:r>
          </a:p>
        </p:txBody>
      </p:sp>
      <p:graphicFrame>
        <p:nvGraphicFramePr>
          <p:cNvPr id="191519" name="Object 31"/>
          <p:cNvGraphicFramePr>
            <a:graphicFrameLocks noChangeAspect="1"/>
          </p:cNvGraphicFramePr>
          <p:nvPr/>
        </p:nvGraphicFramePr>
        <p:xfrm>
          <a:off x="2174875" y="4508500"/>
          <a:ext cx="1795463" cy="504825"/>
        </p:xfrm>
        <a:graphic>
          <a:graphicData uri="http://schemas.openxmlformats.org/presentationml/2006/ole">
            <mc:AlternateContent xmlns:mc="http://schemas.openxmlformats.org/markup-compatibility/2006">
              <mc:Choice xmlns:v="urn:schemas-microsoft-com:vml" Requires="v">
                <p:oleObj spid="_x0000_s91335" name="Equation" r:id="rId21" imgW="914400" imgH="254000" progId="Equation.DSMT4">
                  <p:embed/>
                </p:oleObj>
              </mc:Choice>
              <mc:Fallback>
                <p:oleObj name="Equation" r:id="rId21" imgW="914400" imgH="254000" progId="Equation.DSMT4">
                  <p:embed/>
                  <p:pic>
                    <p:nvPicPr>
                      <p:cNvPr id="0" name="Object 3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174875" y="4508500"/>
                        <a:ext cx="179546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1520" name="Rectangle 32"/>
          <p:cNvSpPr>
            <a:spLocks noChangeArrowheads="1"/>
          </p:cNvSpPr>
          <p:nvPr/>
        </p:nvSpPr>
        <p:spPr bwMode="auto">
          <a:xfrm>
            <a:off x="4067175" y="5661025"/>
            <a:ext cx="898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因此</a:t>
            </a:r>
          </a:p>
        </p:txBody>
      </p:sp>
      <p:graphicFrame>
        <p:nvGraphicFramePr>
          <p:cNvPr id="191521" name="Object 33"/>
          <p:cNvGraphicFramePr>
            <a:graphicFrameLocks noChangeAspect="1"/>
          </p:cNvGraphicFramePr>
          <p:nvPr/>
        </p:nvGraphicFramePr>
        <p:xfrm>
          <a:off x="5024438" y="5678488"/>
          <a:ext cx="2284412" cy="557212"/>
        </p:xfrm>
        <a:graphic>
          <a:graphicData uri="http://schemas.openxmlformats.org/presentationml/2006/ole">
            <mc:AlternateContent xmlns:mc="http://schemas.openxmlformats.org/markup-compatibility/2006">
              <mc:Choice xmlns:v="urn:schemas-microsoft-com:vml" Requires="v">
                <p:oleObj spid="_x0000_s91336" name="Equation" r:id="rId23" imgW="1091726" imgH="266584" progId="Equation.DSMT4">
                  <p:embed/>
                </p:oleObj>
              </mc:Choice>
              <mc:Fallback>
                <p:oleObj name="Equation" r:id="rId23" imgW="1091726" imgH="266584" progId="Equation.DSMT4">
                  <p:embed/>
                  <p:pic>
                    <p:nvPicPr>
                      <p:cNvPr id="0" name="Object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4438" y="5678488"/>
                        <a:ext cx="2284412"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1522" name="Rectangle 34"/>
          <p:cNvSpPr>
            <a:spLocks noChangeArrowheads="1"/>
          </p:cNvSpPr>
          <p:nvPr/>
        </p:nvSpPr>
        <p:spPr bwMode="auto">
          <a:xfrm>
            <a:off x="4897438" y="1844675"/>
            <a:ext cx="898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又有</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1512"/>
                                        </p:tgtEl>
                                        <p:attrNameLst>
                                          <p:attrName>style.visibility</p:attrName>
                                        </p:attrNameLst>
                                      </p:cBhvr>
                                      <p:to>
                                        <p:strVal val="visible"/>
                                      </p:to>
                                    </p:set>
                                    <p:animEffect transition="in" filter="wipe(left)">
                                      <p:cBhvr>
                                        <p:cTn id="7" dur="500"/>
                                        <p:tgtEl>
                                          <p:spTgt spid="1915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1522"/>
                                        </p:tgtEl>
                                        <p:attrNameLst>
                                          <p:attrName>style.visibility</p:attrName>
                                        </p:attrNameLst>
                                      </p:cBhvr>
                                      <p:to>
                                        <p:strVal val="visible"/>
                                      </p:to>
                                    </p:set>
                                    <p:animEffect transition="in" filter="wipe(left)">
                                      <p:cBhvr>
                                        <p:cTn id="12" dur="500"/>
                                        <p:tgtEl>
                                          <p:spTgt spid="191522"/>
                                        </p:tgtEl>
                                      </p:cBhvr>
                                    </p:animEffect>
                                  </p:childTnLst>
                                </p:cTn>
                              </p:par>
                              <p:par>
                                <p:cTn id="13" presetID="22" presetClass="entr" presetSubtype="8" fill="hold" nodeType="withEffect">
                                  <p:stCondLst>
                                    <p:cond delay="0"/>
                                  </p:stCondLst>
                                  <p:childTnLst>
                                    <p:set>
                                      <p:cBhvr>
                                        <p:cTn id="14" dur="1" fill="hold">
                                          <p:stCondLst>
                                            <p:cond delay="0"/>
                                          </p:stCondLst>
                                        </p:cTn>
                                        <p:tgtEl>
                                          <p:spTgt spid="191504"/>
                                        </p:tgtEl>
                                        <p:attrNameLst>
                                          <p:attrName>style.visibility</p:attrName>
                                        </p:attrNameLst>
                                      </p:cBhvr>
                                      <p:to>
                                        <p:strVal val="visible"/>
                                      </p:to>
                                    </p:set>
                                    <p:animEffect transition="in" filter="wipe(left)">
                                      <p:cBhvr>
                                        <p:cTn id="15" dur="500"/>
                                        <p:tgtEl>
                                          <p:spTgt spid="19150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91513"/>
                                        </p:tgtEl>
                                        <p:attrNameLst>
                                          <p:attrName>style.visibility</p:attrName>
                                        </p:attrNameLst>
                                      </p:cBhvr>
                                      <p:to>
                                        <p:strVal val="visible"/>
                                      </p:to>
                                    </p:set>
                                    <p:animEffect transition="in" filter="wipe(left)">
                                      <p:cBhvr>
                                        <p:cTn id="20" dur="500"/>
                                        <p:tgtEl>
                                          <p:spTgt spid="191513"/>
                                        </p:tgtEl>
                                      </p:cBhvr>
                                    </p:animEffect>
                                  </p:childTnLst>
                                </p:cTn>
                              </p:par>
                              <p:par>
                                <p:cTn id="21" presetID="22" presetClass="entr" presetSubtype="8" fill="hold" nodeType="withEffect">
                                  <p:stCondLst>
                                    <p:cond delay="0"/>
                                  </p:stCondLst>
                                  <p:childTnLst>
                                    <p:set>
                                      <p:cBhvr>
                                        <p:cTn id="22" dur="1" fill="hold">
                                          <p:stCondLst>
                                            <p:cond delay="0"/>
                                          </p:stCondLst>
                                        </p:cTn>
                                        <p:tgtEl>
                                          <p:spTgt spid="191503"/>
                                        </p:tgtEl>
                                        <p:attrNameLst>
                                          <p:attrName>style.visibility</p:attrName>
                                        </p:attrNameLst>
                                      </p:cBhvr>
                                      <p:to>
                                        <p:strVal val="visible"/>
                                      </p:to>
                                    </p:set>
                                    <p:animEffect transition="in" filter="wipe(left)">
                                      <p:cBhvr>
                                        <p:cTn id="23" dur="500"/>
                                        <p:tgtEl>
                                          <p:spTgt spid="19150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91514"/>
                                        </p:tgtEl>
                                        <p:attrNameLst>
                                          <p:attrName>style.visibility</p:attrName>
                                        </p:attrNameLst>
                                      </p:cBhvr>
                                      <p:to>
                                        <p:strVal val="visible"/>
                                      </p:to>
                                    </p:set>
                                    <p:animEffect transition="in" filter="wipe(left)">
                                      <p:cBhvr>
                                        <p:cTn id="28" dur="500"/>
                                        <p:tgtEl>
                                          <p:spTgt spid="191514"/>
                                        </p:tgtEl>
                                      </p:cBhvr>
                                    </p:animEffect>
                                  </p:childTnLst>
                                </p:cTn>
                              </p:par>
                              <p:par>
                                <p:cTn id="29" presetID="22" presetClass="entr" presetSubtype="8" fill="hold" nodeType="withEffect">
                                  <p:stCondLst>
                                    <p:cond delay="0"/>
                                  </p:stCondLst>
                                  <p:childTnLst>
                                    <p:set>
                                      <p:cBhvr>
                                        <p:cTn id="30" dur="1" fill="hold">
                                          <p:stCondLst>
                                            <p:cond delay="0"/>
                                          </p:stCondLst>
                                        </p:cTn>
                                        <p:tgtEl>
                                          <p:spTgt spid="191502"/>
                                        </p:tgtEl>
                                        <p:attrNameLst>
                                          <p:attrName>style.visibility</p:attrName>
                                        </p:attrNameLst>
                                      </p:cBhvr>
                                      <p:to>
                                        <p:strVal val="visible"/>
                                      </p:to>
                                    </p:set>
                                    <p:animEffect transition="in" filter="wipe(left)">
                                      <p:cBhvr>
                                        <p:cTn id="31" dur="500"/>
                                        <p:tgtEl>
                                          <p:spTgt spid="19150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91515"/>
                                        </p:tgtEl>
                                        <p:attrNameLst>
                                          <p:attrName>style.visibility</p:attrName>
                                        </p:attrNameLst>
                                      </p:cBhvr>
                                      <p:to>
                                        <p:strVal val="visible"/>
                                      </p:to>
                                    </p:set>
                                    <p:animEffect transition="in" filter="wipe(left)">
                                      <p:cBhvr>
                                        <p:cTn id="36" dur="500"/>
                                        <p:tgtEl>
                                          <p:spTgt spid="191515"/>
                                        </p:tgtEl>
                                      </p:cBhvr>
                                    </p:animEffect>
                                  </p:childTnLst>
                                </p:cTn>
                              </p:par>
                              <p:par>
                                <p:cTn id="37" presetID="22" presetClass="entr" presetSubtype="8" fill="hold" nodeType="withEffect">
                                  <p:stCondLst>
                                    <p:cond delay="0"/>
                                  </p:stCondLst>
                                  <p:childTnLst>
                                    <p:set>
                                      <p:cBhvr>
                                        <p:cTn id="38" dur="1" fill="hold">
                                          <p:stCondLst>
                                            <p:cond delay="0"/>
                                          </p:stCondLst>
                                        </p:cTn>
                                        <p:tgtEl>
                                          <p:spTgt spid="191501"/>
                                        </p:tgtEl>
                                        <p:attrNameLst>
                                          <p:attrName>style.visibility</p:attrName>
                                        </p:attrNameLst>
                                      </p:cBhvr>
                                      <p:to>
                                        <p:strVal val="visible"/>
                                      </p:to>
                                    </p:set>
                                    <p:animEffect transition="in" filter="wipe(left)">
                                      <p:cBhvr>
                                        <p:cTn id="39" dur="500"/>
                                        <p:tgtEl>
                                          <p:spTgt spid="19150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91509"/>
                                        </p:tgtEl>
                                        <p:attrNameLst>
                                          <p:attrName>style.visibility</p:attrName>
                                        </p:attrNameLst>
                                      </p:cBhvr>
                                      <p:to>
                                        <p:strVal val="visible"/>
                                      </p:to>
                                    </p:set>
                                    <p:animEffect transition="in" filter="wipe(left)">
                                      <p:cBhvr>
                                        <p:cTn id="44" dur="500"/>
                                        <p:tgtEl>
                                          <p:spTgt spid="19150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191519"/>
                                        </p:tgtEl>
                                        <p:attrNameLst>
                                          <p:attrName>style.visibility</p:attrName>
                                        </p:attrNameLst>
                                      </p:cBhvr>
                                      <p:to>
                                        <p:strVal val="visible"/>
                                      </p:to>
                                    </p:set>
                                    <p:animEffect transition="in" filter="wipe(left)">
                                      <p:cBhvr>
                                        <p:cTn id="49" dur="500"/>
                                        <p:tgtEl>
                                          <p:spTgt spid="191519"/>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191500"/>
                                        </p:tgtEl>
                                        <p:attrNameLst>
                                          <p:attrName>style.visibility</p:attrName>
                                        </p:attrNameLst>
                                      </p:cBhvr>
                                      <p:to>
                                        <p:strVal val="visible"/>
                                      </p:to>
                                    </p:set>
                                    <p:animEffect transition="in" filter="wipe(left)">
                                      <p:cBhvr>
                                        <p:cTn id="54" dur="500"/>
                                        <p:tgtEl>
                                          <p:spTgt spid="191500"/>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91516"/>
                                        </p:tgtEl>
                                        <p:attrNameLst>
                                          <p:attrName>style.visibility</p:attrName>
                                        </p:attrNameLst>
                                      </p:cBhvr>
                                      <p:to>
                                        <p:strVal val="visible"/>
                                      </p:to>
                                    </p:set>
                                    <p:animEffect transition="in" filter="wipe(left)">
                                      <p:cBhvr>
                                        <p:cTn id="59" dur="500"/>
                                        <p:tgtEl>
                                          <p:spTgt spid="191516"/>
                                        </p:tgtEl>
                                      </p:cBhvr>
                                    </p:animEffect>
                                  </p:childTnLst>
                                </p:cTn>
                              </p:par>
                              <p:par>
                                <p:cTn id="60" presetID="22" presetClass="entr" presetSubtype="8" fill="hold" nodeType="withEffect">
                                  <p:stCondLst>
                                    <p:cond delay="0"/>
                                  </p:stCondLst>
                                  <p:childTnLst>
                                    <p:set>
                                      <p:cBhvr>
                                        <p:cTn id="61" dur="1" fill="hold">
                                          <p:stCondLst>
                                            <p:cond delay="0"/>
                                          </p:stCondLst>
                                        </p:cTn>
                                        <p:tgtEl>
                                          <p:spTgt spid="191499"/>
                                        </p:tgtEl>
                                        <p:attrNameLst>
                                          <p:attrName>style.visibility</p:attrName>
                                        </p:attrNameLst>
                                      </p:cBhvr>
                                      <p:to>
                                        <p:strVal val="visible"/>
                                      </p:to>
                                    </p:set>
                                    <p:animEffect transition="in" filter="wipe(left)">
                                      <p:cBhvr>
                                        <p:cTn id="62" dur="500"/>
                                        <p:tgtEl>
                                          <p:spTgt spid="19149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191498"/>
                                        </p:tgtEl>
                                        <p:attrNameLst>
                                          <p:attrName>style.visibility</p:attrName>
                                        </p:attrNameLst>
                                      </p:cBhvr>
                                      <p:to>
                                        <p:strVal val="visible"/>
                                      </p:to>
                                    </p:set>
                                    <p:animEffect transition="in" filter="wipe(left)">
                                      <p:cBhvr>
                                        <p:cTn id="67" dur="500"/>
                                        <p:tgtEl>
                                          <p:spTgt spid="191498"/>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191511"/>
                                        </p:tgtEl>
                                        <p:attrNameLst>
                                          <p:attrName>style.visibility</p:attrName>
                                        </p:attrNameLst>
                                      </p:cBhvr>
                                      <p:to>
                                        <p:strVal val="visible"/>
                                      </p:to>
                                    </p:set>
                                    <p:animEffect transition="in" filter="wipe(left)">
                                      <p:cBhvr>
                                        <p:cTn id="70" dur="500"/>
                                        <p:tgtEl>
                                          <p:spTgt spid="191511"/>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91520"/>
                                        </p:tgtEl>
                                        <p:attrNameLst>
                                          <p:attrName>style.visibility</p:attrName>
                                        </p:attrNameLst>
                                      </p:cBhvr>
                                      <p:to>
                                        <p:strVal val="visible"/>
                                      </p:to>
                                    </p:set>
                                    <p:animEffect transition="in" filter="wipe(left)">
                                      <p:cBhvr>
                                        <p:cTn id="75" dur="500"/>
                                        <p:tgtEl>
                                          <p:spTgt spid="191520"/>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191521"/>
                                        </p:tgtEl>
                                        <p:attrNameLst>
                                          <p:attrName>style.visibility</p:attrName>
                                        </p:attrNameLst>
                                      </p:cBhvr>
                                      <p:to>
                                        <p:strVal val="visible"/>
                                      </p:to>
                                    </p:set>
                                    <p:animEffect transition="in" filter="wipe(left)">
                                      <p:cBhvr>
                                        <p:cTn id="80" dur="500"/>
                                        <p:tgtEl>
                                          <p:spTgt spid="191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509" grpId="0"/>
      <p:bldP spid="191511" grpId="0"/>
      <p:bldP spid="191512" grpId="0"/>
      <p:bldP spid="191513" grpId="0"/>
      <p:bldP spid="191514" grpId="0"/>
      <p:bldP spid="191515" grpId="0"/>
      <p:bldP spid="191516" grpId="0"/>
      <p:bldP spid="191520" grpId="0"/>
      <p:bldP spid="191522"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62" name="Group 2"/>
          <p:cNvGrpSpPr>
            <a:grpSpLocks/>
          </p:cNvGrpSpPr>
          <p:nvPr/>
        </p:nvGrpSpPr>
        <p:grpSpPr bwMode="auto">
          <a:xfrm>
            <a:off x="912813" y="1185863"/>
            <a:ext cx="6570662" cy="1728787"/>
            <a:chOff x="355" y="624"/>
            <a:chExt cx="4139" cy="1089"/>
          </a:xfrm>
        </p:grpSpPr>
        <p:graphicFrame>
          <p:nvGraphicFramePr>
            <p:cNvPr id="92172" name="Object 3"/>
            <p:cNvGraphicFramePr>
              <a:graphicFrameLocks noChangeAspect="1"/>
            </p:cNvGraphicFramePr>
            <p:nvPr/>
          </p:nvGraphicFramePr>
          <p:xfrm>
            <a:off x="355" y="624"/>
            <a:ext cx="4139" cy="1089"/>
          </p:xfrm>
          <a:graphic>
            <a:graphicData uri="http://schemas.openxmlformats.org/presentationml/2006/ole">
              <mc:AlternateContent xmlns:mc="http://schemas.openxmlformats.org/markup-compatibility/2006">
                <mc:Choice xmlns:v="urn:schemas-microsoft-com:vml" Requires="v">
                  <p:oleObj spid="_x0000_s92310" name="公式" r:id="rId3" imgW="2654300" imgH="698500" progId="Equation.3">
                    <p:embed/>
                  </p:oleObj>
                </mc:Choice>
                <mc:Fallback>
                  <p:oleObj name="公式" r:id="rId3" imgW="2654300" imgH="6985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 y="624"/>
                          <a:ext cx="4139" cy="10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73" name="Object 4"/>
            <p:cNvGraphicFramePr>
              <a:graphicFrameLocks noChangeAspect="1"/>
            </p:cNvGraphicFramePr>
            <p:nvPr/>
          </p:nvGraphicFramePr>
          <p:xfrm>
            <a:off x="3120" y="1296"/>
            <a:ext cx="341" cy="380"/>
          </p:xfrm>
          <a:graphic>
            <a:graphicData uri="http://schemas.openxmlformats.org/presentationml/2006/ole">
              <mc:AlternateContent xmlns:mc="http://schemas.openxmlformats.org/markup-compatibility/2006">
                <mc:Choice xmlns:v="urn:schemas-microsoft-com:vml" Requires="v">
                  <p:oleObj spid="_x0000_s92311" name="公式" r:id="rId5" imgW="126835" imgH="139518" progId="Equation.3">
                    <p:embed/>
                  </p:oleObj>
                </mc:Choice>
                <mc:Fallback>
                  <p:oleObj name="公式" r:id="rId5" imgW="126835" imgH="139518"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0" y="1296"/>
                          <a:ext cx="341" cy="3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74" name="Object 5"/>
            <p:cNvGraphicFramePr>
              <a:graphicFrameLocks noChangeAspect="1"/>
            </p:cNvGraphicFramePr>
            <p:nvPr/>
          </p:nvGraphicFramePr>
          <p:xfrm>
            <a:off x="3744" y="672"/>
            <a:ext cx="341" cy="380"/>
          </p:xfrm>
          <a:graphic>
            <a:graphicData uri="http://schemas.openxmlformats.org/presentationml/2006/ole">
              <mc:AlternateContent xmlns:mc="http://schemas.openxmlformats.org/markup-compatibility/2006">
                <mc:Choice xmlns:v="urn:schemas-microsoft-com:vml" Requires="v">
                  <p:oleObj spid="_x0000_s92312" name="公式" r:id="rId7" imgW="126835" imgH="139518" progId="Equation.3">
                    <p:embed/>
                  </p:oleObj>
                </mc:Choice>
                <mc:Fallback>
                  <p:oleObj name="公式" r:id="rId7" imgW="126835" imgH="139518"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44" y="672"/>
                          <a:ext cx="341" cy="3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92163" name="Object 6"/>
          <p:cNvGraphicFramePr>
            <a:graphicFrameLocks noChangeAspect="1"/>
          </p:cNvGraphicFramePr>
          <p:nvPr/>
        </p:nvGraphicFramePr>
        <p:xfrm>
          <a:off x="7529513" y="1847850"/>
          <a:ext cx="749300" cy="404813"/>
        </p:xfrm>
        <a:graphic>
          <a:graphicData uri="http://schemas.openxmlformats.org/presentationml/2006/ole">
            <mc:AlternateContent xmlns:mc="http://schemas.openxmlformats.org/markup-compatibility/2006">
              <mc:Choice xmlns:v="urn:schemas-microsoft-com:vml" Requires="v">
                <p:oleObj spid="_x0000_s92313" name="公式" r:id="rId8" imgW="748975" imgH="406224" progId="Equation.3">
                  <p:embed/>
                </p:oleObj>
              </mc:Choice>
              <mc:Fallback>
                <p:oleObj name="公式" r:id="rId8" imgW="748975" imgH="406224"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29513" y="1847850"/>
                        <a:ext cx="749300" cy="404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1" name="Object 7"/>
          <p:cNvGraphicFramePr>
            <a:graphicFrameLocks noChangeAspect="1"/>
          </p:cNvGraphicFramePr>
          <p:nvPr/>
        </p:nvGraphicFramePr>
        <p:xfrm>
          <a:off x="1738313" y="3067050"/>
          <a:ext cx="2794000" cy="392113"/>
        </p:xfrm>
        <a:graphic>
          <a:graphicData uri="http://schemas.openxmlformats.org/presentationml/2006/ole">
            <mc:AlternateContent xmlns:mc="http://schemas.openxmlformats.org/markup-compatibility/2006">
              <mc:Choice xmlns:v="urn:schemas-microsoft-com:vml" Requires="v">
                <p:oleObj spid="_x0000_s92314" name="公式" r:id="rId10" imgW="2794000" imgH="393700" progId="Equation.3">
                  <p:embed/>
                </p:oleObj>
              </mc:Choice>
              <mc:Fallback>
                <p:oleObj name="公式" r:id="rId10" imgW="2794000" imgH="39370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38313" y="3067050"/>
                        <a:ext cx="279400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2" name="Object 8"/>
          <p:cNvGraphicFramePr>
            <a:graphicFrameLocks noChangeAspect="1"/>
          </p:cNvGraphicFramePr>
          <p:nvPr/>
        </p:nvGraphicFramePr>
        <p:xfrm>
          <a:off x="1446213" y="3752850"/>
          <a:ext cx="3098800" cy="457200"/>
        </p:xfrm>
        <a:graphic>
          <a:graphicData uri="http://schemas.openxmlformats.org/presentationml/2006/ole">
            <mc:AlternateContent xmlns:mc="http://schemas.openxmlformats.org/markup-compatibility/2006">
              <mc:Choice xmlns:v="urn:schemas-microsoft-com:vml" Requires="v">
                <p:oleObj spid="_x0000_s92315" name="Equation" r:id="rId12" imgW="3098800" imgH="457200" progId="Equation.3">
                  <p:embed/>
                </p:oleObj>
              </mc:Choice>
              <mc:Fallback>
                <p:oleObj name="Equation" r:id="rId12" imgW="3098800" imgH="457200" progId="Equation.3">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46213" y="3752850"/>
                        <a:ext cx="3098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3" name="Object 9"/>
          <p:cNvGraphicFramePr>
            <a:graphicFrameLocks noChangeAspect="1"/>
          </p:cNvGraphicFramePr>
          <p:nvPr/>
        </p:nvGraphicFramePr>
        <p:xfrm>
          <a:off x="4633913" y="3752850"/>
          <a:ext cx="2895600" cy="457200"/>
        </p:xfrm>
        <a:graphic>
          <a:graphicData uri="http://schemas.openxmlformats.org/presentationml/2006/ole">
            <mc:AlternateContent xmlns:mc="http://schemas.openxmlformats.org/markup-compatibility/2006">
              <mc:Choice xmlns:v="urn:schemas-microsoft-com:vml" Requires="v">
                <p:oleObj spid="_x0000_s92316" name="Equation" r:id="rId14" imgW="2895600" imgH="457200" progId="Equation.3">
                  <p:embed/>
                </p:oleObj>
              </mc:Choice>
              <mc:Fallback>
                <p:oleObj name="Equation" r:id="rId14" imgW="2895600" imgH="457200" progId="Equation.3">
                  <p:embed/>
                  <p:pic>
                    <p:nvPicPr>
                      <p:cNvPr id="0" name="Object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33913" y="3752850"/>
                        <a:ext cx="2895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4" name="Object 10"/>
          <p:cNvGraphicFramePr>
            <a:graphicFrameLocks noChangeAspect="1"/>
          </p:cNvGraphicFramePr>
          <p:nvPr/>
        </p:nvGraphicFramePr>
        <p:xfrm>
          <a:off x="1433513" y="4591050"/>
          <a:ext cx="2959100" cy="533400"/>
        </p:xfrm>
        <a:graphic>
          <a:graphicData uri="http://schemas.openxmlformats.org/presentationml/2006/ole">
            <mc:AlternateContent xmlns:mc="http://schemas.openxmlformats.org/markup-compatibility/2006">
              <mc:Choice xmlns:v="urn:schemas-microsoft-com:vml" Requires="v">
                <p:oleObj spid="_x0000_s92317" name="Equation" r:id="rId16" imgW="2959100" imgH="533400" progId="Equation.3">
                  <p:embed/>
                </p:oleObj>
              </mc:Choice>
              <mc:Fallback>
                <p:oleObj name="Equation" r:id="rId16" imgW="2959100" imgH="533400" progId="Equation.3">
                  <p:embed/>
                  <p:pic>
                    <p:nvPicPr>
                      <p:cNvPr id="0" name="Object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433513" y="4591050"/>
                        <a:ext cx="29591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95" name="Text Box 11"/>
          <p:cNvSpPr txBox="1">
            <a:spLocks noChangeArrowheads="1"/>
          </p:cNvSpPr>
          <p:nvPr/>
        </p:nvSpPr>
        <p:spPr bwMode="auto">
          <a:xfrm>
            <a:off x="900113" y="2990850"/>
            <a:ext cx="762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spcBef>
                <a:spcPct val="50000"/>
              </a:spcBef>
            </a:pPr>
            <a:r>
              <a:rPr lang="zh-CN" altLang="en-US"/>
              <a:t>解</a:t>
            </a:r>
            <a:r>
              <a:rPr lang="en-US" altLang="zh-CN"/>
              <a:t>:</a:t>
            </a:r>
          </a:p>
        </p:txBody>
      </p:sp>
      <p:grpSp>
        <p:nvGrpSpPr>
          <p:cNvPr id="92169" name="Group 12"/>
          <p:cNvGrpSpPr>
            <a:grpSpLocks/>
          </p:cNvGrpSpPr>
          <p:nvPr/>
        </p:nvGrpSpPr>
        <p:grpSpPr bwMode="auto">
          <a:xfrm>
            <a:off x="900113" y="476250"/>
            <a:ext cx="5588000" cy="555625"/>
            <a:chOff x="672" y="624"/>
            <a:chExt cx="3520" cy="350"/>
          </a:xfrm>
        </p:grpSpPr>
        <p:graphicFrame>
          <p:nvGraphicFramePr>
            <p:cNvPr id="92170" name="Object 13"/>
            <p:cNvGraphicFramePr>
              <a:graphicFrameLocks noChangeAspect="1"/>
            </p:cNvGraphicFramePr>
            <p:nvPr/>
          </p:nvGraphicFramePr>
          <p:xfrm>
            <a:off x="1104" y="672"/>
            <a:ext cx="3088" cy="302"/>
          </p:xfrm>
          <a:graphic>
            <a:graphicData uri="http://schemas.openxmlformats.org/presentationml/2006/ole">
              <mc:AlternateContent xmlns:mc="http://schemas.openxmlformats.org/markup-compatibility/2006">
                <mc:Choice xmlns:v="urn:schemas-microsoft-com:vml" Requires="v">
                  <p:oleObj spid="_x0000_s92318" name="Equation" r:id="rId18" imgW="4368800" imgH="431800" progId="Equation.3">
                    <p:embed/>
                  </p:oleObj>
                </mc:Choice>
                <mc:Fallback>
                  <p:oleObj name="Equation" r:id="rId18" imgW="4368800" imgH="431800" progId="Equation.3">
                    <p:embed/>
                    <p:pic>
                      <p:nvPicPr>
                        <p:cNvPr id="0" name="Object 1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104" y="672"/>
                          <a:ext cx="3088"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71" name="Rectangle 14"/>
            <p:cNvSpPr>
              <a:spLocks noChangeArrowheads="1"/>
            </p:cNvSpPr>
            <p:nvPr/>
          </p:nvSpPr>
          <p:spPr bwMode="auto">
            <a:xfrm>
              <a:off x="672" y="624"/>
              <a:ext cx="45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黑体" pitchFamily="49" charset="-122"/>
                </a:rPr>
                <a:t>例</a:t>
              </a:r>
              <a:r>
                <a:rPr lang="en-US" altLang="zh-CN">
                  <a:latin typeface="黑体" pitchFamily="49" charset="-122"/>
                </a:rPr>
                <a:t>5</a:t>
              </a:r>
            </a:p>
          </p:txBody>
        </p:sp>
      </p:gr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7595"/>
                                        </p:tgtEl>
                                        <p:attrNameLst>
                                          <p:attrName>style.visibility</p:attrName>
                                        </p:attrNameLst>
                                      </p:cBhvr>
                                      <p:to>
                                        <p:strVal val="visible"/>
                                      </p:to>
                                    </p:set>
                                    <p:animEffect transition="in" filter="wipe(left)">
                                      <p:cBhvr>
                                        <p:cTn id="7" dur="500"/>
                                        <p:tgtEl>
                                          <p:spTgt spid="675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7591"/>
                                        </p:tgtEl>
                                        <p:attrNameLst>
                                          <p:attrName>style.visibility</p:attrName>
                                        </p:attrNameLst>
                                      </p:cBhvr>
                                      <p:to>
                                        <p:strVal val="visible"/>
                                      </p:to>
                                    </p:set>
                                    <p:animEffect transition="in" filter="wipe(left)">
                                      <p:cBhvr>
                                        <p:cTn id="12" dur="500"/>
                                        <p:tgtEl>
                                          <p:spTgt spid="675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7592"/>
                                        </p:tgtEl>
                                        <p:attrNameLst>
                                          <p:attrName>style.visibility</p:attrName>
                                        </p:attrNameLst>
                                      </p:cBhvr>
                                      <p:to>
                                        <p:strVal val="visible"/>
                                      </p:to>
                                    </p:set>
                                    <p:animEffect transition="in" filter="wipe(left)">
                                      <p:cBhvr>
                                        <p:cTn id="17" dur="500"/>
                                        <p:tgtEl>
                                          <p:spTgt spid="675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7593"/>
                                        </p:tgtEl>
                                        <p:attrNameLst>
                                          <p:attrName>style.visibility</p:attrName>
                                        </p:attrNameLst>
                                      </p:cBhvr>
                                      <p:to>
                                        <p:strVal val="visible"/>
                                      </p:to>
                                    </p:set>
                                    <p:animEffect transition="in" filter="wipe(left)">
                                      <p:cBhvr>
                                        <p:cTn id="22" dur="500"/>
                                        <p:tgtEl>
                                          <p:spTgt spid="6759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7594"/>
                                        </p:tgtEl>
                                        <p:attrNameLst>
                                          <p:attrName>style.visibility</p:attrName>
                                        </p:attrNameLst>
                                      </p:cBhvr>
                                      <p:to>
                                        <p:strVal val="visible"/>
                                      </p:to>
                                    </p:set>
                                    <p:animEffect transition="in" filter="wipe(left)">
                                      <p:cBhvr>
                                        <p:cTn id="27" dur="500"/>
                                        <p:tgtEl>
                                          <p:spTgt spid="67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5" grpId="0"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8610" name="Object 2"/>
          <p:cNvGraphicFramePr>
            <a:graphicFrameLocks noChangeAspect="1"/>
          </p:cNvGraphicFramePr>
          <p:nvPr/>
        </p:nvGraphicFramePr>
        <p:xfrm>
          <a:off x="914400" y="1352550"/>
          <a:ext cx="4762500" cy="1714500"/>
        </p:xfrm>
        <a:graphic>
          <a:graphicData uri="http://schemas.openxmlformats.org/presentationml/2006/ole">
            <mc:AlternateContent xmlns:mc="http://schemas.openxmlformats.org/markup-compatibility/2006">
              <mc:Choice xmlns:v="urn:schemas-microsoft-com:vml" Requires="v">
                <p:oleObj spid="_x0000_s93277" name="公式" r:id="rId3" imgW="4762500" imgH="1714500" progId="Equation.3">
                  <p:embed/>
                </p:oleObj>
              </mc:Choice>
              <mc:Fallback>
                <p:oleObj name="公式" r:id="rId3" imgW="4762500" imgH="17145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352550"/>
                        <a:ext cx="4762500" cy="171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12" name="Object 4"/>
          <p:cNvGraphicFramePr>
            <a:graphicFrameLocks noChangeAspect="1"/>
          </p:cNvGraphicFramePr>
          <p:nvPr/>
        </p:nvGraphicFramePr>
        <p:xfrm>
          <a:off x="914400" y="3600450"/>
          <a:ext cx="2413000" cy="1689100"/>
        </p:xfrm>
        <a:graphic>
          <a:graphicData uri="http://schemas.openxmlformats.org/presentationml/2006/ole">
            <mc:AlternateContent xmlns:mc="http://schemas.openxmlformats.org/markup-compatibility/2006">
              <mc:Choice xmlns:v="urn:schemas-microsoft-com:vml" Requires="v">
                <p:oleObj spid="_x0000_s93278" name="公式" r:id="rId5" imgW="2413000" imgH="1689100" progId="Equation.3">
                  <p:embed/>
                </p:oleObj>
              </mc:Choice>
              <mc:Fallback>
                <p:oleObj name="公式" r:id="rId5" imgW="2413000" imgH="16891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3600450"/>
                        <a:ext cx="2413000" cy="168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13" name="Object 5"/>
          <p:cNvGraphicFramePr>
            <a:graphicFrameLocks noChangeAspect="1"/>
          </p:cNvGraphicFramePr>
          <p:nvPr/>
        </p:nvGraphicFramePr>
        <p:xfrm>
          <a:off x="3352800" y="3676650"/>
          <a:ext cx="2768600" cy="1625600"/>
        </p:xfrm>
        <a:graphic>
          <a:graphicData uri="http://schemas.openxmlformats.org/presentationml/2006/ole">
            <mc:AlternateContent xmlns:mc="http://schemas.openxmlformats.org/markup-compatibility/2006">
              <mc:Choice xmlns:v="urn:schemas-microsoft-com:vml" Requires="v">
                <p:oleObj spid="_x0000_s93279" name="公式" r:id="rId7" imgW="2768600" imgH="1625600" progId="Equation.3">
                  <p:embed/>
                </p:oleObj>
              </mc:Choice>
              <mc:Fallback>
                <p:oleObj name="公式" r:id="rId7" imgW="2768600" imgH="16256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52800" y="3676650"/>
                        <a:ext cx="2768600" cy="162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14" name="Object 6"/>
          <p:cNvGraphicFramePr>
            <a:graphicFrameLocks noChangeAspect="1"/>
          </p:cNvGraphicFramePr>
          <p:nvPr/>
        </p:nvGraphicFramePr>
        <p:xfrm>
          <a:off x="6096000" y="3752850"/>
          <a:ext cx="1955800" cy="1511300"/>
        </p:xfrm>
        <a:graphic>
          <a:graphicData uri="http://schemas.openxmlformats.org/presentationml/2006/ole">
            <mc:AlternateContent xmlns:mc="http://schemas.openxmlformats.org/markup-compatibility/2006">
              <mc:Choice xmlns:v="urn:schemas-microsoft-com:vml" Requires="v">
                <p:oleObj spid="_x0000_s93280" name="Equation" r:id="rId9" imgW="1955800" imgH="1511300" progId="Equation.3">
                  <p:embed/>
                </p:oleObj>
              </mc:Choice>
              <mc:Fallback>
                <p:oleObj name="Equation" r:id="rId9" imgW="1955800" imgH="15113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0" y="3752850"/>
                        <a:ext cx="1955800" cy="151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191" name="Object 7"/>
          <p:cNvGraphicFramePr>
            <a:graphicFrameLocks noChangeAspect="1"/>
          </p:cNvGraphicFramePr>
          <p:nvPr/>
        </p:nvGraphicFramePr>
        <p:xfrm>
          <a:off x="1219200" y="476250"/>
          <a:ext cx="2413000" cy="533400"/>
        </p:xfrm>
        <a:graphic>
          <a:graphicData uri="http://schemas.openxmlformats.org/presentationml/2006/ole">
            <mc:AlternateContent xmlns:mc="http://schemas.openxmlformats.org/markup-compatibility/2006">
              <mc:Choice xmlns:v="urn:schemas-microsoft-com:vml" Requires="v">
                <p:oleObj spid="_x0000_s93281" name="Equation" r:id="rId11" imgW="2413000" imgH="533400" progId="Equation.3">
                  <p:embed/>
                </p:oleObj>
              </mc:Choice>
              <mc:Fallback>
                <p:oleObj name="Equation" r:id="rId11" imgW="2413000" imgH="5334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19200" y="476250"/>
                        <a:ext cx="2413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8610"/>
                                        </p:tgtEl>
                                        <p:attrNameLst>
                                          <p:attrName>style.visibility</p:attrName>
                                        </p:attrNameLst>
                                      </p:cBhvr>
                                      <p:to>
                                        <p:strVal val="visible"/>
                                      </p:to>
                                    </p:set>
                                    <p:animEffect transition="in" filter="wipe(left)">
                                      <p:cBhvr>
                                        <p:cTn id="7" dur="500"/>
                                        <p:tgtEl>
                                          <p:spTgt spid="686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8612"/>
                                        </p:tgtEl>
                                        <p:attrNameLst>
                                          <p:attrName>style.visibility</p:attrName>
                                        </p:attrNameLst>
                                      </p:cBhvr>
                                      <p:to>
                                        <p:strVal val="visible"/>
                                      </p:to>
                                    </p:set>
                                    <p:animEffect transition="in" filter="wipe(left)">
                                      <p:cBhvr>
                                        <p:cTn id="12" dur="500"/>
                                        <p:tgtEl>
                                          <p:spTgt spid="686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8613"/>
                                        </p:tgtEl>
                                        <p:attrNameLst>
                                          <p:attrName>style.visibility</p:attrName>
                                        </p:attrNameLst>
                                      </p:cBhvr>
                                      <p:to>
                                        <p:strVal val="visible"/>
                                      </p:to>
                                    </p:set>
                                    <p:animEffect transition="in" filter="wipe(left)">
                                      <p:cBhvr>
                                        <p:cTn id="17" dur="500"/>
                                        <p:tgtEl>
                                          <p:spTgt spid="686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8614"/>
                                        </p:tgtEl>
                                        <p:attrNameLst>
                                          <p:attrName>style.visibility</p:attrName>
                                        </p:attrNameLst>
                                      </p:cBhvr>
                                      <p:to>
                                        <p:strVal val="visible"/>
                                      </p:to>
                                    </p:set>
                                    <p:animEffect transition="in" filter="wipe(left)">
                                      <p:cBhvr>
                                        <p:cTn id="22" dur="500"/>
                                        <p:tgtEl>
                                          <p:spTgt spid="68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9" name="Rectangle 9"/>
          <p:cNvSpPr>
            <a:spLocks noGrp="1" noChangeArrowheads="1"/>
          </p:cNvSpPr>
          <p:nvPr>
            <p:ph type="title"/>
          </p:nvPr>
        </p:nvSpPr>
        <p:spPr>
          <a:xfrm>
            <a:off x="914400" y="188913"/>
            <a:ext cx="7543800" cy="1143000"/>
          </a:xfrm>
        </p:spPr>
        <p:txBody>
          <a:bodyPr/>
          <a:lstStyle/>
          <a:p>
            <a:pPr eaLnBrk="1" hangingPunct="1">
              <a:defRPr/>
            </a:pPr>
            <a:r>
              <a:rPr lang="zh-CN" altLang="en-US"/>
              <a:t>小结</a:t>
            </a:r>
          </a:p>
        </p:txBody>
      </p:sp>
      <p:sp>
        <p:nvSpPr>
          <p:cNvPr id="71683" name="Rectangle 3"/>
          <p:cNvSpPr>
            <a:spLocks noChangeArrowheads="1"/>
          </p:cNvSpPr>
          <p:nvPr/>
        </p:nvSpPr>
        <p:spPr bwMode="auto">
          <a:xfrm>
            <a:off x="1331913" y="1352550"/>
            <a:ext cx="4540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1. </a:t>
            </a:r>
            <a:r>
              <a:rPr lang="zh-CN" altLang="en-US">
                <a:ea typeface="宋体" pitchFamily="2" charset="-122"/>
              </a:rPr>
              <a:t>逆矩阵的概念及运算性质</a:t>
            </a:r>
            <a:r>
              <a:rPr lang="en-US" altLang="zh-CN"/>
              <a:t>.</a:t>
            </a:r>
          </a:p>
        </p:txBody>
      </p:sp>
      <p:graphicFrame>
        <p:nvGraphicFramePr>
          <p:cNvPr id="71686" name="Object 6"/>
          <p:cNvGraphicFramePr>
            <a:graphicFrameLocks noChangeAspect="1"/>
          </p:cNvGraphicFramePr>
          <p:nvPr/>
        </p:nvGraphicFramePr>
        <p:xfrm>
          <a:off x="5021263" y="2071688"/>
          <a:ext cx="990600" cy="444500"/>
        </p:xfrm>
        <a:graphic>
          <a:graphicData uri="http://schemas.openxmlformats.org/presentationml/2006/ole">
            <mc:AlternateContent xmlns:mc="http://schemas.openxmlformats.org/markup-compatibility/2006">
              <mc:Choice xmlns:v="urn:schemas-microsoft-com:vml" Requires="v">
                <p:oleObj spid="_x0000_s94313" name="Equation" r:id="rId3" imgW="990170" imgH="444307" progId="Equation.3">
                  <p:embed/>
                </p:oleObj>
              </mc:Choice>
              <mc:Fallback>
                <p:oleObj name="Equation" r:id="rId3" imgW="990170" imgH="444307"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1263" y="2071688"/>
                        <a:ext cx="9906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7" name="Rectangle 7"/>
          <p:cNvSpPr>
            <a:spLocks noChangeArrowheads="1"/>
          </p:cNvSpPr>
          <p:nvPr/>
        </p:nvSpPr>
        <p:spPr bwMode="auto">
          <a:xfrm>
            <a:off x="1331913" y="2636838"/>
            <a:ext cx="39036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3. </a:t>
            </a:r>
            <a:r>
              <a:rPr lang="zh-CN" altLang="en-US">
                <a:ea typeface="宋体" pitchFamily="2" charset="-122"/>
              </a:rPr>
              <a:t>逆矩阵的计算方法</a:t>
            </a:r>
          </a:p>
        </p:txBody>
      </p:sp>
      <p:graphicFrame>
        <p:nvGraphicFramePr>
          <p:cNvPr id="71688" name="Object 8"/>
          <p:cNvGraphicFramePr>
            <a:graphicFrameLocks noChangeAspect="1"/>
          </p:cNvGraphicFramePr>
          <p:nvPr/>
        </p:nvGraphicFramePr>
        <p:xfrm>
          <a:off x="2268538" y="3644900"/>
          <a:ext cx="4017962" cy="1117600"/>
        </p:xfrm>
        <a:graphic>
          <a:graphicData uri="http://schemas.openxmlformats.org/presentationml/2006/ole">
            <mc:AlternateContent xmlns:mc="http://schemas.openxmlformats.org/markup-compatibility/2006">
              <mc:Choice xmlns:v="urn:schemas-microsoft-com:vml" Requires="v">
                <p:oleObj spid="_x0000_s94314" name="Equation" r:id="rId5" imgW="1689100" imgH="469900" progId="Equation.DSMT4">
                  <p:embed/>
                </p:oleObj>
              </mc:Choice>
              <mc:Fallback>
                <p:oleObj name="Equation" r:id="rId5" imgW="1689100" imgH="4699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8538" y="3644900"/>
                        <a:ext cx="4017962" cy="111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1"/>
          <p:cNvGrpSpPr>
            <a:grpSpLocks/>
          </p:cNvGrpSpPr>
          <p:nvPr/>
        </p:nvGrpSpPr>
        <p:grpSpPr bwMode="auto">
          <a:xfrm>
            <a:off x="1692275" y="2000250"/>
            <a:ext cx="2824163" cy="519113"/>
            <a:chOff x="1056" y="1776"/>
            <a:chExt cx="1687" cy="327"/>
          </a:xfrm>
        </p:grpSpPr>
        <p:sp>
          <p:nvSpPr>
            <p:cNvPr id="94221" name="Rectangle 5"/>
            <p:cNvSpPr>
              <a:spLocks noChangeArrowheads="1"/>
            </p:cNvSpPr>
            <p:nvPr/>
          </p:nvSpPr>
          <p:spPr bwMode="auto">
            <a:xfrm>
              <a:off x="1056" y="1776"/>
              <a:ext cx="168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latin typeface="宋体" pitchFamily="2" charset="-122"/>
                  <a:ea typeface="宋体" pitchFamily="2" charset="-122"/>
                </a:rPr>
                <a:t>逆矩阵    存在</a:t>
              </a:r>
            </a:p>
          </p:txBody>
        </p:sp>
        <p:graphicFrame>
          <p:nvGraphicFramePr>
            <p:cNvPr id="94222" name="Object 10"/>
            <p:cNvGraphicFramePr>
              <a:graphicFrameLocks noChangeAspect="1"/>
            </p:cNvGraphicFramePr>
            <p:nvPr/>
          </p:nvGraphicFramePr>
          <p:xfrm>
            <a:off x="1824" y="1824"/>
            <a:ext cx="336" cy="240"/>
          </p:xfrm>
          <a:graphic>
            <a:graphicData uri="http://schemas.openxmlformats.org/presentationml/2006/ole">
              <mc:AlternateContent xmlns:mc="http://schemas.openxmlformats.org/markup-compatibility/2006">
                <mc:Choice xmlns:v="urn:schemas-microsoft-com:vml" Requires="v">
                  <p:oleObj spid="_x0000_s94315" name="Equation" r:id="rId7" imgW="533169" imgH="380835" progId="Equation.3">
                    <p:embed/>
                  </p:oleObj>
                </mc:Choice>
                <mc:Fallback>
                  <p:oleObj name="Equation" r:id="rId7" imgW="533169" imgH="380835"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4" y="1824"/>
                          <a:ext cx="336"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71692" name="Object 12"/>
          <p:cNvGraphicFramePr>
            <a:graphicFrameLocks noChangeAspect="1"/>
          </p:cNvGraphicFramePr>
          <p:nvPr/>
        </p:nvGraphicFramePr>
        <p:xfrm>
          <a:off x="4440238" y="2179638"/>
          <a:ext cx="419100" cy="241300"/>
        </p:xfrm>
        <a:graphic>
          <a:graphicData uri="http://schemas.openxmlformats.org/presentationml/2006/ole">
            <mc:AlternateContent xmlns:mc="http://schemas.openxmlformats.org/markup-compatibility/2006">
              <mc:Choice xmlns:v="urn:schemas-microsoft-com:vml" Requires="v">
                <p:oleObj spid="_x0000_s94316" name="Equation" r:id="rId9" imgW="418918" imgH="241195" progId="Equation.3">
                  <p:embed/>
                </p:oleObj>
              </mc:Choice>
              <mc:Fallback>
                <p:oleObj name="Equation" r:id="rId9" imgW="418918" imgH="241195"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40238" y="2179638"/>
                        <a:ext cx="4191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93" name="Object 13"/>
          <p:cNvGraphicFramePr>
            <a:graphicFrameLocks noChangeAspect="1"/>
          </p:cNvGraphicFramePr>
          <p:nvPr/>
        </p:nvGraphicFramePr>
        <p:xfrm>
          <a:off x="2339975" y="3295650"/>
          <a:ext cx="2311400" cy="431800"/>
        </p:xfrm>
        <a:graphic>
          <a:graphicData uri="http://schemas.openxmlformats.org/presentationml/2006/ole">
            <mc:AlternateContent xmlns:mc="http://schemas.openxmlformats.org/markup-compatibility/2006">
              <mc:Choice xmlns:v="urn:schemas-microsoft-com:vml" Requires="v">
                <p:oleObj spid="_x0000_s94317" name="Equation" r:id="rId11" imgW="2311400" imgH="431800" progId="Equation.3">
                  <p:embed/>
                </p:oleObj>
              </mc:Choice>
              <mc:Fallback>
                <p:oleObj name="Equation" r:id="rId11" imgW="2311400" imgH="431800"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39975" y="3295650"/>
                        <a:ext cx="23114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94" name="Object 14"/>
          <p:cNvGraphicFramePr>
            <a:graphicFrameLocks noChangeAspect="1"/>
          </p:cNvGraphicFramePr>
          <p:nvPr/>
        </p:nvGraphicFramePr>
        <p:xfrm>
          <a:off x="2268538" y="4598988"/>
          <a:ext cx="4608512" cy="544512"/>
        </p:xfrm>
        <a:graphic>
          <a:graphicData uri="http://schemas.openxmlformats.org/presentationml/2006/ole">
            <mc:AlternateContent xmlns:mc="http://schemas.openxmlformats.org/markup-compatibility/2006">
              <mc:Choice xmlns:v="urn:schemas-microsoft-com:vml" Requires="v">
                <p:oleObj spid="_x0000_s94318" name="公式" r:id="rId13" imgW="1828800" imgH="215900" progId="Equation.3">
                  <p:embed/>
                </p:oleObj>
              </mc:Choice>
              <mc:Fallback>
                <p:oleObj name="公式" r:id="rId13" imgW="1828800" imgH="215900"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68538" y="4598988"/>
                        <a:ext cx="4608512" cy="544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95" name="Text Box 15"/>
          <p:cNvSpPr txBox="1">
            <a:spLocks noChangeArrowheads="1"/>
          </p:cNvSpPr>
          <p:nvPr/>
        </p:nvSpPr>
        <p:spPr bwMode="auto">
          <a:xfrm>
            <a:off x="1547813" y="5214938"/>
            <a:ext cx="3538537" cy="519112"/>
          </a:xfrm>
          <a:prstGeom prst="rect">
            <a:avLst/>
          </a:prstGeom>
          <a:noFill/>
          <a:ln w="9525" algn="ctr">
            <a:noFill/>
            <a:miter lim="800000"/>
            <a:headEnd/>
            <a:tailEnd/>
          </a:ln>
          <a:effectLst/>
        </p:spPr>
        <p:txBody>
          <a:bodyPr wrap="none">
            <a:spAutoFit/>
          </a:bodyPr>
          <a:lstStyle/>
          <a:p>
            <a:pPr>
              <a:defRPr/>
            </a:pPr>
            <a:r>
              <a:rPr lang="en-US" altLang="zh-CN">
                <a:effectLst>
                  <a:outerShdw blurRad="38100" dist="38100" dir="2700000" algn="tl">
                    <a:srgbClr val="C0C0C0"/>
                  </a:outerShdw>
                </a:effectLst>
                <a:ea typeface="黑体" pitchFamily="2" charset="-122"/>
              </a:rPr>
              <a:t>4. </a:t>
            </a:r>
            <a:r>
              <a:rPr lang="en-US" altLang="zh-CN" i="1">
                <a:effectLst>
                  <a:outerShdw blurRad="38100" dist="38100" dir="2700000" algn="tl">
                    <a:srgbClr val="C0C0C0"/>
                  </a:outerShdw>
                </a:effectLst>
                <a:ea typeface="黑体" pitchFamily="2" charset="-122"/>
              </a:rPr>
              <a:t>Cramer</a:t>
            </a:r>
            <a:r>
              <a:rPr lang="zh-CN" altLang="en-US">
                <a:effectLst>
                  <a:outerShdw blurRad="38100" dist="38100" dir="2700000" algn="tl">
                    <a:srgbClr val="C0C0C0"/>
                  </a:outerShdw>
                </a:effectLst>
                <a:ea typeface="黑体" pitchFamily="2" charset="-122"/>
              </a:rPr>
              <a:t>法则的结论</a:t>
            </a:r>
            <a:r>
              <a:rPr lang="en-US" altLang="zh-CN">
                <a:effectLst>
                  <a:outerShdw blurRad="38100" dist="38100" dir="2700000" algn="tl">
                    <a:srgbClr val="C0C0C0"/>
                  </a:outerShdw>
                </a:effectLst>
                <a:ea typeface="黑体" pitchFamily="2" charset="-122"/>
              </a:rPr>
              <a:t>.</a:t>
            </a:r>
          </a:p>
        </p:txBody>
      </p:sp>
      <p:sp>
        <p:nvSpPr>
          <p:cNvPr id="71696" name="Text Box 16"/>
          <p:cNvSpPr txBox="1">
            <a:spLocks noChangeArrowheads="1"/>
          </p:cNvSpPr>
          <p:nvPr/>
        </p:nvSpPr>
        <p:spPr bwMode="auto">
          <a:xfrm>
            <a:off x="1331913" y="1989138"/>
            <a:ext cx="4508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2.</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71683"/>
                                        </p:tgtEl>
                                        <p:attrNameLst>
                                          <p:attrName>style.visibility</p:attrName>
                                        </p:attrNameLst>
                                      </p:cBhvr>
                                      <p:to>
                                        <p:strVal val="visible"/>
                                      </p:to>
                                    </p:set>
                                    <p:animEffect transition="in" filter="wipe(left)">
                                      <p:cBhvr>
                                        <p:cTn id="7" dur="75"/>
                                        <p:tgtEl>
                                          <p:spTgt spid="716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1696"/>
                                        </p:tgtEl>
                                        <p:attrNameLst>
                                          <p:attrName>style.visibility</p:attrName>
                                        </p:attrNameLst>
                                      </p:cBhvr>
                                      <p:to>
                                        <p:strVal val="visible"/>
                                      </p:to>
                                    </p:set>
                                  </p:childTnLst>
                                </p:cTn>
                              </p:par>
                              <p:par>
                                <p:cTn id="12" presetID="22" presetClass="entr" presetSubtype="8" fill="hold"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500"/>
                                        <p:tgtEl>
                                          <p:spTgt spid="2"/>
                                        </p:tgtEl>
                                      </p:cBhvr>
                                    </p:animEffect>
                                  </p:childTnLst>
                                </p:cTn>
                              </p:par>
                              <p:par>
                                <p:cTn id="15" presetID="22" presetClass="entr" presetSubtype="8" fill="hold" nodeType="withEffect">
                                  <p:stCondLst>
                                    <p:cond delay="0"/>
                                  </p:stCondLst>
                                  <p:childTnLst>
                                    <p:set>
                                      <p:cBhvr>
                                        <p:cTn id="16" dur="1" fill="hold">
                                          <p:stCondLst>
                                            <p:cond delay="0"/>
                                          </p:stCondLst>
                                        </p:cTn>
                                        <p:tgtEl>
                                          <p:spTgt spid="71692"/>
                                        </p:tgtEl>
                                        <p:attrNameLst>
                                          <p:attrName>style.visibility</p:attrName>
                                        </p:attrNameLst>
                                      </p:cBhvr>
                                      <p:to>
                                        <p:strVal val="visible"/>
                                      </p:to>
                                    </p:set>
                                    <p:animEffect transition="in" filter="wipe(left)">
                                      <p:cBhvr>
                                        <p:cTn id="17" dur="500"/>
                                        <p:tgtEl>
                                          <p:spTgt spid="716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1686"/>
                                        </p:tgtEl>
                                        <p:attrNameLst>
                                          <p:attrName>style.visibility</p:attrName>
                                        </p:attrNameLst>
                                      </p:cBhvr>
                                      <p:to>
                                        <p:strVal val="visible"/>
                                      </p:to>
                                    </p:set>
                                    <p:animEffect transition="in" filter="wipe(left)">
                                      <p:cBhvr>
                                        <p:cTn id="22" dur="500"/>
                                        <p:tgtEl>
                                          <p:spTgt spid="7168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71687"/>
                                        </p:tgtEl>
                                        <p:attrNameLst>
                                          <p:attrName>style.visibility</p:attrName>
                                        </p:attrNameLst>
                                      </p:cBhvr>
                                      <p:to>
                                        <p:strVal val="visible"/>
                                      </p:to>
                                    </p:set>
                                    <p:animEffect transition="in" filter="wipe(left)">
                                      <p:cBhvr>
                                        <p:cTn id="27" dur="75"/>
                                        <p:tgtEl>
                                          <p:spTgt spid="7168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1693"/>
                                        </p:tgtEl>
                                        <p:attrNameLst>
                                          <p:attrName>style.visibility</p:attrName>
                                        </p:attrNameLst>
                                      </p:cBhvr>
                                      <p:to>
                                        <p:strVal val="visible"/>
                                      </p:to>
                                    </p:set>
                                    <p:animEffect transition="in" filter="wipe(left)">
                                      <p:cBhvr>
                                        <p:cTn id="32" dur="500"/>
                                        <p:tgtEl>
                                          <p:spTgt spid="7169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1688"/>
                                        </p:tgtEl>
                                        <p:attrNameLst>
                                          <p:attrName>style.visibility</p:attrName>
                                        </p:attrNameLst>
                                      </p:cBhvr>
                                      <p:to>
                                        <p:strVal val="visible"/>
                                      </p:to>
                                    </p:set>
                                    <p:animEffect transition="in" filter="wipe(left)">
                                      <p:cBhvr>
                                        <p:cTn id="37" dur="500"/>
                                        <p:tgtEl>
                                          <p:spTgt spid="7168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1694"/>
                                        </p:tgtEl>
                                        <p:attrNameLst>
                                          <p:attrName>style.visibility</p:attrName>
                                        </p:attrNameLst>
                                      </p:cBhvr>
                                      <p:to>
                                        <p:strVal val="visible"/>
                                      </p:to>
                                    </p:set>
                                    <p:animEffect transition="in" filter="wipe(left)">
                                      <p:cBhvr>
                                        <p:cTn id="42" dur="500"/>
                                        <p:tgtEl>
                                          <p:spTgt spid="7169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71695"/>
                                        </p:tgtEl>
                                        <p:attrNameLst>
                                          <p:attrName>style.visibility</p:attrName>
                                        </p:attrNameLst>
                                      </p:cBhvr>
                                      <p:to>
                                        <p:strVal val="visible"/>
                                      </p:to>
                                    </p:set>
                                    <p:animEffect transition="in" filter="wipe(left)">
                                      <p:cBhvr>
                                        <p:cTn id="47" dur="500"/>
                                        <p:tgtEl>
                                          <p:spTgt spid="71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autoUpdateAnimBg="0"/>
      <p:bldP spid="71687" grpId="0" autoUpdateAnimBg="0"/>
      <p:bldP spid="71695" grpId="0"/>
      <p:bldP spid="71696"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755650" y="260350"/>
            <a:ext cx="7543800" cy="1143000"/>
          </a:xfrm>
        </p:spPr>
        <p:txBody>
          <a:bodyPr/>
          <a:lstStyle/>
          <a:p>
            <a:pPr eaLnBrk="1" hangingPunct="1">
              <a:defRPr/>
            </a:pPr>
            <a:r>
              <a:rPr lang="zh-CN" altLang="en-US"/>
              <a:t>练习题</a:t>
            </a:r>
          </a:p>
        </p:txBody>
      </p:sp>
      <p:sp>
        <p:nvSpPr>
          <p:cNvPr id="95235" name="Rectangle 5"/>
          <p:cNvSpPr>
            <a:spLocks noChangeArrowheads="1"/>
          </p:cNvSpPr>
          <p:nvPr/>
        </p:nvSpPr>
        <p:spPr bwMode="auto">
          <a:xfrm>
            <a:off x="684213" y="1200150"/>
            <a:ext cx="8135937"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marL="361950" indent="-361950"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1. </a:t>
            </a:r>
            <a:r>
              <a:rPr lang="zh-CN" altLang="en-US">
                <a:ea typeface="宋体" pitchFamily="2" charset="-122"/>
              </a:rPr>
              <a:t>设</a:t>
            </a:r>
            <a:r>
              <a:rPr lang="en-US" altLang="zh-CN" i="1">
                <a:ea typeface="宋体" pitchFamily="2" charset="-122"/>
              </a:rPr>
              <a:t>A</a:t>
            </a:r>
            <a:r>
              <a:rPr lang="en-US" altLang="zh-CN" i="1" baseline="30000">
                <a:ea typeface="宋体" pitchFamily="2" charset="-122"/>
              </a:rPr>
              <a:t>k</a:t>
            </a:r>
            <a:r>
              <a:rPr lang="en-US" altLang="zh-CN">
                <a:ea typeface="宋体" pitchFamily="2" charset="-122"/>
              </a:rPr>
              <a:t> = </a:t>
            </a:r>
            <a:r>
              <a:rPr lang="en-US" altLang="zh-CN" i="1">
                <a:ea typeface="宋体" pitchFamily="2" charset="-122"/>
              </a:rPr>
              <a:t>O</a:t>
            </a:r>
            <a:r>
              <a:rPr lang="en-US" altLang="zh-CN">
                <a:ea typeface="宋体" pitchFamily="2" charset="-122"/>
              </a:rPr>
              <a:t> </a:t>
            </a:r>
            <a:r>
              <a:rPr lang="zh-CN" altLang="en-US">
                <a:ea typeface="宋体" pitchFamily="2" charset="-122"/>
              </a:rPr>
              <a:t>，</a:t>
            </a:r>
            <a:r>
              <a:rPr lang="en-US" altLang="zh-CN" i="1">
                <a:ea typeface="宋体" pitchFamily="2" charset="-122"/>
              </a:rPr>
              <a:t>k</a:t>
            </a:r>
            <a:r>
              <a:rPr lang="zh-CN" altLang="en-US">
                <a:ea typeface="宋体" pitchFamily="2" charset="-122"/>
              </a:rPr>
              <a:t>是某一个自然数（这时称</a:t>
            </a:r>
            <a:r>
              <a:rPr lang="en-US" altLang="zh-CN" i="1">
                <a:ea typeface="宋体" pitchFamily="2" charset="-122"/>
              </a:rPr>
              <a:t>A</a:t>
            </a:r>
            <a:r>
              <a:rPr lang="zh-CN" altLang="en-US">
                <a:ea typeface="宋体" pitchFamily="2" charset="-122"/>
              </a:rPr>
              <a:t>为</a:t>
            </a:r>
            <a:r>
              <a:rPr lang="zh-CN" altLang="en-US">
                <a:solidFill>
                  <a:srgbClr val="0000FF"/>
                </a:solidFill>
              </a:rPr>
              <a:t>幂零矩阵</a:t>
            </a:r>
            <a:r>
              <a:rPr lang="zh-CN" altLang="en-US">
                <a:ea typeface="宋体" pitchFamily="2" charset="-122"/>
              </a:rPr>
              <a:t>，使</a:t>
            </a:r>
            <a:r>
              <a:rPr lang="en-US" altLang="zh-CN" i="1">
                <a:ea typeface="宋体" pitchFamily="2" charset="-122"/>
              </a:rPr>
              <a:t>A</a:t>
            </a:r>
            <a:r>
              <a:rPr lang="en-US" altLang="zh-CN" i="1" baseline="30000">
                <a:ea typeface="宋体" pitchFamily="2" charset="-122"/>
              </a:rPr>
              <a:t>k</a:t>
            </a:r>
            <a:r>
              <a:rPr lang="en-US" altLang="zh-CN">
                <a:ea typeface="宋体" pitchFamily="2" charset="-122"/>
              </a:rPr>
              <a:t> = </a:t>
            </a:r>
            <a:r>
              <a:rPr lang="en-US" altLang="zh-CN" i="1">
                <a:ea typeface="宋体" pitchFamily="2" charset="-122"/>
              </a:rPr>
              <a:t>O</a:t>
            </a:r>
            <a:r>
              <a:rPr lang="zh-CN" altLang="en-US">
                <a:ea typeface="宋体" pitchFamily="2" charset="-122"/>
              </a:rPr>
              <a:t>成立的最小正整数</a:t>
            </a:r>
            <a:r>
              <a:rPr lang="en-US" altLang="zh-CN" i="1">
                <a:ea typeface="宋体" pitchFamily="2" charset="-122"/>
              </a:rPr>
              <a:t>k</a:t>
            </a:r>
            <a:r>
              <a:rPr lang="zh-CN" altLang="en-US">
                <a:ea typeface="宋体" pitchFamily="2" charset="-122"/>
              </a:rPr>
              <a:t>称为</a:t>
            </a:r>
            <a:r>
              <a:rPr lang="en-US" altLang="zh-CN" i="1">
                <a:ea typeface="宋体" pitchFamily="2" charset="-122"/>
              </a:rPr>
              <a:t>A</a:t>
            </a:r>
            <a:r>
              <a:rPr lang="zh-CN" altLang="en-US">
                <a:ea typeface="宋体" pitchFamily="2" charset="-122"/>
              </a:rPr>
              <a:t>的</a:t>
            </a:r>
            <a:r>
              <a:rPr lang="zh-CN" altLang="en-US">
                <a:solidFill>
                  <a:srgbClr val="0000FF"/>
                </a:solidFill>
              </a:rPr>
              <a:t>幂零指数</a:t>
            </a:r>
            <a:r>
              <a:rPr lang="zh-CN" altLang="en-US">
                <a:ea typeface="宋体" pitchFamily="2" charset="-122"/>
              </a:rPr>
              <a:t>），试证：</a:t>
            </a:r>
            <a:r>
              <a:rPr lang="en-US" altLang="zh-CN" i="1">
                <a:ea typeface="宋体" pitchFamily="2" charset="-122"/>
              </a:rPr>
              <a:t>E−A</a:t>
            </a:r>
            <a:r>
              <a:rPr lang="zh-CN" altLang="en-US">
                <a:ea typeface="宋体" pitchFamily="2" charset="-122"/>
              </a:rPr>
              <a:t>可逆，且</a:t>
            </a:r>
          </a:p>
        </p:txBody>
      </p:sp>
      <p:graphicFrame>
        <p:nvGraphicFramePr>
          <p:cNvPr id="95236" name="Object 4"/>
          <p:cNvGraphicFramePr>
            <a:graphicFrameLocks noChangeAspect="1"/>
          </p:cNvGraphicFramePr>
          <p:nvPr/>
        </p:nvGraphicFramePr>
        <p:xfrm>
          <a:off x="1476375" y="2565400"/>
          <a:ext cx="5832475" cy="647700"/>
        </p:xfrm>
        <a:graphic>
          <a:graphicData uri="http://schemas.openxmlformats.org/presentationml/2006/ole">
            <mc:AlternateContent xmlns:mc="http://schemas.openxmlformats.org/markup-compatibility/2006">
              <mc:Choice xmlns:v="urn:schemas-microsoft-com:vml" Requires="v">
                <p:oleObj spid="_x0000_s95269" name="Equation" r:id="rId3" imgW="2400300" imgH="266700" progId="Equation.DSMT4">
                  <p:embed/>
                </p:oleObj>
              </mc:Choice>
              <mc:Fallback>
                <p:oleObj name="Equation" r:id="rId3" imgW="2400300" imgH="2667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2565400"/>
                        <a:ext cx="5832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5237" name="Rectangle 7"/>
          <p:cNvSpPr>
            <a:spLocks noChangeArrowheads="1"/>
          </p:cNvSpPr>
          <p:nvPr/>
        </p:nvSpPr>
        <p:spPr bwMode="auto">
          <a:xfrm>
            <a:off x="755650" y="3573463"/>
            <a:ext cx="6102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2.  </a:t>
            </a:r>
            <a:r>
              <a:rPr lang="zh-CN" altLang="en-US">
                <a:ea typeface="宋体" pitchFamily="2" charset="-122"/>
              </a:rPr>
              <a:t>证明：若</a:t>
            </a:r>
            <a:r>
              <a:rPr lang="en-US" altLang="zh-CN" i="1">
                <a:ea typeface="宋体" pitchFamily="2" charset="-122"/>
              </a:rPr>
              <a:t>A</a:t>
            </a:r>
            <a:r>
              <a:rPr lang="zh-CN" altLang="en-US" i="1">
                <a:ea typeface="宋体" pitchFamily="2" charset="-122"/>
              </a:rPr>
              <a:t>，</a:t>
            </a:r>
            <a:r>
              <a:rPr lang="en-US" altLang="zh-CN" i="1">
                <a:ea typeface="宋体" pitchFamily="2" charset="-122"/>
              </a:rPr>
              <a:t>B</a:t>
            </a:r>
            <a:r>
              <a:rPr lang="zh-CN" altLang="en-US">
                <a:ea typeface="宋体" pitchFamily="2" charset="-122"/>
              </a:rPr>
              <a:t>为同阶可逆矩阵，则</a:t>
            </a:r>
          </a:p>
        </p:txBody>
      </p:sp>
      <p:graphicFrame>
        <p:nvGraphicFramePr>
          <p:cNvPr id="95238" name="Object 6"/>
          <p:cNvGraphicFramePr>
            <a:graphicFrameLocks noChangeAspect="1"/>
          </p:cNvGraphicFramePr>
          <p:nvPr/>
        </p:nvGraphicFramePr>
        <p:xfrm>
          <a:off x="2700338" y="4076700"/>
          <a:ext cx="2663825" cy="688975"/>
        </p:xfrm>
        <a:graphic>
          <a:graphicData uri="http://schemas.openxmlformats.org/presentationml/2006/ole">
            <mc:AlternateContent xmlns:mc="http://schemas.openxmlformats.org/markup-compatibility/2006">
              <mc:Choice xmlns:v="urn:schemas-microsoft-com:vml" Requires="v">
                <p:oleObj spid="_x0000_s95270" name="Equation" r:id="rId5" imgW="1028254" imgH="266584" progId="Equation.DSMT4">
                  <p:embed/>
                </p:oleObj>
              </mc:Choice>
              <mc:Fallback>
                <p:oleObj name="Equation" r:id="rId5" imgW="1028254" imgH="266584"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0338" y="4076700"/>
                        <a:ext cx="266382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wip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755650" y="188913"/>
            <a:ext cx="7543800" cy="854075"/>
          </a:xfrm>
        </p:spPr>
        <p:txBody>
          <a:bodyPr/>
          <a:lstStyle/>
          <a:p>
            <a:pPr eaLnBrk="1" hangingPunct="1">
              <a:defRPr/>
            </a:pPr>
            <a:r>
              <a:rPr lang="zh-CN" altLang="en-US"/>
              <a:t>练习题解答</a:t>
            </a:r>
          </a:p>
        </p:txBody>
      </p:sp>
      <p:sp>
        <p:nvSpPr>
          <p:cNvPr id="96259" name="Rectangle 5"/>
          <p:cNvSpPr>
            <a:spLocks noChangeArrowheads="1"/>
          </p:cNvSpPr>
          <p:nvPr/>
        </p:nvSpPr>
        <p:spPr bwMode="auto">
          <a:xfrm>
            <a:off x="684213" y="909638"/>
            <a:ext cx="8135937"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marL="361950" indent="-361950"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1. </a:t>
            </a:r>
            <a:r>
              <a:rPr lang="zh-CN" altLang="en-US">
                <a:ea typeface="宋体" pitchFamily="2" charset="-122"/>
              </a:rPr>
              <a:t>设</a:t>
            </a:r>
            <a:r>
              <a:rPr lang="en-US" altLang="zh-CN" i="1">
                <a:ea typeface="宋体" pitchFamily="2" charset="-122"/>
              </a:rPr>
              <a:t>A</a:t>
            </a:r>
            <a:r>
              <a:rPr lang="en-US" altLang="zh-CN" i="1" baseline="30000">
                <a:ea typeface="宋体" pitchFamily="2" charset="-122"/>
              </a:rPr>
              <a:t>k</a:t>
            </a:r>
            <a:r>
              <a:rPr lang="en-US" altLang="zh-CN">
                <a:ea typeface="宋体" pitchFamily="2" charset="-122"/>
              </a:rPr>
              <a:t> = </a:t>
            </a:r>
            <a:r>
              <a:rPr lang="en-US" altLang="zh-CN" i="1">
                <a:ea typeface="宋体" pitchFamily="2" charset="-122"/>
              </a:rPr>
              <a:t>O</a:t>
            </a:r>
            <a:r>
              <a:rPr lang="zh-CN" altLang="en-US">
                <a:ea typeface="宋体" pitchFamily="2" charset="-122"/>
              </a:rPr>
              <a:t>，</a:t>
            </a:r>
            <a:r>
              <a:rPr lang="en-US" altLang="zh-CN" i="1">
                <a:ea typeface="宋体" pitchFamily="2" charset="-122"/>
              </a:rPr>
              <a:t>k</a:t>
            </a:r>
            <a:r>
              <a:rPr lang="zh-CN" altLang="en-US">
                <a:ea typeface="宋体" pitchFamily="2" charset="-122"/>
              </a:rPr>
              <a:t>是某一个自然数（这时称</a:t>
            </a:r>
            <a:r>
              <a:rPr lang="en-US" altLang="zh-CN" i="1">
                <a:ea typeface="宋体" pitchFamily="2" charset="-122"/>
              </a:rPr>
              <a:t>A</a:t>
            </a:r>
            <a:r>
              <a:rPr lang="zh-CN" altLang="en-US">
                <a:ea typeface="宋体" pitchFamily="2" charset="-122"/>
              </a:rPr>
              <a:t>为</a:t>
            </a:r>
            <a:r>
              <a:rPr lang="zh-CN" altLang="en-US">
                <a:solidFill>
                  <a:srgbClr val="0000FF"/>
                </a:solidFill>
              </a:rPr>
              <a:t>幂零矩阵</a:t>
            </a:r>
            <a:r>
              <a:rPr lang="zh-CN" altLang="en-US">
                <a:ea typeface="宋体" pitchFamily="2" charset="-122"/>
              </a:rPr>
              <a:t>，使</a:t>
            </a:r>
            <a:r>
              <a:rPr lang="en-US" altLang="zh-CN" i="1">
                <a:ea typeface="宋体" pitchFamily="2" charset="-122"/>
              </a:rPr>
              <a:t>A</a:t>
            </a:r>
            <a:r>
              <a:rPr lang="en-US" altLang="zh-CN" i="1" baseline="30000">
                <a:ea typeface="宋体" pitchFamily="2" charset="-122"/>
              </a:rPr>
              <a:t>k</a:t>
            </a:r>
            <a:r>
              <a:rPr lang="en-US" altLang="zh-CN">
                <a:ea typeface="宋体" pitchFamily="2" charset="-122"/>
              </a:rPr>
              <a:t> = </a:t>
            </a:r>
            <a:r>
              <a:rPr lang="en-US" altLang="zh-CN" i="1">
                <a:ea typeface="宋体" pitchFamily="2" charset="-122"/>
              </a:rPr>
              <a:t>O</a:t>
            </a:r>
            <a:r>
              <a:rPr lang="zh-CN" altLang="en-US">
                <a:ea typeface="宋体" pitchFamily="2" charset="-122"/>
              </a:rPr>
              <a:t>成立的最小正整数</a:t>
            </a:r>
            <a:r>
              <a:rPr lang="en-US" altLang="zh-CN" i="1">
                <a:ea typeface="宋体" pitchFamily="2" charset="-122"/>
              </a:rPr>
              <a:t>k</a:t>
            </a:r>
            <a:r>
              <a:rPr lang="zh-CN" altLang="en-US">
                <a:ea typeface="宋体" pitchFamily="2" charset="-122"/>
              </a:rPr>
              <a:t>称为</a:t>
            </a:r>
            <a:r>
              <a:rPr lang="en-US" altLang="zh-CN" i="1">
                <a:ea typeface="宋体" pitchFamily="2" charset="-122"/>
              </a:rPr>
              <a:t>A</a:t>
            </a:r>
            <a:r>
              <a:rPr lang="zh-CN" altLang="en-US">
                <a:ea typeface="宋体" pitchFamily="2" charset="-122"/>
              </a:rPr>
              <a:t>的</a:t>
            </a:r>
            <a:r>
              <a:rPr lang="zh-CN" altLang="en-US">
                <a:solidFill>
                  <a:srgbClr val="0000FF"/>
                </a:solidFill>
              </a:rPr>
              <a:t>幂零指数</a:t>
            </a:r>
            <a:r>
              <a:rPr lang="zh-CN" altLang="en-US">
                <a:ea typeface="宋体" pitchFamily="2" charset="-122"/>
              </a:rPr>
              <a:t>），试证：</a:t>
            </a:r>
            <a:r>
              <a:rPr lang="en-US" altLang="zh-CN" i="1">
                <a:ea typeface="宋体" pitchFamily="2" charset="-122"/>
              </a:rPr>
              <a:t>E−A</a:t>
            </a:r>
            <a:r>
              <a:rPr lang="zh-CN" altLang="en-US">
                <a:ea typeface="宋体" pitchFamily="2" charset="-122"/>
              </a:rPr>
              <a:t>可逆，且</a:t>
            </a:r>
          </a:p>
        </p:txBody>
      </p:sp>
      <p:graphicFrame>
        <p:nvGraphicFramePr>
          <p:cNvPr id="96260" name="Object 6"/>
          <p:cNvGraphicFramePr>
            <a:graphicFrameLocks noChangeAspect="1"/>
          </p:cNvGraphicFramePr>
          <p:nvPr/>
        </p:nvGraphicFramePr>
        <p:xfrm>
          <a:off x="1476375" y="2274888"/>
          <a:ext cx="5832475" cy="647700"/>
        </p:xfrm>
        <a:graphic>
          <a:graphicData uri="http://schemas.openxmlformats.org/presentationml/2006/ole">
            <mc:AlternateContent xmlns:mc="http://schemas.openxmlformats.org/markup-compatibility/2006">
              <mc:Choice xmlns:v="urn:schemas-microsoft-com:vml" Requires="v">
                <p:oleObj spid="_x0000_s96343" name="Equation" r:id="rId3" imgW="2400300" imgH="266700" progId="Equation.DSMT4">
                  <p:embed/>
                </p:oleObj>
              </mc:Choice>
              <mc:Fallback>
                <p:oleObj name="Equation" r:id="rId3" imgW="2400300" imgH="2667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2274888"/>
                        <a:ext cx="5832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38" name="Object 10"/>
          <p:cNvGraphicFramePr>
            <a:graphicFrameLocks noChangeAspect="1"/>
          </p:cNvGraphicFramePr>
          <p:nvPr/>
        </p:nvGraphicFramePr>
        <p:xfrm>
          <a:off x="1187450" y="3355975"/>
          <a:ext cx="5183188" cy="614363"/>
        </p:xfrm>
        <a:graphic>
          <a:graphicData uri="http://schemas.openxmlformats.org/presentationml/2006/ole">
            <mc:AlternateContent xmlns:mc="http://schemas.openxmlformats.org/markup-compatibility/2006">
              <mc:Choice xmlns:v="urn:schemas-microsoft-com:vml" Requires="v">
                <p:oleObj spid="_x0000_s96344" name="Equation" r:id="rId5" imgW="2247900" imgH="266700" progId="Equation.DSMT4">
                  <p:embed/>
                </p:oleObj>
              </mc:Choice>
              <mc:Fallback>
                <p:oleObj name="Equation" r:id="rId5" imgW="2247900" imgH="26670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450" y="3355975"/>
                        <a:ext cx="5183188"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37" name="Object 9"/>
          <p:cNvGraphicFramePr>
            <a:graphicFrameLocks noChangeAspect="1"/>
          </p:cNvGraphicFramePr>
          <p:nvPr/>
        </p:nvGraphicFramePr>
        <p:xfrm>
          <a:off x="1042988" y="3860800"/>
          <a:ext cx="7848600" cy="557213"/>
        </p:xfrm>
        <a:graphic>
          <a:graphicData uri="http://schemas.openxmlformats.org/presentationml/2006/ole">
            <mc:AlternateContent xmlns:mc="http://schemas.openxmlformats.org/markup-compatibility/2006">
              <mc:Choice xmlns:v="urn:schemas-microsoft-com:vml" Requires="v">
                <p:oleObj spid="_x0000_s96345" name="Equation" r:id="rId7" imgW="3746500" imgH="266700" progId="Equation.DSMT4">
                  <p:embed/>
                </p:oleObj>
              </mc:Choice>
              <mc:Fallback>
                <p:oleObj name="Equation" r:id="rId7" imgW="3746500" imgH="26670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2988" y="3860800"/>
                        <a:ext cx="7848600"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36" name="Object 8"/>
          <p:cNvGraphicFramePr>
            <a:graphicFrameLocks noChangeAspect="1"/>
          </p:cNvGraphicFramePr>
          <p:nvPr/>
        </p:nvGraphicFramePr>
        <p:xfrm>
          <a:off x="1042988" y="4364038"/>
          <a:ext cx="1431925" cy="482600"/>
        </p:xfrm>
        <a:graphic>
          <a:graphicData uri="http://schemas.openxmlformats.org/presentationml/2006/ole">
            <mc:AlternateContent xmlns:mc="http://schemas.openxmlformats.org/markup-compatibility/2006">
              <mc:Choice xmlns:v="urn:schemas-microsoft-com:vml" Requires="v">
                <p:oleObj spid="_x0000_s96346" name="Equation" r:id="rId9" imgW="647419" imgH="215806" progId="Equation.DSMT4">
                  <p:embed/>
                </p:oleObj>
              </mc:Choice>
              <mc:Fallback>
                <p:oleObj name="Equation" r:id="rId9" imgW="647419" imgH="215806"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2988" y="4364038"/>
                        <a:ext cx="143192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35" name="Object 7"/>
          <p:cNvGraphicFramePr>
            <a:graphicFrameLocks noChangeAspect="1"/>
          </p:cNvGraphicFramePr>
          <p:nvPr/>
        </p:nvGraphicFramePr>
        <p:xfrm>
          <a:off x="3635375" y="5302250"/>
          <a:ext cx="4968875" cy="552450"/>
        </p:xfrm>
        <a:graphic>
          <a:graphicData uri="http://schemas.openxmlformats.org/presentationml/2006/ole">
            <mc:AlternateContent xmlns:mc="http://schemas.openxmlformats.org/markup-compatibility/2006">
              <mc:Choice xmlns:v="urn:schemas-microsoft-com:vml" Requires="v">
                <p:oleObj spid="_x0000_s96347" name="Equation" r:id="rId11" imgW="2400300" imgH="266700" progId="Equation.DSMT4">
                  <p:embed/>
                </p:oleObj>
              </mc:Choice>
              <mc:Fallback>
                <p:oleObj name="Equation" r:id="rId11" imgW="2400300" imgH="2667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5375" y="5302250"/>
                        <a:ext cx="496887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6265" name="Rectangle 11"/>
          <p:cNvSpPr>
            <a:spLocks noChangeArrowheads="1"/>
          </p:cNvSpPr>
          <p:nvPr/>
        </p:nvSpPr>
        <p:spPr bwMode="auto">
          <a:xfrm>
            <a:off x="611188" y="2852738"/>
            <a:ext cx="12557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证明：</a:t>
            </a:r>
          </a:p>
        </p:txBody>
      </p:sp>
      <p:sp>
        <p:nvSpPr>
          <p:cNvPr id="73743" name="Rectangle 15"/>
          <p:cNvSpPr>
            <a:spLocks noChangeArrowheads="1"/>
          </p:cNvSpPr>
          <p:nvPr/>
        </p:nvSpPr>
        <p:spPr bwMode="auto">
          <a:xfrm>
            <a:off x="1042988" y="4854575"/>
            <a:ext cx="7127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 </a:t>
            </a:r>
            <a:r>
              <a:rPr lang="en-US" altLang="zh-CN" i="1">
                <a:ea typeface="宋体" pitchFamily="2" charset="-122"/>
              </a:rPr>
              <a:t>E</a:t>
            </a:r>
          </a:p>
        </p:txBody>
      </p:sp>
      <p:sp>
        <p:nvSpPr>
          <p:cNvPr id="73744" name="Rectangle 16"/>
          <p:cNvSpPr>
            <a:spLocks noChangeArrowheads="1"/>
          </p:cNvSpPr>
          <p:nvPr/>
        </p:nvSpPr>
        <p:spPr bwMode="auto">
          <a:xfrm>
            <a:off x="898525" y="5357813"/>
            <a:ext cx="27479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故 </a:t>
            </a:r>
            <a:r>
              <a:rPr lang="en-US" altLang="zh-CN" i="1">
                <a:ea typeface="宋体" pitchFamily="2" charset="-122"/>
              </a:rPr>
              <a:t>E−A</a:t>
            </a:r>
            <a:r>
              <a:rPr lang="zh-CN" altLang="en-US">
                <a:ea typeface="宋体" pitchFamily="2" charset="-122"/>
              </a:rPr>
              <a:t>可逆，且</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3738"/>
                                        </p:tgtEl>
                                        <p:attrNameLst>
                                          <p:attrName>style.visibility</p:attrName>
                                        </p:attrNameLst>
                                      </p:cBhvr>
                                      <p:to>
                                        <p:strVal val="visible"/>
                                      </p:to>
                                    </p:set>
                                    <p:animEffect transition="in" filter="wipe(left)">
                                      <p:cBhvr>
                                        <p:cTn id="7" dur="500"/>
                                        <p:tgtEl>
                                          <p:spTgt spid="737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3737"/>
                                        </p:tgtEl>
                                        <p:attrNameLst>
                                          <p:attrName>style.visibility</p:attrName>
                                        </p:attrNameLst>
                                      </p:cBhvr>
                                      <p:to>
                                        <p:strVal val="visible"/>
                                      </p:to>
                                    </p:set>
                                    <p:animEffect transition="in" filter="wipe(left)">
                                      <p:cBhvr>
                                        <p:cTn id="12" dur="500"/>
                                        <p:tgtEl>
                                          <p:spTgt spid="7373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3736"/>
                                        </p:tgtEl>
                                        <p:attrNameLst>
                                          <p:attrName>style.visibility</p:attrName>
                                        </p:attrNameLst>
                                      </p:cBhvr>
                                      <p:to>
                                        <p:strVal val="visible"/>
                                      </p:to>
                                    </p:set>
                                    <p:animEffect transition="in" filter="wipe(left)">
                                      <p:cBhvr>
                                        <p:cTn id="17" dur="500"/>
                                        <p:tgtEl>
                                          <p:spTgt spid="737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3743"/>
                                        </p:tgtEl>
                                        <p:attrNameLst>
                                          <p:attrName>style.visibility</p:attrName>
                                        </p:attrNameLst>
                                      </p:cBhvr>
                                      <p:to>
                                        <p:strVal val="visible"/>
                                      </p:to>
                                    </p:set>
                                    <p:animEffect transition="in" filter="wipe(left)">
                                      <p:cBhvr>
                                        <p:cTn id="22" dur="500"/>
                                        <p:tgtEl>
                                          <p:spTgt spid="7374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3744"/>
                                        </p:tgtEl>
                                        <p:attrNameLst>
                                          <p:attrName>style.visibility</p:attrName>
                                        </p:attrNameLst>
                                      </p:cBhvr>
                                      <p:to>
                                        <p:strVal val="visible"/>
                                      </p:to>
                                    </p:set>
                                    <p:animEffect transition="in" filter="wipe(left)">
                                      <p:cBhvr>
                                        <p:cTn id="27" dur="500"/>
                                        <p:tgtEl>
                                          <p:spTgt spid="7374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3735"/>
                                        </p:tgtEl>
                                        <p:attrNameLst>
                                          <p:attrName>style.visibility</p:attrName>
                                        </p:attrNameLst>
                                      </p:cBhvr>
                                      <p:to>
                                        <p:strVal val="visible"/>
                                      </p:to>
                                    </p:set>
                                    <p:animEffect transition="in" filter="wipe(left)">
                                      <p:cBhvr>
                                        <p:cTn id="32" dur="500"/>
                                        <p:tgtEl>
                                          <p:spTgt spid="737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43" grpId="0"/>
      <p:bldP spid="73744"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4"/>
          <p:cNvSpPr>
            <a:spLocks noChangeArrowheads="1"/>
          </p:cNvSpPr>
          <p:nvPr/>
        </p:nvSpPr>
        <p:spPr bwMode="auto">
          <a:xfrm>
            <a:off x="827088" y="188913"/>
            <a:ext cx="60801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en-US" altLang="zh-CN">
                <a:ea typeface="宋体" pitchFamily="2" charset="-122"/>
              </a:rPr>
              <a:t>2.  </a:t>
            </a:r>
            <a:r>
              <a:rPr lang="zh-CN" altLang="en-US">
                <a:ea typeface="宋体" pitchFamily="2" charset="-122"/>
              </a:rPr>
              <a:t>证明：若</a:t>
            </a:r>
            <a:r>
              <a:rPr lang="en-US" altLang="zh-CN" i="1">
                <a:ea typeface="宋体" pitchFamily="2" charset="-122"/>
              </a:rPr>
              <a:t>A</a:t>
            </a:r>
            <a:r>
              <a:rPr lang="zh-CN" altLang="en-US" i="1">
                <a:ea typeface="宋体" pitchFamily="2" charset="-122"/>
              </a:rPr>
              <a:t>，</a:t>
            </a:r>
            <a:r>
              <a:rPr lang="en-US" altLang="zh-CN" i="1">
                <a:ea typeface="宋体" pitchFamily="2" charset="-122"/>
              </a:rPr>
              <a:t>B</a:t>
            </a:r>
            <a:r>
              <a:rPr lang="zh-CN" altLang="en-US">
                <a:ea typeface="宋体" pitchFamily="2" charset="-122"/>
              </a:rPr>
              <a:t>为同阶可逆矩阵，则</a:t>
            </a:r>
          </a:p>
        </p:txBody>
      </p:sp>
      <p:graphicFrame>
        <p:nvGraphicFramePr>
          <p:cNvPr id="97283" name="Object 5"/>
          <p:cNvGraphicFramePr>
            <a:graphicFrameLocks noChangeAspect="1"/>
          </p:cNvGraphicFramePr>
          <p:nvPr/>
        </p:nvGraphicFramePr>
        <p:xfrm>
          <a:off x="2771775" y="692150"/>
          <a:ext cx="2663825" cy="688975"/>
        </p:xfrm>
        <a:graphic>
          <a:graphicData uri="http://schemas.openxmlformats.org/presentationml/2006/ole">
            <mc:AlternateContent xmlns:mc="http://schemas.openxmlformats.org/markup-compatibility/2006">
              <mc:Choice xmlns:v="urn:schemas-microsoft-com:vml" Requires="v">
                <p:oleObj spid="_x0000_s97400" name="Equation" r:id="rId3" imgW="1028254" imgH="266584" progId="Equation.DSMT4">
                  <p:embed/>
                </p:oleObj>
              </mc:Choice>
              <mc:Fallback>
                <p:oleObj name="Equation" r:id="rId3" imgW="1028254" imgH="266584"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692150"/>
                        <a:ext cx="266382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3545" name="Object 9"/>
          <p:cNvGraphicFramePr>
            <a:graphicFrameLocks noChangeAspect="1"/>
          </p:cNvGraphicFramePr>
          <p:nvPr/>
        </p:nvGraphicFramePr>
        <p:xfrm>
          <a:off x="2484438" y="2060575"/>
          <a:ext cx="2592387" cy="469900"/>
        </p:xfrm>
        <a:graphic>
          <a:graphicData uri="http://schemas.openxmlformats.org/presentationml/2006/ole">
            <mc:AlternateContent xmlns:mc="http://schemas.openxmlformats.org/markup-compatibility/2006">
              <mc:Choice xmlns:v="urn:schemas-microsoft-com:vml" Requires="v">
                <p:oleObj spid="_x0000_s97401" name="Equation" r:id="rId5" imgW="1205977" imgH="215806" progId="Equation.DSMT4">
                  <p:embed/>
                </p:oleObj>
              </mc:Choice>
              <mc:Fallback>
                <p:oleObj name="Equation" r:id="rId5" imgW="1205977" imgH="215806"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84438" y="2060575"/>
                        <a:ext cx="2592387"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3544" name="Object 8"/>
          <p:cNvGraphicFramePr>
            <a:graphicFrameLocks noChangeAspect="1"/>
          </p:cNvGraphicFramePr>
          <p:nvPr/>
        </p:nvGraphicFramePr>
        <p:xfrm>
          <a:off x="2484438" y="2997200"/>
          <a:ext cx="3240087" cy="1052513"/>
        </p:xfrm>
        <a:graphic>
          <a:graphicData uri="http://schemas.openxmlformats.org/presentationml/2006/ole">
            <mc:AlternateContent xmlns:mc="http://schemas.openxmlformats.org/markup-compatibility/2006">
              <mc:Choice xmlns:v="urn:schemas-microsoft-com:vml" Requires="v">
                <p:oleObj spid="_x0000_s97402" name="Equation" r:id="rId7" imgW="1497950" imgH="482391" progId="Equation.DSMT4">
                  <p:embed/>
                </p:oleObj>
              </mc:Choice>
              <mc:Fallback>
                <p:oleObj name="Equation" r:id="rId7" imgW="1497950" imgH="482391"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4438" y="2997200"/>
                        <a:ext cx="3240087"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3543" name="Object 7"/>
          <p:cNvGraphicFramePr>
            <a:graphicFrameLocks noChangeAspect="1"/>
          </p:cNvGraphicFramePr>
          <p:nvPr/>
        </p:nvGraphicFramePr>
        <p:xfrm>
          <a:off x="2051050" y="4005263"/>
          <a:ext cx="3529013" cy="642937"/>
        </p:xfrm>
        <a:graphic>
          <a:graphicData uri="http://schemas.openxmlformats.org/presentationml/2006/ole">
            <mc:AlternateContent xmlns:mc="http://schemas.openxmlformats.org/markup-compatibility/2006">
              <mc:Choice xmlns:v="urn:schemas-microsoft-com:vml" Requires="v">
                <p:oleObj spid="_x0000_s97403" name="Equation" r:id="rId9" imgW="1459866" imgH="266584" progId="Equation.DSMT4">
                  <p:embed/>
                </p:oleObj>
              </mc:Choice>
              <mc:Fallback>
                <p:oleObj name="Equation" r:id="rId9" imgW="1459866" imgH="266584"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51050" y="4005263"/>
                        <a:ext cx="3529013"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3542" name="Object 6"/>
          <p:cNvGraphicFramePr>
            <a:graphicFrameLocks noChangeAspect="1"/>
          </p:cNvGraphicFramePr>
          <p:nvPr/>
        </p:nvGraphicFramePr>
        <p:xfrm>
          <a:off x="3203575" y="5157788"/>
          <a:ext cx="3168650" cy="577850"/>
        </p:xfrm>
        <a:graphic>
          <a:graphicData uri="http://schemas.openxmlformats.org/presentationml/2006/ole">
            <mc:AlternateContent xmlns:mc="http://schemas.openxmlformats.org/markup-compatibility/2006">
              <mc:Choice xmlns:v="urn:schemas-microsoft-com:vml" Requires="v">
                <p:oleObj spid="_x0000_s97404" name="Equation" r:id="rId11" imgW="1459866" imgH="266584" progId="Equation.DSMT4">
                  <p:embed/>
                </p:oleObj>
              </mc:Choice>
              <mc:Fallback>
                <p:oleObj name="Equation" r:id="rId11" imgW="1459866" imgH="266584"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03575" y="5157788"/>
                        <a:ext cx="316865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3546" name="Rectangle 10"/>
          <p:cNvSpPr>
            <a:spLocks noChangeArrowheads="1"/>
          </p:cNvSpPr>
          <p:nvPr/>
        </p:nvSpPr>
        <p:spPr bwMode="auto">
          <a:xfrm>
            <a:off x="1835150" y="1484313"/>
            <a:ext cx="49244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因为</a:t>
            </a:r>
            <a:r>
              <a:rPr lang="en-US" altLang="zh-CN" i="1">
                <a:ea typeface="宋体" pitchFamily="2" charset="-122"/>
              </a:rPr>
              <a:t>A</a:t>
            </a:r>
            <a:r>
              <a:rPr lang="zh-CN" altLang="en-US" i="1">
                <a:ea typeface="宋体" pitchFamily="2" charset="-122"/>
              </a:rPr>
              <a:t>，</a:t>
            </a:r>
            <a:r>
              <a:rPr lang="en-US" altLang="zh-CN" i="1">
                <a:ea typeface="宋体" pitchFamily="2" charset="-122"/>
              </a:rPr>
              <a:t>B</a:t>
            </a:r>
            <a:r>
              <a:rPr lang="zh-CN" altLang="en-US">
                <a:ea typeface="宋体" pitchFamily="2" charset="-122"/>
              </a:rPr>
              <a:t>为同阶可逆矩阵，故</a:t>
            </a:r>
          </a:p>
        </p:txBody>
      </p:sp>
      <p:sp>
        <p:nvSpPr>
          <p:cNvPr id="193547" name="Rectangle 11"/>
          <p:cNvSpPr>
            <a:spLocks noChangeArrowheads="1"/>
          </p:cNvSpPr>
          <p:nvPr/>
        </p:nvSpPr>
        <p:spPr bwMode="auto">
          <a:xfrm>
            <a:off x="1187450" y="2622550"/>
            <a:ext cx="18510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indent="38100"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即</a:t>
            </a:r>
            <a:r>
              <a:rPr lang="en-US" altLang="zh-CN" i="1">
                <a:ea typeface="宋体" pitchFamily="2" charset="-122"/>
              </a:rPr>
              <a:t>AB</a:t>
            </a:r>
            <a:r>
              <a:rPr lang="zh-CN" altLang="en-US">
                <a:ea typeface="宋体" pitchFamily="2" charset="-122"/>
              </a:rPr>
              <a:t>可逆</a:t>
            </a:r>
            <a:r>
              <a:rPr lang="en-US" altLang="zh-CN">
                <a:ea typeface="宋体" pitchFamily="2" charset="-122"/>
              </a:rPr>
              <a:t>.</a:t>
            </a:r>
          </a:p>
        </p:txBody>
      </p:sp>
      <p:sp>
        <p:nvSpPr>
          <p:cNvPr id="193550" name="Rectangle 14"/>
          <p:cNvSpPr>
            <a:spLocks noChangeArrowheads="1"/>
          </p:cNvSpPr>
          <p:nvPr/>
        </p:nvSpPr>
        <p:spPr bwMode="auto">
          <a:xfrm>
            <a:off x="3059113" y="2565400"/>
            <a:ext cx="895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从而</a:t>
            </a:r>
          </a:p>
        </p:txBody>
      </p:sp>
      <p:sp>
        <p:nvSpPr>
          <p:cNvPr id="193551" name="Rectangle 15"/>
          <p:cNvSpPr>
            <a:spLocks noChangeArrowheads="1"/>
          </p:cNvSpPr>
          <p:nvPr/>
        </p:nvSpPr>
        <p:spPr bwMode="auto">
          <a:xfrm>
            <a:off x="1258888" y="4005263"/>
            <a:ext cx="895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故：</a:t>
            </a:r>
          </a:p>
        </p:txBody>
      </p:sp>
      <p:graphicFrame>
        <p:nvGraphicFramePr>
          <p:cNvPr id="193552" name="Object 16"/>
          <p:cNvGraphicFramePr>
            <a:graphicFrameLocks noChangeAspect="1"/>
          </p:cNvGraphicFramePr>
          <p:nvPr/>
        </p:nvGraphicFramePr>
        <p:xfrm>
          <a:off x="3205163" y="4581525"/>
          <a:ext cx="2519362" cy="573088"/>
        </p:xfrm>
        <a:graphic>
          <a:graphicData uri="http://schemas.openxmlformats.org/presentationml/2006/ole">
            <mc:AlternateContent xmlns:mc="http://schemas.openxmlformats.org/markup-compatibility/2006">
              <mc:Choice xmlns:v="urn:schemas-microsoft-com:vml" Requires="v">
                <p:oleObj spid="_x0000_s97405" name="Equation" r:id="rId13" imgW="1117115" imgH="253890" progId="Equation.DSMT4">
                  <p:embed/>
                </p:oleObj>
              </mc:Choice>
              <mc:Fallback>
                <p:oleObj name="Equation" r:id="rId13" imgW="1117115" imgH="253890" progId="Equation.DSMT4">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05163" y="4581525"/>
                        <a:ext cx="2519362" cy="57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3553" name="Object 17"/>
          <p:cNvGraphicFramePr>
            <a:graphicFrameLocks noChangeAspect="1"/>
          </p:cNvGraphicFramePr>
          <p:nvPr/>
        </p:nvGraphicFramePr>
        <p:xfrm>
          <a:off x="3203575" y="5734050"/>
          <a:ext cx="1079500" cy="447675"/>
        </p:xfrm>
        <a:graphic>
          <a:graphicData uri="http://schemas.openxmlformats.org/presentationml/2006/ole">
            <mc:AlternateContent xmlns:mc="http://schemas.openxmlformats.org/markup-compatibility/2006">
              <mc:Choice xmlns:v="urn:schemas-microsoft-com:vml" Requires="v">
                <p:oleObj spid="_x0000_s97406" name="Equation" r:id="rId15" imgW="520474" imgH="215806" progId="Equation.DSMT4">
                  <p:embed/>
                </p:oleObj>
              </mc:Choice>
              <mc:Fallback>
                <p:oleObj name="Equation" r:id="rId15" imgW="520474" imgH="215806" progId="Equation.DSMT4">
                  <p:embed/>
                  <p:pic>
                    <p:nvPicPr>
                      <p:cNvPr id="0"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03575" y="5734050"/>
                        <a:ext cx="1079500"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294" name="Rectangle 18"/>
          <p:cNvSpPr>
            <a:spLocks noChangeArrowheads="1"/>
          </p:cNvSpPr>
          <p:nvPr/>
        </p:nvSpPr>
        <p:spPr bwMode="auto">
          <a:xfrm>
            <a:off x="936625" y="1412875"/>
            <a:ext cx="895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黑体" pitchFamily="49" charset="-122"/>
              </a:defRPr>
            </a:lvl1pPr>
            <a:lvl2pPr marL="742950" indent="-285750" eaLnBrk="0" hangingPunct="0">
              <a:defRPr kumimoji="1" sz="2800" b="1">
                <a:solidFill>
                  <a:schemeClr val="tx1"/>
                </a:solidFill>
                <a:latin typeface="Times New Roman" pitchFamily="18" charset="0"/>
                <a:ea typeface="黑体" pitchFamily="49" charset="-122"/>
              </a:defRPr>
            </a:lvl2pPr>
            <a:lvl3pPr marL="1143000" indent="-228600" eaLnBrk="0" hangingPunct="0">
              <a:defRPr kumimoji="1" sz="2800" b="1">
                <a:solidFill>
                  <a:schemeClr val="tx1"/>
                </a:solidFill>
                <a:latin typeface="Times New Roman" pitchFamily="18" charset="0"/>
                <a:ea typeface="黑体" pitchFamily="49" charset="-122"/>
              </a:defRPr>
            </a:lvl3pPr>
            <a:lvl4pPr marL="1600200" indent="-228600" eaLnBrk="0" hangingPunct="0">
              <a:defRPr kumimoji="1" sz="2800" b="1">
                <a:solidFill>
                  <a:schemeClr val="tx1"/>
                </a:solidFill>
                <a:latin typeface="Times New Roman" pitchFamily="18" charset="0"/>
                <a:ea typeface="黑体" pitchFamily="49" charset="-122"/>
              </a:defRPr>
            </a:lvl4pPr>
            <a:lvl5pPr marL="2057400" indent="-228600" eaLnBrk="0" hangingPunct="0">
              <a:defRPr kumimoji="1" sz="2800" b="1">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黑体" pitchFamily="49" charset="-122"/>
              </a:defRPr>
            </a:lvl9pPr>
          </a:lstStyle>
          <a:p>
            <a:pPr eaLnBrk="1" hangingPunct="1"/>
            <a:r>
              <a:rPr lang="zh-CN" altLang="en-US">
                <a:ea typeface="宋体" pitchFamily="2" charset="-122"/>
              </a:rPr>
              <a:t>证：</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3546"/>
                                        </p:tgtEl>
                                        <p:attrNameLst>
                                          <p:attrName>style.visibility</p:attrName>
                                        </p:attrNameLst>
                                      </p:cBhvr>
                                      <p:to>
                                        <p:strVal val="visible"/>
                                      </p:to>
                                    </p:set>
                                    <p:animEffect transition="in" filter="wipe(left)">
                                      <p:cBhvr>
                                        <p:cTn id="7" dur="500"/>
                                        <p:tgtEl>
                                          <p:spTgt spid="1935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93545"/>
                                        </p:tgtEl>
                                        <p:attrNameLst>
                                          <p:attrName>style.visibility</p:attrName>
                                        </p:attrNameLst>
                                      </p:cBhvr>
                                      <p:to>
                                        <p:strVal val="visible"/>
                                      </p:to>
                                    </p:set>
                                    <p:animEffect transition="in" filter="wipe(left)">
                                      <p:cBhvr>
                                        <p:cTn id="12" dur="500"/>
                                        <p:tgtEl>
                                          <p:spTgt spid="1935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3547"/>
                                        </p:tgtEl>
                                        <p:attrNameLst>
                                          <p:attrName>style.visibility</p:attrName>
                                        </p:attrNameLst>
                                      </p:cBhvr>
                                      <p:to>
                                        <p:strVal val="visible"/>
                                      </p:to>
                                    </p:set>
                                    <p:animEffect transition="in" filter="wipe(left)">
                                      <p:cBhvr>
                                        <p:cTn id="17" dur="500"/>
                                        <p:tgtEl>
                                          <p:spTgt spid="1935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3550"/>
                                        </p:tgtEl>
                                        <p:attrNameLst>
                                          <p:attrName>style.visibility</p:attrName>
                                        </p:attrNameLst>
                                      </p:cBhvr>
                                      <p:to>
                                        <p:strVal val="visible"/>
                                      </p:to>
                                    </p:set>
                                    <p:animEffect transition="in" filter="wipe(left)">
                                      <p:cBhvr>
                                        <p:cTn id="22" dur="500"/>
                                        <p:tgtEl>
                                          <p:spTgt spid="193550"/>
                                        </p:tgtEl>
                                      </p:cBhvr>
                                    </p:animEffect>
                                  </p:childTnLst>
                                </p:cTn>
                              </p:par>
                              <p:par>
                                <p:cTn id="23" presetID="22" presetClass="entr" presetSubtype="8" fill="hold" nodeType="withEffect">
                                  <p:stCondLst>
                                    <p:cond delay="0"/>
                                  </p:stCondLst>
                                  <p:childTnLst>
                                    <p:set>
                                      <p:cBhvr>
                                        <p:cTn id="24" dur="1" fill="hold">
                                          <p:stCondLst>
                                            <p:cond delay="0"/>
                                          </p:stCondLst>
                                        </p:cTn>
                                        <p:tgtEl>
                                          <p:spTgt spid="193544"/>
                                        </p:tgtEl>
                                        <p:attrNameLst>
                                          <p:attrName>style.visibility</p:attrName>
                                        </p:attrNameLst>
                                      </p:cBhvr>
                                      <p:to>
                                        <p:strVal val="visible"/>
                                      </p:to>
                                    </p:set>
                                    <p:animEffect transition="in" filter="wipe(left)">
                                      <p:cBhvr>
                                        <p:cTn id="25" dur="500"/>
                                        <p:tgtEl>
                                          <p:spTgt spid="19354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93551"/>
                                        </p:tgtEl>
                                        <p:attrNameLst>
                                          <p:attrName>style.visibility</p:attrName>
                                        </p:attrNameLst>
                                      </p:cBhvr>
                                      <p:to>
                                        <p:strVal val="visible"/>
                                      </p:to>
                                    </p:set>
                                    <p:animEffect transition="in" filter="wipe(left)">
                                      <p:cBhvr>
                                        <p:cTn id="30" dur="500"/>
                                        <p:tgtEl>
                                          <p:spTgt spid="193551"/>
                                        </p:tgtEl>
                                      </p:cBhvr>
                                    </p:animEffect>
                                  </p:childTnLst>
                                </p:cTn>
                              </p:par>
                              <p:par>
                                <p:cTn id="31" presetID="22" presetClass="entr" presetSubtype="8" fill="hold" nodeType="withEffect">
                                  <p:stCondLst>
                                    <p:cond delay="0"/>
                                  </p:stCondLst>
                                  <p:childTnLst>
                                    <p:set>
                                      <p:cBhvr>
                                        <p:cTn id="32" dur="1" fill="hold">
                                          <p:stCondLst>
                                            <p:cond delay="0"/>
                                          </p:stCondLst>
                                        </p:cTn>
                                        <p:tgtEl>
                                          <p:spTgt spid="193543"/>
                                        </p:tgtEl>
                                        <p:attrNameLst>
                                          <p:attrName>style.visibility</p:attrName>
                                        </p:attrNameLst>
                                      </p:cBhvr>
                                      <p:to>
                                        <p:strVal val="visible"/>
                                      </p:to>
                                    </p:set>
                                    <p:animEffect transition="in" filter="wipe(left)">
                                      <p:cBhvr>
                                        <p:cTn id="33" dur="500"/>
                                        <p:tgtEl>
                                          <p:spTgt spid="19354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193552"/>
                                        </p:tgtEl>
                                        <p:attrNameLst>
                                          <p:attrName>style.visibility</p:attrName>
                                        </p:attrNameLst>
                                      </p:cBhvr>
                                      <p:to>
                                        <p:strVal val="visible"/>
                                      </p:to>
                                    </p:set>
                                    <p:animEffect transition="in" filter="wipe(left)">
                                      <p:cBhvr>
                                        <p:cTn id="38" dur="500"/>
                                        <p:tgtEl>
                                          <p:spTgt spid="19355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193542"/>
                                        </p:tgtEl>
                                        <p:attrNameLst>
                                          <p:attrName>style.visibility</p:attrName>
                                        </p:attrNameLst>
                                      </p:cBhvr>
                                      <p:to>
                                        <p:strVal val="visible"/>
                                      </p:to>
                                    </p:set>
                                    <p:animEffect transition="in" filter="wipe(left)">
                                      <p:cBhvr>
                                        <p:cTn id="43" dur="500"/>
                                        <p:tgtEl>
                                          <p:spTgt spid="19354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193553"/>
                                        </p:tgtEl>
                                        <p:attrNameLst>
                                          <p:attrName>style.visibility</p:attrName>
                                        </p:attrNameLst>
                                      </p:cBhvr>
                                      <p:to>
                                        <p:strVal val="visible"/>
                                      </p:to>
                                    </p:set>
                                    <p:animEffect transition="in" filter="wipe(left)">
                                      <p:cBhvr>
                                        <p:cTn id="48" dur="500"/>
                                        <p:tgtEl>
                                          <p:spTgt spid="1935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6" grpId="0"/>
      <p:bldP spid="193547" grpId="0"/>
      <p:bldP spid="193550" grpId="0"/>
      <p:bldP spid="193551" grpId="0"/>
    </p:bldLst>
  </p:timing>
</p:sld>
</file>

<file path=ppt/theme/theme1.xml><?xml version="1.0" encoding="utf-8"?>
<a:theme xmlns:a="http://schemas.openxmlformats.org/drawingml/2006/main" name="模板">
  <a:themeElements>
    <a:clrScheme name="">
      <a:dk1>
        <a:srgbClr val="000000"/>
      </a:dk1>
      <a:lt1>
        <a:srgbClr val="FFFFFF"/>
      </a:lt1>
      <a:dk2>
        <a:srgbClr val="000000"/>
      </a:dk2>
      <a:lt2>
        <a:srgbClr val="000000"/>
      </a:lt2>
      <a:accent1>
        <a:srgbClr val="00CC99"/>
      </a:accent1>
      <a:accent2>
        <a:srgbClr val="3333CC"/>
      </a:accent2>
      <a:accent3>
        <a:srgbClr val="FFFFFF"/>
      </a:accent3>
      <a:accent4>
        <a:srgbClr val="000000"/>
      </a:accent4>
      <a:accent5>
        <a:srgbClr val="AAE2CA"/>
      </a:accent5>
      <a:accent6>
        <a:srgbClr val="2D2DB9"/>
      </a:accent6>
      <a:hlink>
        <a:srgbClr val="000000"/>
      </a:hlink>
      <a:folHlink>
        <a:srgbClr val="B2B2B2"/>
      </a:folHlink>
    </a:clrScheme>
    <a:fontScheme name="模板">
      <a:majorFont>
        <a:latin typeface="Times New Roman"/>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800" b="1" i="0" u="none" strike="noStrike" cap="none" normalizeH="0" baseline="0" smtClean="0">
            <a:ln>
              <a:noFill/>
            </a:ln>
            <a:solidFill>
              <a:schemeClr val="tx1"/>
            </a:solidFill>
            <a:effectLst/>
            <a:latin typeface="Times New Roman" pitchFamily="18" charset="0"/>
            <a:ea typeface="黑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800" b="1" i="0" u="none" strike="noStrike" cap="none" normalizeH="0" baseline="0" smtClean="0">
            <a:ln>
              <a:noFill/>
            </a:ln>
            <a:solidFill>
              <a:schemeClr val="tx1"/>
            </a:solidFill>
            <a:effectLst/>
            <a:latin typeface="Times New Roman" pitchFamily="18" charset="0"/>
            <a:ea typeface="黑体" pitchFamily="2" charset="-122"/>
          </a:defRPr>
        </a:defPPr>
      </a:lstStyle>
    </a:lnDef>
  </a:objectDefaults>
  <a:extraClrSchemeLst>
    <a:extraClrScheme>
      <a:clrScheme name="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D:\线性代数电子教案\模板.pot</Template>
  <TotalTime>1531</TotalTime>
  <Words>3679</Words>
  <Application>Microsoft Office PowerPoint</Application>
  <PresentationFormat>全屏显示(4:3)</PresentationFormat>
  <Paragraphs>499</Paragraphs>
  <Slides>94</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94</vt:i4>
      </vt:variant>
    </vt:vector>
  </HeadingPairs>
  <TitlesOfParts>
    <vt:vector size="103" baseType="lpstr">
      <vt:lpstr>黑体</vt:lpstr>
      <vt:lpstr>楷体_GB2312</vt:lpstr>
      <vt:lpstr>宋体</vt:lpstr>
      <vt:lpstr>Symbol</vt:lpstr>
      <vt:lpstr>Times New Roman</vt:lpstr>
      <vt:lpstr>Wingdings</vt:lpstr>
      <vt:lpstr>模板</vt:lpstr>
      <vt:lpstr>公式</vt:lpstr>
      <vt:lpstr>Equation</vt:lpstr>
      <vt:lpstr>第二章 矩阵代数</vt:lpstr>
      <vt:lpstr>一、（矩阵概念的）引入</vt:lpstr>
      <vt:lpstr>PowerPoint 演示文稿</vt:lpstr>
      <vt:lpstr>PowerPoint 演示文稿</vt:lpstr>
      <vt:lpstr>PowerPoint 演示文稿</vt:lpstr>
      <vt:lpstr>二、矩阵的定义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另外，对于前面的线性方程组</vt:lpstr>
      <vt:lpstr>小结</vt:lpstr>
      <vt:lpstr>PowerPoint 演示文稿</vt:lpstr>
      <vt:lpstr>思考题</vt:lpstr>
      <vt:lpstr>思考题解答</vt:lpstr>
      <vt:lpstr>PowerPoint 演示文稿</vt:lpstr>
      <vt:lpstr>§2.2.1 矩阵的加法与数乘</vt:lpstr>
      <vt:lpstr>PowerPoint 演示文稿</vt:lpstr>
      <vt:lpstr>PowerPoint 演示文稿</vt:lpstr>
      <vt:lpstr>注意：</vt:lpstr>
      <vt:lpstr>二、数与矩阵相乘</vt:lpstr>
      <vt:lpstr>2、线性运算的运算性质</vt:lpstr>
      <vt:lpstr>例 设</vt:lpstr>
      <vt:lpstr>PowerPoint 演示文稿</vt:lpstr>
      <vt:lpstr>三、线性组合</vt:lpstr>
      <vt:lpstr>例 设</vt:lpstr>
      <vt:lpstr>§2.2.2 矩阵的乘法</vt:lpstr>
      <vt:lpstr>PowerPoint 演示文稿</vt:lpstr>
      <vt:lpstr>PowerPoint 演示文稿</vt:lpstr>
      <vt:lpstr>PowerPoint 演示文稿</vt:lpstr>
      <vt:lpstr>例3  设</vt:lpstr>
      <vt:lpstr>例4  对于线性方程组</vt:lpstr>
      <vt:lpstr>PowerPoint 演示文稿</vt:lpstr>
      <vt:lpstr>几点注意：</vt:lpstr>
      <vt:lpstr>       特殊的，若矩阵A, B满足AB=BA，则称A与B是可交换的.</vt:lpstr>
      <vt:lpstr>(3) 由BA=BC （或AB=CB），且B≠O，不能得出A＝C 的结论，即乘法一般不满足消去律. </vt:lpstr>
      <vt:lpstr>例5 若A2 ＝B2＝E，则(AB)2=E的充分必要条件是 A与B 可交换.</vt:lpstr>
      <vt:lpstr>例6 如果方阵A，B满足AB＋BA＝E，且A2＝O（或B2＝O ），则 (AB)2=AB.</vt:lpstr>
      <vt:lpstr>3、方阵的多项式</vt:lpstr>
      <vt:lpstr>4、n阶矩阵乘积的行列式 </vt:lpstr>
      <vt:lpstr>PowerPoint 演示文稿</vt:lpstr>
      <vt:lpstr>PowerPoint 演示文稿</vt:lpstr>
      <vt:lpstr>PowerPoint 演示文稿</vt:lpstr>
      <vt:lpstr>PowerPoint 演示文稿</vt:lpstr>
      <vt:lpstr>PowerPoint 演示文稿</vt:lpstr>
      <vt:lpstr>PowerPoint 演示文稿</vt:lpstr>
      <vt:lpstr>小结</vt:lpstr>
      <vt:lpstr>综合训练 </vt:lpstr>
      <vt:lpstr>例2  已知                                     ，求Ak  (k≥1). </vt:lpstr>
      <vt:lpstr>例3 设                       . 证明：A2=A当且仅当B2=E.</vt:lpstr>
      <vt:lpstr>PowerPoint 演示文稿</vt:lpstr>
      <vt:lpstr>PowerPoint 演示文稿</vt:lpstr>
      <vt:lpstr>PowerPoint 演示文稿</vt:lpstr>
      <vt:lpstr>PowerPoint 演示文稿</vt:lpstr>
      <vt:lpstr>解2 设</vt:lpstr>
      <vt:lpstr>PowerPoint 演示文稿</vt:lpstr>
      <vt:lpstr>PowerPoint 演示文稿</vt:lpstr>
      <vt:lpstr>一、（概念的）引入</vt:lpstr>
      <vt:lpstr>二、逆矩阵的概念和性质</vt:lpstr>
      <vt:lpstr>PowerPoint 演示文稿</vt:lpstr>
      <vt:lpstr>PowerPoint 演示文稿</vt:lpstr>
      <vt:lpstr>PowerPoint 演示文稿</vt:lpstr>
      <vt:lpstr>对一个方阵，我们引入伴随矩阵的概念 </vt:lpstr>
      <vt:lpstr>PowerPoint 演示文稿</vt:lpstr>
      <vt:lpstr>PowerPoint 演示文稿</vt:lpstr>
      <vt:lpstr>PowerPoint 演示文稿</vt:lpstr>
      <vt:lpstr>PowerPoint 演示文稿</vt:lpstr>
      <vt:lpstr>例3 方阵                          可逆吗？若可逆求其逆矩阵.</vt:lpstr>
      <vt:lpstr>PowerPoint 演示文稿</vt:lpstr>
      <vt:lpstr>PowerPoint 演示文稿</vt:lpstr>
      <vt:lpstr>PowerPoint 演示文稿</vt:lpstr>
      <vt:lpstr>定理4  设A是n阶可逆矩阵，那么对任意B=Bn×m (或B=Bm×n) ，矩阵方程                  AX＝B （或XA=B） 有唯一解 X=A-1B     (或X=BA-1).</vt:lpstr>
      <vt:lpstr>        本定理的特殊情况，当B为列向量时，得到Cramer规则（克拉默、克莱姆）.</vt:lpstr>
      <vt:lpstr>PowerPoint 演示文稿</vt:lpstr>
      <vt:lpstr>PowerPoint 演示文稿</vt:lpstr>
      <vt:lpstr>PowerPoint 演示文稿</vt:lpstr>
      <vt:lpstr>综合例题</vt:lpstr>
      <vt:lpstr>PowerPoint 演示文稿</vt:lpstr>
      <vt:lpstr>PowerPoint 演示文稿</vt:lpstr>
      <vt:lpstr>PowerPoint 演示文稿</vt:lpstr>
      <vt:lpstr>PowerPoint 演示文稿</vt:lpstr>
      <vt:lpstr>PowerPoint 演示文稿</vt:lpstr>
      <vt:lpstr>PowerPoint 演示文稿</vt:lpstr>
      <vt:lpstr>例3 若可逆矩阵A与矩阵B可交换，试证A−1与B也可交换. </vt:lpstr>
      <vt:lpstr>例4  设 A是可逆矩阵，试证</vt:lpstr>
      <vt:lpstr>PowerPoint 演示文稿</vt:lpstr>
      <vt:lpstr>PowerPoint 演示文稿</vt:lpstr>
      <vt:lpstr>小结</vt:lpstr>
      <vt:lpstr>练习题</vt:lpstr>
      <vt:lpstr>练习题解答</vt:lpstr>
      <vt:lpstr>PowerPoint 演示文稿</vt:lpstr>
    </vt:vector>
  </TitlesOfParts>
  <Company>西安通信学院数学教研室</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南开大学自动化系刘忠信</dc:creator>
  <cp:lastModifiedBy>chao wang</cp:lastModifiedBy>
  <cp:revision>150</cp:revision>
  <dcterms:created xsi:type="dcterms:W3CDTF">1990-03-25T13:43:48Z</dcterms:created>
  <dcterms:modified xsi:type="dcterms:W3CDTF">2023-10-17T15:12:03Z</dcterms:modified>
</cp:coreProperties>
</file>