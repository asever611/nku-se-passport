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5294D-2A62-4D03-AE93-02D53A19765E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CD4B1-689D-4D89-9851-F8C94F0BC3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258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7CD4B1-689D-4D89-9851-F8C94F0BC35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714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7CD4B1-689D-4D89-9851-F8C94F0BC3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847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7CD4B1-689D-4D89-9851-F8C94F0BC35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242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23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748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887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772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06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8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591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479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633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272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646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634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4BCB4-0D72-4655-886C-25665C66C6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61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0.emf"/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5.bin"/><Relationship Id="rId16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9.emf"/><Relationship Id="rId5" Type="http://schemas.openxmlformats.org/officeDocument/2006/relationships/image" Target="../media/image6.emf"/><Relationship Id="rId15" Type="http://schemas.openxmlformats.org/officeDocument/2006/relationships/oleObject" Target="../embeddings/oleObject11.bin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emf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8.emf"/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17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7.emf"/><Relationship Id="rId5" Type="http://schemas.openxmlformats.org/officeDocument/2006/relationships/image" Target="../media/image14.e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3.bin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5" Type="http://schemas.openxmlformats.org/officeDocument/2006/relationships/image" Target="../media/image25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1.wmf"/><Relationship Id="rId3" Type="http://schemas.openxmlformats.org/officeDocument/2006/relationships/image" Target="../media/image26.emf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30.bin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0.wmf"/><Relationship Id="rId5" Type="http://schemas.openxmlformats.org/officeDocument/2006/relationships/image" Target="../media/image27.emf"/><Relationship Id="rId15" Type="http://schemas.openxmlformats.org/officeDocument/2006/relationships/image" Target="../media/image32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3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33.emf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7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6.emf"/><Relationship Id="rId4" Type="http://schemas.openxmlformats.org/officeDocument/2006/relationships/image" Target="../media/image11.png"/><Relationship Id="rId9" Type="http://schemas.openxmlformats.org/officeDocument/2006/relationships/oleObject" Target="../embeddings/oleObject3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emf"/><Relationship Id="rId4" Type="http://schemas.openxmlformats.org/officeDocument/2006/relationships/oleObject" Target="../embeddings/oleObject3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4.wmf"/><Relationship Id="rId3" Type="http://schemas.openxmlformats.org/officeDocument/2006/relationships/image" Target="../media/image39.e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43.bin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3.emf"/><Relationship Id="rId5" Type="http://schemas.openxmlformats.org/officeDocument/2006/relationships/image" Target="../media/image40.emf"/><Relationship Id="rId15" Type="http://schemas.openxmlformats.org/officeDocument/2006/relationships/image" Target="../media/image45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4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51.emf"/><Relationship Id="rId3" Type="http://schemas.openxmlformats.org/officeDocument/2006/relationships/image" Target="../media/image46.emf"/><Relationship Id="rId7" Type="http://schemas.openxmlformats.org/officeDocument/2006/relationships/image" Target="../media/image48.emf"/><Relationship Id="rId12" Type="http://schemas.openxmlformats.org/officeDocument/2006/relationships/oleObject" Target="../embeddings/oleObject50.bin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50.emf"/><Relationship Id="rId5" Type="http://schemas.openxmlformats.org/officeDocument/2006/relationships/image" Target="../media/image47.e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9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24.wmf"/><Relationship Id="rId9" Type="http://schemas.openxmlformats.org/officeDocument/2006/relationships/image" Target="../media/image53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0.bin"/><Relationship Id="rId18" Type="http://schemas.openxmlformats.org/officeDocument/2006/relationships/image" Target="../media/image61.wmf"/><Relationship Id="rId26" Type="http://schemas.openxmlformats.org/officeDocument/2006/relationships/oleObject" Target="../embeddings/oleObject68.bin"/><Relationship Id="rId21" Type="http://schemas.openxmlformats.org/officeDocument/2006/relationships/oleObject" Target="../embeddings/oleObject64.bin"/><Relationship Id="rId34" Type="http://schemas.openxmlformats.org/officeDocument/2006/relationships/oleObject" Target="../embeddings/oleObject7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62.bin"/><Relationship Id="rId25" Type="http://schemas.openxmlformats.org/officeDocument/2006/relationships/oleObject" Target="../embeddings/oleObject67.bin"/><Relationship Id="rId33" Type="http://schemas.openxmlformats.org/officeDocument/2006/relationships/image" Target="../media/image64.wmf"/><Relationship Id="rId2" Type="http://schemas.openxmlformats.org/officeDocument/2006/relationships/image" Target="../media/image11.png"/><Relationship Id="rId16" Type="http://schemas.openxmlformats.org/officeDocument/2006/relationships/image" Target="../media/image60.wmf"/><Relationship Id="rId20" Type="http://schemas.openxmlformats.org/officeDocument/2006/relationships/image" Target="../media/image62.wmf"/><Relationship Id="rId29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9.bin"/><Relationship Id="rId24" Type="http://schemas.openxmlformats.org/officeDocument/2006/relationships/oleObject" Target="../embeddings/oleObject66.bin"/><Relationship Id="rId32" Type="http://schemas.openxmlformats.org/officeDocument/2006/relationships/oleObject" Target="../embeddings/oleObject74.bin"/><Relationship Id="rId37" Type="http://schemas.openxmlformats.org/officeDocument/2006/relationships/image" Target="../media/image66.emf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5.bin"/><Relationship Id="rId28" Type="http://schemas.openxmlformats.org/officeDocument/2006/relationships/oleObject" Target="../embeddings/oleObject70.bin"/><Relationship Id="rId36" Type="http://schemas.openxmlformats.org/officeDocument/2006/relationships/oleObject" Target="../embeddings/oleObject76.bin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63.bin"/><Relationship Id="rId31" Type="http://schemas.openxmlformats.org/officeDocument/2006/relationships/oleObject" Target="../embeddings/oleObject73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59.wmf"/><Relationship Id="rId22" Type="http://schemas.openxmlformats.org/officeDocument/2006/relationships/image" Target="../media/image63.wmf"/><Relationship Id="rId27" Type="http://schemas.openxmlformats.org/officeDocument/2006/relationships/oleObject" Target="../embeddings/oleObject69.bin"/><Relationship Id="rId30" Type="http://schemas.openxmlformats.org/officeDocument/2006/relationships/oleObject" Target="../embeddings/oleObject72.bin"/><Relationship Id="rId35" Type="http://schemas.openxmlformats.org/officeDocument/2006/relationships/image" Target="../media/image65.emf"/><Relationship Id="rId8" Type="http://schemas.openxmlformats.org/officeDocument/2006/relationships/image" Target="../media/image56.wmf"/><Relationship Id="rId3" Type="http://schemas.openxmlformats.org/officeDocument/2006/relationships/oleObject" Target="../embeddings/oleObject5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72.emf"/><Relationship Id="rId3" Type="http://schemas.openxmlformats.org/officeDocument/2006/relationships/image" Target="../media/image67.emf"/><Relationship Id="rId7" Type="http://schemas.openxmlformats.org/officeDocument/2006/relationships/image" Target="../media/image69.emf"/><Relationship Id="rId12" Type="http://schemas.openxmlformats.org/officeDocument/2006/relationships/oleObject" Target="../embeddings/oleObject82.bin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71.emf"/><Relationship Id="rId5" Type="http://schemas.openxmlformats.org/officeDocument/2006/relationships/image" Target="../media/image68.e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70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8.bin"/><Relationship Id="rId18" Type="http://schemas.openxmlformats.org/officeDocument/2006/relationships/image" Target="../media/image61.wmf"/><Relationship Id="rId26" Type="http://schemas.openxmlformats.org/officeDocument/2006/relationships/image" Target="../media/image78.wmf"/><Relationship Id="rId39" Type="http://schemas.openxmlformats.org/officeDocument/2006/relationships/oleObject" Target="../embeddings/oleObject104.bin"/><Relationship Id="rId21" Type="http://schemas.openxmlformats.org/officeDocument/2006/relationships/oleObject" Target="../embeddings/oleObject92.bin"/><Relationship Id="rId34" Type="http://schemas.openxmlformats.org/officeDocument/2006/relationships/oleObject" Target="../embeddings/oleObject99.bin"/><Relationship Id="rId42" Type="http://schemas.openxmlformats.org/officeDocument/2006/relationships/oleObject" Target="../embeddings/oleObject106.bin"/><Relationship Id="rId7" Type="http://schemas.openxmlformats.org/officeDocument/2006/relationships/oleObject" Target="../embeddings/oleObject85.bin"/><Relationship Id="rId2" Type="http://schemas.openxmlformats.org/officeDocument/2006/relationships/image" Target="../media/image11.png"/><Relationship Id="rId16" Type="http://schemas.openxmlformats.org/officeDocument/2006/relationships/image" Target="../media/image60.wmf"/><Relationship Id="rId20" Type="http://schemas.openxmlformats.org/officeDocument/2006/relationships/image" Target="../media/image62.wmf"/><Relationship Id="rId29" Type="http://schemas.openxmlformats.org/officeDocument/2006/relationships/oleObject" Target="../embeddings/oleObject96.bin"/><Relationship Id="rId41" Type="http://schemas.openxmlformats.org/officeDocument/2006/relationships/oleObject" Target="../embeddings/oleObject10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emf"/><Relationship Id="rId11" Type="http://schemas.openxmlformats.org/officeDocument/2006/relationships/oleObject" Target="../embeddings/oleObject87.bin"/><Relationship Id="rId24" Type="http://schemas.openxmlformats.org/officeDocument/2006/relationships/image" Target="../media/image77.wmf"/><Relationship Id="rId32" Type="http://schemas.openxmlformats.org/officeDocument/2006/relationships/image" Target="../media/image81.emf"/><Relationship Id="rId37" Type="http://schemas.openxmlformats.org/officeDocument/2006/relationships/oleObject" Target="../embeddings/oleObject102.bin"/><Relationship Id="rId40" Type="http://schemas.openxmlformats.org/officeDocument/2006/relationships/image" Target="../media/image82.wmf"/><Relationship Id="rId5" Type="http://schemas.openxmlformats.org/officeDocument/2006/relationships/oleObject" Target="../embeddings/oleObject84.bin"/><Relationship Id="rId15" Type="http://schemas.openxmlformats.org/officeDocument/2006/relationships/oleObject" Target="../embeddings/oleObject89.bin"/><Relationship Id="rId23" Type="http://schemas.openxmlformats.org/officeDocument/2006/relationships/oleObject" Target="../embeddings/oleObject93.bin"/><Relationship Id="rId28" Type="http://schemas.openxmlformats.org/officeDocument/2006/relationships/image" Target="../media/image79.emf"/><Relationship Id="rId36" Type="http://schemas.openxmlformats.org/officeDocument/2006/relationships/oleObject" Target="../embeddings/oleObject101.bin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91.bin"/><Relationship Id="rId31" Type="http://schemas.openxmlformats.org/officeDocument/2006/relationships/oleObject" Target="../embeddings/oleObject97.bin"/><Relationship Id="rId4" Type="http://schemas.openxmlformats.org/officeDocument/2006/relationships/image" Target="../media/image73.e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59.wmf"/><Relationship Id="rId22" Type="http://schemas.openxmlformats.org/officeDocument/2006/relationships/image" Target="../media/image76.wmf"/><Relationship Id="rId27" Type="http://schemas.openxmlformats.org/officeDocument/2006/relationships/oleObject" Target="../embeddings/oleObject95.bin"/><Relationship Id="rId30" Type="http://schemas.openxmlformats.org/officeDocument/2006/relationships/image" Target="../media/image80.emf"/><Relationship Id="rId35" Type="http://schemas.openxmlformats.org/officeDocument/2006/relationships/oleObject" Target="../embeddings/oleObject100.bin"/><Relationship Id="rId8" Type="http://schemas.openxmlformats.org/officeDocument/2006/relationships/image" Target="../media/image75.emf"/><Relationship Id="rId3" Type="http://schemas.openxmlformats.org/officeDocument/2006/relationships/oleObject" Target="../embeddings/oleObject83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90.bin"/><Relationship Id="rId25" Type="http://schemas.openxmlformats.org/officeDocument/2006/relationships/oleObject" Target="../embeddings/oleObject94.bin"/><Relationship Id="rId33" Type="http://schemas.openxmlformats.org/officeDocument/2006/relationships/oleObject" Target="../embeddings/oleObject98.bin"/><Relationship Id="rId38" Type="http://schemas.openxmlformats.org/officeDocument/2006/relationships/oleObject" Target="../embeddings/oleObject10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image" Target="../media/image83.emf"/><Relationship Id="rId7" Type="http://schemas.openxmlformats.org/officeDocument/2006/relationships/image" Target="../media/image85.e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87.emf"/><Relationship Id="rId5" Type="http://schemas.openxmlformats.org/officeDocument/2006/relationships/image" Target="../media/image84.emf"/><Relationship Id="rId10" Type="http://schemas.openxmlformats.org/officeDocument/2006/relationships/oleObject" Target="../embeddings/oleObject111.bin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86.emf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61.wmf"/><Relationship Id="rId26" Type="http://schemas.openxmlformats.org/officeDocument/2006/relationships/oleObject" Target="../embeddings/oleObject124.bin"/><Relationship Id="rId39" Type="http://schemas.openxmlformats.org/officeDocument/2006/relationships/image" Target="../media/image95.wmf"/><Relationship Id="rId21" Type="http://schemas.openxmlformats.org/officeDocument/2006/relationships/oleObject" Target="../embeddings/oleObject121.bin"/><Relationship Id="rId34" Type="http://schemas.openxmlformats.org/officeDocument/2006/relationships/oleObject" Target="../embeddings/oleObject129.bin"/><Relationship Id="rId7" Type="http://schemas.openxmlformats.org/officeDocument/2006/relationships/oleObject" Target="../embeddings/oleObject114.bin"/><Relationship Id="rId2" Type="http://schemas.openxmlformats.org/officeDocument/2006/relationships/oleObject" Target="../embeddings/oleObject112.bin"/><Relationship Id="rId16" Type="http://schemas.openxmlformats.org/officeDocument/2006/relationships/image" Target="../media/image60.wmf"/><Relationship Id="rId20" Type="http://schemas.openxmlformats.org/officeDocument/2006/relationships/image" Target="../media/image62.wmf"/><Relationship Id="rId29" Type="http://schemas.openxmlformats.org/officeDocument/2006/relationships/image" Target="../media/image93.emf"/><Relationship Id="rId41" Type="http://schemas.openxmlformats.org/officeDocument/2006/relationships/oleObject" Target="../embeddings/oleObject13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emf"/><Relationship Id="rId11" Type="http://schemas.openxmlformats.org/officeDocument/2006/relationships/oleObject" Target="../embeddings/oleObject116.bin"/><Relationship Id="rId24" Type="http://schemas.openxmlformats.org/officeDocument/2006/relationships/oleObject" Target="../embeddings/oleObject123.bin"/><Relationship Id="rId32" Type="http://schemas.openxmlformats.org/officeDocument/2006/relationships/oleObject" Target="../embeddings/oleObject127.bin"/><Relationship Id="rId37" Type="http://schemas.openxmlformats.org/officeDocument/2006/relationships/oleObject" Target="../embeddings/oleObject132.bin"/><Relationship Id="rId40" Type="http://schemas.openxmlformats.org/officeDocument/2006/relationships/oleObject" Target="../embeddings/oleObject134.bin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23" Type="http://schemas.openxmlformats.org/officeDocument/2006/relationships/oleObject" Target="../embeddings/oleObject122.bin"/><Relationship Id="rId28" Type="http://schemas.openxmlformats.org/officeDocument/2006/relationships/oleObject" Target="../embeddings/oleObject125.bin"/><Relationship Id="rId36" Type="http://schemas.openxmlformats.org/officeDocument/2006/relationships/oleObject" Target="../embeddings/oleObject131.bin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120.bin"/><Relationship Id="rId31" Type="http://schemas.openxmlformats.org/officeDocument/2006/relationships/image" Target="../media/image94.emf"/><Relationship Id="rId4" Type="http://schemas.openxmlformats.org/officeDocument/2006/relationships/image" Target="../media/image11.png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59.wmf"/><Relationship Id="rId22" Type="http://schemas.openxmlformats.org/officeDocument/2006/relationships/image" Target="../media/image91.wmf"/><Relationship Id="rId27" Type="http://schemas.openxmlformats.org/officeDocument/2006/relationships/image" Target="../media/image92.emf"/><Relationship Id="rId30" Type="http://schemas.openxmlformats.org/officeDocument/2006/relationships/oleObject" Target="../embeddings/oleObject126.bin"/><Relationship Id="rId35" Type="http://schemas.openxmlformats.org/officeDocument/2006/relationships/oleObject" Target="../embeddings/oleObject130.bin"/><Relationship Id="rId8" Type="http://schemas.openxmlformats.org/officeDocument/2006/relationships/image" Target="../media/image90.emf"/><Relationship Id="rId3" Type="http://schemas.openxmlformats.org/officeDocument/2006/relationships/image" Target="../media/image88.emf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119.bin"/><Relationship Id="rId25" Type="http://schemas.openxmlformats.org/officeDocument/2006/relationships/image" Target="../media/image77.wmf"/><Relationship Id="rId33" Type="http://schemas.openxmlformats.org/officeDocument/2006/relationships/oleObject" Target="../embeddings/oleObject128.bin"/><Relationship Id="rId38" Type="http://schemas.openxmlformats.org/officeDocument/2006/relationships/oleObject" Target="../embeddings/oleObject13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oleObject" Target="../embeddings/oleObject136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7.emf"/><Relationship Id="rId4" Type="http://schemas.openxmlformats.org/officeDocument/2006/relationships/oleObject" Target="../embeddings/oleObject13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59.wmf"/><Relationship Id="rId3" Type="http://schemas.openxmlformats.org/officeDocument/2006/relationships/image" Target="../media/image98.emf"/><Relationship Id="rId21" Type="http://schemas.openxmlformats.org/officeDocument/2006/relationships/oleObject" Target="../embeddings/oleObject147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02.emf"/><Relationship Id="rId17" Type="http://schemas.openxmlformats.org/officeDocument/2006/relationships/oleObject" Target="../embeddings/oleObject145.bin"/><Relationship Id="rId2" Type="http://schemas.openxmlformats.org/officeDocument/2006/relationships/oleObject" Target="../embeddings/oleObject138.bin"/><Relationship Id="rId16" Type="http://schemas.openxmlformats.org/officeDocument/2006/relationships/image" Target="../media/image58.wmf"/><Relationship Id="rId20" Type="http://schemas.openxmlformats.org/officeDocument/2006/relationships/image" Target="../media/image6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oleObject" Target="../embeddings/oleObject142.bin"/><Relationship Id="rId24" Type="http://schemas.openxmlformats.org/officeDocument/2006/relationships/image" Target="../media/image62.wmf"/><Relationship Id="rId5" Type="http://schemas.openxmlformats.org/officeDocument/2006/relationships/image" Target="../media/image99.emf"/><Relationship Id="rId15" Type="http://schemas.openxmlformats.org/officeDocument/2006/relationships/oleObject" Target="../embeddings/oleObject144.bin"/><Relationship Id="rId23" Type="http://schemas.openxmlformats.org/officeDocument/2006/relationships/oleObject" Target="../embeddings/oleObject148.bin"/><Relationship Id="rId10" Type="http://schemas.openxmlformats.org/officeDocument/2006/relationships/image" Target="../media/image101.emf"/><Relationship Id="rId19" Type="http://schemas.openxmlformats.org/officeDocument/2006/relationships/oleObject" Target="../embeddings/oleObject146.bin"/><Relationship Id="rId4" Type="http://schemas.openxmlformats.org/officeDocument/2006/relationships/oleObject" Target="../embeddings/oleObject139.bin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57.wmf"/><Relationship Id="rId22" Type="http://schemas.openxmlformats.org/officeDocument/2006/relationships/image" Target="../media/image6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emf"/><Relationship Id="rId13" Type="http://schemas.openxmlformats.org/officeDocument/2006/relationships/oleObject" Target="../embeddings/oleObject154.bin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0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4.e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0" Type="http://schemas.openxmlformats.org/officeDocument/2006/relationships/image" Target="../media/image106.emf"/><Relationship Id="rId4" Type="http://schemas.openxmlformats.org/officeDocument/2006/relationships/image" Target="../media/image103.e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08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116.emf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13.emf"/><Relationship Id="rId17" Type="http://schemas.openxmlformats.org/officeDocument/2006/relationships/oleObject" Target="../embeddings/oleObject162.bin"/><Relationship Id="rId2" Type="http://schemas.openxmlformats.org/officeDocument/2006/relationships/image" Target="../media/image11.png"/><Relationship Id="rId16" Type="http://schemas.openxmlformats.org/officeDocument/2006/relationships/image" Target="../media/image11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59.bin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1.bin"/><Relationship Id="rId10" Type="http://schemas.openxmlformats.org/officeDocument/2006/relationships/image" Target="../media/image112.wmf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1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oleObject" Target="../embeddings/oleObject16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8.emf"/><Relationship Id="rId4" Type="http://schemas.openxmlformats.org/officeDocument/2006/relationships/oleObject" Target="../embeddings/oleObject16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oleObject" Target="../embeddings/oleObject16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emf"/><Relationship Id="rId4" Type="http://schemas.openxmlformats.org/officeDocument/2006/relationships/oleObject" Target="../embeddings/oleObject16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0.bin"/><Relationship Id="rId3" Type="http://schemas.openxmlformats.org/officeDocument/2006/relationships/image" Target="../media/image121.emf"/><Relationship Id="rId7" Type="http://schemas.openxmlformats.org/officeDocument/2006/relationships/image" Target="../media/image123.emf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9.bin"/><Relationship Id="rId5" Type="http://schemas.openxmlformats.org/officeDocument/2006/relationships/image" Target="../media/image122.emf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124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3" Type="http://schemas.openxmlformats.org/officeDocument/2006/relationships/image" Target="../media/image125.emf"/><Relationship Id="rId7" Type="http://schemas.openxmlformats.org/officeDocument/2006/relationships/image" Target="../media/image127.emf"/><Relationship Id="rId2" Type="http://schemas.openxmlformats.org/officeDocument/2006/relationships/oleObject" Target="../embeddings/oleObject1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3.bin"/><Relationship Id="rId11" Type="http://schemas.openxmlformats.org/officeDocument/2006/relationships/image" Target="../media/image129.emf"/><Relationship Id="rId5" Type="http://schemas.openxmlformats.org/officeDocument/2006/relationships/image" Target="../media/image126.emf"/><Relationship Id="rId10" Type="http://schemas.openxmlformats.org/officeDocument/2006/relationships/oleObject" Target="../embeddings/oleObject175.bin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28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3" Type="http://schemas.openxmlformats.org/officeDocument/2006/relationships/image" Target="../media/image130.emf"/><Relationship Id="rId7" Type="http://schemas.openxmlformats.org/officeDocument/2006/relationships/image" Target="../media/image132.emf"/><Relationship Id="rId2" Type="http://schemas.openxmlformats.org/officeDocument/2006/relationships/oleObject" Target="../embeddings/oleObject1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8.bin"/><Relationship Id="rId5" Type="http://schemas.openxmlformats.org/officeDocument/2006/relationships/image" Target="../media/image131.emf"/><Relationship Id="rId4" Type="http://schemas.openxmlformats.org/officeDocument/2006/relationships/oleObject" Target="../embeddings/oleObject177.bin"/><Relationship Id="rId9" Type="http://schemas.openxmlformats.org/officeDocument/2006/relationships/image" Target="../media/image133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3" Type="http://schemas.openxmlformats.org/officeDocument/2006/relationships/image" Target="../media/image134.emf"/><Relationship Id="rId7" Type="http://schemas.openxmlformats.org/officeDocument/2006/relationships/image" Target="../media/image136.emf"/><Relationship Id="rId2" Type="http://schemas.openxmlformats.org/officeDocument/2006/relationships/oleObject" Target="../embeddings/oleObject18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2.bin"/><Relationship Id="rId11" Type="http://schemas.openxmlformats.org/officeDocument/2006/relationships/image" Target="../media/image138.emf"/><Relationship Id="rId5" Type="http://schemas.openxmlformats.org/officeDocument/2006/relationships/image" Target="../media/image135.emf"/><Relationship Id="rId10" Type="http://schemas.openxmlformats.org/officeDocument/2006/relationships/oleObject" Target="../embeddings/oleObject184.bin"/><Relationship Id="rId4" Type="http://schemas.openxmlformats.org/officeDocument/2006/relationships/oleObject" Target="../embeddings/oleObject181.bin"/><Relationship Id="rId9" Type="http://schemas.openxmlformats.org/officeDocument/2006/relationships/image" Target="../media/image137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8.bin"/><Relationship Id="rId13" Type="http://schemas.openxmlformats.org/officeDocument/2006/relationships/image" Target="../media/image144.emf"/><Relationship Id="rId3" Type="http://schemas.openxmlformats.org/officeDocument/2006/relationships/image" Target="../media/image139.wmf"/><Relationship Id="rId7" Type="http://schemas.openxmlformats.org/officeDocument/2006/relationships/image" Target="../media/image141.emf"/><Relationship Id="rId12" Type="http://schemas.openxmlformats.org/officeDocument/2006/relationships/oleObject" Target="../embeddings/oleObject190.bin"/><Relationship Id="rId2" Type="http://schemas.openxmlformats.org/officeDocument/2006/relationships/oleObject" Target="../embeddings/oleObject18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87.bin"/><Relationship Id="rId11" Type="http://schemas.openxmlformats.org/officeDocument/2006/relationships/image" Target="../media/image143.wmf"/><Relationship Id="rId5" Type="http://schemas.openxmlformats.org/officeDocument/2006/relationships/image" Target="../media/image140.emf"/><Relationship Id="rId15" Type="http://schemas.openxmlformats.org/officeDocument/2006/relationships/image" Target="../media/image145.emf"/><Relationship Id="rId10" Type="http://schemas.openxmlformats.org/officeDocument/2006/relationships/oleObject" Target="../embeddings/oleObject189.bin"/><Relationship Id="rId4" Type="http://schemas.openxmlformats.org/officeDocument/2006/relationships/oleObject" Target="../embeddings/oleObject186.bin"/><Relationship Id="rId9" Type="http://schemas.openxmlformats.org/officeDocument/2006/relationships/image" Target="../media/image142.wmf"/><Relationship Id="rId14" Type="http://schemas.openxmlformats.org/officeDocument/2006/relationships/oleObject" Target="../embeddings/oleObject191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7.bin"/><Relationship Id="rId18" Type="http://schemas.openxmlformats.org/officeDocument/2006/relationships/oleObject" Target="../embeddings/oleObject200.bin"/><Relationship Id="rId26" Type="http://schemas.openxmlformats.org/officeDocument/2006/relationships/oleObject" Target="../embeddings/oleObject204.bin"/><Relationship Id="rId3" Type="http://schemas.openxmlformats.org/officeDocument/2006/relationships/oleObject" Target="../embeddings/oleObject192.bin"/><Relationship Id="rId21" Type="http://schemas.openxmlformats.org/officeDocument/2006/relationships/image" Target="../media/image152.emf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149.emf"/><Relationship Id="rId17" Type="http://schemas.openxmlformats.org/officeDocument/2006/relationships/image" Target="../media/image150.emf"/><Relationship Id="rId25" Type="http://schemas.openxmlformats.org/officeDocument/2006/relationships/image" Target="../media/image154.emf"/><Relationship Id="rId33" Type="http://schemas.openxmlformats.org/officeDocument/2006/relationships/image" Target="../media/image157.emf"/><Relationship Id="rId2" Type="http://schemas.openxmlformats.org/officeDocument/2006/relationships/image" Target="../media/image11.png"/><Relationship Id="rId16" Type="http://schemas.openxmlformats.org/officeDocument/2006/relationships/oleObject" Target="../embeddings/oleObject199.bin"/><Relationship Id="rId20" Type="http://schemas.openxmlformats.org/officeDocument/2006/relationships/oleObject" Target="../embeddings/oleObject201.bin"/><Relationship Id="rId29" Type="http://schemas.openxmlformats.org/officeDocument/2006/relationships/image" Target="../media/image156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7.emf"/><Relationship Id="rId11" Type="http://schemas.openxmlformats.org/officeDocument/2006/relationships/oleObject" Target="../embeddings/oleObject196.bin"/><Relationship Id="rId24" Type="http://schemas.openxmlformats.org/officeDocument/2006/relationships/oleObject" Target="../embeddings/oleObject203.bin"/><Relationship Id="rId32" Type="http://schemas.openxmlformats.org/officeDocument/2006/relationships/oleObject" Target="../embeddings/oleObject208.bin"/><Relationship Id="rId5" Type="http://schemas.openxmlformats.org/officeDocument/2006/relationships/oleObject" Target="../embeddings/oleObject193.bin"/><Relationship Id="rId15" Type="http://schemas.openxmlformats.org/officeDocument/2006/relationships/image" Target="../media/image59.wmf"/><Relationship Id="rId23" Type="http://schemas.openxmlformats.org/officeDocument/2006/relationships/image" Target="../media/image153.emf"/><Relationship Id="rId28" Type="http://schemas.openxmlformats.org/officeDocument/2006/relationships/oleObject" Target="../embeddings/oleObject205.bin"/><Relationship Id="rId10" Type="http://schemas.openxmlformats.org/officeDocument/2006/relationships/image" Target="../media/image57.wmf"/><Relationship Id="rId19" Type="http://schemas.openxmlformats.org/officeDocument/2006/relationships/image" Target="../media/image151.emf"/><Relationship Id="rId31" Type="http://schemas.openxmlformats.org/officeDocument/2006/relationships/oleObject" Target="../embeddings/oleObject207.bin"/><Relationship Id="rId4" Type="http://schemas.openxmlformats.org/officeDocument/2006/relationships/image" Target="../media/image146.emf"/><Relationship Id="rId9" Type="http://schemas.openxmlformats.org/officeDocument/2006/relationships/oleObject" Target="../embeddings/oleObject195.bin"/><Relationship Id="rId14" Type="http://schemas.openxmlformats.org/officeDocument/2006/relationships/oleObject" Target="../embeddings/oleObject198.bin"/><Relationship Id="rId22" Type="http://schemas.openxmlformats.org/officeDocument/2006/relationships/oleObject" Target="../embeddings/oleObject202.bin"/><Relationship Id="rId27" Type="http://schemas.openxmlformats.org/officeDocument/2006/relationships/image" Target="../media/image155.emf"/><Relationship Id="rId30" Type="http://schemas.openxmlformats.org/officeDocument/2006/relationships/oleObject" Target="../embeddings/oleObject206.bin"/><Relationship Id="rId8" Type="http://schemas.openxmlformats.org/officeDocument/2006/relationships/image" Target="../media/image148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2.bin"/><Relationship Id="rId13" Type="http://schemas.openxmlformats.org/officeDocument/2006/relationships/image" Target="../media/image163.emf"/><Relationship Id="rId3" Type="http://schemas.openxmlformats.org/officeDocument/2006/relationships/image" Target="../media/image158.emf"/><Relationship Id="rId7" Type="http://schemas.openxmlformats.org/officeDocument/2006/relationships/image" Target="../media/image160.emf"/><Relationship Id="rId12" Type="http://schemas.openxmlformats.org/officeDocument/2006/relationships/oleObject" Target="../embeddings/oleObject214.bin"/><Relationship Id="rId2" Type="http://schemas.openxmlformats.org/officeDocument/2006/relationships/oleObject" Target="../embeddings/oleObject20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1.bin"/><Relationship Id="rId11" Type="http://schemas.openxmlformats.org/officeDocument/2006/relationships/image" Target="../media/image162.emf"/><Relationship Id="rId5" Type="http://schemas.openxmlformats.org/officeDocument/2006/relationships/image" Target="../media/image159.emf"/><Relationship Id="rId10" Type="http://schemas.openxmlformats.org/officeDocument/2006/relationships/oleObject" Target="../embeddings/oleObject213.bin"/><Relationship Id="rId4" Type="http://schemas.openxmlformats.org/officeDocument/2006/relationships/oleObject" Target="../embeddings/oleObject210.bin"/><Relationship Id="rId9" Type="http://schemas.openxmlformats.org/officeDocument/2006/relationships/image" Target="../media/image16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emf"/><Relationship Id="rId13" Type="http://schemas.openxmlformats.org/officeDocument/2006/relationships/oleObject" Target="../embeddings/oleObject220.bin"/><Relationship Id="rId18" Type="http://schemas.openxmlformats.org/officeDocument/2006/relationships/image" Target="../media/image171.emf"/><Relationship Id="rId26" Type="http://schemas.openxmlformats.org/officeDocument/2006/relationships/image" Target="../media/image175.emf"/><Relationship Id="rId3" Type="http://schemas.openxmlformats.org/officeDocument/2006/relationships/oleObject" Target="../embeddings/oleObject215.bin"/><Relationship Id="rId21" Type="http://schemas.openxmlformats.org/officeDocument/2006/relationships/oleObject" Target="../embeddings/oleObject224.bin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168.emf"/><Relationship Id="rId17" Type="http://schemas.openxmlformats.org/officeDocument/2006/relationships/oleObject" Target="../embeddings/oleObject222.bin"/><Relationship Id="rId25" Type="http://schemas.openxmlformats.org/officeDocument/2006/relationships/oleObject" Target="../embeddings/oleObject226.bin"/><Relationship Id="rId2" Type="http://schemas.openxmlformats.org/officeDocument/2006/relationships/image" Target="../media/image11.png"/><Relationship Id="rId16" Type="http://schemas.openxmlformats.org/officeDocument/2006/relationships/image" Target="../media/image170.emf"/><Relationship Id="rId20" Type="http://schemas.openxmlformats.org/officeDocument/2006/relationships/image" Target="../media/image172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5.emf"/><Relationship Id="rId11" Type="http://schemas.openxmlformats.org/officeDocument/2006/relationships/oleObject" Target="../embeddings/oleObject219.bin"/><Relationship Id="rId24" Type="http://schemas.openxmlformats.org/officeDocument/2006/relationships/image" Target="../media/image174.emf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1.bin"/><Relationship Id="rId23" Type="http://schemas.openxmlformats.org/officeDocument/2006/relationships/oleObject" Target="../embeddings/oleObject225.bin"/><Relationship Id="rId10" Type="http://schemas.openxmlformats.org/officeDocument/2006/relationships/image" Target="../media/image167.emf"/><Relationship Id="rId19" Type="http://schemas.openxmlformats.org/officeDocument/2006/relationships/oleObject" Target="../embeddings/oleObject223.bin"/><Relationship Id="rId4" Type="http://schemas.openxmlformats.org/officeDocument/2006/relationships/image" Target="../media/image164.emf"/><Relationship Id="rId9" Type="http://schemas.openxmlformats.org/officeDocument/2006/relationships/oleObject" Target="../embeddings/oleObject218.bin"/><Relationship Id="rId14" Type="http://schemas.openxmlformats.org/officeDocument/2006/relationships/image" Target="../media/image169.emf"/><Relationship Id="rId22" Type="http://schemas.openxmlformats.org/officeDocument/2006/relationships/image" Target="../media/image173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0.bin"/><Relationship Id="rId13" Type="http://schemas.openxmlformats.org/officeDocument/2006/relationships/image" Target="../media/image181.emf"/><Relationship Id="rId18" Type="http://schemas.openxmlformats.org/officeDocument/2006/relationships/oleObject" Target="../embeddings/oleObject236.bin"/><Relationship Id="rId3" Type="http://schemas.openxmlformats.org/officeDocument/2006/relationships/image" Target="../media/image176.wmf"/><Relationship Id="rId21" Type="http://schemas.openxmlformats.org/officeDocument/2006/relationships/image" Target="../media/image184.emf"/><Relationship Id="rId7" Type="http://schemas.openxmlformats.org/officeDocument/2006/relationships/image" Target="../media/image178.wmf"/><Relationship Id="rId12" Type="http://schemas.openxmlformats.org/officeDocument/2006/relationships/oleObject" Target="../embeddings/oleObject232.bin"/><Relationship Id="rId17" Type="http://schemas.openxmlformats.org/officeDocument/2006/relationships/oleObject" Target="../embeddings/oleObject235.bin"/><Relationship Id="rId2" Type="http://schemas.openxmlformats.org/officeDocument/2006/relationships/oleObject" Target="../embeddings/oleObject227.bin"/><Relationship Id="rId16" Type="http://schemas.openxmlformats.org/officeDocument/2006/relationships/oleObject" Target="../embeddings/oleObject234.bin"/><Relationship Id="rId20" Type="http://schemas.openxmlformats.org/officeDocument/2006/relationships/oleObject" Target="../embeddings/oleObject2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9.bin"/><Relationship Id="rId11" Type="http://schemas.openxmlformats.org/officeDocument/2006/relationships/image" Target="../media/image180.emf"/><Relationship Id="rId5" Type="http://schemas.openxmlformats.org/officeDocument/2006/relationships/image" Target="../media/image177.wmf"/><Relationship Id="rId15" Type="http://schemas.openxmlformats.org/officeDocument/2006/relationships/image" Target="../media/image182.wmf"/><Relationship Id="rId23" Type="http://schemas.openxmlformats.org/officeDocument/2006/relationships/image" Target="../media/image185.emf"/><Relationship Id="rId10" Type="http://schemas.openxmlformats.org/officeDocument/2006/relationships/oleObject" Target="../embeddings/oleObject231.bin"/><Relationship Id="rId19" Type="http://schemas.openxmlformats.org/officeDocument/2006/relationships/image" Target="../media/image183.wmf"/><Relationship Id="rId4" Type="http://schemas.openxmlformats.org/officeDocument/2006/relationships/oleObject" Target="../embeddings/oleObject228.bin"/><Relationship Id="rId9" Type="http://schemas.openxmlformats.org/officeDocument/2006/relationships/image" Target="../media/image179.wmf"/><Relationship Id="rId14" Type="http://schemas.openxmlformats.org/officeDocument/2006/relationships/oleObject" Target="../embeddings/oleObject233.bin"/><Relationship Id="rId22" Type="http://schemas.openxmlformats.org/officeDocument/2006/relationships/oleObject" Target="../embeddings/oleObject23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2.bin"/><Relationship Id="rId3" Type="http://schemas.openxmlformats.org/officeDocument/2006/relationships/image" Target="../media/image186.emf"/><Relationship Id="rId7" Type="http://schemas.openxmlformats.org/officeDocument/2006/relationships/image" Target="../media/image188.emf"/><Relationship Id="rId2" Type="http://schemas.openxmlformats.org/officeDocument/2006/relationships/oleObject" Target="../embeddings/oleObject2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1.bin"/><Relationship Id="rId11" Type="http://schemas.openxmlformats.org/officeDocument/2006/relationships/image" Target="../media/image190.wmf"/><Relationship Id="rId5" Type="http://schemas.openxmlformats.org/officeDocument/2006/relationships/image" Target="../media/image187.emf"/><Relationship Id="rId10" Type="http://schemas.openxmlformats.org/officeDocument/2006/relationships/oleObject" Target="../embeddings/oleObject243.bin"/><Relationship Id="rId4" Type="http://schemas.openxmlformats.org/officeDocument/2006/relationships/oleObject" Target="../embeddings/oleObject240.bin"/><Relationship Id="rId9" Type="http://schemas.openxmlformats.org/officeDocument/2006/relationships/image" Target="../media/image189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3" Type="http://schemas.openxmlformats.org/officeDocument/2006/relationships/image" Target="../media/image191.emf"/><Relationship Id="rId7" Type="http://schemas.openxmlformats.org/officeDocument/2006/relationships/image" Target="../media/image193.emf"/><Relationship Id="rId2" Type="http://schemas.openxmlformats.org/officeDocument/2006/relationships/oleObject" Target="../embeddings/oleObject2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6.bin"/><Relationship Id="rId11" Type="http://schemas.openxmlformats.org/officeDocument/2006/relationships/image" Target="../media/image195.emf"/><Relationship Id="rId5" Type="http://schemas.openxmlformats.org/officeDocument/2006/relationships/image" Target="../media/image192.emf"/><Relationship Id="rId10" Type="http://schemas.openxmlformats.org/officeDocument/2006/relationships/oleObject" Target="../embeddings/oleObject248.bin"/><Relationship Id="rId4" Type="http://schemas.openxmlformats.org/officeDocument/2006/relationships/oleObject" Target="../embeddings/oleObject245.bin"/><Relationship Id="rId9" Type="http://schemas.openxmlformats.org/officeDocument/2006/relationships/image" Target="../media/image194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emf"/><Relationship Id="rId7" Type="http://schemas.openxmlformats.org/officeDocument/2006/relationships/image" Target="../media/image198.emf"/><Relationship Id="rId2" Type="http://schemas.openxmlformats.org/officeDocument/2006/relationships/oleObject" Target="../embeddings/oleObject2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1.bin"/><Relationship Id="rId5" Type="http://schemas.openxmlformats.org/officeDocument/2006/relationships/image" Target="../media/image197.wmf"/><Relationship Id="rId4" Type="http://schemas.openxmlformats.org/officeDocument/2006/relationships/oleObject" Target="../embeddings/oleObject250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emf"/><Relationship Id="rId2" Type="http://schemas.openxmlformats.org/officeDocument/2006/relationships/oleObject" Target="../embeddings/oleObject25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0.emf"/><Relationship Id="rId4" Type="http://schemas.openxmlformats.org/officeDocument/2006/relationships/oleObject" Target="../embeddings/oleObject253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7.bin"/><Relationship Id="rId13" Type="http://schemas.openxmlformats.org/officeDocument/2006/relationships/image" Target="../media/image206.wmf"/><Relationship Id="rId18" Type="http://schemas.openxmlformats.org/officeDocument/2006/relationships/oleObject" Target="../embeddings/oleObject262.bin"/><Relationship Id="rId3" Type="http://schemas.openxmlformats.org/officeDocument/2006/relationships/image" Target="../media/image201.emf"/><Relationship Id="rId7" Type="http://schemas.openxmlformats.org/officeDocument/2006/relationships/image" Target="../media/image203.emf"/><Relationship Id="rId12" Type="http://schemas.openxmlformats.org/officeDocument/2006/relationships/oleObject" Target="../embeddings/oleObject259.bin"/><Relationship Id="rId17" Type="http://schemas.openxmlformats.org/officeDocument/2006/relationships/image" Target="../media/image208.emf"/><Relationship Id="rId2" Type="http://schemas.openxmlformats.org/officeDocument/2006/relationships/oleObject" Target="../embeddings/oleObject254.bin"/><Relationship Id="rId16" Type="http://schemas.openxmlformats.org/officeDocument/2006/relationships/oleObject" Target="../embeddings/oleObject26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6.bin"/><Relationship Id="rId11" Type="http://schemas.openxmlformats.org/officeDocument/2006/relationships/image" Target="../media/image205.emf"/><Relationship Id="rId5" Type="http://schemas.openxmlformats.org/officeDocument/2006/relationships/image" Target="../media/image202.emf"/><Relationship Id="rId15" Type="http://schemas.openxmlformats.org/officeDocument/2006/relationships/image" Target="../media/image207.wmf"/><Relationship Id="rId10" Type="http://schemas.openxmlformats.org/officeDocument/2006/relationships/oleObject" Target="../embeddings/oleObject258.bin"/><Relationship Id="rId19" Type="http://schemas.openxmlformats.org/officeDocument/2006/relationships/image" Target="../media/image209.emf"/><Relationship Id="rId4" Type="http://schemas.openxmlformats.org/officeDocument/2006/relationships/oleObject" Target="../embeddings/oleObject255.bin"/><Relationship Id="rId9" Type="http://schemas.openxmlformats.org/officeDocument/2006/relationships/image" Target="../media/image204.emf"/><Relationship Id="rId14" Type="http://schemas.openxmlformats.org/officeDocument/2006/relationships/oleObject" Target="../embeddings/oleObject260.bin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68.bin"/><Relationship Id="rId18" Type="http://schemas.openxmlformats.org/officeDocument/2006/relationships/image" Target="../media/image217.wmf"/><Relationship Id="rId26" Type="http://schemas.openxmlformats.org/officeDocument/2006/relationships/oleObject" Target="../embeddings/oleObject275.bin"/><Relationship Id="rId3" Type="http://schemas.openxmlformats.org/officeDocument/2006/relationships/oleObject" Target="../embeddings/oleObject263.bin"/><Relationship Id="rId21" Type="http://schemas.openxmlformats.org/officeDocument/2006/relationships/oleObject" Target="../embeddings/oleObject272.bin"/><Relationship Id="rId7" Type="http://schemas.openxmlformats.org/officeDocument/2006/relationships/oleObject" Target="../embeddings/oleObject265.bin"/><Relationship Id="rId12" Type="http://schemas.openxmlformats.org/officeDocument/2006/relationships/image" Target="../media/image214.emf"/><Relationship Id="rId17" Type="http://schemas.openxmlformats.org/officeDocument/2006/relationships/oleObject" Target="../embeddings/oleObject270.bin"/><Relationship Id="rId25" Type="http://schemas.openxmlformats.org/officeDocument/2006/relationships/oleObject" Target="../embeddings/oleObject274.bin"/><Relationship Id="rId33" Type="http://schemas.openxmlformats.org/officeDocument/2006/relationships/oleObject" Target="../embeddings/oleObject280.bin"/><Relationship Id="rId2" Type="http://schemas.openxmlformats.org/officeDocument/2006/relationships/image" Target="../media/image11.png"/><Relationship Id="rId16" Type="http://schemas.openxmlformats.org/officeDocument/2006/relationships/image" Target="../media/image216.wmf"/><Relationship Id="rId20" Type="http://schemas.openxmlformats.org/officeDocument/2006/relationships/image" Target="../media/image218.emf"/><Relationship Id="rId29" Type="http://schemas.openxmlformats.org/officeDocument/2006/relationships/oleObject" Target="../embeddings/oleObject27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wmf"/><Relationship Id="rId11" Type="http://schemas.openxmlformats.org/officeDocument/2006/relationships/oleObject" Target="../embeddings/oleObject267.bin"/><Relationship Id="rId24" Type="http://schemas.openxmlformats.org/officeDocument/2006/relationships/image" Target="../media/image220.emf"/><Relationship Id="rId32" Type="http://schemas.openxmlformats.org/officeDocument/2006/relationships/oleObject" Target="../embeddings/oleObject279.bin"/><Relationship Id="rId5" Type="http://schemas.openxmlformats.org/officeDocument/2006/relationships/oleObject" Target="../embeddings/oleObject264.bin"/><Relationship Id="rId15" Type="http://schemas.openxmlformats.org/officeDocument/2006/relationships/oleObject" Target="../embeddings/oleObject269.bin"/><Relationship Id="rId23" Type="http://schemas.openxmlformats.org/officeDocument/2006/relationships/oleObject" Target="../embeddings/oleObject273.bin"/><Relationship Id="rId28" Type="http://schemas.openxmlformats.org/officeDocument/2006/relationships/image" Target="../media/image221.emf"/><Relationship Id="rId10" Type="http://schemas.openxmlformats.org/officeDocument/2006/relationships/image" Target="../media/image213.emf"/><Relationship Id="rId19" Type="http://schemas.openxmlformats.org/officeDocument/2006/relationships/oleObject" Target="../embeddings/oleObject271.bin"/><Relationship Id="rId31" Type="http://schemas.openxmlformats.org/officeDocument/2006/relationships/oleObject" Target="../embeddings/oleObject278.bin"/><Relationship Id="rId4" Type="http://schemas.openxmlformats.org/officeDocument/2006/relationships/image" Target="../media/image210.emf"/><Relationship Id="rId9" Type="http://schemas.openxmlformats.org/officeDocument/2006/relationships/oleObject" Target="../embeddings/oleObject266.bin"/><Relationship Id="rId14" Type="http://schemas.openxmlformats.org/officeDocument/2006/relationships/image" Target="../media/image215.wmf"/><Relationship Id="rId22" Type="http://schemas.openxmlformats.org/officeDocument/2006/relationships/image" Target="../media/image219.emf"/><Relationship Id="rId27" Type="http://schemas.openxmlformats.org/officeDocument/2006/relationships/oleObject" Target="../embeddings/oleObject276.bin"/><Relationship Id="rId30" Type="http://schemas.openxmlformats.org/officeDocument/2006/relationships/image" Target="../media/image222.emf"/><Relationship Id="rId8" Type="http://schemas.openxmlformats.org/officeDocument/2006/relationships/image" Target="../media/image2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3798456" y="2484582"/>
            <a:ext cx="4560453" cy="709181"/>
          </a:xfrm>
          <a:prstGeom prst="rect">
            <a:avLst/>
          </a:prstGeom>
          <a:noFill/>
          <a:ln w="44450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/>
          <a:p>
            <a:pPr algn="ctr"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7  Fourier</a:t>
            </a:r>
            <a:r>
              <a:rPr lang="zh-CN" altLang="en-US" sz="4400" b="1" dirty="0">
                <a:solidFill>
                  <a:srgbClr val="FF0000"/>
                </a:solidFill>
                <a:latin typeface="+mn-ea"/>
              </a:rPr>
              <a:t>级数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5829B0-C5DF-4B7C-97FF-A77933E04EDB}"/>
              </a:ext>
            </a:extLst>
          </p:cNvPr>
          <p:cNvSpPr txBox="1"/>
          <p:nvPr/>
        </p:nvSpPr>
        <p:spPr>
          <a:xfrm>
            <a:off x="10285737" y="232389"/>
            <a:ext cx="1576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nstler Script" panose="030304020206070D0D06" pitchFamily="66" charset="0"/>
              </a:rPr>
              <a:t>Chpter 12</a:t>
            </a:r>
            <a:endParaRPr lang="zh-CN" altLang="en-US" sz="36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nstler Script" panose="030304020206070D0D06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76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456" name="Rectangle 64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182564"/>
            <a:ext cx="7772400" cy="808037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zh-CN" altLang="en-US" sz="3600" b="1" dirty="0">
                <a:solidFill>
                  <a:srgbClr val="FF0000"/>
                </a:solidFill>
              </a:rPr>
              <a:t>一、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Fourier</a:t>
            </a:r>
            <a:r>
              <a:rPr lang="zh-CN" altLang="en-US" sz="3600" b="1" dirty="0">
                <a:solidFill>
                  <a:srgbClr val="FF0000"/>
                </a:solidFill>
              </a:rPr>
              <a:t>级数的概念</a:t>
            </a:r>
          </a:p>
        </p:txBody>
      </p:sp>
      <p:graphicFrame>
        <p:nvGraphicFramePr>
          <p:cNvPr id="699466" name="Object 74"/>
          <p:cNvGraphicFramePr>
            <a:graphicFrameLocks noChangeAspect="1"/>
          </p:cNvGraphicFramePr>
          <p:nvPr/>
        </p:nvGraphicFramePr>
        <p:xfrm>
          <a:off x="1847850" y="1219200"/>
          <a:ext cx="110299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486095" imgH="231648" progId="Word.Document.8">
                  <p:embed/>
                </p:oleObj>
              </mc:Choice>
              <mc:Fallback>
                <p:oleObj name="文档" r:id="rId2" imgW="5486095" imgH="2316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1219200"/>
                        <a:ext cx="110299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9467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684866"/>
              </p:ext>
            </p:extLst>
          </p:nvPr>
        </p:nvGraphicFramePr>
        <p:xfrm>
          <a:off x="1905000" y="2017713"/>
          <a:ext cx="73152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139794" imgH="198007" progId="Word.Document.8">
                  <p:embed/>
                </p:oleObj>
              </mc:Choice>
              <mc:Fallback>
                <p:oleObj name="Document" r:id="rId4" imgW="3139794" imgH="19800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017713"/>
                        <a:ext cx="731520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9468" name="Object 76"/>
          <p:cNvGraphicFramePr>
            <a:graphicFrameLocks noChangeAspect="1"/>
          </p:cNvGraphicFramePr>
          <p:nvPr/>
        </p:nvGraphicFramePr>
        <p:xfrm>
          <a:off x="1905001" y="2735264"/>
          <a:ext cx="8475663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3491009" imgH="272434" progId="Word.Document.8">
                  <p:embed/>
                </p:oleObj>
              </mc:Choice>
              <mc:Fallback>
                <p:oleObj name="文档" r:id="rId6" imgW="3491009" imgH="2724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2735264"/>
                        <a:ext cx="8475663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9470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508818"/>
              </p:ext>
            </p:extLst>
          </p:nvPr>
        </p:nvGraphicFramePr>
        <p:xfrm>
          <a:off x="1752600" y="4318000"/>
          <a:ext cx="10210800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649747" imgH="634703" progId="Word.Document.8">
                  <p:embed/>
                </p:oleObj>
              </mc:Choice>
              <mc:Fallback>
                <p:oleObj name="Document" r:id="rId8" imgW="4649747" imgH="63470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318000"/>
                        <a:ext cx="10210800" cy="138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847850" y="3365829"/>
            <a:ext cx="34307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solidFill>
                  <a:srgbClr val="0000FF"/>
                </a:solidFill>
                <a:latin typeface="+mn-ea"/>
              </a:rPr>
              <a:t>三角函数系的正交性</a:t>
            </a:r>
            <a:endParaRPr lang="zh-CN" altLang="zh-CN" sz="2800" kern="100" dirty="0">
              <a:latin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58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9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456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04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909666"/>
              </p:ext>
            </p:extLst>
          </p:nvPr>
        </p:nvGraphicFramePr>
        <p:xfrm>
          <a:off x="2347913" y="1716088"/>
          <a:ext cx="9105900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816645" imgH="456496" progId="Word.Document.8">
                  <p:embed/>
                </p:oleObj>
              </mc:Choice>
              <mc:Fallback>
                <p:oleObj name="Document" r:id="rId2" imgW="3816645" imgH="4564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913" y="1716088"/>
                        <a:ext cx="9105900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007917"/>
              </p:ext>
            </p:extLst>
          </p:nvPr>
        </p:nvGraphicFramePr>
        <p:xfrm>
          <a:off x="2498725" y="2705100"/>
          <a:ext cx="8993188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826005" imgH="356053" progId="Word.Document.8">
                  <p:embed/>
                </p:oleObj>
              </mc:Choice>
              <mc:Fallback>
                <p:oleObj name="Document" r:id="rId4" imgW="3826005" imgH="35605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25" y="2705100"/>
                        <a:ext cx="8993188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915004"/>
              </p:ext>
            </p:extLst>
          </p:nvPr>
        </p:nvGraphicFramePr>
        <p:xfrm>
          <a:off x="2640013" y="3629025"/>
          <a:ext cx="87471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721958" imgH="429135" progId="Word.Document.8">
                  <p:embed/>
                </p:oleObj>
              </mc:Choice>
              <mc:Fallback>
                <p:oleObj name="Document" r:id="rId6" imgW="3721958" imgH="4291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3629025"/>
                        <a:ext cx="874712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128856"/>
              </p:ext>
            </p:extLst>
          </p:nvPr>
        </p:nvGraphicFramePr>
        <p:xfrm>
          <a:off x="2640013" y="4581525"/>
          <a:ext cx="915352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966416" imgH="429135" progId="Word.Document.8">
                  <p:embed/>
                </p:oleObj>
              </mc:Choice>
              <mc:Fallback>
                <p:oleObj name="Document" r:id="rId8" imgW="3966416" imgH="4291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581525"/>
                        <a:ext cx="915352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3" name="Group 7"/>
          <p:cNvGrpSpPr>
            <a:grpSpLocks/>
          </p:cNvGrpSpPr>
          <p:nvPr/>
        </p:nvGrpSpPr>
        <p:grpSpPr bwMode="auto">
          <a:xfrm>
            <a:off x="1828800" y="381000"/>
            <a:ext cx="9869488" cy="1219200"/>
            <a:chOff x="288" y="240"/>
            <a:chExt cx="6217" cy="768"/>
          </a:xfrm>
        </p:grpSpPr>
        <p:graphicFrame>
          <p:nvGraphicFramePr>
            <p:cNvPr id="922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440830"/>
                </p:ext>
              </p:extLst>
            </p:nvPr>
          </p:nvGraphicFramePr>
          <p:xfrm>
            <a:off x="431" y="285"/>
            <a:ext cx="6074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10" imgW="4139229" imgH="198007" progId="Word.Document.8">
                    <p:embed/>
                  </p:oleObj>
                </mc:Choice>
                <mc:Fallback>
                  <p:oleObj name="Document" r:id="rId10" imgW="4139229" imgH="198007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285"/>
                          <a:ext cx="6074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5" name="Object 9"/>
            <p:cNvGraphicFramePr>
              <a:graphicFrameLocks noChangeAspect="1"/>
            </p:cNvGraphicFramePr>
            <p:nvPr/>
          </p:nvGraphicFramePr>
          <p:xfrm>
            <a:off x="336" y="688"/>
            <a:ext cx="49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12" imgW="3495336" imgH="190271" progId="Word.Document.8">
                    <p:embed/>
                  </p:oleObj>
                </mc:Choice>
                <mc:Fallback>
                  <p:oleObj name="文档" r:id="rId12" imgW="3495336" imgH="190271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688"/>
                          <a:ext cx="499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6" name="Rectangle 10"/>
            <p:cNvSpPr>
              <a:spLocks noChangeArrowheads="1"/>
            </p:cNvSpPr>
            <p:nvPr/>
          </p:nvSpPr>
          <p:spPr bwMode="auto">
            <a:xfrm>
              <a:off x="288" y="240"/>
              <a:ext cx="5184" cy="768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51918"/>
              </p:ext>
            </p:extLst>
          </p:nvPr>
        </p:nvGraphicFramePr>
        <p:xfrm>
          <a:off x="2606675" y="5405436"/>
          <a:ext cx="72231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288960" imgH="330120" progId="Equation.DSMT4">
                  <p:embed/>
                </p:oleObj>
              </mc:Choice>
              <mc:Fallback>
                <p:oleObj name="Equation" r:id="rId15" imgW="3288960" imgH="330120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5" y="5405436"/>
                        <a:ext cx="7223125" cy="733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81"/>
          <p:cNvSpPr>
            <a:spLocks noChangeArrowheads="1"/>
          </p:cNvSpPr>
          <p:nvPr/>
        </p:nvSpPr>
        <p:spPr bwMode="auto">
          <a:xfrm>
            <a:off x="0" y="3333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36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14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889096"/>
              </p:ext>
            </p:extLst>
          </p:nvPr>
        </p:nvGraphicFramePr>
        <p:xfrm>
          <a:off x="1989138" y="1790700"/>
          <a:ext cx="9285287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289000" imgH="613462" progId="Word.Document.8">
                  <p:embed/>
                </p:oleObj>
              </mc:Choice>
              <mc:Fallback>
                <p:oleObj name="Document" r:id="rId2" imgW="4289000" imgH="6134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1790700"/>
                        <a:ext cx="9285287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016350"/>
              </p:ext>
            </p:extLst>
          </p:nvPr>
        </p:nvGraphicFramePr>
        <p:xfrm>
          <a:off x="2063750" y="3025775"/>
          <a:ext cx="954087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659673" imgH="353173" progId="Word.Document.8">
                  <p:embed/>
                </p:oleObj>
              </mc:Choice>
              <mc:Fallback>
                <p:oleObj name="Document" r:id="rId4" imgW="3659673" imgH="35317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3025775"/>
                        <a:ext cx="9540875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433344"/>
              </p:ext>
            </p:extLst>
          </p:nvPr>
        </p:nvGraphicFramePr>
        <p:xfrm>
          <a:off x="2206625" y="3997325"/>
          <a:ext cx="83423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76964" imgH="355693" progId="Word.Document.8">
                  <p:embed/>
                </p:oleObj>
              </mc:Choice>
              <mc:Fallback>
                <p:oleObj name="Document" r:id="rId6" imgW="3276964" imgH="35569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3997325"/>
                        <a:ext cx="834231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20823"/>
              </p:ext>
            </p:extLst>
          </p:nvPr>
        </p:nvGraphicFramePr>
        <p:xfrm>
          <a:off x="2208213" y="452438"/>
          <a:ext cx="72136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112432" imgH="198007" progId="Word.Document.8">
                  <p:embed/>
                </p:oleObj>
              </mc:Choice>
              <mc:Fallback>
                <p:oleObj name="Document" r:id="rId8" imgW="3112432" imgH="19800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452438"/>
                        <a:ext cx="721360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2063750" y="996951"/>
          <a:ext cx="815498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3495336" imgH="190271" progId="Word.Document.8">
                  <p:embed/>
                </p:oleObj>
              </mc:Choice>
              <mc:Fallback>
                <p:oleObj name="文档" r:id="rId10" imgW="3495336" imgH="19027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996951"/>
                        <a:ext cx="8154988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1524000" y="1524000"/>
            <a:ext cx="914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314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896909"/>
              </p:ext>
            </p:extLst>
          </p:nvPr>
        </p:nvGraphicFramePr>
        <p:xfrm>
          <a:off x="2206625" y="5062538"/>
          <a:ext cx="911542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3609629" imgH="354613" progId="Word.Document.8">
                  <p:embed/>
                </p:oleObj>
              </mc:Choice>
              <mc:Fallback>
                <p:oleObj name="Document" r:id="rId12" imgW="3609629" imgH="3546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5062538"/>
                        <a:ext cx="911542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53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7"/>
          <p:cNvSpPr>
            <a:spLocks noGrp="1" noChangeArrowheads="1"/>
          </p:cNvSpPr>
          <p:nvPr>
            <p:ph type="title"/>
          </p:nvPr>
        </p:nvSpPr>
        <p:spPr>
          <a:xfrm>
            <a:off x="1752600" y="457200"/>
            <a:ext cx="7772400" cy="655638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二、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Fourier</a:t>
            </a:r>
            <a:r>
              <a:rPr lang="zh-CN" altLang="en-US" b="1" dirty="0">
                <a:solidFill>
                  <a:srgbClr val="FF0000"/>
                </a:solidFill>
              </a:rPr>
              <a:t>级数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671152"/>
              </p:ext>
            </p:extLst>
          </p:nvPr>
        </p:nvGraphicFramePr>
        <p:xfrm>
          <a:off x="1938642" y="2653127"/>
          <a:ext cx="6517878" cy="987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32100" imgH="431800" progId="Equation.DSMT4">
                  <p:embed/>
                </p:oleObj>
              </mc:Choice>
              <mc:Fallback>
                <p:oleObj name="Equation" r:id="rId2" imgW="2832100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8642" y="2653127"/>
                        <a:ext cx="6517878" cy="9875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1403486" y="2076284"/>
            <a:ext cx="7574156" cy="523220"/>
            <a:chOff x="2411321" y="2291056"/>
            <a:chExt cx="7574156" cy="523220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5443454"/>
                </p:ext>
              </p:extLst>
            </p:nvPr>
          </p:nvGraphicFramePr>
          <p:xfrm>
            <a:off x="3317547" y="2404654"/>
            <a:ext cx="470263" cy="372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8600" imgH="177480" progId="Equation.DSMT4">
                    <p:embed/>
                  </p:oleObj>
                </mc:Choice>
                <mc:Fallback>
                  <p:oleObj name="Equation" r:id="rId4" imgW="228600" imgH="1774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7547" y="2404654"/>
                          <a:ext cx="470263" cy="37229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218548"/>
                </p:ext>
              </p:extLst>
            </p:nvPr>
          </p:nvGraphicFramePr>
          <p:xfrm>
            <a:off x="5974280" y="2376488"/>
            <a:ext cx="796018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68280" imgH="203040" progId="Equation.DSMT4">
                    <p:embed/>
                  </p:oleObj>
                </mc:Choice>
                <mc:Fallback>
                  <p:oleObj name="Equation" r:id="rId6" imgW="368280" imgH="20304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4280" y="2376488"/>
                          <a:ext cx="796018" cy="4286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13"/>
            <p:cNvSpPr>
              <a:spLocks noChangeArrowheads="1"/>
            </p:cNvSpPr>
            <p:nvPr/>
          </p:nvSpPr>
          <p:spPr bwMode="auto">
            <a:xfrm>
              <a:off x="2411321" y="2291056"/>
              <a:ext cx="90601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设以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3788228" y="2291056"/>
              <a:ext cx="234872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为周期的函数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6607629" y="2291056"/>
              <a:ext cx="337784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可展开成三角级数</a:t>
              </a:r>
              <a:r>
                <a:rPr kumimoji="0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334005" y="3782621"/>
            <a:ext cx="7657885" cy="564629"/>
            <a:chOff x="1905000" y="3673941"/>
            <a:chExt cx="7657885" cy="564629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5248964"/>
                </p:ext>
              </p:extLst>
            </p:nvPr>
          </p:nvGraphicFramePr>
          <p:xfrm>
            <a:off x="4210361" y="3756759"/>
            <a:ext cx="1265283" cy="440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71320" imgH="203040" progId="Equation.DSMT4">
                    <p:embed/>
                  </p:oleObj>
                </mc:Choice>
                <mc:Fallback>
                  <p:oleObj name="Equation" r:id="rId8" imgW="571320" imgH="20304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0361" y="3756759"/>
                          <a:ext cx="1265283" cy="44040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20"/>
            <p:cNvSpPr>
              <a:spLocks noChangeArrowheads="1"/>
            </p:cNvSpPr>
            <p:nvPr/>
          </p:nvSpPr>
          <p:spPr bwMode="auto">
            <a:xfrm>
              <a:off x="1905000" y="3715350"/>
              <a:ext cx="244650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并设级数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在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14" name="Rectangle 21"/>
            <p:cNvSpPr>
              <a:spLocks noChangeArrowheads="1"/>
            </p:cNvSpPr>
            <p:nvPr/>
          </p:nvSpPr>
          <p:spPr bwMode="auto">
            <a:xfrm>
              <a:off x="5372314" y="3673941"/>
              <a:ext cx="419057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上可逐项积分，那么系数</a:t>
              </a:r>
              <a:r>
                <a:rPr kumimoji="0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557855" y="4588684"/>
            <a:ext cx="8782106" cy="570069"/>
            <a:chOff x="1922462" y="4508344"/>
            <a:chExt cx="8782106" cy="570069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2882988"/>
                </p:ext>
              </p:extLst>
            </p:nvPr>
          </p:nvGraphicFramePr>
          <p:xfrm>
            <a:off x="1922462" y="4583112"/>
            <a:ext cx="3191940" cy="495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473120" imgH="228600" progId="Equation.DSMT4">
                    <p:embed/>
                  </p:oleObj>
                </mc:Choice>
                <mc:Fallback>
                  <p:oleObj name="Equation" r:id="rId10" imgW="1473120" imgH="2286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2462" y="4583112"/>
                          <a:ext cx="3191940" cy="49530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8948957"/>
                </p:ext>
              </p:extLst>
            </p:nvPr>
          </p:nvGraphicFramePr>
          <p:xfrm>
            <a:off x="5478227" y="4579433"/>
            <a:ext cx="827348" cy="445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68140" imgH="203112" progId="Equation.DSMT4">
                    <p:embed/>
                  </p:oleObj>
                </mc:Choice>
                <mc:Fallback>
                  <p:oleObj name="Equation" r:id="rId12" imgW="368140" imgH="203112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8227" y="4579433"/>
                          <a:ext cx="827348" cy="44549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22"/>
            <p:cNvSpPr>
              <a:spLocks noChangeArrowheads="1"/>
            </p:cNvSpPr>
            <p:nvPr/>
          </p:nvSpPr>
          <p:spPr bwMode="auto">
            <a:xfrm>
              <a:off x="5030041" y="4508344"/>
              <a:ext cx="53214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与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16" name="Rectangle 23"/>
            <p:cNvSpPr>
              <a:spLocks noChangeArrowheads="1"/>
            </p:cNvSpPr>
            <p:nvPr/>
          </p:nvSpPr>
          <p:spPr bwMode="auto">
            <a:xfrm>
              <a:off x="6191794" y="4508344"/>
              <a:ext cx="451277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存在什么关系？如何求出？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334005" y="5331019"/>
            <a:ext cx="9408109" cy="576843"/>
            <a:chOff x="1885774" y="5203629"/>
            <a:chExt cx="9408109" cy="576843"/>
          </a:xfrm>
        </p:grpSpPr>
        <p:sp>
          <p:nvSpPr>
            <p:cNvPr id="18" name="Rectangle 33"/>
            <p:cNvSpPr>
              <a:spLocks noChangeArrowheads="1"/>
            </p:cNvSpPr>
            <p:nvPr/>
          </p:nvSpPr>
          <p:spPr bwMode="auto">
            <a:xfrm>
              <a:off x="1885774" y="5257252"/>
              <a:ext cx="685957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利用三角函数系的正交性，对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式两边在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0269985"/>
                </p:ext>
              </p:extLst>
            </p:nvPr>
          </p:nvGraphicFramePr>
          <p:xfrm>
            <a:off x="8606007" y="5304558"/>
            <a:ext cx="1199844" cy="422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71320" imgH="203040" progId="Equation.DSMT4">
                    <p:embed/>
                  </p:oleObj>
                </mc:Choice>
                <mc:Fallback>
                  <p:oleObj name="Equation" r:id="rId14" imgW="571320" imgH="20304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06007" y="5304558"/>
                          <a:ext cx="1199844" cy="42229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34"/>
            <p:cNvSpPr>
              <a:spLocks noChangeArrowheads="1"/>
            </p:cNvSpPr>
            <p:nvPr/>
          </p:nvSpPr>
          <p:spPr bwMode="auto">
            <a:xfrm>
              <a:off x="9666514" y="5203629"/>
              <a:ext cx="162736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上积分：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1622545" y="1249520"/>
            <a:ext cx="383630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1</a:t>
            </a:r>
            <a:r>
              <a:rPr lang="zh-CN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、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Euler—Fourier</a:t>
            </a:r>
            <a:r>
              <a:rPr lang="zh-CN" altLang="zh-CN" sz="2800" b="1" kern="100" dirty="0">
                <a:solidFill>
                  <a:srgbClr val="FF0000"/>
                </a:solidFill>
                <a:latin typeface="+mn-ea"/>
              </a:rPr>
              <a:t>公式</a:t>
            </a:r>
            <a:endParaRPr lang="zh-CN" altLang="zh-CN" sz="2800" kern="100" dirty="0">
              <a:latin typeface="+mn-ea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78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2541588" y="330200"/>
          <a:ext cx="6350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0216" imgH="400010" progId="Equation.DSMT4">
                  <p:embed/>
                </p:oleObj>
              </mc:Choice>
              <mc:Fallback>
                <p:oleObj name="Equation" r:id="rId2" imgW="2800216" imgH="4000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588" y="330200"/>
                        <a:ext cx="6350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1524000" y="1371600"/>
            <a:ext cx="914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325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375346"/>
              </p:ext>
            </p:extLst>
          </p:nvPr>
        </p:nvGraphicFramePr>
        <p:xfrm>
          <a:off x="1801813" y="1339850"/>
          <a:ext cx="10121900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576661" imgH="576381" progId="Word.Document.8">
                  <p:embed/>
                </p:oleObj>
              </mc:Choice>
              <mc:Fallback>
                <p:oleObj name="Document" r:id="rId4" imgW="4576661" imgH="57638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1339850"/>
                        <a:ext cx="10121900" cy="1274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519" name="Object 7"/>
          <p:cNvGraphicFramePr>
            <a:graphicFrameLocks noChangeAspect="1"/>
          </p:cNvGraphicFramePr>
          <p:nvPr/>
        </p:nvGraphicFramePr>
        <p:xfrm>
          <a:off x="1962151" y="4006850"/>
          <a:ext cx="240347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04900" imgH="330200" progId="Equation.3">
                  <p:embed/>
                </p:oleObj>
              </mc:Choice>
              <mc:Fallback>
                <p:oleObj name="公式" r:id="rId6" imgW="11049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1" y="4006850"/>
                        <a:ext cx="240347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520" name="Object 8"/>
          <p:cNvGraphicFramePr>
            <a:graphicFrameLocks noChangeAspect="1"/>
          </p:cNvGraphicFramePr>
          <p:nvPr/>
        </p:nvGraphicFramePr>
        <p:xfrm>
          <a:off x="1774825" y="4772026"/>
          <a:ext cx="86995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089400" imgH="431800" progId="Equation.3">
                  <p:embed/>
                </p:oleObj>
              </mc:Choice>
              <mc:Fallback>
                <p:oleObj name="公式" r:id="rId8" imgW="4089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4772026"/>
                        <a:ext cx="869950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2521" name="Object 9"/>
          <p:cNvGraphicFramePr>
            <a:graphicFrameLocks noChangeAspect="1"/>
          </p:cNvGraphicFramePr>
          <p:nvPr/>
        </p:nvGraphicFramePr>
        <p:xfrm>
          <a:off x="1774826" y="5764214"/>
          <a:ext cx="355917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4000" imgH="330200" progId="Equation.DSMT4">
                  <p:embed/>
                </p:oleObj>
              </mc:Choice>
              <mc:Fallback>
                <p:oleObj name="Equation" r:id="rId10" imgW="15240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5764214"/>
                        <a:ext cx="3559175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781871" y="3444073"/>
            <a:ext cx="5549156" cy="523220"/>
            <a:chOff x="3281742" y="3412991"/>
            <a:chExt cx="5549156" cy="523220"/>
          </a:xfrm>
        </p:grpSpPr>
        <p:sp>
          <p:nvSpPr>
            <p:cNvPr id="2" name="Rectangle 24"/>
            <p:cNvSpPr>
              <a:spLocks noChangeArrowheads="1"/>
            </p:cNvSpPr>
            <p:nvPr/>
          </p:nvSpPr>
          <p:spPr bwMode="auto">
            <a:xfrm>
              <a:off x="3281742" y="3412991"/>
              <a:ext cx="5453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用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9877865"/>
                </p:ext>
              </p:extLst>
            </p:nvPr>
          </p:nvGraphicFramePr>
          <p:xfrm>
            <a:off x="3872915" y="3466567"/>
            <a:ext cx="985421" cy="4160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31640" imgH="177480" progId="Equation.DSMT4">
                    <p:embed/>
                  </p:oleObj>
                </mc:Choice>
                <mc:Fallback>
                  <p:oleObj name="Equation" r:id="rId12" imgW="431640" imgH="17748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2915" y="3466567"/>
                          <a:ext cx="985421" cy="41606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25"/>
            <p:cNvSpPr>
              <a:spLocks noChangeArrowheads="1"/>
            </p:cNvSpPr>
            <p:nvPr/>
          </p:nvSpPr>
          <p:spPr bwMode="auto">
            <a:xfrm>
              <a:off x="4858336" y="3412991"/>
              <a:ext cx="397256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乘以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式两边后积分</a:t>
              </a:r>
              <a:r>
                <a:rPr kumimoji="0" lang="zh-CN" alt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：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827702" y="2390841"/>
            <a:ext cx="3888886" cy="951040"/>
            <a:chOff x="1827702" y="2390841"/>
            <a:chExt cx="3888886" cy="951040"/>
          </a:xfrm>
        </p:grpSpPr>
        <p:sp>
          <p:nvSpPr>
            <p:cNvPr id="6" name="Rectangle 27"/>
            <p:cNvSpPr>
              <a:spLocks noChangeArrowheads="1"/>
            </p:cNvSpPr>
            <p:nvPr/>
          </p:nvSpPr>
          <p:spPr bwMode="auto">
            <a:xfrm>
              <a:off x="1827702" y="2611765"/>
              <a:ext cx="5453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cs typeface="Times New Roman" panose="02020603050405020304" pitchFamily="18" charset="0"/>
                </a:rPr>
                <a:t>故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342854"/>
                </p:ext>
              </p:extLst>
            </p:nvPr>
          </p:nvGraphicFramePr>
          <p:xfrm>
            <a:off x="2968306" y="2390841"/>
            <a:ext cx="2748282" cy="951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168200" imgH="406080" progId="Equation.DSMT4">
                    <p:embed/>
                  </p:oleObj>
                </mc:Choice>
                <mc:Fallback>
                  <p:oleObj name="Equation" r:id="rId14" imgW="1168200" imgH="40608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306" y="2390841"/>
                          <a:ext cx="2748282" cy="95104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24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3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35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377031"/>
              </p:ext>
            </p:extLst>
          </p:nvPr>
        </p:nvGraphicFramePr>
        <p:xfrm>
          <a:off x="1995488" y="406400"/>
          <a:ext cx="930910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267398" imgH="516259" progId="Word.Document.8">
                  <p:embed/>
                </p:oleObj>
              </mc:Choice>
              <mc:Fallback>
                <p:oleObj name="Document" r:id="rId2" imgW="4267398" imgH="5162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488" y="406400"/>
                        <a:ext cx="930910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3539" name="Rectangle 3"/>
          <p:cNvSpPr>
            <a:spLocks noChangeArrowheads="1"/>
          </p:cNvSpPr>
          <p:nvPr/>
        </p:nvSpPr>
        <p:spPr bwMode="auto">
          <a:xfrm>
            <a:off x="2362201" y="404813"/>
            <a:ext cx="6613525" cy="9906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335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57610"/>
              </p:ext>
            </p:extLst>
          </p:nvPr>
        </p:nvGraphicFramePr>
        <p:xfrm>
          <a:off x="1326862" y="1568450"/>
          <a:ext cx="90963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3974697" imgH="297011" progId="Word.Document.8">
                  <p:embed/>
                </p:oleObj>
              </mc:Choice>
              <mc:Fallback>
                <p:oleObj name="Document" r:id="rId5" imgW="3974697" imgH="2970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6862" y="1568450"/>
                        <a:ext cx="909637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35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311398"/>
              </p:ext>
            </p:extLst>
          </p:nvPr>
        </p:nvGraphicFramePr>
        <p:xfrm>
          <a:off x="2271713" y="2309813"/>
          <a:ext cx="8437562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3653913" imgH="393854" progId="Word.Document.8">
                  <p:embed/>
                </p:oleObj>
              </mc:Choice>
              <mc:Fallback>
                <p:oleObj name="Document" r:id="rId7" imgW="3653913" imgH="39385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713" y="2309813"/>
                        <a:ext cx="8437562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35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953669"/>
              </p:ext>
            </p:extLst>
          </p:nvPr>
        </p:nvGraphicFramePr>
        <p:xfrm>
          <a:off x="1206500" y="3365500"/>
          <a:ext cx="10388600" cy="270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9" imgW="4601503" imgH="1198843" progId="Word.Document.8">
                  <p:embed/>
                </p:oleObj>
              </mc:Choice>
              <mc:Fallback>
                <p:oleObj name="Document" r:id="rId9" imgW="4601503" imgH="119884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3365500"/>
                        <a:ext cx="10388600" cy="270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35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682656"/>
              </p:ext>
            </p:extLst>
          </p:nvPr>
        </p:nvGraphicFramePr>
        <p:xfrm>
          <a:off x="1601788" y="6108700"/>
          <a:ext cx="76263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1" imgW="3273724" imgH="198367" progId="Word.Document.8">
                  <p:embed/>
                </p:oleObj>
              </mc:Choice>
              <mc:Fallback>
                <p:oleObj name="Document" r:id="rId11" imgW="3273724" imgH="1983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788" y="6108700"/>
                        <a:ext cx="76263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3544" name="Rectangle 8"/>
          <p:cNvSpPr>
            <a:spLocks noChangeArrowheads="1"/>
          </p:cNvSpPr>
          <p:nvPr/>
        </p:nvSpPr>
        <p:spPr bwMode="auto">
          <a:xfrm>
            <a:off x="2286001" y="2286000"/>
            <a:ext cx="5897563" cy="9906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51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3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3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3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3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3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3539" grpId="0" animBg="1"/>
      <p:bldP spid="83354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2" name="Rectangle 2"/>
          <p:cNvSpPr>
            <a:spLocks noChangeArrowheads="1"/>
          </p:cNvSpPr>
          <p:nvPr/>
        </p:nvSpPr>
        <p:spPr bwMode="auto">
          <a:xfrm>
            <a:off x="2362200" y="3921125"/>
            <a:ext cx="5715000" cy="11430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345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085436"/>
              </p:ext>
            </p:extLst>
          </p:nvPr>
        </p:nvGraphicFramePr>
        <p:xfrm>
          <a:off x="1847706" y="1409051"/>
          <a:ext cx="9632950" cy="531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415369" imgH="2438368" progId="Word.Document.8">
                  <p:embed/>
                </p:oleObj>
              </mc:Choice>
              <mc:Fallback>
                <p:oleObj name="Document" r:id="rId4" imgW="4415369" imgH="24383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706" y="1409051"/>
                        <a:ext cx="9632950" cy="531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474913" y="482601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1981200" y="547688"/>
            <a:ext cx="2617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kumimoji="0" lang="zh-CN" altLang="en-US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Fourier</a:t>
            </a:r>
            <a:r>
              <a:rPr kumimoji="0" lang="zh-CN" altLang="en-US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级数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38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3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456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467427"/>
              </p:ext>
            </p:extLst>
          </p:nvPr>
        </p:nvGraphicFramePr>
        <p:xfrm>
          <a:off x="1680297" y="487363"/>
          <a:ext cx="9005887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362805" imgH="717146" progId="Word.Document.8">
                  <p:embed/>
                </p:oleObj>
              </mc:Choice>
              <mc:Fallback>
                <p:oleObj name="Document" r:id="rId2" imgW="4362805" imgH="7171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0297" y="487363"/>
                        <a:ext cx="9005887" cy="147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1026840"/>
              </p:ext>
            </p:extLst>
          </p:nvPr>
        </p:nvGraphicFramePr>
        <p:xfrm>
          <a:off x="1988526" y="5013327"/>
          <a:ext cx="9182100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048502" imgH="552980" progId="Word.Document.8">
                  <p:embed/>
                </p:oleObj>
              </mc:Choice>
              <mc:Fallback>
                <p:oleObj name="Document" r:id="rId4" imgW="4048502" imgH="5529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8526" y="5013327"/>
                        <a:ext cx="9182100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90" name="Object 6"/>
          <p:cNvGraphicFramePr>
            <a:graphicFrameLocks noChangeAspect="1"/>
          </p:cNvGraphicFramePr>
          <p:nvPr/>
        </p:nvGraphicFramePr>
        <p:xfrm>
          <a:off x="5867400" y="1828801"/>
          <a:ext cx="372745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900" imgH="406400" progId="Equation.DSMT4">
                  <p:embed/>
                </p:oleObj>
              </mc:Choice>
              <mc:Fallback>
                <p:oleObj name="Equation" r:id="rId6" imgW="1612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828801"/>
                        <a:ext cx="3727450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91" name="Object 7"/>
          <p:cNvGraphicFramePr>
            <a:graphicFrameLocks noChangeAspect="1"/>
          </p:cNvGraphicFramePr>
          <p:nvPr/>
        </p:nvGraphicFramePr>
        <p:xfrm>
          <a:off x="2373314" y="2895600"/>
          <a:ext cx="296068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83699" imgH="406224" progId="Equation.DSMT4">
                  <p:embed/>
                </p:oleObj>
              </mc:Choice>
              <mc:Fallback>
                <p:oleObj name="Equation" r:id="rId8" imgW="1383699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314" y="2895600"/>
                        <a:ext cx="2960687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92" name="Object 8"/>
          <p:cNvGraphicFramePr>
            <a:graphicFrameLocks noChangeAspect="1"/>
          </p:cNvGraphicFramePr>
          <p:nvPr/>
        </p:nvGraphicFramePr>
        <p:xfrm>
          <a:off x="1754188" y="2066926"/>
          <a:ext cx="6080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9416" imgH="171331" progId="Equation.DSMT4">
                  <p:embed/>
                </p:oleObj>
              </mc:Choice>
              <mc:Fallback>
                <p:oleObj name="Equation" r:id="rId10" imgW="209416" imgH="17133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188" y="2066926"/>
                        <a:ext cx="60801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96" name="Object 12"/>
          <p:cNvGraphicFramePr>
            <a:graphicFrameLocks noChangeAspect="1"/>
          </p:cNvGraphicFramePr>
          <p:nvPr/>
        </p:nvGraphicFramePr>
        <p:xfrm>
          <a:off x="2438401" y="1828801"/>
          <a:ext cx="326866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44060" imgH="406224" progId="Equation.DSMT4">
                  <p:embed/>
                </p:oleObj>
              </mc:Choice>
              <mc:Fallback>
                <p:oleObj name="Equation" r:id="rId12" imgW="124406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1828801"/>
                        <a:ext cx="3268663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97" name="Object 13"/>
          <p:cNvGraphicFramePr>
            <a:graphicFrameLocks noChangeAspect="1"/>
          </p:cNvGraphicFramePr>
          <p:nvPr/>
        </p:nvGraphicFramePr>
        <p:xfrm>
          <a:off x="2514601" y="3886201"/>
          <a:ext cx="776287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213100" imgH="469900" progId="Equation.DSMT4">
                  <p:embed/>
                </p:oleObj>
              </mc:Choice>
              <mc:Fallback>
                <p:oleObj name="Equation" r:id="rId14" imgW="32131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3886201"/>
                        <a:ext cx="7762875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9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3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6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480881"/>
              </p:ext>
            </p:extLst>
          </p:nvPr>
        </p:nvGraphicFramePr>
        <p:xfrm>
          <a:off x="1687513" y="1065213"/>
          <a:ext cx="8474075" cy="243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194313" imgH="1207843" progId="Word.Document.8">
                  <p:embed/>
                </p:oleObj>
              </mc:Choice>
              <mc:Fallback>
                <p:oleObj name="Document" r:id="rId2" imgW="4194313" imgH="120784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1065213"/>
                        <a:ext cx="8474075" cy="243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11120"/>
              </p:ext>
            </p:extLst>
          </p:nvPr>
        </p:nvGraphicFramePr>
        <p:xfrm>
          <a:off x="1752600" y="3298825"/>
          <a:ext cx="10050463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874044" imgH="576741" progId="Word.Document.8">
                  <p:embed/>
                </p:oleObj>
              </mc:Choice>
              <mc:Fallback>
                <p:oleObj name="Document" r:id="rId4" imgW="4874044" imgH="5767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298825"/>
                        <a:ext cx="10050463" cy="118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008998"/>
              </p:ext>
            </p:extLst>
          </p:nvPr>
        </p:nvGraphicFramePr>
        <p:xfrm>
          <a:off x="1905000" y="4194175"/>
          <a:ext cx="96139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710951" imgH="316451" progId="Word.Document.8">
                  <p:embed/>
                </p:oleObj>
              </mc:Choice>
              <mc:Fallback>
                <p:oleObj name="Document" r:id="rId6" imgW="4710951" imgH="31645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194175"/>
                        <a:ext cx="96139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348614"/>
              </p:ext>
            </p:extLst>
          </p:nvPr>
        </p:nvGraphicFramePr>
        <p:xfrm>
          <a:off x="1519959" y="4591050"/>
          <a:ext cx="8512175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463613" imgH="1117480" progId="Word.Document.8">
                  <p:embed/>
                </p:oleObj>
              </mc:Choice>
              <mc:Fallback>
                <p:oleObj name="Document" r:id="rId8" imgW="4463613" imgH="11174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959" y="4591050"/>
                        <a:ext cx="8512175" cy="213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838637"/>
              </p:ext>
            </p:extLst>
          </p:nvPr>
        </p:nvGraphicFramePr>
        <p:xfrm>
          <a:off x="7851775" y="1103313"/>
          <a:ext cx="31686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1506352" imgH="198007" progId="Word.Document.8">
                  <p:embed/>
                </p:oleObj>
              </mc:Choice>
              <mc:Fallback>
                <p:oleObj name="Document" r:id="rId10" imgW="1506352" imgH="19800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1775" y="1103313"/>
                        <a:ext cx="316865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6" name="Object 8"/>
          <p:cNvGraphicFramePr>
            <a:graphicFrameLocks noChangeAspect="1"/>
          </p:cNvGraphicFramePr>
          <p:nvPr/>
        </p:nvGraphicFramePr>
        <p:xfrm>
          <a:off x="1905000" y="500064"/>
          <a:ext cx="1112520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2" imgW="5486095" imgH="231648" progId="Word.Document.8">
                  <p:embed/>
                </p:oleObj>
              </mc:Choice>
              <mc:Fallback>
                <p:oleObj name="文档" r:id="rId12" imgW="5486095" imgH="2316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00064"/>
                        <a:ext cx="11125200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68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3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2"/>
          <p:cNvSpPr>
            <a:spLocks noChangeArrowheads="1"/>
          </p:cNvSpPr>
          <p:nvPr/>
        </p:nvSpPr>
        <p:spPr bwMode="auto">
          <a:xfrm>
            <a:off x="1337659" y="2287498"/>
            <a:ext cx="9004663" cy="3098074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724485" y="2568199"/>
            <a:ext cx="8862201" cy="523220"/>
            <a:chOff x="1453897" y="3075706"/>
            <a:chExt cx="8862201" cy="523220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1485370"/>
                </p:ext>
              </p:extLst>
            </p:nvPr>
          </p:nvGraphicFramePr>
          <p:xfrm>
            <a:off x="4720849" y="3142012"/>
            <a:ext cx="848554" cy="4569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68140" imgH="203112" progId="Equation.DSMT4">
                    <p:embed/>
                  </p:oleObj>
                </mc:Choice>
                <mc:Fallback>
                  <p:oleObj name="Equation" r:id="rId3" imgW="368140" imgH="203112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0849" y="3142012"/>
                          <a:ext cx="848554" cy="45691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23"/>
            <p:cNvSpPr>
              <a:spLocks noChangeArrowheads="1"/>
            </p:cNvSpPr>
            <p:nvPr/>
          </p:nvSpPr>
          <p:spPr bwMode="auto">
            <a:xfrm>
              <a:off x="1453897" y="3075706"/>
              <a:ext cx="88622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运用狄氏条件判断    </a:t>
              </a:r>
              <a:r>
                <a:rPr lang="zh-CN" altLang="zh-CN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能否展开为傅里叶级数；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724485" y="4214591"/>
            <a:ext cx="7140226" cy="523220"/>
            <a:chOff x="1298380" y="2605204"/>
            <a:chExt cx="7140226" cy="523220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6578500"/>
                </p:ext>
              </p:extLst>
            </p:nvPr>
          </p:nvGraphicFramePr>
          <p:xfrm>
            <a:off x="7495623" y="2643414"/>
            <a:ext cx="829771" cy="446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80835" imgH="203112" progId="Equation.DSMT4">
                    <p:embed/>
                  </p:oleObj>
                </mc:Choice>
                <mc:Fallback>
                  <p:oleObj name="Equation" r:id="rId5" imgW="380835" imgH="203112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95623" y="2643414"/>
                          <a:ext cx="829771" cy="4468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24"/>
            <p:cNvSpPr>
              <a:spLocks noChangeArrowheads="1"/>
            </p:cNvSpPr>
            <p:nvPr/>
          </p:nvSpPr>
          <p:spPr bwMode="auto">
            <a:xfrm>
              <a:off x="1298380" y="2605204"/>
              <a:ext cx="714022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写出傅里叶级数并注明在何处收敛于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995190" y="1214552"/>
            <a:ext cx="8047698" cy="954107"/>
            <a:chOff x="1238449" y="-619299"/>
            <a:chExt cx="9036054" cy="954107"/>
          </a:xfrm>
        </p:grpSpPr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505853"/>
                </p:ext>
              </p:extLst>
            </p:nvPr>
          </p:nvGraphicFramePr>
          <p:xfrm>
            <a:off x="1744376" y="-396063"/>
            <a:ext cx="898621" cy="490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68140" imgH="203112" progId="Equation.DSMT4">
                    <p:embed/>
                  </p:oleObj>
                </mc:Choice>
                <mc:Fallback>
                  <p:oleObj name="Equation" r:id="rId7" imgW="368140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4376" y="-396063"/>
                          <a:ext cx="898621" cy="49015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0362289"/>
                </p:ext>
              </p:extLst>
            </p:nvPr>
          </p:nvGraphicFramePr>
          <p:xfrm>
            <a:off x="3148923" y="-442940"/>
            <a:ext cx="1219927" cy="510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94870" imgH="203024" progId="Equation.DSMT4">
                    <p:embed/>
                  </p:oleObj>
                </mc:Choice>
                <mc:Fallback>
                  <p:oleObj name="Equation" r:id="rId8" imgW="494870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8923" y="-442940"/>
                          <a:ext cx="1219927" cy="51015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1238449" y="-619299"/>
              <a:ext cx="9036054" cy="954107"/>
            </a:xfrm>
            <a:prstGeom prst="rect">
              <a:avLst/>
            </a:prstGeom>
            <a:noFill/>
            <a:ln w="60325" cmpd="tri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把</a:t>
              </a:r>
              <a:r>
                <a:rPr lang="en-US" altLang="zh-CN" sz="2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在       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上展开为傅里叶级数的步骤为：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1724485" y="3391395"/>
            <a:ext cx="71402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求出傅里叶系数；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65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590800" y="2330450"/>
            <a:ext cx="7213600" cy="2089150"/>
            <a:chOff x="672" y="1468"/>
            <a:chExt cx="4544" cy="1316"/>
          </a:xfrm>
        </p:grpSpPr>
        <p:sp>
          <p:nvSpPr>
            <p:cNvPr id="18464" name="Line 3"/>
            <p:cNvSpPr>
              <a:spLocks noChangeShapeType="1"/>
            </p:cNvSpPr>
            <p:nvPr/>
          </p:nvSpPr>
          <p:spPr bwMode="auto">
            <a:xfrm>
              <a:off x="672" y="2227"/>
              <a:ext cx="3025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5" name="Line 4"/>
            <p:cNvSpPr>
              <a:spLocks noChangeShapeType="1"/>
            </p:cNvSpPr>
            <p:nvPr/>
          </p:nvSpPr>
          <p:spPr bwMode="auto">
            <a:xfrm flipV="1">
              <a:off x="2055" y="1531"/>
              <a:ext cx="0" cy="1253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6" name="Line 5"/>
            <p:cNvSpPr>
              <a:spLocks noChangeShapeType="1"/>
            </p:cNvSpPr>
            <p:nvPr/>
          </p:nvSpPr>
          <p:spPr bwMode="auto">
            <a:xfrm flipV="1">
              <a:off x="1709" y="1949"/>
              <a:ext cx="691" cy="55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Line 6"/>
            <p:cNvSpPr>
              <a:spLocks noChangeShapeType="1"/>
            </p:cNvSpPr>
            <p:nvPr/>
          </p:nvSpPr>
          <p:spPr bwMode="auto">
            <a:xfrm flipV="1">
              <a:off x="1018" y="1949"/>
              <a:ext cx="691" cy="55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Freeform 7"/>
            <p:cNvSpPr>
              <a:spLocks/>
            </p:cNvSpPr>
            <p:nvPr/>
          </p:nvSpPr>
          <p:spPr bwMode="auto">
            <a:xfrm>
              <a:off x="2400" y="1955"/>
              <a:ext cx="674" cy="551"/>
            </a:xfrm>
            <a:custGeom>
              <a:avLst/>
              <a:gdLst>
                <a:gd name="T0" fmla="*/ 0 w 779"/>
                <a:gd name="T1" fmla="*/ 186 h 791"/>
                <a:gd name="T2" fmla="*/ 436 w 779"/>
                <a:gd name="T3" fmla="*/ 0 h 791"/>
                <a:gd name="T4" fmla="*/ 0 60000 65536"/>
                <a:gd name="T5" fmla="*/ 0 60000 65536"/>
                <a:gd name="T6" fmla="*/ 0 w 779"/>
                <a:gd name="T7" fmla="*/ 0 h 791"/>
                <a:gd name="T8" fmla="*/ 779 w 779"/>
                <a:gd name="T9" fmla="*/ 791 h 79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79" h="791">
                  <a:moveTo>
                    <a:pt x="0" y="791"/>
                  </a:moveTo>
                  <a:lnTo>
                    <a:pt x="779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Oval 8"/>
            <p:cNvSpPr>
              <a:spLocks noChangeArrowheads="1"/>
            </p:cNvSpPr>
            <p:nvPr/>
          </p:nvSpPr>
          <p:spPr bwMode="auto">
            <a:xfrm>
              <a:off x="1018" y="2474"/>
              <a:ext cx="39" cy="3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70" name="Oval 9"/>
            <p:cNvSpPr>
              <a:spLocks noChangeArrowheads="1"/>
            </p:cNvSpPr>
            <p:nvPr/>
          </p:nvSpPr>
          <p:spPr bwMode="auto">
            <a:xfrm>
              <a:off x="1709" y="2474"/>
              <a:ext cx="39" cy="3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71" name="Oval 10"/>
            <p:cNvSpPr>
              <a:spLocks noChangeArrowheads="1"/>
            </p:cNvSpPr>
            <p:nvPr/>
          </p:nvSpPr>
          <p:spPr bwMode="auto">
            <a:xfrm>
              <a:off x="2362" y="2506"/>
              <a:ext cx="38" cy="3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72" name="Oval 11"/>
            <p:cNvSpPr>
              <a:spLocks noChangeArrowheads="1"/>
            </p:cNvSpPr>
            <p:nvPr/>
          </p:nvSpPr>
          <p:spPr bwMode="auto">
            <a:xfrm>
              <a:off x="1680" y="1949"/>
              <a:ext cx="39" cy="3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73" name="Oval 12"/>
            <p:cNvSpPr>
              <a:spLocks noChangeArrowheads="1"/>
            </p:cNvSpPr>
            <p:nvPr/>
          </p:nvSpPr>
          <p:spPr bwMode="auto">
            <a:xfrm>
              <a:off x="2362" y="1949"/>
              <a:ext cx="38" cy="3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74" name="Oval 13"/>
            <p:cNvSpPr>
              <a:spLocks noChangeArrowheads="1"/>
            </p:cNvSpPr>
            <p:nvPr/>
          </p:nvSpPr>
          <p:spPr bwMode="auto">
            <a:xfrm>
              <a:off x="3053" y="1949"/>
              <a:ext cx="39" cy="3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8475" name="Object 14"/>
            <p:cNvGraphicFramePr>
              <a:graphicFrameLocks noChangeAspect="1"/>
            </p:cNvGraphicFramePr>
            <p:nvPr/>
          </p:nvGraphicFramePr>
          <p:xfrm>
            <a:off x="3744" y="2160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26835" imgH="139518" progId="Equation.3">
                    <p:embed/>
                  </p:oleObj>
                </mc:Choice>
                <mc:Fallback>
                  <p:oleObj name="公式" r:id="rId3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160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76" name="Object 15"/>
            <p:cNvGraphicFramePr>
              <a:graphicFrameLocks noChangeAspect="1"/>
            </p:cNvGraphicFramePr>
            <p:nvPr/>
          </p:nvGraphicFramePr>
          <p:xfrm>
            <a:off x="2100" y="1468"/>
            <a:ext cx="24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39579" imgH="164957" progId="Equation.3">
                    <p:embed/>
                  </p:oleObj>
                </mc:Choice>
                <mc:Fallback>
                  <p:oleObj name="公式" r:id="rId5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0" y="1468"/>
                          <a:ext cx="24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77" name="Object 16"/>
            <p:cNvGraphicFramePr>
              <a:graphicFrameLocks noChangeAspect="1"/>
            </p:cNvGraphicFramePr>
            <p:nvPr/>
          </p:nvGraphicFramePr>
          <p:xfrm>
            <a:off x="2064" y="2208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26835" imgH="139518" progId="Equation.3">
                    <p:embed/>
                  </p:oleObj>
                </mc:Choice>
                <mc:Fallback>
                  <p:oleObj name="公式" r:id="rId7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208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78" name="Object 17"/>
            <p:cNvGraphicFramePr>
              <a:graphicFrameLocks noChangeAspect="1"/>
            </p:cNvGraphicFramePr>
            <p:nvPr/>
          </p:nvGraphicFramePr>
          <p:xfrm>
            <a:off x="2323" y="2256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26835" imgH="139518" progId="Equation.3">
                    <p:embed/>
                  </p:oleObj>
                </mc:Choice>
                <mc:Fallback>
                  <p:oleObj name="公式" r:id="rId9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3" y="2256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79" name="Object 18"/>
            <p:cNvGraphicFramePr>
              <a:graphicFrameLocks noChangeAspect="1"/>
            </p:cNvGraphicFramePr>
            <p:nvPr/>
          </p:nvGraphicFramePr>
          <p:xfrm>
            <a:off x="2640" y="2230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02936" imgH="177569" progId="Equation.3">
                    <p:embed/>
                  </p:oleObj>
                </mc:Choice>
                <mc:Fallback>
                  <p:oleObj name="公式" r:id="rId11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230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0" name="Object 19"/>
            <p:cNvGraphicFramePr>
              <a:graphicFrameLocks noChangeAspect="1"/>
            </p:cNvGraphicFramePr>
            <p:nvPr/>
          </p:nvGraphicFramePr>
          <p:xfrm>
            <a:off x="1568" y="2256"/>
            <a:ext cx="256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28600" imgH="139700" progId="Equation.3">
                    <p:embed/>
                  </p:oleObj>
                </mc:Choice>
                <mc:Fallback>
                  <p:oleObj name="公式" r:id="rId13" imgW="2286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2256"/>
                          <a:ext cx="256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1" name="Object 20"/>
            <p:cNvGraphicFramePr>
              <a:graphicFrameLocks noChangeAspect="1"/>
            </p:cNvGraphicFramePr>
            <p:nvPr/>
          </p:nvGraphicFramePr>
          <p:xfrm>
            <a:off x="1215" y="2208"/>
            <a:ext cx="321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304404" imgH="177569" progId="Equation.3">
                    <p:embed/>
                  </p:oleObj>
                </mc:Choice>
                <mc:Fallback>
                  <p:oleObj name="公式" r:id="rId15" imgW="304404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5" y="2208"/>
                          <a:ext cx="321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2" name="Object 21"/>
            <p:cNvGraphicFramePr>
              <a:graphicFrameLocks noChangeAspect="1"/>
            </p:cNvGraphicFramePr>
            <p:nvPr/>
          </p:nvGraphicFramePr>
          <p:xfrm>
            <a:off x="3024" y="2230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02936" imgH="177569" progId="Equation.3">
                    <p:embed/>
                  </p:oleObj>
                </mc:Choice>
                <mc:Fallback>
                  <p:oleObj name="公式" r:id="rId17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230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3" name="Object 22"/>
            <p:cNvGraphicFramePr>
              <a:graphicFrameLocks noChangeAspect="1"/>
            </p:cNvGraphicFramePr>
            <p:nvPr/>
          </p:nvGraphicFramePr>
          <p:xfrm>
            <a:off x="871" y="2208"/>
            <a:ext cx="307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91847" imgH="177646" progId="Equation.3">
                    <p:embed/>
                  </p:oleObj>
                </mc:Choice>
                <mc:Fallback>
                  <p:oleObj name="公式" r:id="rId19" imgW="291847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1" y="2208"/>
                          <a:ext cx="307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4" name="Object 23"/>
            <p:cNvGraphicFramePr>
              <a:graphicFrameLocks noChangeAspect="1"/>
            </p:cNvGraphicFramePr>
            <p:nvPr/>
          </p:nvGraphicFramePr>
          <p:xfrm>
            <a:off x="4145" y="2066"/>
            <a:ext cx="1071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863225" imgH="215806" progId="Equation.3">
                    <p:embed/>
                  </p:oleObj>
                </mc:Choice>
                <mc:Fallback>
                  <p:oleObj name="公式" r:id="rId21" imgW="863225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5" y="2066"/>
                          <a:ext cx="1071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2566988" y="4508500"/>
            <a:ext cx="5219700" cy="2089150"/>
            <a:chOff x="657" y="2840"/>
            <a:chExt cx="3288" cy="1316"/>
          </a:xfrm>
        </p:grpSpPr>
        <p:sp>
          <p:nvSpPr>
            <p:cNvPr id="18444" name="Line 25"/>
            <p:cNvSpPr>
              <a:spLocks noChangeShapeType="1"/>
            </p:cNvSpPr>
            <p:nvPr/>
          </p:nvSpPr>
          <p:spPr bwMode="auto">
            <a:xfrm>
              <a:off x="657" y="3599"/>
              <a:ext cx="3025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5" name="Line 26"/>
            <p:cNvSpPr>
              <a:spLocks noChangeShapeType="1"/>
            </p:cNvSpPr>
            <p:nvPr/>
          </p:nvSpPr>
          <p:spPr bwMode="auto">
            <a:xfrm flipV="1">
              <a:off x="2040" y="2903"/>
              <a:ext cx="0" cy="1253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Line 27"/>
            <p:cNvSpPr>
              <a:spLocks noChangeShapeType="1"/>
            </p:cNvSpPr>
            <p:nvPr/>
          </p:nvSpPr>
          <p:spPr bwMode="auto">
            <a:xfrm flipV="1">
              <a:off x="1694" y="3321"/>
              <a:ext cx="691" cy="55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Line 28"/>
            <p:cNvSpPr>
              <a:spLocks noChangeShapeType="1"/>
            </p:cNvSpPr>
            <p:nvPr/>
          </p:nvSpPr>
          <p:spPr bwMode="auto">
            <a:xfrm flipV="1">
              <a:off x="1003" y="3321"/>
              <a:ext cx="691" cy="55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8" name="Freeform 29"/>
            <p:cNvSpPr>
              <a:spLocks/>
            </p:cNvSpPr>
            <p:nvPr/>
          </p:nvSpPr>
          <p:spPr bwMode="auto">
            <a:xfrm>
              <a:off x="2385" y="3327"/>
              <a:ext cx="674" cy="551"/>
            </a:xfrm>
            <a:custGeom>
              <a:avLst/>
              <a:gdLst>
                <a:gd name="T0" fmla="*/ 0 w 779"/>
                <a:gd name="T1" fmla="*/ 186 h 791"/>
                <a:gd name="T2" fmla="*/ 436 w 779"/>
                <a:gd name="T3" fmla="*/ 0 h 791"/>
                <a:gd name="T4" fmla="*/ 0 60000 65536"/>
                <a:gd name="T5" fmla="*/ 0 60000 65536"/>
                <a:gd name="T6" fmla="*/ 0 w 779"/>
                <a:gd name="T7" fmla="*/ 0 h 791"/>
                <a:gd name="T8" fmla="*/ 779 w 779"/>
                <a:gd name="T9" fmla="*/ 791 h 79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79" h="791">
                  <a:moveTo>
                    <a:pt x="0" y="791"/>
                  </a:moveTo>
                  <a:lnTo>
                    <a:pt x="779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9" name="Oval 30"/>
            <p:cNvSpPr>
              <a:spLocks noChangeArrowheads="1"/>
            </p:cNvSpPr>
            <p:nvPr/>
          </p:nvSpPr>
          <p:spPr bwMode="auto">
            <a:xfrm>
              <a:off x="1003" y="3846"/>
              <a:ext cx="39" cy="3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50" name="Oval 31"/>
            <p:cNvSpPr>
              <a:spLocks noChangeArrowheads="1"/>
            </p:cNvSpPr>
            <p:nvPr/>
          </p:nvSpPr>
          <p:spPr bwMode="auto">
            <a:xfrm>
              <a:off x="1694" y="3846"/>
              <a:ext cx="39" cy="32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51" name="Oval 32"/>
            <p:cNvSpPr>
              <a:spLocks noChangeArrowheads="1"/>
            </p:cNvSpPr>
            <p:nvPr/>
          </p:nvSpPr>
          <p:spPr bwMode="auto">
            <a:xfrm>
              <a:off x="2347" y="3878"/>
              <a:ext cx="38" cy="3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52" name="Oval 33"/>
            <p:cNvSpPr>
              <a:spLocks noChangeArrowheads="1"/>
            </p:cNvSpPr>
            <p:nvPr/>
          </p:nvSpPr>
          <p:spPr bwMode="auto">
            <a:xfrm>
              <a:off x="1665" y="3309"/>
              <a:ext cx="39" cy="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53" name="Oval 34"/>
            <p:cNvSpPr>
              <a:spLocks noChangeArrowheads="1"/>
            </p:cNvSpPr>
            <p:nvPr/>
          </p:nvSpPr>
          <p:spPr bwMode="auto">
            <a:xfrm>
              <a:off x="2347" y="3309"/>
              <a:ext cx="38" cy="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54" name="Oval 35"/>
            <p:cNvSpPr>
              <a:spLocks noChangeArrowheads="1"/>
            </p:cNvSpPr>
            <p:nvPr/>
          </p:nvSpPr>
          <p:spPr bwMode="auto">
            <a:xfrm>
              <a:off x="3038" y="3309"/>
              <a:ext cx="39" cy="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8455" name="Object 36"/>
            <p:cNvGraphicFramePr>
              <a:graphicFrameLocks noChangeAspect="1"/>
            </p:cNvGraphicFramePr>
            <p:nvPr/>
          </p:nvGraphicFramePr>
          <p:xfrm>
            <a:off x="3729" y="3532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126835" imgH="139518" progId="Equation.3">
                    <p:embed/>
                  </p:oleObj>
                </mc:Choice>
                <mc:Fallback>
                  <p:oleObj name="公式" r:id="rId23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9" y="3532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6" name="Object 37"/>
            <p:cNvGraphicFramePr>
              <a:graphicFrameLocks noChangeAspect="1"/>
            </p:cNvGraphicFramePr>
            <p:nvPr/>
          </p:nvGraphicFramePr>
          <p:xfrm>
            <a:off x="2085" y="2840"/>
            <a:ext cx="24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39579" imgH="164957" progId="Equation.3">
                    <p:embed/>
                  </p:oleObj>
                </mc:Choice>
                <mc:Fallback>
                  <p:oleObj name="公式" r:id="rId24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5" y="2840"/>
                          <a:ext cx="24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7" name="Object 38"/>
            <p:cNvGraphicFramePr>
              <a:graphicFrameLocks noChangeAspect="1"/>
            </p:cNvGraphicFramePr>
            <p:nvPr/>
          </p:nvGraphicFramePr>
          <p:xfrm>
            <a:off x="2049" y="3580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26835" imgH="139518" progId="Equation.3">
                    <p:embed/>
                  </p:oleObj>
                </mc:Choice>
                <mc:Fallback>
                  <p:oleObj name="公式" r:id="rId25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9" y="3580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8" name="Object 39"/>
            <p:cNvGraphicFramePr>
              <a:graphicFrameLocks noChangeAspect="1"/>
            </p:cNvGraphicFramePr>
            <p:nvPr/>
          </p:nvGraphicFramePr>
          <p:xfrm>
            <a:off x="2308" y="3628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26835" imgH="139518" progId="Equation.3">
                    <p:embed/>
                  </p:oleObj>
                </mc:Choice>
                <mc:Fallback>
                  <p:oleObj name="公式" r:id="rId26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8" y="3628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9" name="Object 40"/>
            <p:cNvGraphicFramePr>
              <a:graphicFrameLocks noChangeAspect="1"/>
            </p:cNvGraphicFramePr>
            <p:nvPr/>
          </p:nvGraphicFramePr>
          <p:xfrm>
            <a:off x="2625" y="3602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202936" imgH="177569" progId="Equation.3">
                    <p:embed/>
                  </p:oleObj>
                </mc:Choice>
                <mc:Fallback>
                  <p:oleObj name="公式" r:id="rId27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" y="3602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0" name="Object 41"/>
            <p:cNvGraphicFramePr>
              <a:graphicFrameLocks noChangeAspect="1"/>
            </p:cNvGraphicFramePr>
            <p:nvPr/>
          </p:nvGraphicFramePr>
          <p:xfrm>
            <a:off x="1553" y="3628"/>
            <a:ext cx="256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228600" imgH="139700" progId="Equation.3">
                    <p:embed/>
                  </p:oleObj>
                </mc:Choice>
                <mc:Fallback>
                  <p:oleObj name="公式" r:id="rId28" imgW="2286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3" y="3628"/>
                          <a:ext cx="256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1" name="Object 42"/>
            <p:cNvGraphicFramePr>
              <a:graphicFrameLocks noChangeAspect="1"/>
            </p:cNvGraphicFramePr>
            <p:nvPr/>
          </p:nvGraphicFramePr>
          <p:xfrm>
            <a:off x="1200" y="3580"/>
            <a:ext cx="321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304404" imgH="177569" progId="Equation.3">
                    <p:embed/>
                  </p:oleObj>
                </mc:Choice>
                <mc:Fallback>
                  <p:oleObj name="公式" r:id="rId29" imgW="304404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580"/>
                          <a:ext cx="321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2" name="Object 43"/>
            <p:cNvGraphicFramePr>
              <a:graphicFrameLocks noChangeAspect="1"/>
            </p:cNvGraphicFramePr>
            <p:nvPr/>
          </p:nvGraphicFramePr>
          <p:xfrm>
            <a:off x="3009" y="3602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202936" imgH="177569" progId="Equation.3">
                    <p:embed/>
                  </p:oleObj>
                </mc:Choice>
                <mc:Fallback>
                  <p:oleObj name="公式" r:id="rId30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9" y="3602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3" name="Object 44"/>
            <p:cNvGraphicFramePr>
              <a:graphicFrameLocks noChangeAspect="1"/>
            </p:cNvGraphicFramePr>
            <p:nvPr/>
          </p:nvGraphicFramePr>
          <p:xfrm>
            <a:off x="856" y="3580"/>
            <a:ext cx="307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291847" imgH="177646" progId="Equation.3">
                    <p:embed/>
                  </p:oleObj>
                </mc:Choice>
                <mc:Fallback>
                  <p:oleObj name="公式" r:id="rId31" imgW="291847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6" y="3580"/>
                          <a:ext cx="307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38701" name="Object 45"/>
          <p:cNvGraphicFramePr>
            <a:graphicFrameLocks noChangeAspect="1"/>
          </p:cNvGraphicFramePr>
          <p:nvPr/>
        </p:nvGraphicFramePr>
        <p:xfrm>
          <a:off x="8081964" y="5410200"/>
          <a:ext cx="18700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850531" imgH="215806" progId="Equation.3">
                  <p:embed/>
                </p:oleObj>
              </mc:Choice>
              <mc:Fallback>
                <p:oleObj name="公式" r:id="rId32" imgW="85053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1964" y="5410200"/>
                        <a:ext cx="187007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3171825" y="5675313"/>
            <a:ext cx="3200400" cy="49212"/>
            <a:chOff x="1041" y="3580"/>
            <a:chExt cx="2016" cy="31"/>
          </a:xfrm>
        </p:grpSpPr>
        <p:sp>
          <p:nvSpPr>
            <p:cNvPr id="18440" name="Oval 47"/>
            <p:cNvSpPr>
              <a:spLocks noChangeArrowheads="1"/>
            </p:cNvSpPr>
            <p:nvPr/>
          </p:nvSpPr>
          <p:spPr bwMode="auto">
            <a:xfrm>
              <a:off x="1665" y="3580"/>
              <a:ext cx="38" cy="3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41" name="Oval 48"/>
            <p:cNvSpPr>
              <a:spLocks noChangeArrowheads="1"/>
            </p:cNvSpPr>
            <p:nvPr/>
          </p:nvSpPr>
          <p:spPr bwMode="auto">
            <a:xfrm>
              <a:off x="2347" y="3580"/>
              <a:ext cx="38" cy="3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42" name="Oval 49"/>
            <p:cNvSpPr>
              <a:spLocks noChangeArrowheads="1"/>
            </p:cNvSpPr>
            <p:nvPr/>
          </p:nvSpPr>
          <p:spPr bwMode="auto">
            <a:xfrm>
              <a:off x="3019" y="3580"/>
              <a:ext cx="38" cy="3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443" name="Oval 50"/>
            <p:cNvSpPr>
              <a:spLocks noChangeArrowheads="1"/>
            </p:cNvSpPr>
            <p:nvPr/>
          </p:nvSpPr>
          <p:spPr bwMode="auto">
            <a:xfrm>
              <a:off x="1041" y="3580"/>
              <a:ext cx="38" cy="3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83870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430490"/>
              </p:ext>
            </p:extLst>
          </p:nvPr>
        </p:nvGraphicFramePr>
        <p:xfrm>
          <a:off x="1979613" y="244475"/>
          <a:ext cx="9804400" cy="143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4" imgW="4170911" imgH="608062" progId="Word.Document.8">
                  <p:embed/>
                </p:oleObj>
              </mc:Choice>
              <mc:Fallback>
                <p:oleObj name="Document" r:id="rId34" imgW="4170911" imgH="6080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44475"/>
                        <a:ext cx="9804400" cy="143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708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568532"/>
              </p:ext>
            </p:extLst>
          </p:nvPr>
        </p:nvGraphicFramePr>
        <p:xfrm>
          <a:off x="1847850" y="1339850"/>
          <a:ext cx="972502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6" imgW="4417530" imgH="507618" progId="Word.Document.8">
                  <p:embed/>
                </p:oleObj>
              </mc:Choice>
              <mc:Fallback>
                <p:oleObj name="Document" r:id="rId36" imgW="4417530" imgH="50761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1339850"/>
                        <a:ext cx="9725025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88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3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494258"/>
              </p:ext>
            </p:extLst>
          </p:nvPr>
        </p:nvGraphicFramePr>
        <p:xfrm>
          <a:off x="1903413" y="379413"/>
          <a:ext cx="9347200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366046" imgH="482777" progId="Word.Document.8">
                  <p:embed/>
                </p:oleObj>
              </mc:Choice>
              <mc:Fallback>
                <p:oleObj name="Document" r:id="rId2" imgW="4366046" imgH="48277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379413"/>
                        <a:ext cx="9347200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98435"/>
              </p:ext>
            </p:extLst>
          </p:nvPr>
        </p:nvGraphicFramePr>
        <p:xfrm>
          <a:off x="2516188" y="1508125"/>
          <a:ext cx="781526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509902" imgH="217448" progId="Word.Document.8">
                  <p:embed/>
                </p:oleObj>
              </mc:Choice>
              <mc:Fallback>
                <p:oleObj name="Document" r:id="rId4" imgW="3509902" imgH="2174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1508125"/>
                        <a:ext cx="7815262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4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468018"/>
              </p:ext>
            </p:extLst>
          </p:nvPr>
        </p:nvGraphicFramePr>
        <p:xfrm>
          <a:off x="1989138" y="2101850"/>
          <a:ext cx="8399462" cy="178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764441" imgH="796349" progId="Word.Document.8">
                  <p:embed/>
                </p:oleObj>
              </mc:Choice>
              <mc:Fallback>
                <p:oleObj name="Document" r:id="rId6" imgW="3764441" imgH="79634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2101850"/>
                        <a:ext cx="8399462" cy="178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4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272711"/>
              </p:ext>
            </p:extLst>
          </p:nvPr>
        </p:nvGraphicFramePr>
        <p:xfrm>
          <a:off x="7002463" y="4084638"/>
          <a:ext cx="26828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06360" imgH="215640" progId="Equation.DSMT4">
                  <p:embed/>
                </p:oleObj>
              </mc:Choice>
              <mc:Fallback>
                <p:oleObj name="Equation" r:id="rId8" imgW="1206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2463" y="4084638"/>
                        <a:ext cx="26828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4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722059"/>
              </p:ext>
            </p:extLst>
          </p:nvPr>
        </p:nvGraphicFramePr>
        <p:xfrm>
          <a:off x="2249716" y="4652169"/>
          <a:ext cx="9000897" cy="177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386927" imgH="811469" progId="Word.Document.8">
                  <p:embed/>
                </p:oleObj>
              </mc:Choice>
              <mc:Fallback>
                <p:oleObj name="Document" r:id="rId10" imgW="4386927" imgH="81146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716" y="4652169"/>
                        <a:ext cx="9000897" cy="177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40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141503"/>
              </p:ext>
            </p:extLst>
          </p:nvPr>
        </p:nvGraphicFramePr>
        <p:xfrm>
          <a:off x="2897188" y="3057525"/>
          <a:ext cx="889952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3980457" imgH="530659" progId="Word.Document.8">
                  <p:embed/>
                </p:oleObj>
              </mc:Choice>
              <mc:Fallback>
                <p:oleObj name="Document" r:id="rId12" imgW="3980457" imgH="5306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8" y="3057525"/>
                        <a:ext cx="8899525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878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5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51088" y="836613"/>
            <a:ext cx="7620000" cy="2101850"/>
            <a:chOff x="720" y="1438"/>
            <a:chExt cx="4800" cy="1324"/>
          </a:xfrm>
        </p:grpSpPr>
        <p:sp>
          <p:nvSpPr>
            <p:cNvPr id="20524" name="Freeform 3"/>
            <p:cNvSpPr>
              <a:spLocks/>
            </p:cNvSpPr>
            <p:nvPr/>
          </p:nvSpPr>
          <p:spPr bwMode="auto">
            <a:xfrm>
              <a:off x="720" y="2208"/>
              <a:ext cx="4534" cy="2"/>
            </a:xfrm>
            <a:custGeom>
              <a:avLst/>
              <a:gdLst>
                <a:gd name="T0" fmla="*/ 0 w 4477"/>
                <a:gd name="T1" fmla="*/ 0 h 4"/>
                <a:gd name="T2" fmla="*/ 4709 w 4477"/>
                <a:gd name="T3" fmla="*/ 1 h 4"/>
                <a:gd name="T4" fmla="*/ 0 60000 65536"/>
                <a:gd name="T5" fmla="*/ 0 60000 65536"/>
                <a:gd name="T6" fmla="*/ 0 w 4477"/>
                <a:gd name="T7" fmla="*/ 0 h 4"/>
                <a:gd name="T8" fmla="*/ 4477 w 4477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477" h="4">
                  <a:moveTo>
                    <a:pt x="0" y="0"/>
                  </a:moveTo>
                  <a:lnTo>
                    <a:pt x="4477" y="4"/>
                  </a:lnTo>
                </a:path>
              </a:pathLst>
            </a:cu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5" name="Line 4"/>
            <p:cNvSpPr>
              <a:spLocks noChangeShapeType="1"/>
            </p:cNvSpPr>
            <p:nvPr/>
          </p:nvSpPr>
          <p:spPr bwMode="auto">
            <a:xfrm flipV="1">
              <a:off x="2545" y="1438"/>
              <a:ext cx="0" cy="1298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6" name="Oval 5"/>
            <p:cNvSpPr>
              <a:spLocks noChangeArrowheads="1"/>
            </p:cNvSpPr>
            <p:nvPr/>
          </p:nvSpPr>
          <p:spPr bwMode="auto">
            <a:xfrm>
              <a:off x="2544" y="1949"/>
              <a:ext cx="37" cy="35"/>
            </a:xfrm>
            <a:prstGeom prst="ellipse">
              <a:avLst/>
            </a:prstGeom>
            <a:solidFill>
              <a:srgbClr val="0000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27" name="Line 6"/>
            <p:cNvSpPr>
              <a:spLocks noChangeShapeType="1"/>
            </p:cNvSpPr>
            <p:nvPr/>
          </p:nvSpPr>
          <p:spPr bwMode="auto">
            <a:xfrm>
              <a:off x="2559" y="1949"/>
              <a:ext cx="52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8" name="Oval 7"/>
            <p:cNvSpPr>
              <a:spLocks noChangeArrowheads="1"/>
            </p:cNvSpPr>
            <p:nvPr/>
          </p:nvSpPr>
          <p:spPr bwMode="auto">
            <a:xfrm>
              <a:off x="2521" y="2399"/>
              <a:ext cx="38" cy="3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29" name="Line 8"/>
            <p:cNvSpPr>
              <a:spLocks noChangeShapeType="1"/>
            </p:cNvSpPr>
            <p:nvPr/>
          </p:nvSpPr>
          <p:spPr bwMode="auto">
            <a:xfrm>
              <a:off x="2016" y="2433"/>
              <a:ext cx="499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0" name="Oval 9"/>
            <p:cNvSpPr>
              <a:spLocks noChangeArrowheads="1"/>
            </p:cNvSpPr>
            <p:nvPr/>
          </p:nvSpPr>
          <p:spPr bwMode="auto">
            <a:xfrm>
              <a:off x="1997" y="2399"/>
              <a:ext cx="37" cy="34"/>
            </a:xfrm>
            <a:prstGeom prst="ellipse">
              <a:avLst/>
            </a:prstGeom>
            <a:solidFill>
              <a:srgbClr val="0000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31" name="Line 10"/>
            <p:cNvSpPr>
              <a:spLocks noChangeShapeType="1"/>
            </p:cNvSpPr>
            <p:nvPr/>
          </p:nvSpPr>
          <p:spPr bwMode="auto">
            <a:xfrm>
              <a:off x="1510" y="1958"/>
              <a:ext cx="52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2" name="Line 11"/>
            <p:cNvSpPr>
              <a:spLocks noChangeShapeType="1"/>
            </p:cNvSpPr>
            <p:nvPr/>
          </p:nvSpPr>
          <p:spPr bwMode="auto">
            <a:xfrm>
              <a:off x="2016" y="1949"/>
              <a:ext cx="0" cy="484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3" name="Line 12"/>
            <p:cNvSpPr>
              <a:spLocks noChangeShapeType="1"/>
            </p:cNvSpPr>
            <p:nvPr/>
          </p:nvSpPr>
          <p:spPr bwMode="auto">
            <a:xfrm>
              <a:off x="3072" y="1949"/>
              <a:ext cx="0" cy="484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4" name="Line 13"/>
            <p:cNvSpPr>
              <a:spLocks noChangeShapeType="1"/>
            </p:cNvSpPr>
            <p:nvPr/>
          </p:nvSpPr>
          <p:spPr bwMode="auto">
            <a:xfrm>
              <a:off x="1488" y="1949"/>
              <a:ext cx="0" cy="484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5" name="Oval 14"/>
            <p:cNvSpPr>
              <a:spLocks noChangeArrowheads="1"/>
            </p:cNvSpPr>
            <p:nvPr/>
          </p:nvSpPr>
          <p:spPr bwMode="auto">
            <a:xfrm>
              <a:off x="1473" y="2399"/>
              <a:ext cx="37" cy="3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36" name="Line 15"/>
            <p:cNvSpPr>
              <a:spLocks noChangeShapeType="1"/>
            </p:cNvSpPr>
            <p:nvPr/>
          </p:nvSpPr>
          <p:spPr bwMode="auto">
            <a:xfrm>
              <a:off x="1248" y="2433"/>
              <a:ext cx="26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7" name="Line 16"/>
            <p:cNvSpPr>
              <a:spLocks noChangeShapeType="1"/>
            </p:cNvSpPr>
            <p:nvPr/>
          </p:nvSpPr>
          <p:spPr bwMode="auto">
            <a:xfrm>
              <a:off x="3586" y="1949"/>
              <a:ext cx="0" cy="484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38" name="Object 17"/>
            <p:cNvGraphicFramePr>
              <a:graphicFrameLocks noChangeAspect="1"/>
            </p:cNvGraphicFramePr>
            <p:nvPr/>
          </p:nvGraphicFramePr>
          <p:xfrm>
            <a:off x="5304" y="2160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95384" imgH="114340" progId="Equation.3">
                    <p:embed/>
                  </p:oleObj>
                </mc:Choice>
                <mc:Fallback>
                  <p:oleObj name="公式" r:id="rId3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4" y="2160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9" name="Object 18"/>
            <p:cNvGraphicFramePr>
              <a:graphicFrameLocks noChangeAspect="1"/>
            </p:cNvGraphicFramePr>
            <p:nvPr/>
          </p:nvGraphicFramePr>
          <p:xfrm>
            <a:off x="2580" y="1468"/>
            <a:ext cx="24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14390" imgH="133337" progId="Equation.3">
                    <p:embed/>
                  </p:oleObj>
                </mc:Choice>
                <mc:Fallback>
                  <p:oleObj name="公式" r:id="rId5" imgW="11439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0" y="1468"/>
                          <a:ext cx="24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0" name="Object 19"/>
            <p:cNvGraphicFramePr>
              <a:graphicFrameLocks noChangeAspect="1"/>
            </p:cNvGraphicFramePr>
            <p:nvPr/>
          </p:nvGraphicFramePr>
          <p:xfrm>
            <a:off x="2544" y="2208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95384" imgH="114340" progId="Equation.3">
                    <p:embed/>
                  </p:oleObj>
                </mc:Choice>
                <mc:Fallback>
                  <p:oleObj name="公式" r:id="rId7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208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1" name="Object 20"/>
            <p:cNvGraphicFramePr>
              <a:graphicFrameLocks noChangeAspect="1"/>
            </p:cNvGraphicFramePr>
            <p:nvPr/>
          </p:nvGraphicFramePr>
          <p:xfrm>
            <a:off x="2899" y="2208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26835" imgH="139518" progId="Equation.3">
                    <p:embed/>
                  </p:oleObj>
                </mc:Choice>
                <mc:Fallback>
                  <p:oleObj name="公式" r:id="rId9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9" y="2208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2" name="Object 21"/>
            <p:cNvGraphicFramePr>
              <a:graphicFrameLocks noChangeAspect="1"/>
            </p:cNvGraphicFramePr>
            <p:nvPr/>
          </p:nvGraphicFramePr>
          <p:xfrm>
            <a:off x="3589" y="2208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02936" imgH="177569" progId="Equation.3">
                    <p:embed/>
                  </p:oleObj>
                </mc:Choice>
                <mc:Fallback>
                  <p:oleObj name="公式" r:id="rId11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9" y="2208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3" name="Object 22"/>
            <p:cNvGraphicFramePr>
              <a:graphicFrameLocks noChangeAspect="1"/>
            </p:cNvGraphicFramePr>
            <p:nvPr/>
          </p:nvGraphicFramePr>
          <p:xfrm>
            <a:off x="2048" y="2208"/>
            <a:ext cx="256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28600" imgH="139700" progId="Equation.3">
                    <p:embed/>
                  </p:oleObj>
                </mc:Choice>
                <mc:Fallback>
                  <p:oleObj name="公式" r:id="rId13" imgW="2286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8" y="2208"/>
                          <a:ext cx="256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4" name="Object 23"/>
            <p:cNvGraphicFramePr>
              <a:graphicFrameLocks noChangeAspect="1"/>
            </p:cNvGraphicFramePr>
            <p:nvPr/>
          </p:nvGraphicFramePr>
          <p:xfrm>
            <a:off x="1536" y="2214"/>
            <a:ext cx="321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304404" imgH="177569" progId="Equation.3">
                    <p:embed/>
                  </p:oleObj>
                </mc:Choice>
                <mc:Fallback>
                  <p:oleObj name="公式" r:id="rId15" imgW="304404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214"/>
                          <a:ext cx="321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5" name="Object 24"/>
            <p:cNvGraphicFramePr>
              <a:graphicFrameLocks noChangeAspect="1"/>
            </p:cNvGraphicFramePr>
            <p:nvPr/>
          </p:nvGraphicFramePr>
          <p:xfrm>
            <a:off x="4021" y="2230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02936" imgH="177569" progId="Equation.3">
                    <p:embed/>
                  </p:oleObj>
                </mc:Choice>
                <mc:Fallback>
                  <p:oleObj name="公式" r:id="rId17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1" y="2230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6" name="Object 25"/>
            <p:cNvGraphicFramePr>
              <a:graphicFrameLocks noChangeAspect="1"/>
            </p:cNvGraphicFramePr>
            <p:nvPr/>
          </p:nvGraphicFramePr>
          <p:xfrm>
            <a:off x="768" y="2208"/>
            <a:ext cx="307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91847" imgH="177646" progId="Equation.3">
                    <p:embed/>
                  </p:oleObj>
                </mc:Choice>
                <mc:Fallback>
                  <p:oleObj name="公式" r:id="rId19" imgW="291847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2208"/>
                          <a:ext cx="307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7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2455231"/>
                </p:ext>
              </p:extLst>
            </p:nvPr>
          </p:nvGraphicFramePr>
          <p:xfrm>
            <a:off x="4342" y="2469"/>
            <a:ext cx="1156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850680" imgH="215640" progId="Equation.DSMT4">
                    <p:embed/>
                  </p:oleObj>
                </mc:Choice>
                <mc:Fallback>
                  <p:oleObj name="Equation" r:id="rId21" imgW="8506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2" y="2469"/>
                          <a:ext cx="1156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8" name="Object 27"/>
            <p:cNvGraphicFramePr>
              <a:graphicFrameLocks noChangeAspect="1"/>
            </p:cNvGraphicFramePr>
            <p:nvPr/>
          </p:nvGraphicFramePr>
          <p:xfrm>
            <a:off x="2378" y="1856"/>
            <a:ext cx="121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88707" imgH="164742" progId="Equation.3">
                    <p:embed/>
                  </p:oleObj>
                </mc:Choice>
                <mc:Fallback>
                  <p:oleObj name="公式" r:id="rId23" imgW="88707" imgH="16474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8" y="1856"/>
                          <a:ext cx="121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9" name="Object 28"/>
            <p:cNvGraphicFramePr>
              <a:graphicFrameLocks noChangeAspect="1"/>
            </p:cNvGraphicFramePr>
            <p:nvPr/>
          </p:nvGraphicFramePr>
          <p:xfrm>
            <a:off x="2304" y="2463"/>
            <a:ext cx="264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90335" imgH="164957" progId="Equation.3">
                    <p:embed/>
                  </p:oleObj>
                </mc:Choice>
                <mc:Fallback>
                  <p:oleObj name="公式" r:id="rId25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463"/>
                          <a:ext cx="264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50" name="Oval 29"/>
            <p:cNvSpPr>
              <a:spLocks noChangeArrowheads="1"/>
            </p:cNvSpPr>
            <p:nvPr/>
          </p:nvSpPr>
          <p:spPr bwMode="auto">
            <a:xfrm>
              <a:off x="1473" y="1949"/>
              <a:ext cx="37" cy="3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51" name="Oval 30"/>
            <p:cNvSpPr>
              <a:spLocks noChangeArrowheads="1"/>
            </p:cNvSpPr>
            <p:nvPr/>
          </p:nvSpPr>
          <p:spPr bwMode="auto">
            <a:xfrm>
              <a:off x="1997" y="1949"/>
              <a:ext cx="37" cy="3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52" name="Oval 31"/>
            <p:cNvSpPr>
              <a:spLocks noChangeArrowheads="1"/>
            </p:cNvSpPr>
            <p:nvPr/>
          </p:nvSpPr>
          <p:spPr bwMode="auto">
            <a:xfrm>
              <a:off x="3045" y="1949"/>
              <a:ext cx="38" cy="3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53" name="Oval 32"/>
            <p:cNvSpPr>
              <a:spLocks noChangeArrowheads="1"/>
            </p:cNvSpPr>
            <p:nvPr/>
          </p:nvSpPr>
          <p:spPr bwMode="auto">
            <a:xfrm>
              <a:off x="3570" y="1949"/>
              <a:ext cx="37" cy="35"/>
            </a:xfrm>
            <a:prstGeom prst="ellipse">
              <a:avLst/>
            </a:prstGeom>
            <a:solidFill>
              <a:srgbClr val="0000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54" name="Line 33"/>
            <p:cNvSpPr>
              <a:spLocks noChangeShapeType="1"/>
            </p:cNvSpPr>
            <p:nvPr/>
          </p:nvSpPr>
          <p:spPr bwMode="auto">
            <a:xfrm>
              <a:off x="3604" y="1945"/>
              <a:ext cx="52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5" name="Oval 34"/>
            <p:cNvSpPr>
              <a:spLocks noChangeArrowheads="1"/>
            </p:cNvSpPr>
            <p:nvPr/>
          </p:nvSpPr>
          <p:spPr bwMode="auto">
            <a:xfrm>
              <a:off x="4091" y="1920"/>
              <a:ext cx="37" cy="3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56" name="Oval 35"/>
            <p:cNvSpPr>
              <a:spLocks noChangeArrowheads="1"/>
            </p:cNvSpPr>
            <p:nvPr/>
          </p:nvSpPr>
          <p:spPr bwMode="auto">
            <a:xfrm>
              <a:off x="3570" y="2399"/>
              <a:ext cx="37" cy="3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57" name="Line 36"/>
            <p:cNvSpPr>
              <a:spLocks noChangeShapeType="1"/>
            </p:cNvSpPr>
            <p:nvPr/>
          </p:nvSpPr>
          <p:spPr bwMode="auto">
            <a:xfrm>
              <a:off x="3083" y="2433"/>
              <a:ext cx="52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8" name="Oval 37"/>
            <p:cNvSpPr>
              <a:spLocks noChangeArrowheads="1"/>
            </p:cNvSpPr>
            <p:nvPr/>
          </p:nvSpPr>
          <p:spPr bwMode="auto">
            <a:xfrm>
              <a:off x="3045" y="2399"/>
              <a:ext cx="38" cy="34"/>
            </a:xfrm>
            <a:prstGeom prst="ellipse">
              <a:avLst/>
            </a:prstGeom>
            <a:solidFill>
              <a:srgbClr val="0000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2351088" y="3357564"/>
            <a:ext cx="7620000" cy="2060575"/>
            <a:chOff x="720" y="2804"/>
            <a:chExt cx="4800" cy="1298"/>
          </a:xfrm>
        </p:grpSpPr>
        <p:sp>
          <p:nvSpPr>
            <p:cNvPr id="20484" name="Freeform 39"/>
            <p:cNvSpPr>
              <a:spLocks/>
            </p:cNvSpPr>
            <p:nvPr/>
          </p:nvSpPr>
          <p:spPr bwMode="auto">
            <a:xfrm>
              <a:off x="720" y="3574"/>
              <a:ext cx="4534" cy="2"/>
            </a:xfrm>
            <a:custGeom>
              <a:avLst/>
              <a:gdLst>
                <a:gd name="T0" fmla="*/ 0 w 4477"/>
                <a:gd name="T1" fmla="*/ 0 h 4"/>
                <a:gd name="T2" fmla="*/ 4709 w 4477"/>
                <a:gd name="T3" fmla="*/ 1 h 4"/>
                <a:gd name="T4" fmla="*/ 0 60000 65536"/>
                <a:gd name="T5" fmla="*/ 0 60000 65536"/>
                <a:gd name="T6" fmla="*/ 0 w 4477"/>
                <a:gd name="T7" fmla="*/ 0 h 4"/>
                <a:gd name="T8" fmla="*/ 4477 w 4477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477" h="4">
                  <a:moveTo>
                    <a:pt x="0" y="0"/>
                  </a:moveTo>
                  <a:lnTo>
                    <a:pt x="4477" y="4"/>
                  </a:lnTo>
                </a:path>
              </a:pathLst>
            </a:cu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" name="Line 40"/>
            <p:cNvSpPr>
              <a:spLocks noChangeShapeType="1"/>
            </p:cNvSpPr>
            <p:nvPr/>
          </p:nvSpPr>
          <p:spPr bwMode="auto">
            <a:xfrm flipV="1">
              <a:off x="2545" y="2804"/>
              <a:ext cx="0" cy="1298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" name="Oval 41"/>
            <p:cNvSpPr>
              <a:spLocks noChangeArrowheads="1"/>
            </p:cNvSpPr>
            <p:nvPr/>
          </p:nvSpPr>
          <p:spPr bwMode="auto">
            <a:xfrm>
              <a:off x="2544" y="3315"/>
              <a:ext cx="37" cy="3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487" name="Line 42"/>
            <p:cNvSpPr>
              <a:spLocks noChangeShapeType="1"/>
            </p:cNvSpPr>
            <p:nvPr/>
          </p:nvSpPr>
          <p:spPr bwMode="auto">
            <a:xfrm>
              <a:off x="2559" y="3315"/>
              <a:ext cx="52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8" name="Oval 43"/>
            <p:cNvSpPr>
              <a:spLocks noChangeArrowheads="1"/>
            </p:cNvSpPr>
            <p:nvPr/>
          </p:nvSpPr>
          <p:spPr bwMode="auto">
            <a:xfrm>
              <a:off x="2521" y="3765"/>
              <a:ext cx="38" cy="3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489" name="Line 44"/>
            <p:cNvSpPr>
              <a:spLocks noChangeShapeType="1"/>
            </p:cNvSpPr>
            <p:nvPr/>
          </p:nvSpPr>
          <p:spPr bwMode="auto">
            <a:xfrm>
              <a:off x="2016" y="3799"/>
              <a:ext cx="499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0" name="Oval 45"/>
            <p:cNvSpPr>
              <a:spLocks noChangeArrowheads="1"/>
            </p:cNvSpPr>
            <p:nvPr/>
          </p:nvSpPr>
          <p:spPr bwMode="auto">
            <a:xfrm>
              <a:off x="1997" y="3765"/>
              <a:ext cx="37" cy="3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491" name="Line 46"/>
            <p:cNvSpPr>
              <a:spLocks noChangeShapeType="1"/>
            </p:cNvSpPr>
            <p:nvPr/>
          </p:nvSpPr>
          <p:spPr bwMode="auto">
            <a:xfrm>
              <a:off x="1510" y="3324"/>
              <a:ext cx="52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2" name="Line 47"/>
            <p:cNvSpPr>
              <a:spLocks noChangeShapeType="1"/>
            </p:cNvSpPr>
            <p:nvPr/>
          </p:nvSpPr>
          <p:spPr bwMode="auto">
            <a:xfrm>
              <a:off x="2016" y="3315"/>
              <a:ext cx="0" cy="484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3" name="Line 48"/>
            <p:cNvSpPr>
              <a:spLocks noChangeShapeType="1"/>
            </p:cNvSpPr>
            <p:nvPr/>
          </p:nvSpPr>
          <p:spPr bwMode="auto">
            <a:xfrm>
              <a:off x="3072" y="3315"/>
              <a:ext cx="0" cy="484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4" name="Line 49"/>
            <p:cNvSpPr>
              <a:spLocks noChangeShapeType="1"/>
            </p:cNvSpPr>
            <p:nvPr/>
          </p:nvSpPr>
          <p:spPr bwMode="auto">
            <a:xfrm>
              <a:off x="1488" y="3315"/>
              <a:ext cx="0" cy="484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5" name="Oval 50"/>
            <p:cNvSpPr>
              <a:spLocks noChangeArrowheads="1"/>
            </p:cNvSpPr>
            <p:nvPr/>
          </p:nvSpPr>
          <p:spPr bwMode="auto">
            <a:xfrm>
              <a:off x="1473" y="3765"/>
              <a:ext cx="37" cy="3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496" name="Line 51"/>
            <p:cNvSpPr>
              <a:spLocks noChangeShapeType="1"/>
            </p:cNvSpPr>
            <p:nvPr/>
          </p:nvSpPr>
          <p:spPr bwMode="auto">
            <a:xfrm>
              <a:off x="1248" y="3799"/>
              <a:ext cx="26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" name="Line 52"/>
            <p:cNvSpPr>
              <a:spLocks noChangeShapeType="1"/>
            </p:cNvSpPr>
            <p:nvPr/>
          </p:nvSpPr>
          <p:spPr bwMode="auto">
            <a:xfrm>
              <a:off x="3586" y="3315"/>
              <a:ext cx="0" cy="484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498" name="Object 53"/>
            <p:cNvGraphicFramePr>
              <a:graphicFrameLocks noChangeAspect="1"/>
            </p:cNvGraphicFramePr>
            <p:nvPr/>
          </p:nvGraphicFramePr>
          <p:xfrm>
            <a:off x="5304" y="3526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95384" imgH="114340" progId="Equation.3">
                    <p:embed/>
                  </p:oleObj>
                </mc:Choice>
                <mc:Fallback>
                  <p:oleObj name="公式" r:id="rId27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4" y="3526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9" name="Object 54"/>
            <p:cNvGraphicFramePr>
              <a:graphicFrameLocks noChangeAspect="1"/>
            </p:cNvGraphicFramePr>
            <p:nvPr/>
          </p:nvGraphicFramePr>
          <p:xfrm>
            <a:off x="2580" y="2834"/>
            <a:ext cx="24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114390" imgH="133337" progId="Equation.3">
                    <p:embed/>
                  </p:oleObj>
                </mc:Choice>
                <mc:Fallback>
                  <p:oleObj name="公式" r:id="rId29" imgW="11439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0" y="2834"/>
                          <a:ext cx="24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0" name="Object 55"/>
            <p:cNvGraphicFramePr>
              <a:graphicFrameLocks noChangeAspect="1"/>
            </p:cNvGraphicFramePr>
            <p:nvPr/>
          </p:nvGraphicFramePr>
          <p:xfrm>
            <a:off x="2544" y="3574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95384" imgH="114340" progId="Equation.3">
                    <p:embed/>
                  </p:oleObj>
                </mc:Choice>
                <mc:Fallback>
                  <p:oleObj name="公式" r:id="rId31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574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1" name="Object 56"/>
            <p:cNvGraphicFramePr>
              <a:graphicFrameLocks noChangeAspect="1"/>
            </p:cNvGraphicFramePr>
            <p:nvPr/>
          </p:nvGraphicFramePr>
          <p:xfrm>
            <a:off x="2899" y="3600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126835" imgH="139518" progId="Equation.3">
                    <p:embed/>
                  </p:oleObj>
                </mc:Choice>
                <mc:Fallback>
                  <p:oleObj name="公式" r:id="rId33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9" y="3600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2" name="Object 57"/>
            <p:cNvGraphicFramePr>
              <a:graphicFrameLocks noChangeAspect="1"/>
            </p:cNvGraphicFramePr>
            <p:nvPr/>
          </p:nvGraphicFramePr>
          <p:xfrm>
            <a:off x="3589" y="3574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202936" imgH="177569" progId="Equation.3">
                    <p:embed/>
                  </p:oleObj>
                </mc:Choice>
                <mc:Fallback>
                  <p:oleObj name="公式" r:id="rId34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9" y="3574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3" name="Object 58"/>
            <p:cNvGraphicFramePr>
              <a:graphicFrameLocks noChangeAspect="1"/>
            </p:cNvGraphicFramePr>
            <p:nvPr/>
          </p:nvGraphicFramePr>
          <p:xfrm>
            <a:off x="2048" y="3600"/>
            <a:ext cx="256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5" imgW="228600" imgH="139700" progId="Equation.3">
                    <p:embed/>
                  </p:oleObj>
                </mc:Choice>
                <mc:Fallback>
                  <p:oleObj name="公式" r:id="rId35" imgW="2286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8" y="3600"/>
                          <a:ext cx="256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4" name="Object 59"/>
            <p:cNvGraphicFramePr>
              <a:graphicFrameLocks noChangeAspect="1"/>
            </p:cNvGraphicFramePr>
            <p:nvPr/>
          </p:nvGraphicFramePr>
          <p:xfrm>
            <a:off x="1536" y="3606"/>
            <a:ext cx="321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304404" imgH="177569" progId="Equation.3">
                    <p:embed/>
                  </p:oleObj>
                </mc:Choice>
                <mc:Fallback>
                  <p:oleObj name="公式" r:id="rId36" imgW="304404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606"/>
                          <a:ext cx="321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5" name="Object 60"/>
            <p:cNvGraphicFramePr>
              <a:graphicFrameLocks noChangeAspect="1"/>
            </p:cNvGraphicFramePr>
            <p:nvPr/>
          </p:nvGraphicFramePr>
          <p:xfrm>
            <a:off x="4021" y="3574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7" imgW="202936" imgH="177569" progId="Equation.3">
                    <p:embed/>
                  </p:oleObj>
                </mc:Choice>
                <mc:Fallback>
                  <p:oleObj name="公式" r:id="rId37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1" y="3574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6" name="Object 61"/>
            <p:cNvGraphicFramePr>
              <a:graphicFrameLocks noChangeAspect="1"/>
            </p:cNvGraphicFramePr>
            <p:nvPr/>
          </p:nvGraphicFramePr>
          <p:xfrm>
            <a:off x="768" y="3606"/>
            <a:ext cx="307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291847" imgH="177646" progId="Equation.3">
                    <p:embed/>
                  </p:oleObj>
                </mc:Choice>
                <mc:Fallback>
                  <p:oleObj name="公式" r:id="rId38" imgW="291847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3606"/>
                          <a:ext cx="307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7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2043320"/>
                </p:ext>
              </p:extLst>
            </p:nvPr>
          </p:nvGraphicFramePr>
          <p:xfrm>
            <a:off x="4367" y="3744"/>
            <a:ext cx="114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838080" imgH="215640" progId="Equation.DSMT4">
                    <p:embed/>
                  </p:oleObj>
                </mc:Choice>
                <mc:Fallback>
                  <p:oleObj name="Equation" r:id="rId39" imgW="8380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7" y="3744"/>
                          <a:ext cx="1140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8" name="Object 63"/>
            <p:cNvGraphicFramePr>
              <a:graphicFrameLocks noChangeAspect="1"/>
            </p:cNvGraphicFramePr>
            <p:nvPr/>
          </p:nvGraphicFramePr>
          <p:xfrm>
            <a:off x="2378" y="3222"/>
            <a:ext cx="121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1" imgW="88707" imgH="164742" progId="Equation.3">
                    <p:embed/>
                  </p:oleObj>
                </mc:Choice>
                <mc:Fallback>
                  <p:oleObj name="公式" r:id="rId41" imgW="88707" imgH="16474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8" y="3222"/>
                          <a:ext cx="121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9" name="Object 64"/>
            <p:cNvGraphicFramePr>
              <a:graphicFrameLocks noChangeAspect="1"/>
            </p:cNvGraphicFramePr>
            <p:nvPr/>
          </p:nvGraphicFramePr>
          <p:xfrm>
            <a:off x="2304" y="3829"/>
            <a:ext cx="264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2" imgW="190335" imgH="164957" progId="Equation.3">
                    <p:embed/>
                  </p:oleObj>
                </mc:Choice>
                <mc:Fallback>
                  <p:oleObj name="公式" r:id="rId42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829"/>
                          <a:ext cx="264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0" name="Oval 65"/>
            <p:cNvSpPr>
              <a:spLocks noChangeArrowheads="1"/>
            </p:cNvSpPr>
            <p:nvPr/>
          </p:nvSpPr>
          <p:spPr bwMode="auto">
            <a:xfrm>
              <a:off x="1473" y="3315"/>
              <a:ext cx="37" cy="3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11" name="Oval 66"/>
            <p:cNvSpPr>
              <a:spLocks noChangeArrowheads="1"/>
            </p:cNvSpPr>
            <p:nvPr/>
          </p:nvSpPr>
          <p:spPr bwMode="auto">
            <a:xfrm>
              <a:off x="1997" y="3315"/>
              <a:ext cx="37" cy="3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12" name="Oval 67"/>
            <p:cNvSpPr>
              <a:spLocks noChangeArrowheads="1"/>
            </p:cNvSpPr>
            <p:nvPr/>
          </p:nvSpPr>
          <p:spPr bwMode="auto">
            <a:xfrm>
              <a:off x="3045" y="3315"/>
              <a:ext cx="38" cy="3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13" name="Oval 68"/>
            <p:cNvSpPr>
              <a:spLocks noChangeArrowheads="1"/>
            </p:cNvSpPr>
            <p:nvPr/>
          </p:nvSpPr>
          <p:spPr bwMode="auto">
            <a:xfrm>
              <a:off x="3570" y="3315"/>
              <a:ext cx="37" cy="3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14" name="Line 69"/>
            <p:cNvSpPr>
              <a:spLocks noChangeShapeType="1"/>
            </p:cNvSpPr>
            <p:nvPr/>
          </p:nvSpPr>
          <p:spPr bwMode="auto">
            <a:xfrm>
              <a:off x="3604" y="3311"/>
              <a:ext cx="52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Oval 70"/>
            <p:cNvSpPr>
              <a:spLocks noChangeArrowheads="1"/>
            </p:cNvSpPr>
            <p:nvPr/>
          </p:nvSpPr>
          <p:spPr bwMode="auto">
            <a:xfrm>
              <a:off x="4091" y="3286"/>
              <a:ext cx="37" cy="3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16" name="Oval 71"/>
            <p:cNvSpPr>
              <a:spLocks noChangeArrowheads="1"/>
            </p:cNvSpPr>
            <p:nvPr/>
          </p:nvSpPr>
          <p:spPr bwMode="auto">
            <a:xfrm>
              <a:off x="3570" y="3765"/>
              <a:ext cx="37" cy="3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17" name="Line 72"/>
            <p:cNvSpPr>
              <a:spLocks noChangeShapeType="1"/>
            </p:cNvSpPr>
            <p:nvPr/>
          </p:nvSpPr>
          <p:spPr bwMode="auto">
            <a:xfrm>
              <a:off x="3083" y="3799"/>
              <a:ext cx="52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8" name="Oval 73"/>
            <p:cNvSpPr>
              <a:spLocks noChangeArrowheads="1"/>
            </p:cNvSpPr>
            <p:nvPr/>
          </p:nvSpPr>
          <p:spPr bwMode="auto">
            <a:xfrm>
              <a:off x="3045" y="3765"/>
              <a:ext cx="38" cy="3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19" name="Oval 74"/>
            <p:cNvSpPr>
              <a:spLocks noChangeArrowheads="1"/>
            </p:cNvSpPr>
            <p:nvPr/>
          </p:nvSpPr>
          <p:spPr bwMode="auto">
            <a:xfrm>
              <a:off x="1473" y="3565"/>
              <a:ext cx="37" cy="3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20" name="Oval 75"/>
            <p:cNvSpPr>
              <a:spLocks noChangeArrowheads="1"/>
            </p:cNvSpPr>
            <p:nvPr/>
          </p:nvSpPr>
          <p:spPr bwMode="auto">
            <a:xfrm>
              <a:off x="2004" y="3565"/>
              <a:ext cx="37" cy="3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21" name="Oval 76"/>
            <p:cNvSpPr>
              <a:spLocks noChangeArrowheads="1"/>
            </p:cNvSpPr>
            <p:nvPr/>
          </p:nvSpPr>
          <p:spPr bwMode="auto">
            <a:xfrm>
              <a:off x="2516" y="3552"/>
              <a:ext cx="37" cy="3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22" name="Oval 77"/>
            <p:cNvSpPr>
              <a:spLocks noChangeArrowheads="1"/>
            </p:cNvSpPr>
            <p:nvPr/>
          </p:nvSpPr>
          <p:spPr bwMode="auto">
            <a:xfrm>
              <a:off x="3046" y="3552"/>
              <a:ext cx="37" cy="3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523" name="Oval 78"/>
            <p:cNvSpPr>
              <a:spLocks noChangeArrowheads="1"/>
            </p:cNvSpPr>
            <p:nvPr/>
          </p:nvSpPr>
          <p:spPr bwMode="auto">
            <a:xfrm>
              <a:off x="3570" y="3565"/>
              <a:ext cx="37" cy="3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5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432571"/>
              </p:ext>
            </p:extLst>
          </p:nvPr>
        </p:nvGraphicFramePr>
        <p:xfrm>
          <a:off x="1781175" y="536575"/>
          <a:ext cx="9605963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458573" imgH="628943" progId="Word.Document.8">
                  <p:embed/>
                </p:oleObj>
              </mc:Choice>
              <mc:Fallback>
                <p:oleObj name="Document" r:id="rId2" imgW="4458573" imgH="62894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536575"/>
                        <a:ext cx="9605963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700619"/>
              </p:ext>
            </p:extLst>
          </p:nvPr>
        </p:nvGraphicFramePr>
        <p:xfrm>
          <a:off x="1922463" y="1697038"/>
          <a:ext cx="855027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670114" imgH="218528" progId="Word.Document.8">
                  <p:embed/>
                </p:oleObj>
              </mc:Choice>
              <mc:Fallback>
                <p:oleObj name="Document" r:id="rId4" imgW="3670114" imgH="2185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463" y="1697038"/>
                        <a:ext cx="855027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3005" name="Object 13"/>
          <p:cNvGraphicFramePr>
            <a:graphicFrameLocks noChangeAspect="1"/>
          </p:cNvGraphicFramePr>
          <p:nvPr/>
        </p:nvGraphicFramePr>
        <p:xfrm>
          <a:off x="2362201" y="2468564"/>
          <a:ext cx="6183313" cy="179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33610" imgH="838373" progId="Equation.DSMT4">
                  <p:embed/>
                </p:oleObj>
              </mc:Choice>
              <mc:Fallback>
                <p:oleObj name="Equation" r:id="rId6" imgW="2933610" imgH="8383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2468564"/>
                        <a:ext cx="6183313" cy="179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3006" name="Object 14"/>
          <p:cNvGraphicFramePr>
            <a:graphicFrameLocks noChangeAspect="1"/>
          </p:cNvGraphicFramePr>
          <p:nvPr/>
        </p:nvGraphicFramePr>
        <p:xfrm>
          <a:off x="7135813" y="4183064"/>
          <a:ext cx="262731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1190" imgH="190327" progId="Equation.DSMT4">
                  <p:embed/>
                </p:oleObj>
              </mc:Choice>
              <mc:Fallback>
                <p:oleObj name="Equation" r:id="rId8" imgW="1181190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5813" y="4183064"/>
                        <a:ext cx="262731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30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804551"/>
              </p:ext>
            </p:extLst>
          </p:nvPr>
        </p:nvGraphicFramePr>
        <p:xfrm>
          <a:off x="1385311" y="4737533"/>
          <a:ext cx="9347200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345164" imgH="811469" progId="Word.Document.8">
                  <p:embed/>
                </p:oleObj>
              </mc:Choice>
              <mc:Fallback>
                <p:oleObj name="Document" r:id="rId10" imgW="4345164" imgH="81146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311" y="4737533"/>
                        <a:ext cx="9347200" cy="174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45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566988" y="549275"/>
            <a:ext cx="7170737" cy="2165350"/>
            <a:chOff x="789" y="1248"/>
            <a:chExt cx="4517" cy="1364"/>
          </a:xfrm>
        </p:grpSpPr>
        <p:graphicFrame>
          <p:nvGraphicFramePr>
            <p:cNvPr id="22572" name="Object 3"/>
            <p:cNvGraphicFramePr>
              <a:graphicFrameLocks noChangeAspect="1"/>
            </p:cNvGraphicFramePr>
            <p:nvPr/>
          </p:nvGraphicFramePr>
          <p:xfrm>
            <a:off x="2676" y="1248"/>
            <a:ext cx="24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14390" imgH="133337" progId="Equation.3">
                    <p:embed/>
                  </p:oleObj>
                </mc:Choice>
                <mc:Fallback>
                  <p:oleObj name="公式" r:id="rId2" imgW="11439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6" y="1248"/>
                          <a:ext cx="24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73" name="Freeform 4"/>
            <p:cNvSpPr>
              <a:spLocks/>
            </p:cNvSpPr>
            <p:nvPr/>
          </p:nvSpPr>
          <p:spPr bwMode="auto">
            <a:xfrm>
              <a:off x="789" y="2000"/>
              <a:ext cx="4081" cy="2"/>
            </a:xfrm>
            <a:custGeom>
              <a:avLst/>
              <a:gdLst>
                <a:gd name="T0" fmla="*/ 0 w 4477"/>
                <a:gd name="T1" fmla="*/ 0 h 4"/>
                <a:gd name="T2" fmla="*/ 3091 w 4477"/>
                <a:gd name="T3" fmla="*/ 1 h 4"/>
                <a:gd name="T4" fmla="*/ 0 60000 65536"/>
                <a:gd name="T5" fmla="*/ 0 60000 65536"/>
                <a:gd name="T6" fmla="*/ 0 w 4477"/>
                <a:gd name="T7" fmla="*/ 0 h 4"/>
                <a:gd name="T8" fmla="*/ 4477 w 4477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477" h="4">
                  <a:moveTo>
                    <a:pt x="0" y="0"/>
                  </a:moveTo>
                  <a:lnTo>
                    <a:pt x="4477" y="4"/>
                  </a:lnTo>
                </a:path>
              </a:pathLst>
            </a:cu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4" name="Line 5"/>
            <p:cNvSpPr>
              <a:spLocks noChangeShapeType="1"/>
            </p:cNvSpPr>
            <p:nvPr/>
          </p:nvSpPr>
          <p:spPr bwMode="auto">
            <a:xfrm flipV="1">
              <a:off x="2588" y="1392"/>
              <a:ext cx="0" cy="122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5" name="Oval 6"/>
            <p:cNvSpPr>
              <a:spLocks noChangeArrowheads="1"/>
            </p:cNvSpPr>
            <p:nvPr/>
          </p:nvSpPr>
          <p:spPr bwMode="auto">
            <a:xfrm>
              <a:off x="2576" y="1805"/>
              <a:ext cx="34" cy="2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76" name="Freeform 7"/>
            <p:cNvSpPr>
              <a:spLocks/>
            </p:cNvSpPr>
            <p:nvPr/>
          </p:nvSpPr>
          <p:spPr bwMode="auto">
            <a:xfrm>
              <a:off x="2119" y="2002"/>
              <a:ext cx="472" cy="389"/>
            </a:xfrm>
            <a:custGeom>
              <a:avLst/>
              <a:gdLst>
                <a:gd name="T0" fmla="*/ 0 w 780"/>
                <a:gd name="T1" fmla="*/ 46 h 795"/>
                <a:gd name="T2" fmla="*/ 105 w 780"/>
                <a:gd name="T3" fmla="*/ 0 h 795"/>
                <a:gd name="T4" fmla="*/ 0 60000 65536"/>
                <a:gd name="T5" fmla="*/ 0 60000 65536"/>
                <a:gd name="T6" fmla="*/ 0 w 780"/>
                <a:gd name="T7" fmla="*/ 0 h 795"/>
                <a:gd name="T8" fmla="*/ 780 w 780"/>
                <a:gd name="T9" fmla="*/ 795 h 7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0" h="795">
                  <a:moveTo>
                    <a:pt x="0" y="795"/>
                  </a:moveTo>
                  <a:lnTo>
                    <a:pt x="780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7" name="Line 8"/>
            <p:cNvSpPr>
              <a:spLocks noChangeShapeType="1"/>
            </p:cNvSpPr>
            <p:nvPr/>
          </p:nvSpPr>
          <p:spPr bwMode="auto">
            <a:xfrm>
              <a:off x="2600" y="1805"/>
              <a:ext cx="48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8" name="Oval 9"/>
            <p:cNvSpPr>
              <a:spLocks noChangeArrowheads="1"/>
            </p:cNvSpPr>
            <p:nvPr/>
          </p:nvSpPr>
          <p:spPr bwMode="auto">
            <a:xfrm>
              <a:off x="3049" y="1805"/>
              <a:ext cx="34" cy="2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79" name="Oval 10"/>
            <p:cNvSpPr>
              <a:spLocks noChangeArrowheads="1"/>
            </p:cNvSpPr>
            <p:nvPr/>
          </p:nvSpPr>
          <p:spPr bwMode="auto">
            <a:xfrm>
              <a:off x="1609" y="1805"/>
              <a:ext cx="35" cy="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80" name="Line 11"/>
            <p:cNvSpPr>
              <a:spLocks noChangeShapeType="1"/>
            </p:cNvSpPr>
            <p:nvPr/>
          </p:nvSpPr>
          <p:spPr bwMode="auto">
            <a:xfrm>
              <a:off x="1634" y="1805"/>
              <a:ext cx="48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1" name="Freeform 12"/>
            <p:cNvSpPr>
              <a:spLocks/>
            </p:cNvSpPr>
            <p:nvPr/>
          </p:nvSpPr>
          <p:spPr bwMode="auto">
            <a:xfrm>
              <a:off x="3064" y="2000"/>
              <a:ext cx="471" cy="389"/>
            </a:xfrm>
            <a:custGeom>
              <a:avLst/>
              <a:gdLst>
                <a:gd name="T0" fmla="*/ 0 w 780"/>
                <a:gd name="T1" fmla="*/ 46 h 795"/>
                <a:gd name="T2" fmla="*/ 103 w 780"/>
                <a:gd name="T3" fmla="*/ 0 h 795"/>
                <a:gd name="T4" fmla="*/ 0 60000 65536"/>
                <a:gd name="T5" fmla="*/ 0 60000 65536"/>
                <a:gd name="T6" fmla="*/ 0 w 780"/>
                <a:gd name="T7" fmla="*/ 0 h 795"/>
                <a:gd name="T8" fmla="*/ 780 w 780"/>
                <a:gd name="T9" fmla="*/ 795 h 7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0" h="795">
                  <a:moveTo>
                    <a:pt x="0" y="795"/>
                  </a:moveTo>
                  <a:lnTo>
                    <a:pt x="780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2" name="Line 13"/>
            <p:cNvSpPr>
              <a:spLocks noChangeShapeType="1"/>
            </p:cNvSpPr>
            <p:nvPr/>
          </p:nvSpPr>
          <p:spPr bwMode="auto">
            <a:xfrm>
              <a:off x="2117" y="1805"/>
              <a:ext cx="0" cy="586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3" name="Line 14"/>
            <p:cNvSpPr>
              <a:spLocks noChangeShapeType="1"/>
            </p:cNvSpPr>
            <p:nvPr/>
          </p:nvSpPr>
          <p:spPr bwMode="auto">
            <a:xfrm>
              <a:off x="3083" y="1805"/>
              <a:ext cx="0" cy="586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4" name="Oval 15"/>
            <p:cNvSpPr>
              <a:spLocks noChangeArrowheads="1"/>
            </p:cNvSpPr>
            <p:nvPr/>
          </p:nvSpPr>
          <p:spPr bwMode="auto">
            <a:xfrm>
              <a:off x="2096" y="2383"/>
              <a:ext cx="35" cy="28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85" name="Oval 16"/>
            <p:cNvSpPr>
              <a:spLocks noChangeArrowheads="1"/>
            </p:cNvSpPr>
            <p:nvPr/>
          </p:nvSpPr>
          <p:spPr bwMode="auto">
            <a:xfrm>
              <a:off x="2575" y="2002"/>
              <a:ext cx="34" cy="28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86" name="Oval 17"/>
            <p:cNvSpPr>
              <a:spLocks noChangeArrowheads="1"/>
            </p:cNvSpPr>
            <p:nvPr/>
          </p:nvSpPr>
          <p:spPr bwMode="auto">
            <a:xfrm>
              <a:off x="3072" y="2352"/>
              <a:ext cx="35" cy="28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87" name="Oval 18"/>
            <p:cNvSpPr>
              <a:spLocks noChangeArrowheads="1"/>
            </p:cNvSpPr>
            <p:nvPr/>
          </p:nvSpPr>
          <p:spPr bwMode="auto">
            <a:xfrm>
              <a:off x="3504" y="1994"/>
              <a:ext cx="35" cy="28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88" name="Oval 19"/>
            <p:cNvSpPr>
              <a:spLocks noChangeArrowheads="1"/>
            </p:cNvSpPr>
            <p:nvPr/>
          </p:nvSpPr>
          <p:spPr bwMode="auto">
            <a:xfrm>
              <a:off x="3504" y="1796"/>
              <a:ext cx="34" cy="2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89" name="Line 20"/>
            <p:cNvSpPr>
              <a:spLocks noChangeShapeType="1"/>
            </p:cNvSpPr>
            <p:nvPr/>
          </p:nvSpPr>
          <p:spPr bwMode="auto">
            <a:xfrm>
              <a:off x="3528" y="1802"/>
              <a:ext cx="48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90" name="Oval 21"/>
            <p:cNvSpPr>
              <a:spLocks noChangeArrowheads="1"/>
            </p:cNvSpPr>
            <p:nvPr/>
          </p:nvSpPr>
          <p:spPr bwMode="auto">
            <a:xfrm>
              <a:off x="3977" y="1796"/>
              <a:ext cx="34" cy="2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91" name="Freeform 22"/>
            <p:cNvSpPr>
              <a:spLocks/>
            </p:cNvSpPr>
            <p:nvPr/>
          </p:nvSpPr>
          <p:spPr bwMode="auto">
            <a:xfrm>
              <a:off x="1160" y="1988"/>
              <a:ext cx="472" cy="389"/>
            </a:xfrm>
            <a:custGeom>
              <a:avLst/>
              <a:gdLst>
                <a:gd name="T0" fmla="*/ 0 w 780"/>
                <a:gd name="T1" fmla="*/ 46 h 795"/>
                <a:gd name="T2" fmla="*/ 105 w 780"/>
                <a:gd name="T3" fmla="*/ 0 h 795"/>
                <a:gd name="T4" fmla="*/ 0 60000 65536"/>
                <a:gd name="T5" fmla="*/ 0 60000 65536"/>
                <a:gd name="T6" fmla="*/ 0 w 780"/>
                <a:gd name="T7" fmla="*/ 0 h 795"/>
                <a:gd name="T8" fmla="*/ 780 w 780"/>
                <a:gd name="T9" fmla="*/ 795 h 7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0" h="795">
                  <a:moveTo>
                    <a:pt x="0" y="795"/>
                  </a:moveTo>
                  <a:lnTo>
                    <a:pt x="780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92" name="Oval 23"/>
            <p:cNvSpPr>
              <a:spLocks noChangeArrowheads="1"/>
            </p:cNvSpPr>
            <p:nvPr/>
          </p:nvSpPr>
          <p:spPr bwMode="auto">
            <a:xfrm>
              <a:off x="1584" y="1988"/>
              <a:ext cx="34" cy="34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2593" name="Object 24"/>
            <p:cNvGraphicFramePr>
              <a:graphicFrameLocks noChangeAspect="1"/>
            </p:cNvGraphicFramePr>
            <p:nvPr/>
          </p:nvGraphicFramePr>
          <p:xfrm>
            <a:off x="4920" y="1920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5384" imgH="114340" progId="Equation.3">
                    <p:embed/>
                  </p:oleObj>
                </mc:Choice>
                <mc:Fallback>
                  <p:oleObj name="公式" r:id="rId5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0" y="1920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4" name="Object 25"/>
            <p:cNvGraphicFramePr>
              <a:graphicFrameLocks noChangeAspect="1"/>
            </p:cNvGraphicFramePr>
            <p:nvPr/>
          </p:nvGraphicFramePr>
          <p:xfrm>
            <a:off x="2640" y="1988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95384" imgH="114340" progId="Equation.3">
                    <p:embed/>
                  </p:oleObj>
                </mc:Choice>
                <mc:Fallback>
                  <p:oleObj name="公式" r:id="rId7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1988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5" name="Object 26"/>
            <p:cNvGraphicFramePr>
              <a:graphicFrameLocks noChangeAspect="1"/>
            </p:cNvGraphicFramePr>
            <p:nvPr/>
          </p:nvGraphicFramePr>
          <p:xfrm>
            <a:off x="3072" y="2016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26835" imgH="139518" progId="Equation.3">
                    <p:embed/>
                  </p:oleObj>
                </mc:Choice>
                <mc:Fallback>
                  <p:oleObj name="公式" r:id="rId9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2016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6" name="Object 27"/>
            <p:cNvGraphicFramePr>
              <a:graphicFrameLocks noChangeAspect="1"/>
            </p:cNvGraphicFramePr>
            <p:nvPr/>
          </p:nvGraphicFramePr>
          <p:xfrm>
            <a:off x="3541" y="2016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02936" imgH="177569" progId="Equation.3">
                    <p:embed/>
                  </p:oleObj>
                </mc:Choice>
                <mc:Fallback>
                  <p:oleObj name="公式" r:id="rId11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1" y="2016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7" name="Object 28"/>
            <p:cNvGraphicFramePr>
              <a:graphicFrameLocks noChangeAspect="1"/>
            </p:cNvGraphicFramePr>
            <p:nvPr/>
          </p:nvGraphicFramePr>
          <p:xfrm>
            <a:off x="2144" y="1988"/>
            <a:ext cx="256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28600" imgH="139700" progId="Equation.3">
                    <p:embed/>
                  </p:oleObj>
                </mc:Choice>
                <mc:Fallback>
                  <p:oleObj name="公式" r:id="rId13" imgW="2286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4" y="1988"/>
                          <a:ext cx="256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8" name="Object 29"/>
            <p:cNvGraphicFramePr>
              <a:graphicFrameLocks noChangeAspect="1"/>
            </p:cNvGraphicFramePr>
            <p:nvPr/>
          </p:nvGraphicFramePr>
          <p:xfrm>
            <a:off x="1584" y="2016"/>
            <a:ext cx="321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304404" imgH="177569" progId="Equation.3">
                    <p:embed/>
                  </p:oleObj>
                </mc:Choice>
                <mc:Fallback>
                  <p:oleObj name="公式" r:id="rId15" imgW="304404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016"/>
                          <a:ext cx="321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9" name="Object 30"/>
            <p:cNvGraphicFramePr>
              <a:graphicFrameLocks noChangeAspect="1"/>
            </p:cNvGraphicFramePr>
            <p:nvPr/>
          </p:nvGraphicFramePr>
          <p:xfrm>
            <a:off x="3973" y="2010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02936" imgH="177569" progId="Equation.3">
                    <p:embed/>
                  </p:oleObj>
                </mc:Choice>
                <mc:Fallback>
                  <p:oleObj name="公式" r:id="rId17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3" y="2010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600" name="Object 31"/>
            <p:cNvGraphicFramePr>
              <a:graphicFrameLocks noChangeAspect="1"/>
            </p:cNvGraphicFramePr>
            <p:nvPr/>
          </p:nvGraphicFramePr>
          <p:xfrm>
            <a:off x="989" y="2022"/>
            <a:ext cx="307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91847" imgH="177646" progId="Equation.3">
                    <p:embed/>
                  </p:oleObj>
                </mc:Choice>
                <mc:Fallback>
                  <p:oleObj name="公式" r:id="rId19" imgW="291847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9" y="2022"/>
                          <a:ext cx="307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601" name="Oval 32"/>
            <p:cNvSpPr>
              <a:spLocks noChangeArrowheads="1"/>
            </p:cNvSpPr>
            <p:nvPr/>
          </p:nvSpPr>
          <p:spPr bwMode="auto">
            <a:xfrm>
              <a:off x="1165" y="2372"/>
              <a:ext cx="35" cy="28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602" name="Oval 33"/>
            <p:cNvSpPr>
              <a:spLocks noChangeArrowheads="1"/>
            </p:cNvSpPr>
            <p:nvPr/>
          </p:nvSpPr>
          <p:spPr bwMode="auto">
            <a:xfrm>
              <a:off x="2082" y="1805"/>
              <a:ext cx="35" cy="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2603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7246594"/>
                </p:ext>
              </p:extLst>
            </p:nvPr>
          </p:nvGraphicFramePr>
          <p:xfrm>
            <a:off x="4151" y="2208"/>
            <a:ext cx="1155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850680" imgH="215640" progId="Equation.DSMT4">
                    <p:embed/>
                  </p:oleObj>
                </mc:Choice>
                <mc:Fallback>
                  <p:oleObj name="Equation" r:id="rId21" imgW="8506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1" y="2208"/>
                          <a:ext cx="1155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604" name="Object 35"/>
            <p:cNvGraphicFramePr>
              <a:graphicFrameLocks noChangeAspect="1"/>
            </p:cNvGraphicFramePr>
            <p:nvPr/>
          </p:nvGraphicFramePr>
          <p:xfrm>
            <a:off x="2304" y="2400"/>
            <a:ext cx="31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228600" imgH="139700" progId="Equation.3">
                    <p:embed/>
                  </p:oleObj>
                </mc:Choice>
                <mc:Fallback>
                  <p:oleObj name="公式" r:id="rId23" imgW="2286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2400"/>
                          <a:ext cx="31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605" name="Line 36"/>
            <p:cNvSpPr>
              <a:spLocks noChangeShapeType="1"/>
            </p:cNvSpPr>
            <p:nvPr/>
          </p:nvSpPr>
          <p:spPr bwMode="auto">
            <a:xfrm>
              <a:off x="2592" y="2448"/>
              <a:ext cx="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606" name="Object 37"/>
            <p:cNvGraphicFramePr>
              <a:graphicFrameLocks noChangeAspect="1"/>
            </p:cNvGraphicFramePr>
            <p:nvPr/>
          </p:nvGraphicFramePr>
          <p:xfrm>
            <a:off x="2423" y="1712"/>
            <a:ext cx="121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88707" imgH="164742" progId="Equation.3">
                    <p:embed/>
                  </p:oleObj>
                </mc:Choice>
                <mc:Fallback>
                  <p:oleObj name="公式" r:id="rId24" imgW="88707" imgH="16474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3" y="1712"/>
                          <a:ext cx="121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2566988" y="3141663"/>
            <a:ext cx="7159624" cy="2165350"/>
            <a:chOff x="789" y="2620"/>
            <a:chExt cx="4510" cy="1364"/>
          </a:xfrm>
        </p:grpSpPr>
        <p:graphicFrame>
          <p:nvGraphicFramePr>
            <p:cNvPr id="22532" name="Object 39"/>
            <p:cNvGraphicFramePr>
              <a:graphicFrameLocks noChangeAspect="1"/>
            </p:cNvGraphicFramePr>
            <p:nvPr/>
          </p:nvGraphicFramePr>
          <p:xfrm>
            <a:off x="2676" y="2620"/>
            <a:ext cx="24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14390" imgH="133337" progId="Equation.3">
                    <p:embed/>
                  </p:oleObj>
                </mc:Choice>
                <mc:Fallback>
                  <p:oleObj name="公式" r:id="rId26" imgW="11439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6" y="2620"/>
                          <a:ext cx="24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3" name="Freeform 40"/>
            <p:cNvSpPr>
              <a:spLocks/>
            </p:cNvSpPr>
            <p:nvPr/>
          </p:nvSpPr>
          <p:spPr bwMode="auto">
            <a:xfrm>
              <a:off x="789" y="3372"/>
              <a:ext cx="4081" cy="2"/>
            </a:xfrm>
            <a:custGeom>
              <a:avLst/>
              <a:gdLst>
                <a:gd name="T0" fmla="*/ 0 w 4477"/>
                <a:gd name="T1" fmla="*/ 0 h 4"/>
                <a:gd name="T2" fmla="*/ 3091 w 4477"/>
                <a:gd name="T3" fmla="*/ 1 h 4"/>
                <a:gd name="T4" fmla="*/ 0 60000 65536"/>
                <a:gd name="T5" fmla="*/ 0 60000 65536"/>
                <a:gd name="T6" fmla="*/ 0 w 4477"/>
                <a:gd name="T7" fmla="*/ 0 h 4"/>
                <a:gd name="T8" fmla="*/ 4477 w 4477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477" h="4">
                  <a:moveTo>
                    <a:pt x="0" y="0"/>
                  </a:moveTo>
                  <a:lnTo>
                    <a:pt x="4477" y="4"/>
                  </a:lnTo>
                </a:path>
              </a:pathLst>
            </a:cu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4" name="Line 41"/>
            <p:cNvSpPr>
              <a:spLocks noChangeShapeType="1"/>
            </p:cNvSpPr>
            <p:nvPr/>
          </p:nvSpPr>
          <p:spPr bwMode="auto">
            <a:xfrm flipV="1">
              <a:off x="2588" y="2764"/>
              <a:ext cx="0" cy="122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5" name="Oval 42"/>
            <p:cNvSpPr>
              <a:spLocks noChangeArrowheads="1"/>
            </p:cNvSpPr>
            <p:nvPr/>
          </p:nvSpPr>
          <p:spPr bwMode="auto">
            <a:xfrm>
              <a:off x="2576" y="3177"/>
              <a:ext cx="34" cy="2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36" name="Freeform 43"/>
            <p:cNvSpPr>
              <a:spLocks/>
            </p:cNvSpPr>
            <p:nvPr/>
          </p:nvSpPr>
          <p:spPr bwMode="auto">
            <a:xfrm>
              <a:off x="2119" y="3374"/>
              <a:ext cx="472" cy="389"/>
            </a:xfrm>
            <a:custGeom>
              <a:avLst/>
              <a:gdLst>
                <a:gd name="T0" fmla="*/ 0 w 780"/>
                <a:gd name="T1" fmla="*/ 46 h 795"/>
                <a:gd name="T2" fmla="*/ 105 w 780"/>
                <a:gd name="T3" fmla="*/ 0 h 795"/>
                <a:gd name="T4" fmla="*/ 0 60000 65536"/>
                <a:gd name="T5" fmla="*/ 0 60000 65536"/>
                <a:gd name="T6" fmla="*/ 0 w 780"/>
                <a:gd name="T7" fmla="*/ 0 h 795"/>
                <a:gd name="T8" fmla="*/ 780 w 780"/>
                <a:gd name="T9" fmla="*/ 795 h 7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0" h="795">
                  <a:moveTo>
                    <a:pt x="0" y="795"/>
                  </a:moveTo>
                  <a:lnTo>
                    <a:pt x="780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7" name="Line 44"/>
            <p:cNvSpPr>
              <a:spLocks noChangeShapeType="1"/>
            </p:cNvSpPr>
            <p:nvPr/>
          </p:nvSpPr>
          <p:spPr bwMode="auto">
            <a:xfrm>
              <a:off x="2600" y="3177"/>
              <a:ext cx="48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8" name="Oval 45"/>
            <p:cNvSpPr>
              <a:spLocks noChangeArrowheads="1"/>
            </p:cNvSpPr>
            <p:nvPr/>
          </p:nvSpPr>
          <p:spPr bwMode="auto">
            <a:xfrm>
              <a:off x="3049" y="3177"/>
              <a:ext cx="34" cy="2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39" name="Oval 46"/>
            <p:cNvSpPr>
              <a:spLocks noChangeArrowheads="1"/>
            </p:cNvSpPr>
            <p:nvPr/>
          </p:nvSpPr>
          <p:spPr bwMode="auto">
            <a:xfrm>
              <a:off x="1609" y="3177"/>
              <a:ext cx="35" cy="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40" name="Line 47"/>
            <p:cNvSpPr>
              <a:spLocks noChangeShapeType="1"/>
            </p:cNvSpPr>
            <p:nvPr/>
          </p:nvSpPr>
          <p:spPr bwMode="auto">
            <a:xfrm>
              <a:off x="1634" y="3177"/>
              <a:ext cx="48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1" name="Freeform 48"/>
            <p:cNvSpPr>
              <a:spLocks/>
            </p:cNvSpPr>
            <p:nvPr/>
          </p:nvSpPr>
          <p:spPr bwMode="auto">
            <a:xfrm>
              <a:off x="3064" y="3372"/>
              <a:ext cx="471" cy="389"/>
            </a:xfrm>
            <a:custGeom>
              <a:avLst/>
              <a:gdLst>
                <a:gd name="T0" fmla="*/ 0 w 780"/>
                <a:gd name="T1" fmla="*/ 46 h 795"/>
                <a:gd name="T2" fmla="*/ 103 w 780"/>
                <a:gd name="T3" fmla="*/ 0 h 795"/>
                <a:gd name="T4" fmla="*/ 0 60000 65536"/>
                <a:gd name="T5" fmla="*/ 0 60000 65536"/>
                <a:gd name="T6" fmla="*/ 0 w 780"/>
                <a:gd name="T7" fmla="*/ 0 h 795"/>
                <a:gd name="T8" fmla="*/ 780 w 780"/>
                <a:gd name="T9" fmla="*/ 795 h 7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0" h="795">
                  <a:moveTo>
                    <a:pt x="0" y="795"/>
                  </a:moveTo>
                  <a:lnTo>
                    <a:pt x="780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2" name="Line 49"/>
            <p:cNvSpPr>
              <a:spLocks noChangeShapeType="1"/>
            </p:cNvSpPr>
            <p:nvPr/>
          </p:nvSpPr>
          <p:spPr bwMode="auto">
            <a:xfrm>
              <a:off x="2117" y="3177"/>
              <a:ext cx="0" cy="586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3" name="Line 50"/>
            <p:cNvSpPr>
              <a:spLocks noChangeShapeType="1"/>
            </p:cNvSpPr>
            <p:nvPr/>
          </p:nvSpPr>
          <p:spPr bwMode="auto">
            <a:xfrm>
              <a:off x="3083" y="3177"/>
              <a:ext cx="0" cy="586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4" name="Oval 51"/>
            <p:cNvSpPr>
              <a:spLocks noChangeArrowheads="1"/>
            </p:cNvSpPr>
            <p:nvPr/>
          </p:nvSpPr>
          <p:spPr bwMode="auto">
            <a:xfrm>
              <a:off x="2096" y="3744"/>
              <a:ext cx="35" cy="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45" name="Oval 52"/>
            <p:cNvSpPr>
              <a:spLocks noChangeArrowheads="1"/>
            </p:cNvSpPr>
            <p:nvPr/>
          </p:nvSpPr>
          <p:spPr bwMode="auto">
            <a:xfrm>
              <a:off x="3072" y="3724"/>
              <a:ext cx="35" cy="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46" name="Oval 53"/>
            <p:cNvSpPr>
              <a:spLocks noChangeArrowheads="1"/>
            </p:cNvSpPr>
            <p:nvPr/>
          </p:nvSpPr>
          <p:spPr bwMode="auto">
            <a:xfrm>
              <a:off x="3504" y="3360"/>
              <a:ext cx="35" cy="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47" name="Line 54"/>
            <p:cNvSpPr>
              <a:spLocks noChangeShapeType="1"/>
            </p:cNvSpPr>
            <p:nvPr/>
          </p:nvSpPr>
          <p:spPr bwMode="auto">
            <a:xfrm>
              <a:off x="3528" y="3174"/>
              <a:ext cx="48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Oval 55"/>
            <p:cNvSpPr>
              <a:spLocks noChangeArrowheads="1"/>
            </p:cNvSpPr>
            <p:nvPr/>
          </p:nvSpPr>
          <p:spPr bwMode="auto">
            <a:xfrm>
              <a:off x="3977" y="3168"/>
              <a:ext cx="34" cy="2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49" name="Freeform 56"/>
            <p:cNvSpPr>
              <a:spLocks/>
            </p:cNvSpPr>
            <p:nvPr/>
          </p:nvSpPr>
          <p:spPr bwMode="auto">
            <a:xfrm>
              <a:off x="1160" y="3360"/>
              <a:ext cx="472" cy="389"/>
            </a:xfrm>
            <a:custGeom>
              <a:avLst/>
              <a:gdLst>
                <a:gd name="T0" fmla="*/ 0 w 780"/>
                <a:gd name="T1" fmla="*/ 46 h 795"/>
                <a:gd name="T2" fmla="*/ 105 w 780"/>
                <a:gd name="T3" fmla="*/ 0 h 795"/>
                <a:gd name="T4" fmla="*/ 0 60000 65536"/>
                <a:gd name="T5" fmla="*/ 0 60000 65536"/>
                <a:gd name="T6" fmla="*/ 0 w 780"/>
                <a:gd name="T7" fmla="*/ 0 h 795"/>
                <a:gd name="T8" fmla="*/ 780 w 780"/>
                <a:gd name="T9" fmla="*/ 795 h 7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0" h="795">
                  <a:moveTo>
                    <a:pt x="0" y="795"/>
                  </a:moveTo>
                  <a:lnTo>
                    <a:pt x="780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Oval 57"/>
            <p:cNvSpPr>
              <a:spLocks noChangeArrowheads="1"/>
            </p:cNvSpPr>
            <p:nvPr/>
          </p:nvSpPr>
          <p:spPr bwMode="auto">
            <a:xfrm>
              <a:off x="1584" y="3360"/>
              <a:ext cx="34" cy="3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2551" name="Object 58"/>
            <p:cNvGraphicFramePr>
              <a:graphicFrameLocks noChangeAspect="1"/>
            </p:cNvGraphicFramePr>
            <p:nvPr/>
          </p:nvGraphicFramePr>
          <p:xfrm>
            <a:off x="4920" y="3292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95384" imgH="114340" progId="Equation.3">
                    <p:embed/>
                  </p:oleObj>
                </mc:Choice>
                <mc:Fallback>
                  <p:oleObj name="公式" r:id="rId28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0" y="3292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2" name="Object 59"/>
            <p:cNvGraphicFramePr>
              <a:graphicFrameLocks noChangeAspect="1"/>
            </p:cNvGraphicFramePr>
            <p:nvPr/>
          </p:nvGraphicFramePr>
          <p:xfrm>
            <a:off x="2640" y="3360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95384" imgH="114340" progId="Equation.3">
                    <p:embed/>
                  </p:oleObj>
                </mc:Choice>
                <mc:Fallback>
                  <p:oleObj name="公式" r:id="rId30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3360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3" name="Object 60"/>
            <p:cNvGraphicFramePr>
              <a:graphicFrameLocks noChangeAspect="1"/>
            </p:cNvGraphicFramePr>
            <p:nvPr/>
          </p:nvGraphicFramePr>
          <p:xfrm>
            <a:off x="3072" y="3388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126835" imgH="139518" progId="Equation.3">
                    <p:embed/>
                  </p:oleObj>
                </mc:Choice>
                <mc:Fallback>
                  <p:oleObj name="公式" r:id="rId32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388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4" name="Object 61"/>
            <p:cNvGraphicFramePr>
              <a:graphicFrameLocks noChangeAspect="1"/>
            </p:cNvGraphicFramePr>
            <p:nvPr/>
          </p:nvGraphicFramePr>
          <p:xfrm>
            <a:off x="3541" y="3388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202936" imgH="177569" progId="Equation.3">
                    <p:embed/>
                  </p:oleObj>
                </mc:Choice>
                <mc:Fallback>
                  <p:oleObj name="公式" r:id="rId33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1" y="3388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5" name="Object 62"/>
            <p:cNvGraphicFramePr>
              <a:graphicFrameLocks noChangeAspect="1"/>
            </p:cNvGraphicFramePr>
            <p:nvPr/>
          </p:nvGraphicFramePr>
          <p:xfrm>
            <a:off x="2144" y="3375"/>
            <a:ext cx="256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228600" imgH="139700" progId="Equation.3">
                    <p:embed/>
                  </p:oleObj>
                </mc:Choice>
                <mc:Fallback>
                  <p:oleObj name="公式" r:id="rId34" imgW="2286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4" y="3375"/>
                          <a:ext cx="256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6" name="Object 63"/>
            <p:cNvGraphicFramePr>
              <a:graphicFrameLocks noChangeAspect="1"/>
            </p:cNvGraphicFramePr>
            <p:nvPr/>
          </p:nvGraphicFramePr>
          <p:xfrm>
            <a:off x="1584" y="3388"/>
            <a:ext cx="321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5" imgW="304404" imgH="177569" progId="Equation.3">
                    <p:embed/>
                  </p:oleObj>
                </mc:Choice>
                <mc:Fallback>
                  <p:oleObj name="公式" r:id="rId35" imgW="304404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388"/>
                          <a:ext cx="321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7" name="Object 64"/>
            <p:cNvGraphicFramePr>
              <a:graphicFrameLocks noChangeAspect="1"/>
            </p:cNvGraphicFramePr>
            <p:nvPr/>
          </p:nvGraphicFramePr>
          <p:xfrm>
            <a:off x="3973" y="3382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202936" imgH="177569" progId="Equation.3">
                    <p:embed/>
                  </p:oleObj>
                </mc:Choice>
                <mc:Fallback>
                  <p:oleObj name="公式" r:id="rId36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3" y="3382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8" name="Object 65"/>
            <p:cNvGraphicFramePr>
              <a:graphicFrameLocks noChangeAspect="1"/>
            </p:cNvGraphicFramePr>
            <p:nvPr/>
          </p:nvGraphicFramePr>
          <p:xfrm>
            <a:off x="989" y="3394"/>
            <a:ext cx="307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7" imgW="291847" imgH="177646" progId="Equation.3">
                    <p:embed/>
                  </p:oleObj>
                </mc:Choice>
                <mc:Fallback>
                  <p:oleObj name="公式" r:id="rId37" imgW="291847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9" y="3394"/>
                          <a:ext cx="307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9" name="Oval 66"/>
            <p:cNvSpPr>
              <a:spLocks noChangeArrowheads="1"/>
            </p:cNvSpPr>
            <p:nvPr/>
          </p:nvSpPr>
          <p:spPr bwMode="auto">
            <a:xfrm>
              <a:off x="2082" y="3177"/>
              <a:ext cx="35" cy="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2560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7170881"/>
                </p:ext>
              </p:extLst>
            </p:nvPr>
          </p:nvGraphicFramePr>
          <p:xfrm>
            <a:off x="4158" y="3580"/>
            <a:ext cx="1141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838080" imgH="215640" progId="Equation.DSMT4">
                    <p:embed/>
                  </p:oleObj>
                </mc:Choice>
                <mc:Fallback>
                  <p:oleObj name="Equation" r:id="rId38" imgW="8380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8" y="3580"/>
                          <a:ext cx="1141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1" name="Object 68"/>
            <p:cNvGraphicFramePr>
              <a:graphicFrameLocks noChangeAspect="1"/>
            </p:cNvGraphicFramePr>
            <p:nvPr/>
          </p:nvGraphicFramePr>
          <p:xfrm>
            <a:off x="2304" y="3772"/>
            <a:ext cx="31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228600" imgH="139700" progId="Equation.3">
                    <p:embed/>
                  </p:oleObj>
                </mc:Choice>
                <mc:Fallback>
                  <p:oleObj name="公式" r:id="rId40" imgW="2286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772"/>
                          <a:ext cx="31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2" name="Line 69"/>
            <p:cNvSpPr>
              <a:spLocks noChangeShapeType="1"/>
            </p:cNvSpPr>
            <p:nvPr/>
          </p:nvSpPr>
          <p:spPr bwMode="auto">
            <a:xfrm>
              <a:off x="2592" y="3820"/>
              <a:ext cx="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63" name="Object 70"/>
            <p:cNvGraphicFramePr>
              <a:graphicFrameLocks noChangeAspect="1"/>
            </p:cNvGraphicFramePr>
            <p:nvPr/>
          </p:nvGraphicFramePr>
          <p:xfrm>
            <a:off x="2423" y="3084"/>
            <a:ext cx="121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1" imgW="88707" imgH="164742" progId="Equation.3">
                    <p:embed/>
                  </p:oleObj>
                </mc:Choice>
                <mc:Fallback>
                  <p:oleObj name="公式" r:id="rId41" imgW="88707" imgH="16474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3" y="3084"/>
                          <a:ext cx="121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4" name="Oval 71"/>
            <p:cNvSpPr>
              <a:spLocks noChangeArrowheads="1"/>
            </p:cNvSpPr>
            <p:nvPr/>
          </p:nvSpPr>
          <p:spPr bwMode="auto">
            <a:xfrm>
              <a:off x="1165" y="3724"/>
              <a:ext cx="35" cy="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65" name="Oval 72"/>
            <p:cNvSpPr>
              <a:spLocks noChangeArrowheads="1"/>
            </p:cNvSpPr>
            <p:nvPr/>
          </p:nvSpPr>
          <p:spPr bwMode="auto">
            <a:xfrm>
              <a:off x="2558" y="3264"/>
              <a:ext cx="34" cy="28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66" name="Oval 73"/>
            <p:cNvSpPr>
              <a:spLocks noChangeArrowheads="1"/>
            </p:cNvSpPr>
            <p:nvPr/>
          </p:nvSpPr>
          <p:spPr bwMode="auto">
            <a:xfrm>
              <a:off x="2096" y="3456"/>
              <a:ext cx="34" cy="28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67" name="Oval 74"/>
            <p:cNvSpPr>
              <a:spLocks noChangeArrowheads="1"/>
            </p:cNvSpPr>
            <p:nvPr/>
          </p:nvSpPr>
          <p:spPr bwMode="auto">
            <a:xfrm>
              <a:off x="3072" y="3456"/>
              <a:ext cx="34" cy="28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68" name="Oval 75"/>
            <p:cNvSpPr>
              <a:spLocks noChangeArrowheads="1"/>
            </p:cNvSpPr>
            <p:nvPr/>
          </p:nvSpPr>
          <p:spPr bwMode="auto">
            <a:xfrm>
              <a:off x="1598" y="3264"/>
              <a:ext cx="34" cy="28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69" name="Oval 76"/>
            <p:cNvSpPr>
              <a:spLocks noChangeArrowheads="1"/>
            </p:cNvSpPr>
            <p:nvPr/>
          </p:nvSpPr>
          <p:spPr bwMode="auto">
            <a:xfrm>
              <a:off x="3504" y="3264"/>
              <a:ext cx="34" cy="34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70" name="Oval 77"/>
            <p:cNvSpPr>
              <a:spLocks noChangeArrowheads="1"/>
            </p:cNvSpPr>
            <p:nvPr/>
          </p:nvSpPr>
          <p:spPr bwMode="auto">
            <a:xfrm>
              <a:off x="2558" y="3388"/>
              <a:ext cx="34" cy="2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71" name="Oval 78"/>
            <p:cNvSpPr>
              <a:spLocks noChangeArrowheads="1"/>
            </p:cNvSpPr>
            <p:nvPr/>
          </p:nvSpPr>
          <p:spPr bwMode="auto">
            <a:xfrm>
              <a:off x="3504" y="3163"/>
              <a:ext cx="35" cy="2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30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37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986675"/>
              </p:ext>
            </p:extLst>
          </p:nvPr>
        </p:nvGraphicFramePr>
        <p:xfrm>
          <a:off x="1828801" y="1284514"/>
          <a:ext cx="9631790" cy="4963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647227" imgH="2390846" progId="Word.Document.8">
                  <p:embed/>
                </p:oleObj>
              </mc:Choice>
              <mc:Fallback>
                <p:oleObj name="Document" r:id="rId2" imgW="4647227" imgH="23908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1" y="1284514"/>
                        <a:ext cx="9631790" cy="49630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3783" name="Object 7"/>
          <p:cNvGraphicFramePr>
            <a:graphicFrameLocks noChangeAspect="1"/>
          </p:cNvGraphicFramePr>
          <p:nvPr/>
        </p:nvGraphicFramePr>
        <p:xfrm>
          <a:off x="1901826" y="603250"/>
          <a:ext cx="1111726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5486095" imgH="231648" progId="Word.Document.8">
                  <p:embed/>
                </p:oleObj>
              </mc:Choice>
              <mc:Fallback>
                <p:oleObj name="文档" r:id="rId4" imgW="5486095" imgH="2316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6" y="603250"/>
                        <a:ext cx="1111726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585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511758"/>
              </p:ext>
            </p:extLst>
          </p:nvPr>
        </p:nvGraphicFramePr>
        <p:xfrm>
          <a:off x="1995488" y="563563"/>
          <a:ext cx="94107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334363" imgH="284770" progId="Word.Document.8">
                  <p:embed/>
                </p:oleObj>
              </mc:Choice>
              <mc:Fallback>
                <p:oleObj name="Document" r:id="rId2" imgW="4334363" imgH="28477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488" y="563563"/>
                        <a:ext cx="941070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48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77067"/>
              </p:ext>
            </p:extLst>
          </p:nvPr>
        </p:nvGraphicFramePr>
        <p:xfrm>
          <a:off x="2484438" y="1524000"/>
          <a:ext cx="8626475" cy="188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922133" imgH="859711" progId="Word.Document.8">
                  <p:embed/>
                </p:oleObj>
              </mc:Choice>
              <mc:Fallback>
                <p:oleObj name="Document" r:id="rId4" imgW="3922133" imgH="8597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524000"/>
                        <a:ext cx="8626475" cy="188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438401" y="2743200"/>
            <a:ext cx="6149975" cy="2514600"/>
            <a:chOff x="806" y="2448"/>
            <a:chExt cx="3874" cy="1584"/>
          </a:xfrm>
        </p:grpSpPr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 flipV="1">
              <a:off x="2638" y="2504"/>
              <a:ext cx="0" cy="1528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2" name="Freeform 6"/>
            <p:cNvSpPr>
              <a:spLocks/>
            </p:cNvSpPr>
            <p:nvPr/>
          </p:nvSpPr>
          <p:spPr bwMode="auto">
            <a:xfrm>
              <a:off x="806" y="3539"/>
              <a:ext cx="3678" cy="14"/>
            </a:xfrm>
            <a:custGeom>
              <a:avLst/>
              <a:gdLst>
                <a:gd name="T0" fmla="*/ 0 w 6085"/>
                <a:gd name="T1" fmla="*/ 0 h 22"/>
                <a:gd name="T2" fmla="*/ 812 w 6085"/>
                <a:gd name="T3" fmla="*/ 4 h 22"/>
                <a:gd name="T4" fmla="*/ 0 60000 65536"/>
                <a:gd name="T5" fmla="*/ 0 60000 65536"/>
                <a:gd name="T6" fmla="*/ 0 w 6085"/>
                <a:gd name="T7" fmla="*/ 0 h 22"/>
                <a:gd name="T8" fmla="*/ 6085 w 6085"/>
                <a:gd name="T9" fmla="*/ 22 h 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085" h="22">
                  <a:moveTo>
                    <a:pt x="0" y="0"/>
                  </a:moveTo>
                  <a:lnTo>
                    <a:pt x="6085" y="22"/>
                  </a:lnTo>
                </a:path>
              </a:pathLst>
            </a:cu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3" name="Oval 7"/>
            <p:cNvSpPr>
              <a:spLocks noChangeArrowheads="1"/>
            </p:cNvSpPr>
            <p:nvPr/>
          </p:nvSpPr>
          <p:spPr bwMode="auto">
            <a:xfrm>
              <a:off x="3099" y="2886"/>
              <a:ext cx="35" cy="3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584" name="Freeform 8"/>
            <p:cNvSpPr>
              <a:spLocks/>
            </p:cNvSpPr>
            <p:nvPr/>
          </p:nvSpPr>
          <p:spPr bwMode="auto">
            <a:xfrm>
              <a:off x="3107" y="2876"/>
              <a:ext cx="972" cy="676"/>
            </a:xfrm>
            <a:custGeom>
              <a:avLst/>
              <a:gdLst>
                <a:gd name="T0" fmla="*/ 0 w 972"/>
                <a:gd name="T1" fmla="*/ 0 h 676"/>
                <a:gd name="T2" fmla="*/ 513 w 972"/>
                <a:gd name="T3" fmla="*/ 674 h 676"/>
                <a:gd name="T4" fmla="*/ 972 w 972"/>
                <a:gd name="T5" fmla="*/ 11 h 676"/>
                <a:gd name="T6" fmla="*/ 0 60000 65536"/>
                <a:gd name="T7" fmla="*/ 0 60000 65536"/>
                <a:gd name="T8" fmla="*/ 0 60000 65536"/>
                <a:gd name="T9" fmla="*/ 0 w 972"/>
                <a:gd name="T10" fmla="*/ 0 h 676"/>
                <a:gd name="T11" fmla="*/ 972 w 972"/>
                <a:gd name="T12" fmla="*/ 676 h 6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2" h="676">
                  <a:moveTo>
                    <a:pt x="0" y="0"/>
                  </a:moveTo>
                  <a:cubicBezTo>
                    <a:pt x="85" y="115"/>
                    <a:pt x="351" y="672"/>
                    <a:pt x="513" y="674"/>
                  </a:cubicBezTo>
                  <a:cubicBezTo>
                    <a:pt x="675" y="676"/>
                    <a:pt x="877" y="150"/>
                    <a:pt x="972" y="11"/>
                  </a:cubicBezTo>
                </a:path>
              </a:pathLst>
            </a:cu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5" name="Freeform 9"/>
            <p:cNvSpPr>
              <a:spLocks/>
            </p:cNvSpPr>
            <p:nvPr/>
          </p:nvSpPr>
          <p:spPr bwMode="auto">
            <a:xfrm>
              <a:off x="1187" y="2878"/>
              <a:ext cx="962" cy="674"/>
            </a:xfrm>
            <a:custGeom>
              <a:avLst/>
              <a:gdLst>
                <a:gd name="T0" fmla="*/ 0 w 1590"/>
                <a:gd name="T1" fmla="*/ 0 h 1101"/>
                <a:gd name="T2" fmla="*/ 111 w 1590"/>
                <a:gd name="T3" fmla="*/ 154 h 1101"/>
                <a:gd name="T4" fmla="*/ 213 w 1590"/>
                <a:gd name="T5" fmla="*/ 2 h 1101"/>
                <a:gd name="T6" fmla="*/ 0 60000 65536"/>
                <a:gd name="T7" fmla="*/ 0 60000 65536"/>
                <a:gd name="T8" fmla="*/ 0 60000 65536"/>
                <a:gd name="T9" fmla="*/ 0 w 1590"/>
                <a:gd name="T10" fmla="*/ 0 h 1101"/>
                <a:gd name="T11" fmla="*/ 1590 w 1590"/>
                <a:gd name="T12" fmla="*/ 1101 h 11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90" h="1101">
                  <a:moveTo>
                    <a:pt x="0" y="0"/>
                  </a:moveTo>
                  <a:cubicBezTo>
                    <a:pt x="138" y="185"/>
                    <a:pt x="566" y="1095"/>
                    <a:pt x="831" y="1098"/>
                  </a:cubicBezTo>
                  <a:cubicBezTo>
                    <a:pt x="1096" y="1101"/>
                    <a:pt x="1432" y="241"/>
                    <a:pt x="1590" y="15"/>
                  </a:cubicBezTo>
                </a:path>
              </a:pathLst>
            </a:cu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6" name="Line 10"/>
            <p:cNvSpPr>
              <a:spLocks noChangeShapeType="1"/>
            </p:cNvSpPr>
            <p:nvPr/>
          </p:nvSpPr>
          <p:spPr bwMode="auto">
            <a:xfrm>
              <a:off x="2141" y="2888"/>
              <a:ext cx="0" cy="668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7" name="Line 11"/>
            <p:cNvSpPr>
              <a:spLocks noChangeShapeType="1"/>
            </p:cNvSpPr>
            <p:nvPr/>
          </p:nvSpPr>
          <p:spPr bwMode="auto">
            <a:xfrm>
              <a:off x="1187" y="2886"/>
              <a:ext cx="0" cy="669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8" name="Line 12"/>
            <p:cNvSpPr>
              <a:spLocks noChangeShapeType="1"/>
            </p:cNvSpPr>
            <p:nvPr/>
          </p:nvSpPr>
          <p:spPr bwMode="auto">
            <a:xfrm>
              <a:off x="3118" y="2888"/>
              <a:ext cx="0" cy="668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9" name="Line 13"/>
            <p:cNvSpPr>
              <a:spLocks noChangeShapeType="1"/>
            </p:cNvSpPr>
            <p:nvPr/>
          </p:nvSpPr>
          <p:spPr bwMode="auto">
            <a:xfrm>
              <a:off x="4095" y="2888"/>
              <a:ext cx="0" cy="668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590" name="Object 14"/>
            <p:cNvGraphicFramePr>
              <a:graphicFrameLocks noChangeAspect="1"/>
            </p:cNvGraphicFramePr>
            <p:nvPr/>
          </p:nvGraphicFramePr>
          <p:xfrm>
            <a:off x="2676" y="2448"/>
            <a:ext cx="24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14390" imgH="133337" progId="Equation.3">
                    <p:embed/>
                  </p:oleObj>
                </mc:Choice>
                <mc:Fallback>
                  <p:oleObj name="公式" r:id="rId7" imgW="11439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6" y="2448"/>
                          <a:ext cx="24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1" name="Object 15"/>
            <p:cNvGraphicFramePr>
              <a:graphicFrameLocks noChangeAspect="1"/>
            </p:cNvGraphicFramePr>
            <p:nvPr/>
          </p:nvGraphicFramePr>
          <p:xfrm>
            <a:off x="4464" y="3456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95384" imgH="114340" progId="Equation.3">
                    <p:embed/>
                  </p:oleObj>
                </mc:Choice>
                <mc:Fallback>
                  <p:oleObj name="公式" r:id="rId9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456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2" name="Object 16"/>
            <p:cNvGraphicFramePr>
              <a:graphicFrameLocks noChangeAspect="1"/>
            </p:cNvGraphicFramePr>
            <p:nvPr/>
          </p:nvGraphicFramePr>
          <p:xfrm>
            <a:off x="2640" y="3546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95384" imgH="114340" progId="Equation.3">
                    <p:embed/>
                  </p:oleObj>
                </mc:Choice>
                <mc:Fallback>
                  <p:oleObj name="公式" r:id="rId11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3546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3" name="Object 17"/>
            <p:cNvGraphicFramePr>
              <a:graphicFrameLocks noChangeAspect="1"/>
            </p:cNvGraphicFramePr>
            <p:nvPr/>
          </p:nvGraphicFramePr>
          <p:xfrm>
            <a:off x="3072" y="3600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26835" imgH="139518" progId="Equation.3">
                    <p:embed/>
                  </p:oleObj>
                </mc:Choice>
                <mc:Fallback>
                  <p:oleObj name="公式" r:id="rId13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600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4" name="Object 18"/>
            <p:cNvGraphicFramePr>
              <a:graphicFrameLocks noChangeAspect="1"/>
            </p:cNvGraphicFramePr>
            <p:nvPr/>
          </p:nvGraphicFramePr>
          <p:xfrm>
            <a:off x="3541" y="3574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02936" imgH="177569" progId="Equation.3">
                    <p:embed/>
                  </p:oleObj>
                </mc:Choice>
                <mc:Fallback>
                  <p:oleObj name="公式" r:id="rId15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1" y="3574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5" name="Object 19"/>
            <p:cNvGraphicFramePr>
              <a:graphicFrameLocks noChangeAspect="1"/>
            </p:cNvGraphicFramePr>
            <p:nvPr/>
          </p:nvGraphicFramePr>
          <p:xfrm>
            <a:off x="2016" y="3587"/>
            <a:ext cx="256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28600" imgH="139700" progId="Equation.3">
                    <p:embed/>
                  </p:oleObj>
                </mc:Choice>
                <mc:Fallback>
                  <p:oleObj name="公式" r:id="rId17" imgW="2286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3587"/>
                          <a:ext cx="256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6" name="Object 20"/>
            <p:cNvGraphicFramePr>
              <a:graphicFrameLocks noChangeAspect="1"/>
            </p:cNvGraphicFramePr>
            <p:nvPr/>
          </p:nvGraphicFramePr>
          <p:xfrm>
            <a:off x="1536" y="3574"/>
            <a:ext cx="321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304404" imgH="177569" progId="Equation.3">
                    <p:embed/>
                  </p:oleObj>
                </mc:Choice>
                <mc:Fallback>
                  <p:oleObj name="公式" r:id="rId19" imgW="304404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574"/>
                          <a:ext cx="321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7" name="Object 21"/>
            <p:cNvGraphicFramePr>
              <a:graphicFrameLocks noChangeAspect="1"/>
            </p:cNvGraphicFramePr>
            <p:nvPr/>
          </p:nvGraphicFramePr>
          <p:xfrm>
            <a:off x="3973" y="3552"/>
            <a:ext cx="2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202936" imgH="177569" progId="Equation.3">
                    <p:embed/>
                  </p:oleObj>
                </mc:Choice>
                <mc:Fallback>
                  <p:oleObj name="公式" r:id="rId21" imgW="202936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3" y="3552"/>
                          <a:ext cx="25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8" name="Object 22"/>
            <p:cNvGraphicFramePr>
              <a:graphicFrameLocks noChangeAspect="1"/>
            </p:cNvGraphicFramePr>
            <p:nvPr/>
          </p:nvGraphicFramePr>
          <p:xfrm>
            <a:off x="989" y="3580"/>
            <a:ext cx="307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291847" imgH="177646" progId="Equation.3">
                    <p:embed/>
                  </p:oleObj>
                </mc:Choice>
                <mc:Fallback>
                  <p:oleObj name="公式" r:id="rId23" imgW="291847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9" y="3580"/>
                          <a:ext cx="307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9" name="Oval 23"/>
            <p:cNvSpPr>
              <a:spLocks noChangeArrowheads="1"/>
            </p:cNvSpPr>
            <p:nvPr/>
          </p:nvSpPr>
          <p:spPr bwMode="auto">
            <a:xfrm>
              <a:off x="2132" y="2886"/>
              <a:ext cx="35" cy="3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00" name="Oval 24"/>
            <p:cNvSpPr>
              <a:spLocks noChangeArrowheads="1"/>
            </p:cNvSpPr>
            <p:nvPr/>
          </p:nvSpPr>
          <p:spPr bwMode="auto">
            <a:xfrm>
              <a:off x="3086" y="2894"/>
              <a:ext cx="34" cy="3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01" name="Freeform 25"/>
            <p:cNvSpPr>
              <a:spLocks/>
            </p:cNvSpPr>
            <p:nvPr/>
          </p:nvSpPr>
          <p:spPr bwMode="auto">
            <a:xfrm>
              <a:off x="2145" y="2883"/>
              <a:ext cx="961" cy="665"/>
            </a:xfrm>
            <a:custGeom>
              <a:avLst/>
              <a:gdLst>
                <a:gd name="T0" fmla="*/ 0 w 961"/>
                <a:gd name="T1" fmla="*/ 0 h 665"/>
                <a:gd name="T2" fmla="*/ 485 w 961"/>
                <a:gd name="T3" fmla="*/ 664 h 665"/>
                <a:gd name="T4" fmla="*/ 961 w 961"/>
                <a:gd name="T5" fmla="*/ 9 h 665"/>
                <a:gd name="T6" fmla="*/ 0 60000 65536"/>
                <a:gd name="T7" fmla="*/ 0 60000 65536"/>
                <a:gd name="T8" fmla="*/ 0 60000 65536"/>
                <a:gd name="T9" fmla="*/ 0 w 961"/>
                <a:gd name="T10" fmla="*/ 0 h 665"/>
                <a:gd name="T11" fmla="*/ 961 w 961"/>
                <a:gd name="T12" fmla="*/ 665 h 6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1" h="665">
                  <a:moveTo>
                    <a:pt x="0" y="0"/>
                  </a:moveTo>
                  <a:cubicBezTo>
                    <a:pt x="81" y="111"/>
                    <a:pt x="325" y="663"/>
                    <a:pt x="485" y="664"/>
                  </a:cubicBezTo>
                  <a:cubicBezTo>
                    <a:pt x="645" y="665"/>
                    <a:pt x="862" y="145"/>
                    <a:pt x="961" y="9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65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78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531016"/>
              </p:ext>
            </p:extLst>
          </p:nvPr>
        </p:nvGraphicFramePr>
        <p:xfrm>
          <a:off x="2055813" y="2206625"/>
          <a:ext cx="8832850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4011059" imgH="594381" progId="Word.Document.8">
                  <p:embed/>
                </p:oleObj>
              </mc:Choice>
              <mc:Fallback>
                <p:oleObj name="Document" r:id="rId3" imgW="4011059" imgH="59438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813" y="2206625"/>
                        <a:ext cx="8832850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805778"/>
              </p:ext>
            </p:extLst>
          </p:nvPr>
        </p:nvGraphicFramePr>
        <p:xfrm>
          <a:off x="3892550" y="3375025"/>
          <a:ext cx="6750050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3118193" imgH="617422" progId="Word.Document.8">
                  <p:embed/>
                </p:oleObj>
              </mc:Choice>
              <mc:Fallback>
                <p:oleObj name="Document" r:id="rId5" imgW="3118193" imgH="6174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2550" y="3375025"/>
                        <a:ext cx="6750050" cy="133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768395"/>
              </p:ext>
            </p:extLst>
          </p:nvPr>
        </p:nvGraphicFramePr>
        <p:xfrm>
          <a:off x="2055813" y="4373563"/>
          <a:ext cx="9529762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4402768" imgH="617422" progId="Word.Document.8">
                  <p:embed/>
                </p:oleObj>
              </mc:Choice>
              <mc:Fallback>
                <p:oleObj name="Document" r:id="rId7" imgW="4402768" imgH="6174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813" y="4373563"/>
                        <a:ext cx="9529762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732009"/>
              </p:ext>
            </p:extLst>
          </p:nvPr>
        </p:nvGraphicFramePr>
        <p:xfrm>
          <a:off x="1918653" y="5326608"/>
          <a:ext cx="677862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9" imgW="3130794" imgH="617422" progId="Word.Document.8">
                  <p:embed/>
                </p:oleObj>
              </mc:Choice>
              <mc:Fallback>
                <p:oleObj name="Document" r:id="rId9" imgW="3130794" imgH="6174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653" y="5326608"/>
                        <a:ext cx="6778625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002350"/>
              </p:ext>
            </p:extLst>
          </p:nvPr>
        </p:nvGraphicFramePr>
        <p:xfrm>
          <a:off x="1979613" y="377825"/>
          <a:ext cx="886142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1" imgW="4073704" imgH="289810" progId="Word.Document.8">
                  <p:embed/>
                </p:oleObj>
              </mc:Choice>
              <mc:Fallback>
                <p:oleObj name="Document" r:id="rId11" imgW="4073704" imgH="28981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77825"/>
                        <a:ext cx="8861425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039211"/>
              </p:ext>
            </p:extLst>
          </p:nvPr>
        </p:nvGraphicFramePr>
        <p:xfrm>
          <a:off x="2470150" y="1347788"/>
          <a:ext cx="8191500" cy="194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3" imgW="3730958" imgH="883472" progId="Word.Document.8">
                  <p:embed/>
                </p:oleObj>
              </mc:Choice>
              <mc:Fallback>
                <p:oleObj name="Document" r:id="rId13" imgW="3730958" imgH="88347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1347788"/>
                        <a:ext cx="8191500" cy="194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207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1919289" y="1549401"/>
            <a:ext cx="1792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设函数</a:t>
            </a:r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3719514" y="1298575"/>
          <a:ext cx="62071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30500" imgH="469900" progId="Equation.DSMT4">
                  <p:embed/>
                </p:oleObj>
              </mc:Choice>
              <mc:Fallback>
                <p:oleObj name="Equation" r:id="rId3" imgW="27305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4" y="1298575"/>
                        <a:ext cx="62071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400301" y="2636838"/>
            <a:ext cx="5184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为周期的傅里叶级数的和函数为</a:t>
            </a:r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7435850" y="2708276"/>
          <a:ext cx="8064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55292" imgH="203024" progId="Equation.3">
                  <p:embed/>
                </p:oleObj>
              </mc:Choice>
              <mc:Fallback>
                <p:oleObj name="公式" r:id="rId5" imgW="355292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5850" y="2708276"/>
                        <a:ext cx="8064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8112126" y="2693988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，则</a:t>
            </a:r>
          </a:p>
        </p:txBody>
      </p:sp>
      <p:graphicFrame>
        <p:nvGraphicFramePr>
          <p:cNvPr id="26631" name="Object 7"/>
          <p:cNvGraphicFramePr>
            <a:graphicFrameLocks noChangeAspect="1"/>
          </p:cNvGraphicFramePr>
          <p:nvPr/>
        </p:nvGraphicFramePr>
        <p:xfrm>
          <a:off x="2479676" y="3716338"/>
          <a:ext cx="110172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57002" imgH="203112" progId="Equation.3">
                  <p:embed/>
                </p:oleObj>
              </mc:Choice>
              <mc:Fallback>
                <p:oleObj name="公式" r:id="rId7" imgW="457002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76" y="3716338"/>
                        <a:ext cx="1101725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/>
        </p:nvGraphicFramePr>
        <p:xfrm>
          <a:off x="4551364" y="3716339"/>
          <a:ext cx="114617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44307" imgH="203112" progId="Equation.3">
                  <p:embed/>
                </p:oleObj>
              </mc:Choice>
              <mc:Fallback>
                <p:oleObj name="公式" r:id="rId9" imgW="44430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364" y="3716339"/>
                        <a:ext cx="114617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33" name="Object 9"/>
          <p:cNvGraphicFramePr>
            <a:graphicFrameLocks noChangeAspect="1"/>
          </p:cNvGraphicFramePr>
          <p:nvPr/>
        </p:nvGraphicFramePr>
        <p:xfrm>
          <a:off x="3792539" y="3124201"/>
          <a:ext cx="3778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3713" imgH="381013" progId="Equation.DSMT4">
                  <p:embed/>
                </p:oleObj>
              </mc:Choice>
              <mc:Fallback>
                <p:oleObj name="Equation" r:id="rId11" imgW="123713" imgH="3810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9" y="3124201"/>
                        <a:ext cx="37782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0"/>
          <p:cNvGraphicFramePr>
            <a:graphicFrameLocks noChangeAspect="1"/>
          </p:cNvGraphicFramePr>
          <p:nvPr/>
        </p:nvGraphicFramePr>
        <p:xfrm>
          <a:off x="6959601" y="3429001"/>
          <a:ext cx="147002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596641" imgH="393529" progId="Equation.3">
                  <p:embed/>
                </p:oleObj>
              </mc:Choice>
              <mc:Fallback>
                <p:oleObj name="公式" r:id="rId13" imgW="596641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1" y="3429001"/>
                        <a:ext cx="1470025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5" name="Line 11"/>
          <p:cNvSpPr>
            <a:spLocks noChangeShapeType="1"/>
          </p:cNvSpPr>
          <p:nvPr/>
        </p:nvSpPr>
        <p:spPr bwMode="auto">
          <a:xfrm>
            <a:off x="3503614" y="4076700"/>
            <a:ext cx="865187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5664200" y="4076700"/>
            <a:ext cx="8651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8543925" y="4149725"/>
            <a:ext cx="8651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45838" name="Object 14"/>
          <p:cNvGraphicFramePr>
            <a:graphicFrameLocks noChangeAspect="1"/>
          </p:cNvGraphicFramePr>
          <p:nvPr/>
        </p:nvGraphicFramePr>
        <p:xfrm>
          <a:off x="8610600" y="3124200"/>
          <a:ext cx="8445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42810" imgH="381013" progId="Equation.DSMT4">
                  <p:embed/>
                </p:oleObj>
              </mc:Choice>
              <mc:Fallback>
                <p:oleObj name="Equation" r:id="rId15" imgW="342810" imgH="3810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3124200"/>
                        <a:ext cx="8445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39" name="Object 15"/>
          <p:cNvGraphicFramePr>
            <a:graphicFrameLocks noChangeAspect="1"/>
          </p:cNvGraphicFramePr>
          <p:nvPr/>
        </p:nvGraphicFramePr>
        <p:xfrm>
          <a:off x="5957888" y="3505201"/>
          <a:ext cx="322262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57016" imgH="133337" progId="Equation.3">
                  <p:embed/>
                </p:oleObj>
              </mc:Choice>
              <mc:Fallback>
                <p:oleObj name="公式" r:id="rId17" imgW="57016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7888" y="3505201"/>
                        <a:ext cx="322262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84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45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45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42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457555"/>
              </p:ext>
            </p:extLst>
          </p:nvPr>
        </p:nvGraphicFramePr>
        <p:xfrm>
          <a:off x="1497013" y="461963"/>
          <a:ext cx="84328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326083" imgH="231128" progId="Word.Document.8">
                  <p:embed/>
                </p:oleObj>
              </mc:Choice>
              <mc:Fallback>
                <p:oleObj name="Document" r:id="rId2" imgW="4326083" imgH="2311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461963"/>
                        <a:ext cx="84328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42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436519"/>
              </p:ext>
            </p:extLst>
          </p:nvPr>
        </p:nvGraphicFramePr>
        <p:xfrm>
          <a:off x="1347643" y="982664"/>
          <a:ext cx="10318750" cy="541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5293157" imgH="2779166" progId="Word.Document.8">
                  <p:embed/>
                </p:oleObj>
              </mc:Choice>
              <mc:Fallback>
                <p:oleObj name="文档" r:id="rId4" imgW="5293157" imgH="277916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643" y="982664"/>
                        <a:ext cx="10318750" cy="541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76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52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73630"/>
              </p:ext>
            </p:extLst>
          </p:nvPr>
        </p:nvGraphicFramePr>
        <p:xfrm>
          <a:off x="1967056" y="619413"/>
          <a:ext cx="9126537" cy="314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322842" imgH="1489734" progId="Word.Document.8">
                  <p:embed/>
                </p:oleObj>
              </mc:Choice>
              <mc:Fallback>
                <p:oleObj name="Document" r:id="rId2" imgW="4322842" imgH="14897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7056" y="619413"/>
                        <a:ext cx="9126537" cy="314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52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938971"/>
              </p:ext>
            </p:extLst>
          </p:nvPr>
        </p:nvGraphicFramePr>
        <p:xfrm>
          <a:off x="1967056" y="3362470"/>
          <a:ext cx="9024938" cy="255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214114" imgH="1193443" progId="Word.Document.8">
                  <p:embed/>
                </p:oleObj>
              </mc:Choice>
              <mc:Fallback>
                <p:oleObj name="Document" r:id="rId4" imgW="4214114" imgH="119344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7056" y="3362470"/>
                        <a:ext cx="9024938" cy="2557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23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63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144573"/>
              </p:ext>
            </p:extLst>
          </p:nvPr>
        </p:nvGraphicFramePr>
        <p:xfrm>
          <a:off x="1754188" y="461963"/>
          <a:ext cx="72421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194878" imgH="217448" progId="Word.Document.8">
                  <p:embed/>
                </p:oleObj>
              </mc:Choice>
              <mc:Fallback>
                <p:oleObj name="Document" r:id="rId2" imgW="3194878" imgH="2174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188" y="461963"/>
                        <a:ext cx="72421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63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80077"/>
              </p:ext>
            </p:extLst>
          </p:nvPr>
        </p:nvGraphicFramePr>
        <p:xfrm>
          <a:off x="2012950" y="914400"/>
          <a:ext cx="8904288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158310" imgH="736586" progId="Word.Document.8">
                  <p:embed/>
                </p:oleObj>
              </mc:Choice>
              <mc:Fallback>
                <p:oleObj name="Document" r:id="rId4" imgW="4158310" imgH="73658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914400"/>
                        <a:ext cx="8904288" cy="157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63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2833813"/>
              </p:ext>
            </p:extLst>
          </p:nvPr>
        </p:nvGraphicFramePr>
        <p:xfrm>
          <a:off x="1949161" y="5075237"/>
          <a:ext cx="9282113" cy="178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509336" imgH="866911" progId="Word.Document.8">
                  <p:embed/>
                </p:oleObj>
              </mc:Choice>
              <mc:Fallback>
                <p:oleObj name="Document" r:id="rId6" imgW="4509336" imgH="8669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161" y="5075237"/>
                        <a:ext cx="9282113" cy="178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63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099844"/>
              </p:ext>
            </p:extLst>
          </p:nvPr>
        </p:nvGraphicFramePr>
        <p:xfrm>
          <a:off x="1770063" y="2443163"/>
          <a:ext cx="8861425" cy="263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249757" imgH="1265445" progId="Word.Document.8">
                  <p:embed/>
                </p:oleObj>
              </mc:Choice>
              <mc:Fallback>
                <p:oleObj name="Document" r:id="rId8" imgW="4249757" imgH="126544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63" y="2443163"/>
                        <a:ext cx="8861425" cy="263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75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45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04797"/>
              </p:ext>
            </p:extLst>
          </p:nvPr>
        </p:nvGraphicFramePr>
        <p:xfrm>
          <a:off x="2058988" y="534988"/>
          <a:ext cx="8378825" cy="226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002779" imgH="1084359" progId="Word.Document.8">
                  <p:embed/>
                </p:oleObj>
              </mc:Choice>
              <mc:Fallback>
                <p:oleObj name="Document" r:id="rId2" imgW="4002779" imgH="10843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8988" y="534988"/>
                        <a:ext cx="8378825" cy="226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45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792258"/>
              </p:ext>
            </p:extLst>
          </p:nvPr>
        </p:nvGraphicFramePr>
        <p:xfrm>
          <a:off x="2208213" y="3962400"/>
          <a:ext cx="911542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367846" imgH="423015" progId="Word.Document.8">
                  <p:embed/>
                </p:oleObj>
              </mc:Choice>
              <mc:Fallback>
                <p:oleObj name="Document" r:id="rId4" imgW="4367846" imgH="42301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3962400"/>
                        <a:ext cx="911542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45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775606"/>
              </p:ext>
            </p:extLst>
          </p:nvPr>
        </p:nvGraphicFramePr>
        <p:xfrm>
          <a:off x="2189163" y="4802188"/>
          <a:ext cx="942022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510056" imgH="370093" progId="Word.Document.8">
                  <p:embed/>
                </p:oleObj>
              </mc:Choice>
              <mc:Fallback>
                <p:oleObj name="Document" r:id="rId6" imgW="4510056" imgH="37009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3" y="4802188"/>
                        <a:ext cx="9420225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45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312898"/>
              </p:ext>
            </p:extLst>
          </p:nvPr>
        </p:nvGraphicFramePr>
        <p:xfrm>
          <a:off x="2133600" y="5670550"/>
          <a:ext cx="86090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123388" imgH="484937" progId="Word.Document.8">
                  <p:embed/>
                </p:oleObj>
              </mc:Choice>
              <mc:Fallback>
                <p:oleObj name="Document" r:id="rId8" imgW="4123388" imgH="4849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670550"/>
                        <a:ext cx="86090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45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419311"/>
              </p:ext>
            </p:extLst>
          </p:nvPr>
        </p:nvGraphicFramePr>
        <p:xfrm>
          <a:off x="2058988" y="2900363"/>
          <a:ext cx="9034462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343724" imgH="531019" progId="Word.Document.8">
                  <p:embed/>
                </p:oleObj>
              </mc:Choice>
              <mc:Fallback>
                <p:oleObj name="Document" r:id="rId10" imgW="4343724" imgH="53101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8988" y="2900363"/>
                        <a:ext cx="9034462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73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917372"/>
              </p:ext>
            </p:extLst>
          </p:nvPr>
        </p:nvGraphicFramePr>
        <p:xfrm>
          <a:off x="1874838" y="2513013"/>
          <a:ext cx="9245600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297281" imgH="1036117" progId="Word.Document.8">
                  <p:embed/>
                </p:oleObj>
              </mc:Choice>
              <mc:Fallback>
                <p:oleObj name="Document" r:id="rId2" imgW="4297281" imgH="10361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838" y="2513013"/>
                        <a:ext cx="9245600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73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233560"/>
              </p:ext>
            </p:extLst>
          </p:nvPr>
        </p:nvGraphicFramePr>
        <p:xfrm>
          <a:off x="1828800" y="534988"/>
          <a:ext cx="89503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881450" imgH="217448" progId="Word.Document.8">
                  <p:embed/>
                </p:oleObj>
              </mc:Choice>
              <mc:Fallback>
                <p:oleObj name="Document" r:id="rId4" imgW="3881450" imgH="2174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34988"/>
                        <a:ext cx="895032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73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34419"/>
              </p:ext>
            </p:extLst>
          </p:nvPr>
        </p:nvGraphicFramePr>
        <p:xfrm>
          <a:off x="2290763" y="1144588"/>
          <a:ext cx="8977312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975417" imgH="482777" progId="Word.Document.8">
                  <p:embed/>
                </p:oleObj>
              </mc:Choice>
              <mc:Fallback>
                <p:oleObj name="Document" r:id="rId6" imgW="3975417" imgH="48277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763" y="1144588"/>
                        <a:ext cx="8977312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73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773385"/>
              </p:ext>
            </p:extLst>
          </p:nvPr>
        </p:nvGraphicFramePr>
        <p:xfrm>
          <a:off x="1524000" y="4497388"/>
          <a:ext cx="9577388" cy="188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356325" imgH="855751" progId="Word.Document.8">
                  <p:embed/>
                </p:oleObj>
              </mc:Choice>
              <mc:Fallback>
                <p:oleObj name="Document" r:id="rId8" imgW="4356325" imgH="85575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497388"/>
                        <a:ext cx="9577388" cy="188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19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7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65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797092"/>
              </p:ext>
            </p:extLst>
          </p:nvPr>
        </p:nvGraphicFramePr>
        <p:xfrm>
          <a:off x="1966913" y="481013"/>
          <a:ext cx="8589962" cy="228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097466" imgH="1088319" progId="Word.Document.8">
                  <p:embed/>
                </p:oleObj>
              </mc:Choice>
              <mc:Fallback>
                <p:oleObj name="Document" r:id="rId2" imgW="4097466" imgH="108831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13" y="481013"/>
                        <a:ext cx="8589962" cy="228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65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47167"/>
              </p:ext>
            </p:extLst>
          </p:nvPr>
        </p:nvGraphicFramePr>
        <p:xfrm>
          <a:off x="1985963" y="3962400"/>
          <a:ext cx="801687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842207" imgH="423015" progId="Word.Document.8">
                  <p:embed/>
                </p:oleObj>
              </mc:Choice>
              <mc:Fallback>
                <p:oleObj name="Document" r:id="rId4" imgW="3842207" imgH="42301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3962400"/>
                        <a:ext cx="801687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65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938861"/>
              </p:ext>
            </p:extLst>
          </p:nvPr>
        </p:nvGraphicFramePr>
        <p:xfrm>
          <a:off x="1985963" y="4802188"/>
          <a:ext cx="82296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939774" imgH="370093" progId="Word.Document.8">
                  <p:embed/>
                </p:oleObj>
              </mc:Choice>
              <mc:Fallback>
                <p:oleObj name="Document" r:id="rId6" imgW="3939774" imgH="37009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4802188"/>
                        <a:ext cx="822960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65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098869"/>
              </p:ext>
            </p:extLst>
          </p:nvPr>
        </p:nvGraphicFramePr>
        <p:xfrm>
          <a:off x="1903413" y="5670550"/>
          <a:ext cx="9013825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297281" imgH="486737" progId="Word.Document.8">
                  <p:embed/>
                </p:oleObj>
              </mc:Choice>
              <mc:Fallback>
                <p:oleObj name="Document" r:id="rId8" imgW="4297281" imgH="4867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5670550"/>
                        <a:ext cx="9013825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65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525721"/>
              </p:ext>
            </p:extLst>
          </p:nvPr>
        </p:nvGraphicFramePr>
        <p:xfrm>
          <a:off x="1903413" y="2743200"/>
          <a:ext cx="9151937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380087" imgH="531019" progId="Word.Document.8">
                  <p:embed/>
                </p:oleObj>
              </mc:Choice>
              <mc:Fallback>
                <p:oleObj name="Document" r:id="rId10" imgW="4380087" imgH="53101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2743200"/>
                        <a:ext cx="9151937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36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83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170689"/>
              </p:ext>
            </p:extLst>
          </p:nvPr>
        </p:nvGraphicFramePr>
        <p:xfrm>
          <a:off x="5664201" y="2639146"/>
          <a:ext cx="352107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00200" imgH="393700" progId="Equation.3">
                  <p:embed/>
                </p:oleObj>
              </mc:Choice>
              <mc:Fallback>
                <p:oleObj name="公式" r:id="rId2" imgW="1600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1" y="2639146"/>
                        <a:ext cx="3521075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83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351554"/>
              </p:ext>
            </p:extLst>
          </p:nvPr>
        </p:nvGraphicFramePr>
        <p:xfrm>
          <a:off x="1828800" y="369888"/>
          <a:ext cx="9328150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356325" imgH="613462" progId="Word.Document.8">
                  <p:embed/>
                </p:oleObj>
              </mc:Choice>
              <mc:Fallback>
                <p:oleObj name="Document" r:id="rId4" imgW="4356325" imgH="6134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69888"/>
                        <a:ext cx="9328150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8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860172"/>
              </p:ext>
            </p:extLst>
          </p:nvPr>
        </p:nvGraphicFramePr>
        <p:xfrm>
          <a:off x="1847850" y="1412875"/>
          <a:ext cx="8469313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853367" imgH="396374" progId="Word.Document.8">
                  <p:embed/>
                </p:oleObj>
              </mc:Choice>
              <mc:Fallback>
                <p:oleObj name="Document" r:id="rId6" imgW="3853367" imgH="3963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1412875"/>
                        <a:ext cx="8469313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83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856190"/>
              </p:ext>
            </p:extLst>
          </p:nvPr>
        </p:nvGraphicFramePr>
        <p:xfrm>
          <a:off x="2506664" y="2185410"/>
          <a:ext cx="315753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35100" imgH="228600" progId="Equation.3">
                  <p:embed/>
                </p:oleObj>
              </mc:Choice>
              <mc:Fallback>
                <p:oleObj name="公式" r:id="rId8" imgW="1435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4" y="2185410"/>
                        <a:ext cx="315753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83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44052"/>
              </p:ext>
            </p:extLst>
          </p:nvPr>
        </p:nvGraphicFramePr>
        <p:xfrm>
          <a:off x="2365376" y="2630025"/>
          <a:ext cx="329882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97950" imgH="393529" progId="Equation.3">
                  <p:embed/>
                </p:oleObj>
              </mc:Choice>
              <mc:Fallback>
                <p:oleObj name="公式" r:id="rId10" imgW="1497950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76" y="2630025"/>
                        <a:ext cx="3298825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83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458044"/>
              </p:ext>
            </p:extLst>
          </p:nvPr>
        </p:nvGraphicFramePr>
        <p:xfrm>
          <a:off x="1828800" y="3453244"/>
          <a:ext cx="9809163" cy="232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4683949" imgH="1247805" progId="Word.Document.8">
                  <p:embed/>
                </p:oleObj>
              </mc:Choice>
              <mc:Fallback>
                <p:oleObj name="Document" r:id="rId12" imgW="4683949" imgH="124780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453244"/>
                        <a:ext cx="9809163" cy="232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83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31279"/>
              </p:ext>
            </p:extLst>
          </p:nvPr>
        </p:nvGraphicFramePr>
        <p:xfrm>
          <a:off x="2244436" y="5360987"/>
          <a:ext cx="5929313" cy="149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2411100" imgH="608422" progId="Word.Document.8">
                  <p:embed/>
                </p:oleObj>
              </mc:Choice>
              <mc:Fallback>
                <p:oleObj name="Document" r:id="rId14" imgW="2411100" imgH="6084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436" y="5360987"/>
                        <a:ext cx="5929313" cy="1497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833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919288" y="1570039"/>
            <a:ext cx="2074862" cy="2903537"/>
            <a:chOff x="240" y="2208"/>
            <a:chExt cx="1307" cy="1829"/>
          </a:xfrm>
        </p:grpSpPr>
        <p:sp>
          <p:nvSpPr>
            <p:cNvPr id="34861" name="Freeform 3"/>
            <p:cNvSpPr>
              <a:spLocks/>
            </p:cNvSpPr>
            <p:nvPr/>
          </p:nvSpPr>
          <p:spPr bwMode="auto">
            <a:xfrm>
              <a:off x="772" y="2322"/>
              <a:ext cx="341" cy="425"/>
            </a:xfrm>
            <a:custGeom>
              <a:avLst/>
              <a:gdLst>
                <a:gd name="T0" fmla="*/ 0 w 789"/>
                <a:gd name="T1" fmla="*/ 62 h 806"/>
                <a:gd name="T2" fmla="*/ 28 w 789"/>
                <a:gd name="T3" fmla="*/ 0 h 806"/>
                <a:gd name="T4" fmla="*/ 0 60000 65536"/>
                <a:gd name="T5" fmla="*/ 0 60000 65536"/>
                <a:gd name="T6" fmla="*/ 0 w 789"/>
                <a:gd name="T7" fmla="*/ 0 h 806"/>
                <a:gd name="T8" fmla="*/ 789 w 789"/>
                <a:gd name="T9" fmla="*/ 806 h 8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9" h="806">
                  <a:moveTo>
                    <a:pt x="0" y="806"/>
                  </a:moveTo>
                  <a:lnTo>
                    <a:pt x="789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2" name="Oval 4"/>
            <p:cNvSpPr>
              <a:spLocks noChangeArrowheads="1"/>
            </p:cNvSpPr>
            <p:nvPr/>
          </p:nvSpPr>
          <p:spPr bwMode="auto">
            <a:xfrm>
              <a:off x="1085" y="2325"/>
              <a:ext cx="45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63" name="Line 5"/>
            <p:cNvSpPr>
              <a:spLocks noChangeShapeType="1"/>
            </p:cNvSpPr>
            <p:nvPr/>
          </p:nvSpPr>
          <p:spPr bwMode="auto">
            <a:xfrm>
              <a:off x="240" y="2958"/>
              <a:ext cx="11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4" name="Line 6"/>
            <p:cNvSpPr>
              <a:spLocks noChangeShapeType="1"/>
            </p:cNvSpPr>
            <p:nvPr/>
          </p:nvSpPr>
          <p:spPr bwMode="auto">
            <a:xfrm flipV="1">
              <a:off x="758" y="2220"/>
              <a:ext cx="0" cy="14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65" name="Object 7"/>
            <p:cNvGraphicFramePr>
              <a:graphicFrameLocks noChangeAspect="1"/>
            </p:cNvGraphicFramePr>
            <p:nvPr/>
          </p:nvGraphicFramePr>
          <p:xfrm>
            <a:off x="480" y="2208"/>
            <a:ext cx="24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14390" imgH="133337" progId="Equation.3">
                    <p:embed/>
                  </p:oleObj>
                </mc:Choice>
                <mc:Fallback>
                  <p:oleObj name="公式" r:id="rId3" imgW="11439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2208"/>
                          <a:ext cx="24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6" name="Object 8"/>
            <p:cNvGraphicFramePr>
              <a:graphicFrameLocks noChangeAspect="1"/>
            </p:cNvGraphicFramePr>
            <p:nvPr/>
          </p:nvGraphicFramePr>
          <p:xfrm>
            <a:off x="1309" y="2880"/>
            <a:ext cx="23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14390" imgH="114340" progId="Equation.3">
                    <p:embed/>
                  </p:oleObj>
                </mc:Choice>
                <mc:Fallback>
                  <p:oleObj name="公式" r:id="rId5" imgW="114390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9" y="2880"/>
                          <a:ext cx="23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7" name="Object 9"/>
            <p:cNvGraphicFramePr>
              <a:graphicFrameLocks noChangeAspect="1"/>
            </p:cNvGraphicFramePr>
            <p:nvPr/>
          </p:nvGraphicFramePr>
          <p:xfrm>
            <a:off x="552" y="2976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95384" imgH="114340" progId="Equation.3">
                    <p:embed/>
                  </p:oleObj>
                </mc:Choice>
                <mc:Fallback>
                  <p:oleObj name="公式" r:id="rId7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" y="2976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8" name="Object 10"/>
            <p:cNvGraphicFramePr>
              <a:graphicFrameLocks noChangeAspect="1"/>
            </p:cNvGraphicFramePr>
            <p:nvPr/>
          </p:nvGraphicFramePr>
          <p:xfrm>
            <a:off x="979" y="3024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26835" imgH="139518" progId="Equation.3">
                    <p:embed/>
                  </p:oleObj>
                </mc:Choice>
                <mc:Fallback>
                  <p:oleObj name="公式" r:id="rId9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9" y="3024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69" name="Line 11"/>
            <p:cNvSpPr>
              <a:spLocks noChangeShapeType="1"/>
            </p:cNvSpPr>
            <p:nvPr/>
          </p:nvSpPr>
          <p:spPr bwMode="auto">
            <a:xfrm flipV="1">
              <a:off x="1104" y="2352"/>
              <a:ext cx="0" cy="6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70" name="Object 12"/>
            <p:cNvGraphicFramePr>
              <a:graphicFrameLocks noChangeAspect="1"/>
            </p:cNvGraphicFramePr>
            <p:nvPr/>
          </p:nvGraphicFramePr>
          <p:xfrm>
            <a:off x="302" y="3744"/>
            <a:ext cx="1173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838379" imgH="190327" progId="Equation.3">
                    <p:embed/>
                  </p:oleObj>
                </mc:Choice>
                <mc:Fallback>
                  <p:oleObj name="公式" r:id="rId11" imgW="838379" imgH="19032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" y="3744"/>
                          <a:ext cx="1173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71" name="Oval 13"/>
            <p:cNvSpPr>
              <a:spLocks noChangeArrowheads="1"/>
            </p:cNvSpPr>
            <p:nvPr/>
          </p:nvSpPr>
          <p:spPr bwMode="auto">
            <a:xfrm>
              <a:off x="720" y="2736"/>
              <a:ext cx="45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4156076" y="1570039"/>
            <a:ext cx="2303463" cy="2903537"/>
            <a:chOff x="1536" y="2208"/>
            <a:chExt cx="1451" cy="1829"/>
          </a:xfrm>
        </p:grpSpPr>
        <p:sp>
          <p:nvSpPr>
            <p:cNvPr id="34844" name="Line 15"/>
            <p:cNvSpPr>
              <a:spLocks noChangeShapeType="1"/>
            </p:cNvSpPr>
            <p:nvPr/>
          </p:nvSpPr>
          <p:spPr bwMode="auto">
            <a:xfrm flipV="1">
              <a:off x="1811" y="2979"/>
              <a:ext cx="0" cy="6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5" name="Line 16"/>
            <p:cNvSpPr>
              <a:spLocks noChangeShapeType="1"/>
            </p:cNvSpPr>
            <p:nvPr/>
          </p:nvSpPr>
          <p:spPr bwMode="auto">
            <a:xfrm flipV="1">
              <a:off x="2528" y="2365"/>
              <a:ext cx="0" cy="6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6" name="Freeform 17"/>
            <p:cNvSpPr>
              <a:spLocks/>
            </p:cNvSpPr>
            <p:nvPr/>
          </p:nvSpPr>
          <p:spPr bwMode="auto">
            <a:xfrm>
              <a:off x="2184" y="2362"/>
              <a:ext cx="353" cy="412"/>
            </a:xfrm>
            <a:custGeom>
              <a:avLst/>
              <a:gdLst>
                <a:gd name="T0" fmla="*/ 0 w 789"/>
                <a:gd name="T1" fmla="*/ 55 h 806"/>
                <a:gd name="T2" fmla="*/ 32 w 789"/>
                <a:gd name="T3" fmla="*/ 0 h 806"/>
                <a:gd name="T4" fmla="*/ 0 60000 65536"/>
                <a:gd name="T5" fmla="*/ 0 60000 65536"/>
                <a:gd name="T6" fmla="*/ 0 w 789"/>
                <a:gd name="T7" fmla="*/ 0 h 806"/>
                <a:gd name="T8" fmla="*/ 789 w 789"/>
                <a:gd name="T9" fmla="*/ 806 h 8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9" h="806">
                  <a:moveTo>
                    <a:pt x="0" y="806"/>
                  </a:moveTo>
                  <a:lnTo>
                    <a:pt x="789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7" name="Oval 18"/>
            <p:cNvSpPr>
              <a:spLocks noChangeArrowheads="1"/>
            </p:cNvSpPr>
            <p:nvPr/>
          </p:nvSpPr>
          <p:spPr bwMode="auto">
            <a:xfrm>
              <a:off x="2508" y="2365"/>
              <a:ext cx="45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48" name="Line 19"/>
            <p:cNvSpPr>
              <a:spLocks noChangeShapeType="1"/>
            </p:cNvSpPr>
            <p:nvPr/>
          </p:nvSpPr>
          <p:spPr bwMode="auto">
            <a:xfrm>
              <a:off x="1632" y="2979"/>
              <a:ext cx="11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9" name="Freeform 20"/>
            <p:cNvSpPr>
              <a:spLocks/>
            </p:cNvSpPr>
            <p:nvPr/>
          </p:nvSpPr>
          <p:spPr bwMode="auto">
            <a:xfrm>
              <a:off x="1811" y="3181"/>
              <a:ext cx="354" cy="413"/>
            </a:xfrm>
            <a:custGeom>
              <a:avLst/>
              <a:gdLst>
                <a:gd name="T0" fmla="*/ 0 w 789"/>
                <a:gd name="T1" fmla="*/ 56 h 806"/>
                <a:gd name="T2" fmla="*/ 32 w 789"/>
                <a:gd name="T3" fmla="*/ 0 h 806"/>
                <a:gd name="T4" fmla="*/ 0 60000 65536"/>
                <a:gd name="T5" fmla="*/ 0 60000 65536"/>
                <a:gd name="T6" fmla="*/ 0 w 789"/>
                <a:gd name="T7" fmla="*/ 0 h 806"/>
                <a:gd name="T8" fmla="*/ 789 w 789"/>
                <a:gd name="T9" fmla="*/ 806 h 8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9" h="806">
                  <a:moveTo>
                    <a:pt x="0" y="806"/>
                  </a:moveTo>
                  <a:lnTo>
                    <a:pt x="789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0" name="Oval 21"/>
            <p:cNvSpPr>
              <a:spLocks noChangeArrowheads="1"/>
            </p:cNvSpPr>
            <p:nvPr/>
          </p:nvSpPr>
          <p:spPr bwMode="auto">
            <a:xfrm>
              <a:off x="1799" y="3571"/>
              <a:ext cx="45" cy="4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51" name="Line 22"/>
            <p:cNvSpPr>
              <a:spLocks noChangeShapeType="1"/>
            </p:cNvSpPr>
            <p:nvPr/>
          </p:nvSpPr>
          <p:spPr bwMode="auto">
            <a:xfrm flipV="1">
              <a:off x="2170" y="2262"/>
              <a:ext cx="0" cy="1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52" name="Object 23"/>
            <p:cNvGraphicFramePr>
              <a:graphicFrameLocks noChangeAspect="1"/>
            </p:cNvGraphicFramePr>
            <p:nvPr/>
          </p:nvGraphicFramePr>
          <p:xfrm>
            <a:off x="2467" y="3024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26835" imgH="139518" progId="Equation.3">
                    <p:embed/>
                  </p:oleObj>
                </mc:Choice>
                <mc:Fallback>
                  <p:oleObj name="公式" r:id="rId13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7" y="3024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3" name="Object 24"/>
            <p:cNvGraphicFramePr>
              <a:graphicFrameLocks noChangeAspect="1"/>
            </p:cNvGraphicFramePr>
            <p:nvPr/>
          </p:nvGraphicFramePr>
          <p:xfrm>
            <a:off x="1536" y="2976"/>
            <a:ext cx="256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28600" imgH="139700" progId="Equation.3">
                    <p:embed/>
                  </p:oleObj>
                </mc:Choice>
                <mc:Fallback>
                  <p:oleObj name="公式" r:id="rId14" imgW="2286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976"/>
                          <a:ext cx="256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4" name="Object 25"/>
            <p:cNvGraphicFramePr>
              <a:graphicFrameLocks noChangeAspect="1"/>
            </p:cNvGraphicFramePr>
            <p:nvPr/>
          </p:nvGraphicFramePr>
          <p:xfrm>
            <a:off x="1920" y="2208"/>
            <a:ext cx="24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14390" imgH="133337" progId="Equation.3">
                    <p:embed/>
                  </p:oleObj>
                </mc:Choice>
                <mc:Fallback>
                  <p:oleObj name="公式" r:id="rId16" imgW="11439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208"/>
                          <a:ext cx="24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5" name="Object 26"/>
            <p:cNvGraphicFramePr>
              <a:graphicFrameLocks noChangeAspect="1"/>
            </p:cNvGraphicFramePr>
            <p:nvPr/>
          </p:nvGraphicFramePr>
          <p:xfrm>
            <a:off x="2749" y="2880"/>
            <a:ext cx="23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14390" imgH="114340" progId="Equation.3">
                    <p:embed/>
                  </p:oleObj>
                </mc:Choice>
                <mc:Fallback>
                  <p:oleObj name="公式" r:id="rId18" imgW="114390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9" y="2880"/>
                          <a:ext cx="23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6" name="Object 27"/>
            <p:cNvGraphicFramePr>
              <a:graphicFrameLocks noChangeAspect="1"/>
            </p:cNvGraphicFramePr>
            <p:nvPr/>
          </p:nvGraphicFramePr>
          <p:xfrm>
            <a:off x="1992" y="2976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95384" imgH="114340" progId="Equation.3">
                    <p:embed/>
                  </p:oleObj>
                </mc:Choice>
                <mc:Fallback>
                  <p:oleObj name="公式" r:id="rId20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2" y="2976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7" name="Object 28"/>
            <p:cNvGraphicFramePr>
              <a:graphicFrameLocks noChangeAspect="1"/>
            </p:cNvGraphicFramePr>
            <p:nvPr/>
          </p:nvGraphicFramePr>
          <p:xfrm>
            <a:off x="1646" y="3744"/>
            <a:ext cx="1173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838379" imgH="190327" progId="Equation.3">
                    <p:embed/>
                  </p:oleObj>
                </mc:Choice>
                <mc:Fallback>
                  <p:oleObj name="公式" r:id="rId22" imgW="838379" imgH="19032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6" y="3744"/>
                          <a:ext cx="1173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8" name="Oval 29"/>
            <p:cNvSpPr>
              <a:spLocks noChangeArrowheads="1"/>
            </p:cNvSpPr>
            <p:nvPr/>
          </p:nvSpPr>
          <p:spPr bwMode="auto">
            <a:xfrm>
              <a:off x="2158" y="2774"/>
              <a:ext cx="45" cy="4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59" name="Oval 30"/>
            <p:cNvSpPr>
              <a:spLocks noChangeArrowheads="1"/>
            </p:cNvSpPr>
            <p:nvPr/>
          </p:nvSpPr>
          <p:spPr bwMode="auto">
            <a:xfrm>
              <a:off x="2158" y="3155"/>
              <a:ext cx="45" cy="4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60" name="Oval 31"/>
            <p:cNvSpPr>
              <a:spLocks noChangeArrowheads="1"/>
            </p:cNvSpPr>
            <p:nvPr/>
          </p:nvSpPr>
          <p:spPr bwMode="auto">
            <a:xfrm>
              <a:off x="2157" y="2950"/>
              <a:ext cx="45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6594476" y="1412875"/>
            <a:ext cx="4056063" cy="3060700"/>
            <a:chOff x="3072" y="2109"/>
            <a:chExt cx="2555" cy="1928"/>
          </a:xfrm>
        </p:grpSpPr>
        <p:sp>
          <p:nvSpPr>
            <p:cNvPr id="34821" name="Freeform 33"/>
            <p:cNvSpPr>
              <a:spLocks/>
            </p:cNvSpPr>
            <p:nvPr/>
          </p:nvSpPr>
          <p:spPr bwMode="auto">
            <a:xfrm>
              <a:off x="3072" y="2976"/>
              <a:ext cx="2292" cy="2"/>
            </a:xfrm>
            <a:custGeom>
              <a:avLst/>
              <a:gdLst>
                <a:gd name="T0" fmla="*/ 0 w 4477"/>
                <a:gd name="T1" fmla="*/ 0 h 4"/>
                <a:gd name="T2" fmla="*/ 308 w 4477"/>
                <a:gd name="T3" fmla="*/ 1 h 4"/>
                <a:gd name="T4" fmla="*/ 0 60000 65536"/>
                <a:gd name="T5" fmla="*/ 0 60000 65536"/>
                <a:gd name="T6" fmla="*/ 0 w 4477"/>
                <a:gd name="T7" fmla="*/ 0 h 4"/>
                <a:gd name="T8" fmla="*/ 4477 w 4477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477" h="4">
                  <a:moveTo>
                    <a:pt x="0" y="0"/>
                  </a:moveTo>
                  <a:lnTo>
                    <a:pt x="4477" y="4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2" name="Freeform 34"/>
            <p:cNvSpPr>
              <a:spLocks/>
            </p:cNvSpPr>
            <p:nvPr/>
          </p:nvSpPr>
          <p:spPr bwMode="auto">
            <a:xfrm>
              <a:off x="4106" y="2423"/>
              <a:ext cx="404" cy="365"/>
            </a:xfrm>
            <a:custGeom>
              <a:avLst/>
              <a:gdLst>
                <a:gd name="T0" fmla="*/ 0 w 789"/>
                <a:gd name="T1" fmla="*/ 34 h 806"/>
                <a:gd name="T2" fmla="*/ 54 w 789"/>
                <a:gd name="T3" fmla="*/ 0 h 806"/>
                <a:gd name="T4" fmla="*/ 0 60000 65536"/>
                <a:gd name="T5" fmla="*/ 0 60000 65536"/>
                <a:gd name="T6" fmla="*/ 0 w 789"/>
                <a:gd name="T7" fmla="*/ 0 h 806"/>
                <a:gd name="T8" fmla="*/ 789 w 789"/>
                <a:gd name="T9" fmla="*/ 806 h 8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9" h="806">
                  <a:moveTo>
                    <a:pt x="0" y="806"/>
                  </a:moveTo>
                  <a:lnTo>
                    <a:pt x="789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3" name="Oval 35"/>
            <p:cNvSpPr>
              <a:spLocks noChangeArrowheads="1"/>
            </p:cNvSpPr>
            <p:nvPr/>
          </p:nvSpPr>
          <p:spPr bwMode="auto">
            <a:xfrm>
              <a:off x="4080" y="3124"/>
              <a:ext cx="45" cy="4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24" name="Oval 36"/>
            <p:cNvSpPr>
              <a:spLocks noChangeArrowheads="1"/>
            </p:cNvSpPr>
            <p:nvPr/>
          </p:nvSpPr>
          <p:spPr bwMode="auto">
            <a:xfrm>
              <a:off x="4476" y="2426"/>
              <a:ext cx="45" cy="4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25" name="Oval 37"/>
            <p:cNvSpPr>
              <a:spLocks noChangeArrowheads="1"/>
            </p:cNvSpPr>
            <p:nvPr/>
          </p:nvSpPr>
          <p:spPr bwMode="auto">
            <a:xfrm>
              <a:off x="3639" y="3491"/>
              <a:ext cx="45" cy="4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26" name="Oval 38"/>
            <p:cNvSpPr>
              <a:spLocks noChangeArrowheads="1"/>
            </p:cNvSpPr>
            <p:nvPr/>
          </p:nvSpPr>
          <p:spPr bwMode="auto">
            <a:xfrm>
              <a:off x="3669" y="2969"/>
              <a:ext cx="45" cy="4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27" name="Freeform 39"/>
            <p:cNvSpPr>
              <a:spLocks/>
            </p:cNvSpPr>
            <p:nvPr/>
          </p:nvSpPr>
          <p:spPr bwMode="auto">
            <a:xfrm>
              <a:off x="3680" y="3147"/>
              <a:ext cx="404" cy="365"/>
            </a:xfrm>
            <a:custGeom>
              <a:avLst/>
              <a:gdLst>
                <a:gd name="T0" fmla="*/ 0 w 789"/>
                <a:gd name="T1" fmla="*/ 34 h 806"/>
                <a:gd name="T2" fmla="*/ 54 w 789"/>
                <a:gd name="T3" fmla="*/ 0 h 806"/>
                <a:gd name="T4" fmla="*/ 0 60000 65536"/>
                <a:gd name="T5" fmla="*/ 0 60000 65536"/>
                <a:gd name="T6" fmla="*/ 0 w 789"/>
                <a:gd name="T7" fmla="*/ 0 h 806"/>
                <a:gd name="T8" fmla="*/ 789 w 789"/>
                <a:gd name="T9" fmla="*/ 806 h 8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9" h="806">
                  <a:moveTo>
                    <a:pt x="0" y="806"/>
                  </a:moveTo>
                  <a:lnTo>
                    <a:pt x="789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8" name="Freeform 40"/>
            <p:cNvSpPr>
              <a:spLocks/>
            </p:cNvSpPr>
            <p:nvPr/>
          </p:nvSpPr>
          <p:spPr bwMode="auto">
            <a:xfrm>
              <a:off x="4511" y="3150"/>
              <a:ext cx="404" cy="365"/>
            </a:xfrm>
            <a:custGeom>
              <a:avLst/>
              <a:gdLst>
                <a:gd name="T0" fmla="*/ 0 w 789"/>
                <a:gd name="T1" fmla="*/ 34 h 806"/>
                <a:gd name="T2" fmla="*/ 54 w 789"/>
                <a:gd name="T3" fmla="*/ 0 h 806"/>
                <a:gd name="T4" fmla="*/ 0 60000 65536"/>
                <a:gd name="T5" fmla="*/ 0 60000 65536"/>
                <a:gd name="T6" fmla="*/ 0 w 789"/>
                <a:gd name="T7" fmla="*/ 0 h 806"/>
                <a:gd name="T8" fmla="*/ 789 w 789"/>
                <a:gd name="T9" fmla="*/ 806 h 8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9" h="806">
                  <a:moveTo>
                    <a:pt x="0" y="806"/>
                  </a:moveTo>
                  <a:lnTo>
                    <a:pt x="789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9" name="Oval 41"/>
            <p:cNvSpPr>
              <a:spLocks noChangeArrowheads="1"/>
            </p:cNvSpPr>
            <p:nvPr/>
          </p:nvSpPr>
          <p:spPr bwMode="auto">
            <a:xfrm>
              <a:off x="4483" y="3512"/>
              <a:ext cx="45" cy="4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30" name="Oval 42"/>
            <p:cNvSpPr>
              <a:spLocks noChangeArrowheads="1"/>
            </p:cNvSpPr>
            <p:nvPr/>
          </p:nvSpPr>
          <p:spPr bwMode="auto">
            <a:xfrm>
              <a:off x="4896" y="3134"/>
              <a:ext cx="45" cy="4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31" name="Freeform 43"/>
            <p:cNvSpPr>
              <a:spLocks/>
            </p:cNvSpPr>
            <p:nvPr/>
          </p:nvSpPr>
          <p:spPr bwMode="auto">
            <a:xfrm>
              <a:off x="3282" y="2426"/>
              <a:ext cx="404" cy="365"/>
            </a:xfrm>
            <a:custGeom>
              <a:avLst/>
              <a:gdLst>
                <a:gd name="T0" fmla="*/ 0 w 789"/>
                <a:gd name="T1" fmla="*/ 34 h 806"/>
                <a:gd name="T2" fmla="*/ 54 w 789"/>
                <a:gd name="T3" fmla="*/ 0 h 806"/>
                <a:gd name="T4" fmla="*/ 0 60000 65536"/>
                <a:gd name="T5" fmla="*/ 0 60000 65536"/>
                <a:gd name="T6" fmla="*/ 0 w 789"/>
                <a:gd name="T7" fmla="*/ 0 h 806"/>
                <a:gd name="T8" fmla="*/ 789 w 789"/>
                <a:gd name="T9" fmla="*/ 806 h 8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89" h="806">
                  <a:moveTo>
                    <a:pt x="0" y="806"/>
                  </a:moveTo>
                  <a:lnTo>
                    <a:pt x="789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2" name="Oval 44"/>
            <p:cNvSpPr>
              <a:spLocks noChangeArrowheads="1"/>
            </p:cNvSpPr>
            <p:nvPr/>
          </p:nvSpPr>
          <p:spPr bwMode="auto">
            <a:xfrm>
              <a:off x="3241" y="2784"/>
              <a:ext cx="45" cy="4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33" name="Oval 45"/>
            <p:cNvSpPr>
              <a:spLocks noChangeArrowheads="1"/>
            </p:cNvSpPr>
            <p:nvPr/>
          </p:nvSpPr>
          <p:spPr bwMode="auto">
            <a:xfrm>
              <a:off x="3648" y="2400"/>
              <a:ext cx="45" cy="4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34" name="Line 46"/>
            <p:cNvSpPr>
              <a:spLocks noChangeShapeType="1"/>
            </p:cNvSpPr>
            <p:nvPr/>
          </p:nvSpPr>
          <p:spPr bwMode="auto">
            <a:xfrm flipV="1">
              <a:off x="4090" y="2109"/>
              <a:ext cx="0" cy="15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35" name="Object 47"/>
            <p:cNvGraphicFramePr>
              <a:graphicFrameLocks noChangeAspect="1"/>
            </p:cNvGraphicFramePr>
            <p:nvPr/>
          </p:nvGraphicFramePr>
          <p:xfrm>
            <a:off x="3840" y="2112"/>
            <a:ext cx="24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14390" imgH="133337" progId="Equation.3">
                    <p:embed/>
                  </p:oleObj>
                </mc:Choice>
                <mc:Fallback>
                  <p:oleObj name="公式" r:id="rId24" imgW="11439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112"/>
                          <a:ext cx="24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6" name="Object 48"/>
            <p:cNvGraphicFramePr>
              <a:graphicFrameLocks noChangeAspect="1"/>
            </p:cNvGraphicFramePr>
            <p:nvPr/>
          </p:nvGraphicFramePr>
          <p:xfrm>
            <a:off x="5389" y="2928"/>
            <a:ext cx="23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14390" imgH="114340" progId="Equation.3">
                    <p:embed/>
                  </p:oleObj>
                </mc:Choice>
                <mc:Fallback>
                  <p:oleObj name="公式" r:id="rId26" imgW="114390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9" y="2928"/>
                          <a:ext cx="23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7" name="Object 49"/>
            <p:cNvGraphicFramePr>
              <a:graphicFrameLocks noChangeAspect="1"/>
            </p:cNvGraphicFramePr>
            <p:nvPr/>
          </p:nvGraphicFramePr>
          <p:xfrm>
            <a:off x="3888" y="2976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95384" imgH="114340" progId="Equation.3">
                    <p:embed/>
                  </p:oleObj>
                </mc:Choice>
                <mc:Fallback>
                  <p:oleObj name="公式" r:id="rId28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976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8" name="Object 50"/>
            <p:cNvGraphicFramePr>
              <a:graphicFrameLocks noChangeAspect="1"/>
            </p:cNvGraphicFramePr>
            <p:nvPr/>
          </p:nvGraphicFramePr>
          <p:xfrm>
            <a:off x="3536" y="3072"/>
            <a:ext cx="256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228600" imgH="139700" progId="Equation.3">
                    <p:embed/>
                  </p:oleObj>
                </mc:Choice>
                <mc:Fallback>
                  <p:oleObj name="公式" r:id="rId30" imgW="2286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6" y="3072"/>
                          <a:ext cx="256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9" name="Object 51"/>
            <p:cNvGraphicFramePr>
              <a:graphicFrameLocks noChangeAspect="1"/>
            </p:cNvGraphicFramePr>
            <p:nvPr/>
          </p:nvGraphicFramePr>
          <p:xfrm>
            <a:off x="4410" y="3024"/>
            <a:ext cx="140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126835" imgH="139518" progId="Equation.3">
                    <p:embed/>
                  </p:oleObj>
                </mc:Choice>
                <mc:Fallback>
                  <p:oleObj name="公式" r:id="rId31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0" y="3024"/>
                          <a:ext cx="140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40" name="Object 52"/>
            <p:cNvGraphicFramePr>
              <a:graphicFrameLocks noChangeAspect="1"/>
            </p:cNvGraphicFramePr>
            <p:nvPr/>
          </p:nvGraphicFramePr>
          <p:xfrm>
            <a:off x="3525" y="3744"/>
            <a:ext cx="1157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819016" imgH="190327" progId="Equation.3">
                    <p:embed/>
                  </p:oleObj>
                </mc:Choice>
                <mc:Fallback>
                  <p:oleObj name="公式" r:id="rId32" imgW="819016" imgH="19032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5" y="3744"/>
                          <a:ext cx="1157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1" name="Oval 53"/>
            <p:cNvSpPr>
              <a:spLocks noChangeArrowheads="1"/>
            </p:cNvSpPr>
            <p:nvPr/>
          </p:nvSpPr>
          <p:spPr bwMode="auto">
            <a:xfrm>
              <a:off x="4057" y="2969"/>
              <a:ext cx="45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42" name="Oval 54"/>
            <p:cNvSpPr>
              <a:spLocks noChangeArrowheads="1"/>
            </p:cNvSpPr>
            <p:nvPr/>
          </p:nvSpPr>
          <p:spPr bwMode="auto">
            <a:xfrm>
              <a:off x="4057" y="2788"/>
              <a:ext cx="45" cy="4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843" name="Oval 55"/>
            <p:cNvSpPr>
              <a:spLocks noChangeArrowheads="1"/>
            </p:cNvSpPr>
            <p:nvPr/>
          </p:nvSpPr>
          <p:spPr bwMode="auto">
            <a:xfrm>
              <a:off x="4504" y="2969"/>
              <a:ext cx="45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363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135759"/>
              </p:ext>
            </p:extLst>
          </p:nvPr>
        </p:nvGraphicFramePr>
        <p:xfrm>
          <a:off x="1847850" y="590550"/>
          <a:ext cx="79708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495141" imgH="364693" progId="Word.Document.8">
                  <p:embed/>
                </p:oleObj>
              </mc:Choice>
              <mc:Fallback>
                <p:oleObj name="Document" r:id="rId2" imgW="3495141" imgH="36469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590550"/>
                        <a:ext cx="7970838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206127"/>
              </p:ext>
            </p:extLst>
          </p:nvPr>
        </p:nvGraphicFramePr>
        <p:xfrm>
          <a:off x="1985963" y="1957388"/>
          <a:ext cx="7600950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452298" imgH="495018" progId="Word.Document.8">
                  <p:embed/>
                </p:oleObj>
              </mc:Choice>
              <mc:Fallback>
                <p:oleObj name="Document" r:id="rId4" imgW="3452298" imgH="49501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1957388"/>
                        <a:ext cx="7600950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04" name="Object 4"/>
          <p:cNvGraphicFramePr>
            <a:graphicFrameLocks noChangeAspect="1"/>
          </p:cNvGraphicFramePr>
          <p:nvPr/>
        </p:nvGraphicFramePr>
        <p:xfrm>
          <a:off x="2711451" y="2859088"/>
          <a:ext cx="3476625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1518504" imgH="476039" progId="Word.Document.8">
                  <p:embed/>
                </p:oleObj>
              </mc:Choice>
              <mc:Fallback>
                <p:oleObj name="文档" r:id="rId6" imgW="1518504" imgH="47603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2859088"/>
                        <a:ext cx="3476625" cy="110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05" name="Object 5"/>
          <p:cNvGraphicFramePr>
            <a:graphicFrameLocks noChangeAspect="1"/>
          </p:cNvGraphicFramePr>
          <p:nvPr/>
        </p:nvGraphicFramePr>
        <p:xfrm>
          <a:off x="6240463" y="2755900"/>
          <a:ext cx="24495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79032" imgH="393529" progId="Equation.3">
                  <p:embed/>
                </p:oleObj>
              </mc:Choice>
              <mc:Fallback>
                <p:oleObj name="公式" r:id="rId8" imgW="1079032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2755900"/>
                        <a:ext cx="24495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983586"/>
              </p:ext>
            </p:extLst>
          </p:nvPr>
        </p:nvGraphicFramePr>
        <p:xfrm>
          <a:off x="1989138" y="1292225"/>
          <a:ext cx="60515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2597954" imgH="392774" progId="Word.Document.8">
                  <p:embed/>
                </p:oleObj>
              </mc:Choice>
              <mc:Fallback>
                <p:oleObj name="Document" r:id="rId10" imgW="2597954" imgH="3927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1292225"/>
                        <a:ext cx="60515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292772"/>
              </p:ext>
            </p:extLst>
          </p:nvPr>
        </p:nvGraphicFramePr>
        <p:xfrm>
          <a:off x="2027238" y="3884613"/>
          <a:ext cx="9313862" cy="272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4267398" imgH="1247805" progId="Word.Document.8">
                  <p:embed/>
                </p:oleObj>
              </mc:Choice>
              <mc:Fallback>
                <p:oleObj name="Document" r:id="rId12" imgW="4267398" imgH="124780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3884613"/>
                        <a:ext cx="9313862" cy="272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33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09801" y="1773238"/>
            <a:ext cx="3217863" cy="2944812"/>
            <a:chOff x="432" y="1440"/>
            <a:chExt cx="2027" cy="1855"/>
          </a:xfrm>
        </p:grpSpPr>
        <p:sp>
          <p:nvSpPr>
            <p:cNvPr id="36884" name="Oval 3"/>
            <p:cNvSpPr>
              <a:spLocks noChangeArrowheads="1"/>
            </p:cNvSpPr>
            <p:nvPr/>
          </p:nvSpPr>
          <p:spPr bwMode="auto">
            <a:xfrm>
              <a:off x="1892" y="1680"/>
              <a:ext cx="45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885" name="Line 4"/>
            <p:cNvSpPr>
              <a:spLocks noChangeShapeType="1"/>
            </p:cNvSpPr>
            <p:nvPr/>
          </p:nvSpPr>
          <p:spPr bwMode="auto">
            <a:xfrm>
              <a:off x="432" y="2544"/>
              <a:ext cx="17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6" name="Line 5"/>
            <p:cNvSpPr>
              <a:spLocks noChangeShapeType="1"/>
            </p:cNvSpPr>
            <p:nvPr/>
          </p:nvSpPr>
          <p:spPr bwMode="auto">
            <a:xfrm flipV="1">
              <a:off x="1296" y="1470"/>
              <a:ext cx="0" cy="1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7" name="Line 6"/>
            <p:cNvSpPr>
              <a:spLocks noChangeShapeType="1"/>
            </p:cNvSpPr>
            <p:nvPr/>
          </p:nvSpPr>
          <p:spPr bwMode="auto">
            <a:xfrm>
              <a:off x="702" y="1729"/>
              <a:ext cx="0" cy="7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8" name="Line 7"/>
            <p:cNvSpPr>
              <a:spLocks noChangeShapeType="1"/>
            </p:cNvSpPr>
            <p:nvPr/>
          </p:nvSpPr>
          <p:spPr bwMode="auto">
            <a:xfrm>
              <a:off x="1920" y="1725"/>
              <a:ext cx="0" cy="8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889" name="Object 8"/>
            <p:cNvGraphicFramePr>
              <a:graphicFrameLocks noChangeAspect="1"/>
            </p:cNvGraphicFramePr>
            <p:nvPr/>
          </p:nvGraphicFramePr>
          <p:xfrm>
            <a:off x="683" y="2976"/>
            <a:ext cx="1275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38379" imgH="190327" progId="Equation.3">
                    <p:embed/>
                  </p:oleObj>
                </mc:Choice>
                <mc:Fallback>
                  <p:oleObj name="公式" r:id="rId3" imgW="838379" imgH="19032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" y="2976"/>
                          <a:ext cx="1275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0" name="Freeform 9"/>
            <p:cNvSpPr>
              <a:spLocks/>
            </p:cNvSpPr>
            <p:nvPr/>
          </p:nvSpPr>
          <p:spPr bwMode="auto">
            <a:xfrm>
              <a:off x="702" y="1710"/>
              <a:ext cx="594" cy="594"/>
            </a:xfrm>
            <a:custGeom>
              <a:avLst/>
              <a:gdLst>
                <a:gd name="T0" fmla="*/ 0 w 594"/>
                <a:gd name="T1" fmla="*/ 0 h 594"/>
                <a:gd name="T2" fmla="*/ 594 w 594"/>
                <a:gd name="T3" fmla="*/ 594 h 594"/>
                <a:gd name="T4" fmla="*/ 0 60000 65536"/>
                <a:gd name="T5" fmla="*/ 0 60000 65536"/>
                <a:gd name="T6" fmla="*/ 0 w 594"/>
                <a:gd name="T7" fmla="*/ 0 h 594"/>
                <a:gd name="T8" fmla="*/ 594 w 594"/>
                <a:gd name="T9" fmla="*/ 594 h 5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94" h="594">
                  <a:moveTo>
                    <a:pt x="0" y="0"/>
                  </a:moveTo>
                  <a:lnTo>
                    <a:pt x="594" y="594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1" name="Oval 10"/>
            <p:cNvSpPr>
              <a:spLocks noChangeArrowheads="1"/>
            </p:cNvSpPr>
            <p:nvPr/>
          </p:nvSpPr>
          <p:spPr bwMode="auto">
            <a:xfrm>
              <a:off x="1262" y="2270"/>
              <a:ext cx="45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892" name="Freeform 11"/>
            <p:cNvSpPr>
              <a:spLocks/>
            </p:cNvSpPr>
            <p:nvPr/>
          </p:nvSpPr>
          <p:spPr bwMode="auto">
            <a:xfrm>
              <a:off x="1293" y="1674"/>
              <a:ext cx="633" cy="626"/>
            </a:xfrm>
            <a:custGeom>
              <a:avLst/>
              <a:gdLst>
                <a:gd name="T0" fmla="*/ 633 w 633"/>
                <a:gd name="T1" fmla="*/ 0 h 626"/>
                <a:gd name="T2" fmla="*/ 0 w 633"/>
                <a:gd name="T3" fmla="*/ 626 h 626"/>
                <a:gd name="T4" fmla="*/ 0 60000 65536"/>
                <a:gd name="T5" fmla="*/ 0 60000 65536"/>
                <a:gd name="T6" fmla="*/ 0 w 633"/>
                <a:gd name="T7" fmla="*/ 0 h 626"/>
                <a:gd name="T8" fmla="*/ 633 w 633"/>
                <a:gd name="T9" fmla="*/ 626 h 6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33" h="626">
                  <a:moveTo>
                    <a:pt x="633" y="0"/>
                  </a:moveTo>
                  <a:lnTo>
                    <a:pt x="0" y="626"/>
                  </a:lnTo>
                </a:path>
              </a:pathLst>
            </a:cu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893" name="Object 12"/>
            <p:cNvGraphicFramePr>
              <a:graphicFrameLocks noChangeAspect="1"/>
            </p:cNvGraphicFramePr>
            <p:nvPr/>
          </p:nvGraphicFramePr>
          <p:xfrm>
            <a:off x="1795" y="2592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5384" imgH="114340" progId="Equation.3">
                    <p:embed/>
                  </p:oleObj>
                </mc:Choice>
                <mc:Fallback>
                  <p:oleObj name="公式" r:id="rId5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5" y="2592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4" name="Object 13"/>
            <p:cNvGraphicFramePr>
              <a:graphicFrameLocks noChangeAspect="1"/>
            </p:cNvGraphicFramePr>
            <p:nvPr/>
          </p:nvGraphicFramePr>
          <p:xfrm>
            <a:off x="528" y="2592"/>
            <a:ext cx="33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00092" imgH="114340" progId="Equation.3">
                    <p:embed/>
                  </p:oleObj>
                </mc:Choice>
                <mc:Fallback>
                  <p:oleObj name="公式" r:id="rId7" imgW="200092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592"/>
                          <a:ext cx="33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5" name="Object 14"/>
            <p:cNvGraphicFramePr>
              <a:graphicFrameLocks noChangeAspect="1"/>
            </p:cNvGraphicFramePr>
            <p:nvPr/>
          </p:nvGraphicFramePr>
          <p:xfrm>
            <a:off x="1056" y="1440"/>
            <a:ext cx="24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14390" imgH="133337" progId="Equation.3">
                    <p:embed/>
                  </p:oleObj>
                </mc:Choice>
                <mc:Fallback>
                  <p:oleObj name="公式" r:id="rId9" imgW="11439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440"/>
                          <a:ext cx="24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6" name="Object 15"/>
            <p:cNvGraphicFramePr>
              <a:graphicFrameLocks noChangeAspect="1"/>
            </p:cNvGraphicFramePr>
            <p:nvPr/>
          </p:nvGraphicFramePr>
          <p:xfrm>
            <a:off x="2221" y="2496"/>
            <a:ext cx="23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14390" imgH="114340" progId="Equation.3">
                    <p:embed/>
                  </p:oleObj>
                </mc:Choice>
                <mc:Fallback>
                  <p:oleObj name="公式" r:id="rId11" imgW="114390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1" y="2496"/>
                          <a:ext cx="23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7" name="Object 16"/>
            <p:cNvGraphicFramePr>
              <a:graphicFrameLocks noChangeAspect="1"/>
            </p:cNvGraphicFramePr>
            <p:nvPr/>
          </p:nvGraphicFramePr>
          <p:xfrm>
            <a:off x="1104" y="2544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95384" imgH="114340" progId="Equation.3">
                    <p:embed/>
                  </p:oleObj>
                </mc:Choice>
                <mc:Fallback>
                  <p:oleObj name="公式" r:id="rId13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2544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5676901" y="1812926"/>
            <a:ext cx="4627563" cy="2932113"/>
            <a:chOff x="2616" y="1440"/>
            <a:chExt cx="2915" cy="1847"/>
          </a:xfrm>
        </p:grpSpPr>
        <p:sp>
          <p:nvSpPr>
            <p:cNvPr id="36868" name="Freeform 18"/>
            <p:cNvSpPr>
              <a:spLocks/>
            </p:cNvSpPr>
            <p:nvPr/>
          </p:nvSpPr>
          <p:spPr bwMode="auto">
            <a:xfrm>
              <a:off x="4536" y="1685"/>
              <a:ext cx="636" cy="629"/>
            </a:xfrm>
            <a:custGeom>
              <a:avLst/>
              <a:gdLst>
                <a:gd name="T0" fmla="*/ 0 w 636"/>
                <a:gd name="T1" fmla="*/ 0 h 629"/>
                <a:gd name="T2" fmla="*/ 636 w 636"/>
                <a:gd name="T3" fmla="*/ 629 h 629"/>
                <a:gd name="T4" fmla="*/ 0 60000 65536"/>
                <a:gd name="T5" fmla="*/ 0 60000 65536"/>
                <a:gd name="T6" fmla="*/ 0 w 636"/>
                <a:gd name="T7" fmla="*/ 0 h 629"/>
                <a:gd name="T8" fmla="*/ 636 w 636"/>
                <a:gd name="T9" fmla="*/ 629 h 6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36" h="629">
                  <a:moveTo>
                    <a:pt x="0" y="0"/>
                  </a:moveTo>
                  <a:lnTo>
                    <a:pt x="636" y="629"/>
                  </a:lnTo>
                </a:path>
              </a:pathLst>
            </a:custGeom>
            <a:noFill/>
            <a:ln w="2857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69" name="Line 19"/>
            <p:cNvSpPr>
              <a:spLocks noChangeShapeType="1"/>
            </p:cNvSpPr>
            <p:nvPr/>
          </p:nvSpPr>
          <p:spPr bwMode="auto">
            <a:xfrm>
              <a:off x="3336" y="1733"/>
              <a:ext cx="576" cy="576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0" name="Line 20"/>
            <p:cNvSpPr>
              <a:spLocks noChangeShapeType="1"/>
            </p:cNvSpPr>
            <p:nvPr/>
          </p:nvSpPr>
          <p:spPr bwMode="auto">
            <a:xfrm flipH="1">
              <a:off x="2760" y="1725"/>
              <a:ext cx="576" cy="576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1" name="Line 21"/>
            <p:cNvSpPr>
              <a:spLocks noChangeShapeType="1"/>
            </p:cNvSpPr>
            <p:nvPr/>
          </p:nvSpPr>
          <p:spPr bwMode="auto">
            <a:xfrm>
              <a:off x="2616" y="2544"/>
              <a:ext cx="2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2" name="Line 22"/>
            <p:cNvSpPr>
              <a:spLocks noChangeShapeType="1"/>
            </p:cNvSpPr>
            <p:nvPr/>
          </p:nvSpPr>
          <p:spPr bwMode="auto">
            <a:xfrm flipV="1">
              <a:off x="3912" y="1470"/>
              <a:ext cx="0" cy="1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3" name="Line 23"/>
            <p:cNvSpPr>
              <a:spLocks noChangeShapeType="1"/>
            </p:cNvSpPr>
            <p:nvPr/>
          </p:nvSpPr>
          <p:spPr bwMode="auto">
            <a:xfrm>
              <a:off x="3322" y="1742"/>
              <a:ext cx="0" cy="8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4" name="Line 24"/>
            <p:cNvSpPr>
              <a:spLocks noChangeShapeType="1"/>
            </p:cNvSpPr>
            <p:nvPr/>
          </p:nvSpPr>
          <p:spPr bwMode="auto">
            <a:xfrm>
              <a:off x="4536" y="1725"/>
              <a:ext cx="0" cy="8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875" name="Object 25"/>
            <p:cNvGraphicFramePr>
              <a:graphicFrameLocks noChangeAspect="1"/>
            </p:cNvGraphicFramePr>
            <p:nvPr/>
          </p:nvGraphicFramePr>
          <p:xfrm>
            <a:off x="3306" y="2976"/>
            <a:ext cx="1228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819016" imgH="190327" progId="Equation.3">
                    <p:embed/>
                  </p:oleObj>
                </mc:Choice>
                <mc:Fallback>
                  <p:oleObj name="公式" r:id="rId15" imgW="819016" imgH="19032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6" y="2976"/>
                          <a:ext cx="1228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6" name="Freeform 26"/>
            <p:cNvSpPr>
              <a:spLocks/>
            </p:cNvSpPr>
            <p:nvPr/>
          </p:nvSpPr>
          <p:spPr bwMode="auto">
            <a:xfrm>
              <a:off x="3912" y="1667"/>
              <a:ext cx="630" cy="633"/>
            </a:xfrm>
            <a:custGeom>
              <a:avLst/>
              <a:gdLst>
                <a:gd name="T0" fmla="*/ 630 w 630"/>
                <a:gd name="T1" fmla="*/ 0 h 633"/>
                <a:gd name="T2" fmla="*/ 0 w 630"/>
                <a:gd name="T3" fmla="*/ 633 h 633"/>
                <a:gd name="T4" fmla="*/ 0 60000 65536"/>
                <a:gd name="T5" fmla="*/ 0 60000 65536"/>
                <a:gd name="T6" fmla="*/ 0 w 630"/>
                <a:gd name="T7" fmla="*/ 0 h 633"/>
                <a:gd name="T8" fmla="*/ 630 w 630"/>
                <a:gd name="T9" fmla="*/ 633 h 6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30" h="633">
                  <a:moveTo>
                    <a:pt x="630" y="0"/>
                  </a:moveTo>
                  <a:lnTo>
                    <a:pt x="0" y="633"/>
                  </a:lnTo>
                </a:path>
              </a:pathLst>
            </a:cu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877" name="Object 27"/>
            <p:cNvGraphicFramePr>
              <a:graphicFrameLocks noChangeAspect="1"/>
            </p:cNvGraphicFramePr>
            <p:nvPr/>
          </p:nvGraphicFramePr>
          <p:xfrm>
            <a:off x="4411" y="2592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95384" imgH="114340" progId="Equation.3">
                    <p:embed/>
                  </p:oleObj>
                </mc:Choice>
                <mc:Fallback>
                  <p:oleObj name="公式" r:id="rId17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1" y="2592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8" name="Object 28"/>
            <p:cNvGraphicFramePr>
              <a:graphicFrameLocks noChangeAspect="1"/>
            </p:cNvGraphicFramePr>
            <p:nvPr/>
          </p:nvGraphicFramePr>
          <p:xfrm>
            <a:off x="3144" y="2592"/>
            <a:ext cx="312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00092" imgH="114340" progId="Equation.3">
                    <p:embed/>
                  </p:oleObj>
                </mc:Choice>
                <mc:Fallback>
                  <p:oleObj name="公式" r:id="rId19" imgW="200092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4" y="2592"/>
                          <a:ext cx="312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9" name="Object 29"/>
            <p:cNvGraphicFramePr>
              <a:graphicFrameLocks noChangeAspect="1"/>
            </p:cNvGraphicFramePr>
            <p:nvPr/>
          </p:nvGraphicFramePr>
          <p:xfrm>
            <a:off x="3672" y="1440"/>
            <a:ext cx="24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14390" imgH="133337" progId="Equation.3">
                    <p:embed/>
                  </p:oleObj>
                </mc:Choice>
                <mc:Fallback>
                  <p:oleObj name="公式" r:id="rId21" imgW="11439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2" y="1440"/>
                          <a:ext cx="24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0" name="Object 30"/>
            <p:cNvGraphicFramePr>
              <a:graphicFrameLocks noChangeAspect="1"/>
            </p:cNvGraphicFramePr>
            <p:nvPr/>
          </p:nvGraphicFramePr>
          <p:xfrm>
            <a:off x="5293" y="2448"/>
            <a:ext cx="23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114390" imgH="114340" progId="Equation.3">
                    <p:embed/>
                  </p:oleObj>
                </mc:Choice>
                <mc:Fallback>
                  <p:oleObj name="公式" r:id="rId23" imgW="114390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3" y="2448"/>
                          <a:ext cx="23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1" name="Object 31"/>
            <p:cNvGraphicFramePr>
              <a:graphicFrameLocks noChangeAspect="1"/>
            </p:cNvGraphicFramePr>
            <p:nvPr/>
          </p:nvGraphicFramePr>
          <p:xfrm>
            <a:off x="3720" y="2544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95384" imgH="114340" progId="Equation.3">
                    <p:embed/>
                  </p:oleObj>
                </mc:Choice>
                <mc:Fallback>
                  <p:oleObj name="公式" r:id="rId25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0" y="2544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2" name="Oval 32"/>
            <p:cNvSpPr>
              <a:spLocks noChangeArrowheads="1"/>
            </p:cNvSpPr>
            <p:nvPr/>
          </p:nvSpPr>
          <p:spPr bwMode="auto">
            <a:xfrm>
              <a:off x="4526" y="1680"/>
              <a:ext cx="45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883" name="Oval 33"/>
            <p:cNvSpPr>
              <a:spLocks noChangeArrowheads="1"/>
            </p:cNvSpPr>
            <p:nvPr/>
          </p:nvSpPr>
          <p:spPr bwMode="auto">
            <a:xfrm>
              <a:off x="3878" y="2270"/>
              <a:ext cx="45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82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4"/>
          <p:cNvGraphicFramePr>
            <a:graphicFrameLocks noChangeAspect="1"/>
          </p:cNvGraphicFramePr>
          <p:nvPr/>
        </p:nvGraphicFramePr>
        <p:xfrm>
          <a:off x="1981200" y="2078038"/>
          <a:ext cx="18494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203200" progId="Equation.DSMT4">
                  <p:embed/>
                </p:oleObj>
              </mc:Choice>
              <mc:Fallback>
                <p:oleObj name="Equation" r:id="rId2" imgW="7366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078038"/>
                        <a:ext cx="1849438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5"/>
          <p:cNvGraphicFramePr>
            <a:graphicFrameLocks noChangeAspect="1"/>
          </p:cNvGraphicFramePr>
          <p:nvPr/>
        </p:nvGraphicFramePr>
        <p:xfrm>
          <a:off x="5943601" y="2057400"/>
          <a:ext cx="18780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8975" imgH="203112" progId="Equation.DSMT4">
                  <p:embed/>
                </p:oleObj>
              </mc:Choice>
              <mc:Fallback>
                <p:oleObj name="Equation" r:id="rId4" imgW="74897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2057400"/>
                        <a:ext cx="18780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6"/>
          <p:cNvGraphicFramePr>
            <a:graphicFrameLocks noChangeAspect="1"/>
          </p:cNvGraphicFramePr>
          <p:nvPr/>
        </p:nvGraphicFramePr>
        <p:xfrm>
          <a:off x="1981200" y="2965450"/>
          <a:ext cx="23304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6698" imgH="203112" progId="Equation.DSMT4">
                  <p:embed/>
                </p:oleObj>
              </mc:Choice>
              <mc:Fallback>
                <p:oleObj name="Equation" r:id="rId6" imgW="926698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965450"/>
                        <a:ext cx="23304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7"/>
          <p:cNvGraphicFramePr>
            <a:graphicFrameLocks noChangeAspect="1"/>
          </p:cNvGraphicFramePr>
          <p:nvPr/>
        </p:nvGraphicFramePr>
        <p:xfrm>
          <a:off x="5919788" y="2860676"/>
          <a:ext cx="29956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500" imgH="228600" progId="Equation.DSMT4">
                  <p:embed/>
                </p:oleObj>
              </mc:Choice>
              <mc:Fallback>
                <p:oleObj name="Equation" r:id="rId8" imgW="1079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9788" y="2860676"/>
                        <a:ext cx="2995612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8600" name="Object 8"/>
          <p:cNvGraphicFramePr>
            <a:graphicFrameLocks noChangeAspect="1"/>
          </p:cNvGraphicFramePr>
          <p:nvPr/>
        </p:nvGraphicFramePr>
        <p:xfrm>
          <a:off x="4419600" y="1295400"/>
          <a:ext cx="4508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123713" imgH="266673" progId="Word.Document.8">
                  <p:embed/>
                </p:oleObj>
              </mc:Choice>
              <mc:Fallback>
                <p:oleObj name="文档" r:id="rId10" imgW="123713" imgH="26667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295400"/>
                        <a:ext cx="4508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42715"/>
              </p:ext>
            </p:extLst>
          </p:nvPr>
        </p:nvGraphicFramePr>
        <p:xfrm>
          <a:off x="1459491" y="483394"/>
          <a:ext cx="9956800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3981177" imgH="678984" progId="Word.Document.8">
                  <p:embed/>
                </p:oleObj>
              </mc:Choice>
              <mc:Fallback>
                <p:oleObj name="Document" r:id="rId12" imgW="3981177" imgH="6789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9491" y="483394"/>
                        <a:ext cx="9956800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10"/>
          <p:cNvGraphicFramePr>
            <a:graphicFrameLocks noChangeAspect="1"/>
          </p:cNvGraphicFramePr>
          <p:nvPr/>
        </p:nvGraphicFramePr>
        <p:xfrm>
          <a:off x="2133600" y="5105400"/>
          <a:ext cx="18494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36600" imgH="203200" progId="Equation.DSMT4">
                  <p:embed/>
                </p:oleObj>
              </mc:Choice>
              <mc:Fallback>
                <p:oleObj name="Equation" r:id="rId14" imgW="7366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105400"/>
                        <a:ext cx="184943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11"/>
          <p:cNvGraphicFramePr>
            <a:graphicFrameLocks noChangeAspect="1"/>
          </p:cNvGraphicFramePr>
          <p:nvPr/>
        </p:nvGraphicFramePr>
        <p:xfrm>
          <a:off x="5867401" y="5029200"/>
          <a:ext cx="18780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48975" imgH="203112" progId="Equation.DSMT4">
                  <p:embed/>
                </p:oleObj>
              </mc:Choice>
              <mc:Fallback>
                <p:oleObj name="Equation" r:id="rId16" imgW="74897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1" y="5029200"/>
                        <a:ext cx="18780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12"/>
          <p:cNvGraphicFramePr>
            <a:graphicFrameLocks noChangeAspect="1"/>
          </p:cNvGraphicFramePr>
          <p:nvPr/>
        </p:nvGraphicFramePr>
        <p:xfrm>
          <a:off x="2012950" y="5943600"/>
          <a:ext cx="23304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26698" imgH="203112" progId="Equation.DSMT4">
                  <p:embed/>
                </p:oleObj>
              </mc:Choice>
              <mc:Fallback>
                <p:oleObj name="Equation" r:id="rId17" imgW="926698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5943600"/>
                        <a:ext cx="23304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9" name="Object 13"/>
          <p:cNvGraphicFramePr>
            <a:graphicFrameLocks noChangeAspect="1"/>
          </p:cNvGraphicFramePr>
          <p:nvPr/>
        </p:nvGraphicFramePr>
        <p:xfrm>
          <a:off x="5943601" y="5791201"/>
          <a:ext cx="26908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79500" imgH="228600" progId="Equation.DSMT4">
                  <p:embed/>
                </p:oleObj>
              </mc:Choice>
              <mc:Fallback>
                <p:oleObj name="Equation" r:id="rId18" imgW="1079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5791201"/>
                        <a:ext cx="269081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8606" name="Object 14"/>
          <p:cNvGraphicFramePr>
            <a:graphicFrameLocks noChangeAspect="1"/>
          </p:cNvGraphicFramePr>
          <p:nvPr/>
        </p:nvGraphicFramePr>
        <p:xfrm>
          <a:off x="4340226" y="4314826"/>
          <a:ext cx="855663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0" imgW="342810" imgH="381013" progId="Word.Document.8">
                  <p:embed/>
                </p:oleObj>
              </mc:Choice>
              <mc:Fallback>
                <p:oleObj name="文档" r:id="rId20" imgW="342810" imgH="3810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0226" y="4314826"/>
                        <a:ext cx="855663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093996"/>
              </p:ext>
            </p:extLst>
          </p:nvPr>
        </p:nvGraphicFramePr>
        <p:xfrm>
          <a:off x="1855788" y="3657600"/>
          <a:ext cx="8812212" cy="14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2" imgW="4155790" imgH="682585" progId="Word.Document.8">
                  <p:embed/>
                </p:oleObj>
              </mc:Choice>
              <mc:Fallback>
                <p:oleObj name="Document" r:id="rId22" imgW="4155790" imgH="68258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788" y="3657600"/>
                        <a:ext cx="8812212" cy="144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24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81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028966"/>
              </p:ext>
            </p:extLst>
          </p:nvPr>
        </p:nvGraphicFramePr>
        <p:xfrm>
          <a:off x="1688388" y="1127161"/>
          <a:ext cx="9550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658027" imgH="231128" progId="Word.Document.8">
                  <p:embed/>
                </p:oleObj>
              </mc:Choice>
              <mc:Fallback>
                <p:oleObj name="Document" r:id="rId2" imgW="4658027" imgH="2311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8388" y="1127161"/>
                        <a:ext cx="9550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8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743657"/>
              </p:ext>
            </p:extLst>
          </p:nvPr>
        </p:nvGraphicFramePr>
        <p:xfrm>
          <a:off x="1499604" y="2891493"/>
          <a:ext cx="9228138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875689" imgH="492858" progId="Word.Document.8">
                  <p:embed/>
                </p:oleObj>
              </mc:Choice>
              <mc:Fallback>
                <p:oleObj name="Document" r:id="rId4" imgW="3875689" imgH="49285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9604" y="2891493"/>
                        <a:ext cx="9228138" cy="116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81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932605"/>
              </p:ext>
            </p:extLst>
          </p:nvPr>
        </p:nvGraphicFramePr>
        <p:xfrm>
          <a:off x="1951653" y="3811620"/>
          <a:ext cx="84740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686315" imgH="398174" progId="Word.Document.8">
                  <p:embed/>
                </p:oleObj>
              </mc:Choice>
              <mc:Fallback>
                <p:oleObj name="Document" r:id="rId6" imgW="3686315" imgH="3981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653" y="3811620"/>
                        <a:ext cx="84740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81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579406"/>
              </p:ext>
            </p:extLst>
          </p:nvPr>
        </p:nvGraphicFramePr>
        <p:xfrm>
          <a:off x="1558213" y="4895849"/>
          <a:ext cx="968057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308081" imgH="316451" progId="Word.Document.8">
                  <p:embed/>
                </p:oleObj>
              </mc:Choice>
              <mc:Fallback>
                <p:oleObj name="Document" r:id="rId8" imgW="4308081" imgH="31645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213" y="4895849"/>
                        <a:ext cx="9680575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8"/>
          <p:cNvSpPr>
            <a:spLocks noChangeArrowheads="1"/>
          </p:cNvSpPr>
          <p:nvPr/>
        </p:nvSpPr>
        <p:spPr bwMode="auto">
          <a:xfrm>
            <a:off x="1499604" y="2067516"/>
            <a:ext cx="31694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设周期为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的函数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45615" y="2057124"/>
            <a:ext cx="5522997" cy="533900"/>
            <a:chOff x="4445615" y="2057124"/>
            <a:chExt cx="5522997" cy="53390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4305762"/>
                </p:ext>
              </p:extLst>
            </p:nvPr>
          </p:nvGraphicFramePr>
          <p:xfrm>
            <a:off x="4445615" y="2074240"/>
            <a:ext cx="2906908" cy="516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82700" imgH="228600" progId="Equation.DSMT4">
                    <p:embed/>
                  </p:oleObj>
                </mc:Choice>
                <mc:Fallback>
                  <p:oleObj name="Equation" r:id="rId10" imgW="1282700" imgH="228600" progId="Equation.DSMT4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5615" y="2074240"/>
                          <a:ext cx="2906908" cy="51678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79"/>
            <p:cNvSpPr>
              <a:spLocks noChangeArrowheads="1"/>
            </p:cNvSpPr>
            <p:nvPr/>
          </p:nvSpPr>
          <p:spPr bwMode="auto">
            <a:xfrm>
              <a:off x="7259216" y="2057124"/>
              <a:ext cx="270939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满足狄氏条件，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40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58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91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401217"/>
              </p:ext>
            </p:extLst>
          </p:nvPr>
        </p:nvGraphicFramePr>
        <p:xfrm>
          <a:off x="2139950" y="2894013"/>
          <a:ext cx="7362825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261123" imgH="492858" progId="Word.Document.8">
                  <p:embed/>
                </p:oleObj>
              </mc:Choice>
              <mc:Fallback>
                <p:oleObj name="Document" r:id="rId2" imgW="3261123" imgH="49285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2894013"/>
                        <a:ext cx="7362825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404322"/>
              </p:ext>
            </p:extLst>
          </p:nvPr>
        </p:nvGraphicFramePr>
        <p:xfrm>
          <a:off x="1989138" y="3940175"/>
          <a:ext cx="788035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731164" imgH="531019" progId="Word.Document.8">
                  <p:embed/>
                </p:oleObj>
              </mc:Choice>
              <mc:Fallback>
                <p:oleObj name="Document" r:id="rId4" imgW="2731164" imgH="53101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3940175"/>
                        <a:ext cx="7880350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486556"/>
              </p:ext>
            </p:extLst>
          </p:nvPr>
        </p:nvGraphicFramePr>
        <p:xfrm>
          <a:off x="2159000" y="5137150"/>
          <a:ext cx="7475538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37361" imgH="580341" progId="Word.Document.8">
                  <p:embed/>
                </p:oleObj>
              </mc:Choice>
              <mc:Fallback>
                <p:oleObj name="Document" r:id="rId6" imgW="3237361" imgH="58034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5137150"/>
                        <a:ext cx="7475538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445443"/>
              </p:ext>
            </p:extLst>
          </p:nvPr>
        </p:nvGraphicFramePr>
        <p:xfrm>
          <a:off x="1989138" y="1866900"/>
          <a:ext cx="854075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765881" imgH="498978" progId="Word.Document.8">
                  <p:embed/>
                </p:oleObj>
              </mc:Choice>
              <mc:Fallback>
                <p:oleObj name="Document" r:id="rId8" imgW="3765881" imgH="4989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1866900"/>
                        <a:ext cx="854075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755920"/>
              </p:ext>
            </p:extLst>
          </p:nvPr>
        </p:nvGraphicFramePr>
        <p:xfrm>
          <a:off x="1989138" y="650875"/>
          <a:ext cx="8313737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3446897" imgH="495738" progId="Word.Document.8">
                  <p:embed/>
                </p:oleObj>
              </mc:Choice>
              <mc:Fallback>
                <p:oleObj name="Document" r:id="rId10" imgW="3446897" imgH="49573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650875"/>
                        <a:ext cx="8313737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49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5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1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50471"/>
              </p:ext>
            </p:extLst>
          </p:nvPr>
        </p:nvGraphicFramePr>
        <p:xfrm>
          <a:off x="1828800" y="452438"/>
          <a:ext cx="955992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341924" imgH="316451" progId="Word.Document.8">
                  <p:embed/>
                </p:oleObj>
              </mc:Choice>
              <mc:Fallback>
                <p:oleObj name="Document" r:id="rId2" imgW="4341924" imgH="31645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52438"/>
                        <a:ext cx="9559925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1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051873"/>
              </p:ext>
            </p:extLst>
          </p:nvPr>
        </p:nvGraphicFramePr>
        <p:xfrm>
          <a:off x="1828800" y="969817"/>
          <a:ext cx="7934036" cy="3544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46160" imgH="1676160" progId="Equation.DSMT4">
                  <p:embed/>
                </p:oleObj>
              </mc:Choice>
              <mc:Fallback>
                <p:oleObj name="Equation" r:id="rId4" imgW="3746160" imgH="1676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969817"/>
                        <a:ext cx="7934036" cy="35448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305438"/>
              </p:ext>
            </p:extLst>
          </p:nvPr>
        </p:nvGraphicFramePr>
        <p:xfrm>
          <a:off x="2208213" y="4591050"/>
          <a:ext cx="8302625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034461" imgH="943234" progId="Word.Document.8">
                  <p:embed/>
                </p:oleObj>
              </mc:Choice>
              <mc:Fallback>
                <p:oleObj name="Document" r:id="rId6" imgW="4034461" imgH="9432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4591050"/>
                        <a:ext cx="8302625" cy="193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45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11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733469"/>
              </p:ext>
            </p:extLst>
          </p:nvPr>
        </p:nvGraphicFramePr>
        <p:xfrm>
          <a:off x="1985963" y="379413"/>
          <a:ext cx="8256587" cy="308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716197" imgH="1388930" progId="Word.Document.8">
                  <p:embed/>
                </p:oleObj>
              </mc:Choice>
              <mc:Fallback>
                <p:oleObj name="Document" r:id="rId2" imgW="3716197" imgH="138893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379413"/>
                        <a:ext cx="8256587" cy="308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11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599882"/>
              </p:ext>
            </p:extLst>
          </p:nvPr>
        </p:nvGraphicFramePr>
        <p:xfrm>
          <a:off x="1920875" y="3362325"/>
          <a:ext cx="8580438" cy="301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951295" imgH="1390370" progId="Word.Document.8">
                  <p:embed/>
                </p:oleObj>
              </mc:Choice>
              <mc:Fallback>
                <p:oleObj name="Document" r:id="rId4" imgW="3951295" imgH="139037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3362325"/>
                        <a:ext cx="8580438" cy="301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63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727201" y="307976"/>
            <a:ext cx="8321675" cy="1327151"/>
            <a:chOff x="139" y="199"/>
            <a:chExt cx="5242" cy="836"/>
          </a:xfrm>
        </p:grpSpPr>
        <p:graphicFrame>
          <p:nvGraphicFramePr>
            <p:cNvPr id="4301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9744480"/>
                </p:ext>
              </p:extLst>
            </p:nvPr>
          </p:nvGraphicFramePr>
          <p:xfrm>
            <a:off x="139" y="199"/>
            <a:ext cx="5242" cy="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" imgW="3796843" imgH="482777" progId="Word.Document.8">
                    <p:embed/>
                  </p:oleObj>
                </mc:Choice>
                <mc:Fallback>
                  <p:oleObj name="Document" r:id="rId2" imgW="3796843" imgH="482777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" y="199"/>
                          <a:ext cx="5242" cy="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9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7749763"/>
                </p:ext>
              </p:extLst>
            </p:nvPr>
          </p:nvGraphicFramePr>
          <p:xfrm>
            <a:off x="430" y="779"/>
            <a:ext cx="215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4" imgW="1663324" imgH="198007" progId="Word.Document.8">
                    <p:embed/>
                  </p:oleObj>
                </mc:Choice>
                <mc:Fallback>
                  <p:oleObj name="Document" r:id="rId4" imgW="1663324" imgH="198007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" y="779"/>
                          <a:ext cx="215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62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660790"/>
              </p:ext>
            </p:extLst>
          </p:nvPr>
        </p:nvGraphicFramePr>
        <p:xfrm>
          <a:off x="1903413" y="1828800"/>
          <a:ext cx="6030912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2630356" imgH="198007" progId="Word.Document.8">
                  <p:embed/>
                </p:oleObj>
              </mc:Choice>
              <mc:Fallback>
                <p:oleObj name="Document" r:id="rId6" imgW="2630356" imgH="19800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1828800"/>
                        <a:ext cx="6030912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22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193890"/>
              </p:ext>
            </p:extLst>
          </p:nvPr>
        </p:nvGraphicFramePr>
        <p:xfrm>
          <a:off x="1847850" y="2271713"/>
          <a:ext cx="6234113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805689" imgH="494658" progId="Word.Document.8">
                  <p:embed/>
                </p:oleObj>
              </mc:Choice>
              <mc:Fallback>
                <p:oleObj name="Document" r:id="rId8" imgW="2805689" imgH="49465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271713"/>
                        <a:ext cx="6234113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22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225655"/>
              </p:ext>
            </p:extLst>
          </p:nvPr>
        </p:nvGraphicFramePr>
        <p:xfrm>
          <a:off x="2063750" y="3090862"/>
          <a:ext cx="902493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581702" imgH="407895" progId="Word.Document.8">
                  <p:embed/>
                </p:oleObj>
              </mc:Choice>
              <mc:Fallback>
                <p:oleObj name="Document" r:id="rId10" imgW="4581702" imgH="40789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3090862"/>
                        <a:ext cx="9024937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22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917551"/>
              </p:ext>
            </p:extLst>
          </p:nvPr>
        </p:nvGraphicFramePr>
        <p:xfrm>
          <a:off x="2066925" y="3906405"/>
          <a:ext cx="570388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17800" imgH="393700" progId="Equation.3">
                  <p:embed/>
                </p:oleObj>
              </mc:Choice>
              <mc:Fallback>
                <p:oleObj name="公式" r:id="rId12" imgW="2717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925" y="3906405"/>
                        <a:ext cx="5703888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22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919399"/>
              </p:ext>
            </p:extLst>
          </p:nvPr>
        </p:nvGraphicFramePr>
        <p:xfrm>
          <a:off x="7770813" y="3916723"/>
          <a:ext cx="2100262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28254" imgH="393529" progId="Equation.3">
                  <p:embed/>
                </p:oleObj>
              </mc:Choice>
              <mc:Fallback>
                <p:oleObj name="公式" r:id="rId14" imgW="1028254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0813" y="3916723"/>
                        <a:ext cx="2100262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22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245956"/>
              </p:ext>
            </p:extLst>
          </p:nvPr>
        </p:nvGraphicFramePr>
        <p:xfrm>
          <a:off x="1514186" y="4739048"/>
          <a:ext cx="915352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6" imgW="3977937" imgH="543980" progId="Word.Document.8">
                  <p:embed/>
                </p:oleObj>
              </mc:Choice>
              <mc:Fallback>
                <p:oleObj name="Document" r:id="rId16" imgW="3977937" imgH="5439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186" y="4739048"/>
                        <a:ext cx="9153525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22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441205"/>
              </p:ext>
            </p:extLst>
          </p:nvPr>
        </p:nvGraphicFramePr>
        <p:xfrm>
          <a:off x="1903413" y="5624510"/>
          <a:ext cx="773112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8" imgW="3469219" imgH="492858" progId="Word.Document.8">
                  <p:embed/>
                </p:oleObj>
              </mc:Choice>
              <mc:Fallback>
                <p:oleObj name="Document" r:id="rId18" imgW="3469219" imgH="49285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5624510"/>
                        <a:ext cx="7731125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62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62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133600" y="3573464"/>
            <a:ext cx="8274050" cy="1677987"/>
            <a:chOff x="384" y="3004"/>
            <a:chExt cx="5212" cy="1057"/>
          </a:xfrm>
        </p:grpSpPr>
        <p:sp>
          <p:nvSpPr>
            <p:cNvPr id="44064" name="Oval 3"/>
            <p:cNvSpPr>
              <a:spLocks noChangeArrowheads="1"/>
            </p:cNvSpPr>
            <p:nvPr/>
          </p:nvSpPr>
          <p:spPr bwMode="auto">
            <a:xfrm>
              <a:off x="2791" y="3504"/>
              <a:ext cx="45" cy="46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65" name="Oval 4"/>
            <p:cNvSpPr>
              <a:spLocks noChangeArrowheads="1"/>
            </p:cNvSpPr>
            <p:nvPr/>
          </p:nvSpPr>
          <p:spPr bwMode="auto">
            <a:xfrm>
              <a:off x="1081" y="3504"/>
              <a:ext cx="45" cy="46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66" name="Oval 5"/>
            <p:cNvSpPr>
              <a:spLocks noChangeArrowheads="1"/>
            </p:cNvSpPr>
            <p:nvPr/>
          </p:nvSpPr>
          <p:spPr bwMode="auto">
            <a:xfrm>
              <a:off x="1639" y="3504"/>
              <a:ext cx="45" cy="46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67" name="Oval 6"/>
            <p:cNvSpPr>
              <a:spLocks noChangeArrowheads="1"/>
            </p:cNvSpPr>
            <p:nvPr/>
          </p:nvSpPr>
          <p:spPr bwMode="auto">
            <a:xfrm>
              <a:off x="3411" y="3504"/>
              <a:ext cx="45" cy="46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44068" name="Group 7"/>
            <p:cNvGrpSpPr>
              <a:grpSpLocks/>
            </p:cNvGrpSpPr>
            <p:nvPr/>
          </p:nvGrpSpPr>
          <p:grpSpPr bwMode="auto">
            <a:xfrm>
              <a:off x="384" y="3004"/>
              <a:ext cx="5212" cy="1057"/>
              <a:chOff x="384" y="3004"/>
              <a:chExt cx="5212" cy="1057"/>
            </a:xfrm>
          </p:grpSpPr>
          <p:sp>
            <p:nvSpPr>
              <p:cNvPr id="44070" name="Line 8"/>
              <p:cNvSpPr>
                <a:spLocks noChangeShapeType="1"/>
              </p:cNvSpPr>
              <p:nvPr/>
            </p:nvSpPr>
            <p:spPr bwMode="auto">
              <a:xfrm flipV="1">
                <a:off x="2255" y="3366"/>
                <a:ext cx="577" cy="3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1" name="Freeform 9"/>
              <p:cNvSpPr>
                <a:spLocks/>
              </p:cNvSpPr>
              <p:nvPr/>
            </p:nvSpPr>
            <p:spPr bwMode="auto">
              <a:xfrm>
                <a:off x="432" y="3688"/>
                <a:ext cx="3854" cy="3"/>
              </a:xfrm>
              <a:custGeom>
                <a:avLst/>
                <a:gdLst>
                  <a:gd name="T0" fmla="*/ 0 w 4477"/>
                  <a:gd name="T1" fmla="*/ 0 h 4"/>
                  <a:gd name="T2" fmla="*/ 2459 w 4477"/>
                  <a:gd name="T3" fmla="*/ 2 h 4"/>
                  <a:gd name="T4" fmla="*/ 0 60000 65536"/>
                  <a:gd name="T5" fmla="*/ 0 60000 65536"/>
                  <a:gd name="T6" fmla="*/ 0 w 4477"/>
                  <a:gd name="T7" fmla="*/ 0 h 4"/>
                  <a:gd name="T8" fmla="*/ 4477 w 4477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477" h="4">
                    <a:moveTo>
                      <a:pt x="0" y="0"/>
                    </a:moveTo>
                    <a:lnTo>
                      <a:pt x="4477" y="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2" name="Oval 10"/>
              <p:cNvSpPr>
                <a:spLocks noChangeArrowheads="1"/>
              </p:cNvSpPr>
              <p:nvPr/>
            </p:nvSpPr>
            <p:spPr bwMode="auto">
              <a:xfrm>
                <a:off x="3408" y="3643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073" name="Oval 11"/>
              <p:cNvSpPr>
                <a:spLocks noChangeArrowheads="1"/>
              </p:cNvSpPr>
              <p:nvPr/>
            </p:nvSpPr>
            <p:spPr bwMode="auto">
              <a:xfrm>
                <a:off x="2791" y="3369"/>
                <a:ext cx="45" cy="4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074" name="Oval 12"/>
              <p:cNvSpPr>
                <a:spLocks noChangeArrowheads="1"/>
              </p:cNvSpPr>
              <p:nvPr/>
            </p:nvSpPr>
            <p:spPr bwMode="auto">
              <a:xfrm>
                <a:off x="3408" y="3360"/>
                <a:ext cx="45" cy="4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075" name="Freeform 13"/>
              <p:cNvSpPr>
                <a:spLocks/>
              </p:cNvSpPr>
              <p:nvPr/>
            </p:nvSpPr>
            <p:spPr bwMode="auto">
              <a:xfrm>
                <a:off x="3408" y="3364"/>
                <a:ext cx="294" cy="5"/>
              </a:xfrm>
              <a:custGeom>
                <a:avLst/>
                <a:gdLst>
                  <a:gd name="T0" fmla="*/ 0 w 409"/>
                  <a:gd name="T1" fmla="*/ 3 h 6"/>
                  <a:gd name="T2" fmla="*/ 109 w 409"/>
                  <a:gd name="T3" fmla="*/ 0 h 6"/>
                  <a:gd name="T4" fmla="*/ 0 60000 65536"/>
                  <a:gd name="T5" fmla="*/ 0 60000 65536"/>
                  <a:gd name="T6" fmla="*/ 0 w 409"/>
                  <a:gd name="T7" fmla="*/ 0 h 6"/>
                  <a:gd name="T8" fmla="*/ 409 w 409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09" h="6">
                    <a:moveTo>
                      <a:pt x="0" y="6"/>
                    </a:moveTo>
                    <a:lnTo>
                      <a:pt x="409" y="0"/>
                    </a:lnTo>
                  </a:path>
                </a:pathLst>
              </a:cu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6" name="Oval 14"/>
              <p:cNvSpPr>
                <a:spLocks noChangeArrowheads="1"/>
              </p:cNvSpPr>
              <p:nvPr/>
            </p:nvSpPr>
            <p:spPr bwMode="auto">
              <a:xfrm>
                <a:off x="1088" y="3643"/>
                <a:ext cx="41" cy="4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077" name="Line 15"/>
              <p:cNvSpPr>
                <a:spLocks noChangeShapeType="1"/>
              </p:cNvSpPr>
              <p:nvPr/>
            </p:nvSpPr>
            <p:spPr bwMode="auto">
              <a:xfrm flipV="1">
                <a:off x="1103" y="3366"/>
                <a:ext cx="576" cy="3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8" name="Oval 16"/>
              <p:cNvSpPr>
                <a:spLocks noChangeArrowheads="1"/>
              </p:cNvSpPr>
              <p:nvPr/>
            </p:nvSpPr>
            <p:spPr bwMode="auto">
              <a:xfrm>
                <a:off x="1632" y="3369"/>
                <a:ext cx="41" cy="4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079" name="Line 17"/>
              <p:cNvSpPr>
                <a:spLocks noChangeShapeType="1"/>
              </p:cNvSpPr>
              <p:nvPr/>
            </p:nvSpPr>
            <p:spPr bwMode="auto">
              <a:xfrm flipV="1">
                <a:off x="1679" y="3685"/>
                <a:ext cx="576" cy="3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0" name="Line 18"/>
              <p:cNvSpPr>
                <a:spLocks noChangeShapeType="1"/>
              </p:cNvSpPr>
              <p:nvPr/>
            </p:nvSpPr>
            <p:spPr bwMode="auto">
              <a:xfrm flipV="1">
                <a:off x="2832" y="3685"/>
                <a:ext cx="576" cy="3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4081" name="Object 19"/>
              <p:cNvGraphicFramePr>
                <a:graphicFrameLocks noChangeAspect="1"/>
              </p:cNvGraphicFramePr>
              <p:nvPr/>
            </p:nvGraphicFramePr>
            <p:xfrm>
              <a:off x="4437" y="3511"/>
              <a:ext cx="1159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819016" imgH="190327" progId="Equation.3">
                      <p:embed/>
                    </p:oleObj>
                  </mc:Choice>
                  <mc:Fallback>
                    <p:oleObj name="公式" r:id="rId3" imgW="819016" imgH="19032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7" y="3511"/>
                            <a:ext cx="1159" cy="2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2" name="Object 20"/>
              <p:cNvGraphicFramePr>
                <a:graphicFrameLocks noChangeAspect="1"/>
              </p:cNvGraphicFramePr>
              <p:nvPr/>
            </p:nvGraphicFramePr>
            <p:xfrm>
              <a:off x="2755" y="3703"/>
              <a:ext cx="157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126780" imgH="164814" progId="Equation.3">
                      <p:embed/>
                    </p:oleObj>
                  </mc:Choice>
                  <mc:Fallback>
                    <p:oleObj name="公式" r:id="rId5" imgW="126780" imgH="16481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5" y="3703"/>
                            <a:ext cx="157" cy="2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3" name="Object 21"/>
              <p:cNvGraphicFramePr>
                <a:graphicFrameLocks noChangeAspect="1"/>
              </p:cNvGraphicFramePr>
              <p:nvPr/>
            </p:nvGraphicFramePr>
            <p:xfrm>
              <a:off x="1536" y="3751"/>
              <a:ext cx="240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215619" imgH="164885" progId="Equation.3">
                      <p:embed/>
                    </p:oleObj>
                  </mc:Choice>
                  <mc:Fallback>
                    <p:oleObj name="公式" r:id="rId7" imgW="215619" imgH="16488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6" y="3751"/>
                            <a:ext cx="240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4" name="Object 22"/>
              <p:cNvGraphicFramePr>
                <a:graphicFrameLocks noChangeAspect="1"/>
              </p:cNvGraphicFramePr>
              <p:nvPr/>
            </p:nvGraphicFramePr>
            <p:xfrm>
              <a:off x="4200" y="3698"/>
              <a:ext cx="21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95384" imgH="114340" progId="Equation.3">
                      <p:embed/>
                    </p:oleObj>
                  </mc:Choice>
                  <mc:Fallback>
                    <p:oleObj name="公式" r:id="rId9" imgW="95384" imgH="1143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00" y="3698"/>
                            <a:ext cx="216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5" name="Object 23"/>
              <p:cNvGraphicFramePr>
                <a:graphicFrameLocks noChangeAspect="1"/>
              </p:cNvGraphicFramePr>
              <p:nvPr/>
            </p:nvGraphicFramePr>
            <p:xfrm>
              <a:off x="2064" y="3746"/>
              <a:ext cx="21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95384" imgH="114340" progId="Equation.3">
                      <p:embed/>
                    </p:oleObj>
                  </mc:Choice>
                  <mc:Fallback>
                    <p:oleObj name="公式" r:id="rId11" imgW="95384" imgH="1143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4" y="3746"/>
                            <a:ext cx="216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6" name="Object 24"/>
              <p:cNvGraphicFramePr>
                <a:graphicFrameLocks noChangeAspect="1"/>
              </p:cNvGraphicFramePr>
              <p:nvPr/>
            </p:nvGraphicFramePr>
            <p:xfrm>
              <a:off x="3347" y="3703"/>
              <a:ext cx="157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126780" imgH="164814" progId="Equation.3">
                      <p:embed/>
                    </p:oleObj>
                  </mc:Choice>
                  <mc:Fallback>
                    <p:oleObj name="公式" r:id="rId13" imgW="126780" imgH="16481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47" y="3703"/>
                            <a:ext cx="157" cy="2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87" name="Object 25"/>
              <p:cNvGraphicFramePr>
                <a:graphicFrameLocks noChangeAspect="1"/>
              </p:cNvGraphicFramePr>
              <p:nvPr/>
            </p:nvGraphicFramePr>
            <p:xfrm>
              <a:off x="1008" y="3751"/>
              <a:ext cx="240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215619" imgH="164885" progId="Equation.3">
                      <p:embed/>
                    </p:oleObj>
                  </mc:Choice>
                  <mc:Fallback>
                    <p:oleObj name="公式" r:id="rId15" imgW="215619" imgH="16488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3751"/>
                            <a:ext cx="240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88" name="Oval 26"/>
              <p:cNvSpPr>
                <a:spLocks noChangeArrowheads="1"/>
              </p:cNvSpPr>
              <p:nvPr/>
            </p:nvSpPr>
            <p:spPr bwMode="auto">
              <a:xfrm>
                <a:off x="1088" y="3644"/>
                <a:ext cx="45" cy="4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089" name="Oval 27"/>
              <p:cNvSpPr>
                <a:spLocks noChangeArrowheads="1"/>
              </p:cNvSpPr>
              <p:nvPr/>
            </p:nvSpPr>
            <p:spPr bwMode="auto">
              <a:xfrm>
                <a:off x="499" y="3660"/>
                <a:ext cx="41" cy="4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090" name="Line 28"/>
              <p:cNvSpPr>
                <a:spLocks noChangeShapeType="1"/>
              </p:cNvSpPr>
              <p:nvPr/>
            </p:nvSpPr>
            <p:spPr bwMode="auto">
              <a:xfrm flipV="1">
                <a:off x="527" y="3690"/>
                <a:ext cx="576" cy="3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4091" name="Object 29"/>
              <p:cNvGraphicFramePr>
                <a:graphicFrameLocks noChangeAspect="1"/>
              </p:cNvGraphicFramePr>
              <p:nvPr/>
            </p:nvGraphicFramePr>
            <p:xfrm>
              <a:off x="384" y="3749"/>
              <a:ext cx="240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215619" imgH="177569" progId="Equation.3">
                      <p:embed/>
                    </p:oleObj>
                  </mc:Choice>
                  <mc:Fallback>
                    <p:oleObj name="公式" r:id="rId17" imgW="215619" imgH="17756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" y="3749"/>
                            <a:ext cx="240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92" name="Oval 30"/>
              <p:cNvSpPr>
                <a:spLocks noChangeArrowheads="1"/>
              </p:cNvSpPr>
              <p:nvPr/>
            </p:nvSpPr>
            <p:spPr bwMode="auto">
              <a:xfrm>
                <a:off x="1088" y="3360"/>
                <a:ext cx="47" cy="5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093" name="Line 31"/>
              <p:cNvSpPr>
                <a:spLocks noChangeShapeType="1"/>
              </p:cNvSpPr>
              <p:nvPr/>
            </p:nvSpPr>
            <p:spPr bwMode="auto">
              <a:xfrm flipV="1">
                <a:off x="2256" y="3024"/>
                <a:ext cx="0" cy="10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4094" name="Object 32"/>
              <p:cNvGraphicFramePr>
                <a:graphicFrameLocks noChangeAspect="1"/>
              </p:cNvGraphicFramePr>
              <p:nvPr/>
            </p:nvGraphicFramePr>
            <p:xfrm>
              <a:off x="1967" y="3004"/>
              <a:ext cx="241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9" imgW="114390" imgH="133337" progId="Equation.3">
                      <p:embed/>
                    </p:oleObj>
                  </mc:Choice>
                  <mc:Fallback>
                    <p:oleObj name="公式" r:id="rId19" imgW="114390" imgH="13333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67" y="3004"/>
                            <a:ext cx="241" cy="2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95" name="Oval 33"/>
              <p:cNvSpPr>
                <a:spLocks noChangeArrowheads="1"/>
              </p:cNvSpPr>
              <p:nvPr/>
            </p:nvSpPr>
            <p:spPr bwMode="auto">
              <a:xfrm>
                <a:off x="2811" y="3648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096" name="Oval 34"/>
              <p:cNvSpPr>
                <a:spLocks noChangeArrowheads="1"/>
              </p:cNvSpPr>
              <p:nvPr/>
            </p:nvSpPr>
            <p:spPr bwMode="auto">
              <a:xfrm>
                <a:off x="2244" y="3369"/>
                <a:ext cx="45" cy="4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097" name="Oval 35"/>
              <p:cNvSpPr>
                <a:spLocks noChangeArrowheads="1"/>
              </p:cNvSpPr>
              <p:nvPr/>
            </p:nvSpPr>
            <p:spPr bwMode="auto">
              <a:xfrm>
                <a:off x="2244" y="3649"/>
                <a:ext cx="45" cy="4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4098" name="Oval 36"/>
              <p:cNvSpPr>
                <a:spLocks noChangeArrowheads="1"/>
              </p:cNvSpPr>
              <p:nvPr/>
            </p:nvSpPr>
            <p:spPr bwMode="auto">
              <a:xfrm>
                <a:off x="1651" y="3649"/>
                <a:ext cx="45" cy="4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4069" name="Oval 37"/>
            <p:cNvSpPr>
              <a:spLocks noChangeArrowheads="1"/>
            </p:cNvSpPr>
            <p:nvPr/>
          </p:nvSpPr>
          <p:spPr bwMode="auto">
            <a:xfrm>
              <a:off x="2232" y="3504"/>
              <a:ext cx="45" cy="46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1981201" y="1484314"/>
            <a:ext cx="8437563" cy="1690687"/>
            <a:chOff x="288" y="1776"/>
            <a:chExt cx="5315" cy="1065"/>
          </a:xfrm>
        </p:grpSpPr>
        <p:sp>
          <p:nvSpPr>
            <p:cNvPr id="44036" name="Line 39"/>
            <p:cNvSpPr>
              <a:spLocks noChangeShapeType="1"/>
            </p:cNvSpPr>
            <p:nvPr/>
          </p:nvSpPr>
          <p:spPr bwMode="auto">
            <a:xfrm flipV="1">
              <a:off x="2159" y="1804"/>
              <a:ext cx="0" cy="10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4037" name="Object 40"/>
            <p:cNvGraphicFramePr>
              <a:graphicFrameLocks noChangeAspect="1"/>
            </p:cNvGraphicFramePr>
            <p:nvPr/>
          </p:nvGraphicFramePr>
          <p:xfrm>
            <a:off x="1872" y="1776"/>
            <a:ext cx="24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14390" imgH="133337" progId="Equation.3">
                    <p:embed/>
                  </p:oleObj>
                </mc:Choice>
                <mc:Fallback>
                  <p:oleObj name="公式" r:id="rId21" imgW="114390" imgH="13333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776"/>
                          <a:ext cx="24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38" name="Line 41"/>
            <p:cNvSpPr>
              <a:spLocks noChangeShapeType="1"/>
            </p:cNvSpPr>
            <p:nvPr/>
          </p:nvSpPr>
          <p:spPr bwMode="auto">
            <a:xfrm flipV="1">
              <a:off x="2164" y="2200"/>
              <a:ext cx="577" cy="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9" name="Freeform 42"/>
            <p:cNvSpPr>
              <a:spLocks/>
            </p:cNvSpPr>
            <p:nvPr/>
          </p:nvSpPr>
          <p:spPr bwMode="auto">
            <a:xfrm>
              <a:off x="336" y="2522"/>
              <a:ext cx="3854" cy="3"/>
            </a:xfrm>
            <a:custGeom>
              <a:avLst/>
              <a:gdLst>
                <a:gd name="T0" fmla="*/ 0 w 4477"/>
                <a:gd name="T1" fmla="*/ 0 h 4"/>
                <a:gd name="T2" fmla="*/ 2459 w 4477"/>
                <a:gd name="T3" fmla="*/ 2 h 4"/>
                <a:gd name="T4" fmla="*/ 0 60000 65536"/>
                <a:gd name="T5" fmla="*/ 0 60000 65536"/>
                <a:gd name="T6" fmla="*/ 0 w 4477"/>
                <a:gd name="T7" fmla="*/ 0 h 4"/>
                <a:gd name="T8" fmla="*/ 4477 w 4477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477" h="4">
                  <a:moveTo>
                    <a:pt x="0" y="0"/>
                  </a:moveTo>
                  <a:lnTo>
                    <a:pt x="4477" y="4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0" name="Oval 43"/>
            <p:cNvSpPr>
              <a:spLocks noChangeArrowheads="1"/>
            </p:cNvSpPr>
            <p:nvPr/>
          </p:nvSpPr>
          <p:spPr bwMode="auto">
            <a:xfrm>
              <a:off x="3312" y="2482"/>
              <a:ext cx="45" cy="4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41" name="Oval 44"/>
            <p:cNvSpPr>
              <a:spLocks noChangeArrowheads="1"/>
            </p:cNvSpPr>
            <p:nvPr/>
          </p:nvSpPr>
          <p:spPr bwMode="auto">
            <a:xfrm>
              <a:off x="2724" y="2490"/>
              <a:ext cx="45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42" name="Oval 45"/>
            <p:cNvSpPr>
              <a:spLocks noChangeArrowheads="1"/>
            </p:cNvSpPr>
            <p:nvPr/>
          </p:nvSpPr>
          <p:spPr bwMode="auto">
            <a:xfrm>
              <a:off x="2142" y="2203"/>
              <a:ext cx="45" cy="46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43" name="Oval 46"/>
            <p:cNvSpPr>
              <a:spLocks noChangeArrowheads="1"/>
            </p:cNvSpPr>
            <p:nvPr/>
          </p:nvSpPr>
          <p:spPr bwMode="auto">
            <a:xfrm>
              <a:off x="2720" y="2187"/>
              <a:ext cx="45" cy="4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44" name="Freeform 47"/>
            <p:cNvSpPr>
              <a:spLocks/>
            </p:cNvSpPr>
            <p:nvPr/>
          </p:nvSpPr>
          <p:spPr bwMode="auto">
            <a:xfrm>
              <a:off x="3312" y="2198"/>
              <a:ext cx="294" cy="5"/>
            </a:xfrm>
            <a:custGeom>
              <a:avLst/>
              <a:gdLst>
                <a:gd name="T0" fmla="*/ 0 w 409"/>
                <a:gd name="T1" fmla="*/ 3 h 6"/>
                <a:gd name="T2" fmla="*/ 109 w 409"/>
                <a:gd name="T3" fmla="*/ 0 h 6"/>
                <a:gd name="T4" fmla="*/ 0 60000 65536"/>
                <a:gd name="T5" fmla="*/ 0 60000 65536"/>
                <a:gd name="T6" fmla="*/ 0 w 409"/>
                <a:gd name="T7" fmla="*/ 0 h 6"/>
                <a:gd name="T8" fmla="*/ 409 w 409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9" h="6">
                  <a:moveTo>
                    <a:pt x="0" y="6"/>
                  </a:moveTo>
                  <a:lnTo>
                    <a:pt x="409" y="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5" name="Oval 48"/>
            <p:cNvSpPr>
              <a:spLocks noChangeArrowheads="1"/>
            </p:cNvSpPr>
            <p:nvPr/>
          </p:nvSpPr>
          <p:spPr bwMode="auto">
            <a:xfrm>
              <a:off x="1555" y="2489"/>
              <a:ext cx="41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46" name="Line 49"/>
            <p:cNvSpPr>
              <a:spLocks noChangeShapeType="1"/>
            </p:cNvSpPr>
            <p:nvPr/>
          </p:nvSpPr>
          <p:spPr bwMode="auto">
            <a:xfrm flipV="1">
              <a:off x="1007" y="2200"/>
              <a:ext cx="576" cy="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7" name="Line 50"/>
            <p:cNvSpPr>
              <a:spLocks noChangeShapeType="1"/>
            </p:cNvSpPr>
            <p:nvPr/>
          </p:nvSpPr>
          <p:spPr bwMode="auto">
            <a:xfrm flipV="1">
              <a:off x="1583" y="2519"/>
              <a:ext cx="576" cy="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8" name="Line 51"/>
            <p:cNvSpPr>
              <a:spLocks noChangeShapeType="1"/>
            </p:cNvSpPr>
            <p:nvPr/>
          </p:nvSpPr>
          <p:spPr bwMode="auto">
            <a:xfrm flipV="1">
              <a:off x="2736" y="2519"/>
              <a:ext cx="576" cy="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4049" name="Object 52"/>
            <p:cNvGraphicFramePr>
              <a:graphicFrameLocks noChangeAspect="1"/>
            </p:cNvGraphicFramePr>
            <p:nvPr/>
          </p:nvGraphicFramePr>
          <p:xfrm>
            <a:off x="4430" y="2345"/>
            <a:ext cx="1173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838379" imgH="190327" progId="Equation.3">
                    <p:embed/>
                  </p:oleObj>
                </mc:Choice>
                <mc:Fallback>
                  <p:oleObj name="公式" r:id="rId23" imgW="838379" imgH="19032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0" y="2345"/>
                          <a:ext cx="1173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0" name="Object 53"/>
            <p:cNvGraphicFramePr>
              <a:graphicFrameLocks noChangeAspect="1"/>
            </p:cNvGraphicFramePr>
            <p:nvPr/>
          </p:nvGraphicFramePr>
          <p:xfrm>
            <a:off x="2659" y="2537"/>
            <a:ext cx="15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26780" imgH="164814" progId="Equation.3">
                    <p:embed/>
                  </p:oleObj>
                </mc:Choice>
                <mc:Fallback>
                  <p:oleObj name="公式" r:id="rId25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9" y="2537"/>
                          <a:ext cx="157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1" name="Object 54"/>
            <p:cNvGraphicFramePr>
              <a:graphicFrameLocks noChangeAspect="1"/>
            </p:cNvGraphicFramePr>
            <p:nvPr/>
          </p:nvGraphicFramePr>
          <p:xfrm>
            <a:off x="1440" y="2585"/>
            <a:ext cx="24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215619" imgH="164885" progId="Equation.3">
                    <p:embed/>
                  </p:oleObj>
                </mc:Choice>
                <mc:Fallback>
                  <p:oleObj name="公式" r:id="rId26" imgW="215619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585"/>
                          <a:ext cx="24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2" name="Object 55"/>
            <p:cNvGraphicFramePr>
              <a:graphicFrameLocks noChangeAspect="1"/>
            </p:cNvGraphicFramePr>
            <p:nvPr/>
          </p:nvGraphicFramePr>
          <p:xfrm>
            <a:off x="4104" y="2532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95384" imgH="114340" progId="Equation.3">
                    <p:embed/>
                  </p:oleObj>
                </mc:Choice>
                <mc:Fallback>
                  <p:oleObj name="公式" r:id="rId27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4" y="2532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3" name="Object 56"/>
            <p:cNvGraphicFramePr>
              <a:graphicFrameLocks noChangeAspect="1"/>
            </p:cNvGraphicFramePr>
            <p:nvPr/>
          </p:nvGraphicFramePr>
          <p:xfrm>
            <a:off x="1968" y="2580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95384" imgH="114340" progId="Equation.3">
                    <p:embed/>
                  </p:oleObj>
                </mc:Choice>
                <mc:Fallback>
                  <p:oleObj name="公式" r:id="rId29" imgW="95384" imgH="1143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580"/>
                          <a:ext cx="21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4" name="Object 57"/>
            <p:cNvGraphicFramePr>
              <a:graphicFrameLocks noChangeAspect="1"/>
            </p:cNvGraphicFramePr>
            <p:nvPr/>
          </p:nvGraphicFramePr>
          <p:xfrm>
            <a:off x="3251" y="2537"/>
            <a:ext cx="15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126780" imgH="164814" progId="Equation.3">
                    <p:embed/>
                  </p:oleObj>
                </mc:Choice>
                <mc:Fallback>
                  <p:oleObj name="公式" r:id="rId31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1" y="2537"/>
                          <a:ext cx="157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5" name="Object 58"/>
            <p:cNvGraphicFramePr>
              <a:graphicFrameLocks noChangeAspect="1"/>
            </p:cNvGraphicFramePr>
            <p:nvPr/>
          </p:nvGraphicFramePr>
          <p:xfrm>
            <a:off x="912" y="2585"/>
            <a:ext cx="24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215619" imgH="164885" progId="Equation.3">
                    <p:embed/>
                  </p:oleObj>
                </mc:Choice>
                <mc:Fallback>
                  <p:oleObj name="公式" r:id="rId32" imgW="215619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585"/>
                          <a:ext cx="24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6" name="Oval 59"/>
            <p:cNvSpPr>
              <a:spLocks noChangeArrowheads="1"/>
            </p:cNvSpPr>
            <p:nvPr/>
          </p:nvSpPr>
          <p:spPr bwMode="auto">
            <a:xfrm>
              <a:off x="403" y="2494"/>
              <a:ext cx="45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57" name="Line 60"/>
            <p:cNvSpPr>
              <a:spLocks noChangeShapeType="1"/>
            </p:cNvSpPr>
            <p:nvPr/>
          </p:nvSpPr>
          <p:spPr bwMode="auto">
            <a:xfrm flipV="1">
              <a:off x="431" y="2524"/>
              <a:ext cx="576" cy="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4058" name="Object 61"/>
            <p:cNvGraphicFramePr>
              <a:graphicFrameLocks noChangeAspect="1"/>
            </p:cNvGraphicFramePr>
            <p:nvPr/>
          </p:nvGraphicFramePr>
          <p:xfrm>
            <a:off x="288" y="2583"/>
            <a:ext cx="24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215619" imgH="177569" progId="Equation.3">
                    <p:embed/>
                  </p:oleObj>
                </mc:Choice>
                <mc:Fallback>
                  <p:oleObj name="公式" r:id="rId33" imgW="215619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583"/>
                          <a:ext cx="240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9" name="Oval 62"/>
            <p:cNvSpPr>
              <a:spLocks noChangeArrowheads="1"/>
            </p:cNvSpPr>
            <p:nvPr/>
          </p:nvSpPr>
          <p:spPr bwMode="auto">
            <a:xfrm>
              <a:off x="1008" y="2198"/>
              <a:ext cx="45" cy="45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60" name="Oval 63"/>
            <p:cNvSpPr>
              <a:spLocks noChangeArrowheads="1"/>
            </p:cNvSpPr>
            <p:nvPr/>
          </p:nvSpPr>
          <p:spPr bwMode="auto">
            <a:xfrm>
              <a:off x="1543" y="2187"/>
              <a:ext cx="45" cy="4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61" name="Oval 64"/>
            <p:cNvSpPr>
              <a:spLocks noChangeArrowheads="1"/>
            </p:cNvSpPr>
            <p:nvPr/>
          </p:nvSpPr>
          <p:spPr bwMode="auto">
            <a:xfrm>
              <a:off x="2142" y="2473"/>
              <a:ext cx="45" cy="4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62" name="Oval 65"/>
            <p:cNvSpPr>
              <a:spLocks noChangeArrowheads="1"/>
            </p:cNvSpPr>
            <p:nvPr/>
          </p:nvSpPr>
          <p:spPr bwMode="auto">
            <a:xfrm>
              <a:off x="3312" y="2194"/>
              <a:ext cx="45" cy="46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63" name="Oval 66"/>
            <p:cNvSpPr>
              <a:spLocks noChangeArrowheads="1"/>
            </p:cNvSpPr>
            <p:nvPr/>
          </p:nvSpPr>
          <p:spPr bwMode="auto">
            <a:xfrm>
              <a:off x="1008" y="2498"/>
              <a:ext cx="45" cy="4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4BCB4-0D72-4655-886C-25665C66C6DF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00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3750</TotalTime>
  <Words>189</Words>
  <Application>Microsoft Office PowerPoint</Application>
  <PresentationFormat>宽屏</PresentationFormat>
  <Paragraphs>61</Paragraphs>
  <Slides>37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49" baseType="lpstr">
      <vt:lpstr>楷体_GB2312</vt:lpstr>
      <vt:lpstr>宋体</vt:lpstr>
      <vt:lpstr>Arial</vt:lpstr>
      <vt:lpstr>Calibri</vt:lpstr>
      <vt:lpstr>Calibri Light</vt:lpstr>
      <vt:lpstr>Kunstler Script</vt:lpstr>
      <vt:lpstr>Times New Roman</vt:lpstr>
      <vt:lpstr>Office 主题</vt:lpstr>
      <vt:lpstr>文档</vt:lpstr>
      <vt:lpstr>Document</vt:lpstr>
      <vt:lpstr>Equation</vt:lpstr>
      <vt:lpstr>公式</vt:lpstr>
      <vt:lpstr>PowerPoint 演示文稿</vt:lpstr>
      <vt:lpstr>一、Fourier级数的概念</vt:lpstr>
      <vt:lpstr>PowerPoint 演示文稿</vt:lpstr>
      <vt:lpstr>PowerPoint 演示文稿</vt:lpstr>
      <vt:lpstr>二、Fourier级数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36</cp:revision>
  <dcterms:created xsi:type="dcterms:W3CDTF">2020-04-12T00:36:45Z</dcterms:created>
  <dcterms:modified xsi:type="dcterms:W3CDTF">2024-05-24T12:12:51Z</dcterms:modified>
</cp:coreProperties>
</file>