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82" r:id="rId2"/>
    <p:sldId id="283" r:id="rId3"/>
    <p:sldId id="257" r:id="rId4"/>
    <p:sldId id="274" r:id="rId5"/>
    <p:sldId id="278" r:id="rId6"/>
    <p:sldId id="279" r:id="rId7"/>
    <p:sldId id="280" r:id="rId8"/>
    <p:sldId id="281" r:id="rId9"/>
    <p:sldId id="262" r:id="rId10"/>
    <p:sldId id="263" r:id="rId11"/>
    <p:sldId id="265" r:id="rId12"/>
    <p:sldId id="264" r:id="rId13"/>
    <p:sldId id="266" r:id="rId14"/>
    <p:sldId id="267" r:id="rId15"/>
    <p:sldId id="284" r:id="rId16"/>
    <p:sldId id="269" r:id="rId17"/>
    <p:sldId id="268" r:id="rId18"/>
    <p:sldId id="270" r:id="rId19"/>
    <p:sldId id="272" r:id="rId20"/>
    <p:sldId id="276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AF64B-20A0-4C15-921A-AE1A7DE7CB5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14C9F-57B8-4879-ACFB-8AB089CC18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5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14C9F-57B8-4879-ACFB-8AB089CC183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675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D14C9F-57B8-4879-ACFB-8AB089CC183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36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1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25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17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30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1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54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722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16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67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82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E1F6D-C8A5-483A-B35F-42AB6E462AC9}" type="datetimeFigureOut">
              <a:rPr lang="zh-CN" altLang="en-US" smtClean="0"/>
              <a:t>2024/5/16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360EE-189B-4A85-9060-AD35A6F8D8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6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7.bin"/><Relationship Id="rId3" Type="http://schemas.openxmlformats.org/officeDocument/2006/relationships/image" Target="../media/image9.wmf"/><Relationship Id="rId21" Type="http://schemas.openxmlformats.org/officeDocument/2006/relationships/oleObject" Target="../embeddings/oleObject19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6.wmf"/><Relationship Id="rId2" Type="http://schemas.openxmlformats.org/officeDocument/2006/relationships/oleObject" Target="../embeddings/oleObject9.bin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24" Type="http://schemas.openxmlformats.org/officeDocument/2006/relationships/image" Target="../media/image19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oleObject" Target="../embeddings/oleObject20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5.bin"/><Relationship Id="rId22" Type="http://schemas.openxmlformats.org/officeDocument/2006/relationships/image" Target="../media/image1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1.wmf"/><Relationship Id="rId18" Type="http://schemas.openxmlformats.org/officeDocument/2006/relationships/image" Target="../media/image23.wmf"/><Relationship Id="rId26" Type="http://schemas.openxmlformats.org/officeDocument/2006/relationships/image" Target="../media/image27.wmf"/><Relationship Id="rId3" Type="http://schemas.openxmlformats.org/officeDocument/2006/relationships/image" Target="../media/image9.wmf"/><Relationship Id="rId21" Type="http://schemas.openxmlformats.org/officeDocument/2006/relationships/oleObject" Target="../embeddings/oleObject31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26.bin"/><Relationship Id="rId17" Type="http://schemas.openxmlformats.org/officeDocument/2006/relationships/oleObject" Target="../embeddings/oleObject29.bin"/><Relationship Id="rId25" Type="http://schemas.openxmlformats.org/officeDocument/2006/relationships/oleObject" Target="../embeddings/oleObject33.bin"/><Relationship Id="rId2" Type="http://schemas.openxmlformats.org/officeDocument/2006/relationships/oleObject" Target="../embeddings/oleObject21.bin"/><Relationship Id="rId16" Type="http://schemas.openxmlformats.org/officeDocument/2006/relationships/image" Target="../media/image22.wmf"/><Relationship Id="rId20" Type="http://schemas.openxmlformats.org/officeDocument/2006/relationships/image" Target="../media/image24.wmf"/><Relationship Id="rId29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0.wmf"/><Relationship Id="rId24" Type="http://schemas.openxmlformats.org/officeDocument/2006/relationships/image" Target="../media/image26.wmf"/><Relationship Id="rId32" Type="http://schemas.openxmlformats.org/officeDocument/2006/relationships/image" Target="../media/image30.png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28.bin"/><Relationship Id="rId23" Type="http://schemas.openxmlformats.org/officeDocument/2006/relationships/oleObject" Target="../embeddings/oleObject32.bin"/><Relationship Id="rId28" Type="http://schemas.openxmlformats.org/officeDocument/2006/relationships/image" Target="../media/image28.wmf"/><Relationship Id="rId10" Type="http://schemas.openxmlformats.org/officeDocument/2006/relationships/oleObject" Target="../embeddings/oleObject25.bin"/><Relationship Id="rId19" Type="http://schemas.openxmlformats.org/officeDocument/2006/relationships/oleObject" Target="../embeddings/oleObject30.bin"/><Relationship Id="rId31" Type="http://schemas.openxmlformats.org/officeDocument/2006/relationships/oleObject" Target="../embeddings/oleObject36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27.bin"/><Relationship Id="rId22" Type="http://schemas.openxmlformats.org/officeDocument/2006/relationships/image" Target="../media/image25.wmf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2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36.wmf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42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4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wmf"/><Relationship Id="rId18" Type="http://schemas.openxmlformats.org/officeDocument/2006/relationships/oleObject" Target="../embeddings/oleObject51.bin"/><Relationship Id="rId26" Type="http://schemas.openxmlformats.org/officeDocument/2006/relationships/oleObject" Target="../embeddings/oleObject55.bin"/><Relationship Id="rId39" Type="http://schemas.openxmlformats.org/officeDocument/2006/relationships/oleObject" Target="../embeddings/oleObject62.bin"/><Relationship Id="rId21" Type="http://schemas.openxmlformats.org/officeDocument/2006/relationships/image" Target="../media/image10.wmf"/><Relationship Id="rId34" Type="http://schemas.openxmlformats.org/officeDocument/2006/relationships/image" Target="../media/image22.wmf"/><Relationship Id="rId42" Type="http://schemas.openxmlformats.org/officeDocument/2006/relationships/image" Target="../media/image49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43.bin"/><Relationship Id="rId16" Type="http://schemas.openxmlformats.org/officeDocument/2006/relationships/oleObject" Target="../embeddings/oleObject50.bin"/><Relationship Id="rId20" Type="http://schemas.openxmlformats.org/officeDocument/2006/relationships/oleObject" Target="../embeddings/oleObject52.bin"/><Relationship Id="rId29" Type="http://schemas.openxmlformats.org/officeDocument/2006/relationships/image" Target="../media/image46.wmf"/><Relationship Id="rId41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1.wmf"/><Relationship Id="rId24" Type="http://schemas.openxmlformats.org/officeDocument/2006/relationships/oleObject" Target="../embeddings/oleObject54.bin"/><Relationship Id="rId32" Type="http://schemas.openxmlformats.org/officeDocument/2006/relationships/oleObject" Target="../embeddings/oleObject58.bin"/><Relationship Id="rId37" Type="http://schemas.openxmlformats.org/officeDocument/2006/relationships/oleObject" Target="../embeddings/oleObject61.bin"/><Relationship Id="rId40" Type="http://schemas.openxmlformats.org/officeDocument/2006/relationships/image" Target="../media/image48.wmf"/><Relationship Id="rId5" Type="http://schemas.openxmlformats.org/officeDocument/2006/relationships/image" Target="../media/image38.wmf"/><Relationship Id="rId15" Type="http://schemas.openxmlformats.org/officeDocument/2006/relationships/image" Target="../media/image43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56.bin"/><Relationship Id="rId36" Type="http://schemas.openxmlformats.org/officeDocument/2006/relationships/image" Target="../media/image23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45.wmf"/><Relationship Id="rId31" Type="http://schemas.openxmlformats.org/officeDocument/2006/relationships/image" Target="../media/image47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0.wmf"/><Relationship Id="rId14" Type="http://schemas.openxmlformats.org/officeDocument/2006/relationships/oleObject" Target="../embeddings/oleObject49.bin"/><Relationship Id="rId22" Type="http://schemas.openxmlformats.org/officeDocument/2006/relationships/oleObject" Target="../embeddings/oleObject53.bin"/><Relationship Id="rId27" Type="http://schemas.openxmlformats.org/officeDocument/2006/relationships/image" Target="../media/image9.wmf"/><Relationship Id="rId30" Type="http://schemas.openxmlformats.org/officeDocument/2006/relationships/oleObject" Target="../embeddings/oleObject57.bin"/><Relationship Id="rId35" Type="http://schemas.openxmlformats.org/officeDocument/2006/relationships/oleObject" Target="../embeddings/oleObject60.bin"/><Relationship Id="rId8" Type="http://schemas.openxmlformats.org/officeDocument/2006/relationships/oleObject" Target="../embeddings/oleObject46.bin"/><Relationship Id="rId3" Type="http://schemas.openxmlformats.org/officeDocument/2006/relationships/image" Target="../media/image37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4.wmf"/><Relationship Id="rId25" Type="http://schemas.openxmlformats.org/officeDocument/2006/relationships/image" Target="../media/image12.wmf"/><Relationship Id="rId33" Type="http://schemas.openxmlformats.org/officeDocument/2006/relationships/oleObject" Target="../embeddings/oleObject59.bin"/><Relationship Id="rId38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13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69.bin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5.bin"/><Relationship Id="rId9" Type="http://schemas.openxmlformats.org/officeDocument/2006/relationships/image" Target="../media/image53.w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wmf"/><Relationship Id="rId18" Type="http://schemas.openxmlformats.org/officeDocument/2006/relationships/oleObject" Target="../embeddings/oleObject78.bin"/><Relationship Id="rId26" Type="http://schemas.openxmlformats.org/officeDocument/2006/relationships/oleObject" Target="../embeddings/oleObject82.bin"/><Relationship Id="rId39" Type="http://schemas.openxmlformats.org/officeDocument/2006/relationships/image" Target="../media/image68.wmf"/><Relationship Id="rId21" Type="http://schemas.openxmlformats.org/officeDocument/2006/relationships/image" Target="../media/image59.wmf"/><Relationship Id="rId34" Type="http://schemas.openxmlformats.org/officeDocument/2006/relationships/oleObject" Target="../embeddings/oleObject86.bin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33" Type="http://schemas.openxmlformats.org/officeDocument/2006/relationships/image" Target="../media/image65.wmf"/><Relationship Id="rId38" Type="http://schemas.openxmlformats.org/officeDocument/2006/relationships/oleObject" Target="../embeddings/oleObject88.bin"/><Relationship Id="rId2" Type="http://schemas.openxmlformats.org/officeDocument/2006/relationships/oleObject" Target="../embeddings/oleObject70.bin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29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81.bin"/><Relationship Id="rId32" Type="http://schemas.openxmlformats.org/officeDocument/2006/relationships/oleObject" Target="../embeddings/oleObject85.bin"/><Relationship Id="rId37" Type="http://schemas.openxmlformats.org/officeDocument/2006/relationships/image" Target="../media/image67.wmf"/><Relationship Id="rId5" Type="http://schemas.openxmlformats.org/officeDocument/2006/relationships/image" Target="../media/image46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28" Type="http://schemas.openxmlformats.org/officeDocument/2006/relationships/oleObject" Target="../embeddings/oleObject83.bin"/><Relationship Id="rId36" Type="http://schemas.openxmlformats.org/officeDocument/2006/relationships/oleObject" Target="../embeddings/oleObject87.bin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58.wmf"/><Relationship Id="rId31" Type="http://schemas.openxmlformats.org/officeDocument/2006/relationships/image" Target="../media/image64.wmf"/><Relationship Id="rId4" Type="http://schemas.openxmlformats.org/officeDocument/2006/relationships/oleObject" Target="../embeddings/oleObject71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Relationship Id="rId27" Type="http://schemas.openxmlformats.org/officeDocument/2006/relationships/image" Target="../media/image62.wmf"/><Relationship Id="rId30" Type="http://schemas.openxmlformats.org/officeDocument/2006/relationships/oleObject" Target="../embeddings/oleObject84.bin"/><Relationship Id="rId35" Type="http://schemas.openxmlformats.org/officeDocument/2006/relationships/image" Target="../media/image66.wmf"/><Relationship Id="rId8" Type="http://schemas.openxmlformats.org/officeDocument/2006/relationships/oleObject" Target="../embeddings/oleObject73.bin"/><Relationship Id="rId3" Type="http://schemas.openxmlformats.org/officeDocument/2006/relationships/image" Target="../media/image4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.bin"/><Relationship Id="rId13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12" Type="http://schemas.openxmlformats.org/officeDocument/2006/relationships/oleObject" Target="../embeddings/oleObject94.bin"/><Relationship Id="rId17" Type="http://schemas.openxmlformats.org/officeDocument/2006/relationships/image" Target="../media/image76.wmf"/><Relationship Id="rId2" Type="http://schemas.openxmlformats.org/officeDocument/2006/relationships/oleObject" Target="../embeddings/oleObject89.bin"/><Relationship Id="rId16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1.bin"/><Relationship Id="rId11" Type="http://schemas.openxmlformats.org/officeDocument/2006/relationships/image" Target="../media/image73.wmf"/><Relationship Id="rId5" Type="http://schemas.openxmlformats.org/officeDocument/2006/relationships/image" Target="../media/image70.wmf"/><Relationship Id="rId15" Type="http://schemas.openxmlformats.org/officeDocument/2006/relationships/image" Target="../media/image75.wmf"/><Relationship Id="rId10" Type="http://schemas.openxmlformats.org/officeDocument/2006/relationships/oleObject" Target="../embeddings/oleObject93.bin"/><Relationship Id="rId4" Type="http://schemas.openxmlformats.org/officeDocument/2006/relationships/oleObject" Target="../embeddings/oleObject90.bin"/><Relationship Id="rId9" Type="http://schemas.openxmlformats.org/officeDocument/2006/relationships/image" Target="../media/image72.wmf"/><Relationship Id="rId14" Type="http://schemas.openxmlformats.org/officeDocument/2006/relationships/oleObject" Target="../embeddings/oleObject9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8.bin"/><Relationship Id="rId9" Type="http://schemas.openxmlformats.org/officeDocument/2006/relationships/image" Target="../media/image8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85.wmf"/><Relationship Id="rId3" Type="http://schemas.openxmlformats.org/officeDocument/2006/relationships/image" Target="../media/image82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107.bin"/><Relationship Id="rId2" Type="http://schemas.openxmlformats.org/officeDocument/2006/relationships/oleObject" Target="../embeddings/oleObject10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84.wmf"/><Relationship Id="rId5" Type="http://schemas.openxmlformats.org/officeDocument/2006/relationships/image" Target="../media/image71.wmf"/><Relationship Id="rId15" Type="http://schemas.openxmlformats.org/officeDocument/2006/relationships/image" Target="../media/image86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10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94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5" Type="http://schemas.openxmlformats.org/officeDocument/2006/relationships/image" Target="../media/image93.wmf"/><Relationship Id="rId10" Type="http://schemas.openxmlformats.org/officeDocument/2006/relationships/oleObject" Target="../embeddings/oleObject113.bin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90.wmf"/><Relationship Id="rId14" Type="http://schemas.openxmlformats.org/officeDocument/2006/relationships/oleObject" Target="../embeddings/oleObject11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100.wmf"/><Relationship Id="rId18" Type="http://schemas.openxmlformats.org/officeDocument/2006/relationships/oleObject" Target="../embeddings/oleObject125.bin"/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22.bin"/><Relationship Id="rId17" Type="http://schemas.openxmlformats.org/officeDocument/2006/relationships/image" Target="../media/image102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103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2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09.wmf"/><Relationship Id="rId18" Type="http://schemas.openxmlformats.org/officeDocument/2006/relationships/oleObject" Target="../embeddings/oleObject134.bin"/><Relationship Id="rId26" Type="http://schemas.openxmlformats.org/officeDocument/2006/relationships/oleObject" Target="../embeddings/oleObject138.bin"/><Relationship Id="rId3" Type="http://schemas.openxmlformats.org/officeDocument/2006/relationships/image" Target="../media/image104.wmf"/><Relationship Id="rId21" Type="http://schemas.openxmlformats.org/officeDocument/2006/relationships/image" Target="../media/image113.w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11.wmf"/><Relationship Id="rId25" Type="http://schemas.openxmlformats.org/officeDocument/2006/relationships/image" Target="../media/image114.wmf"/><Relationship Id="rId2" Type="http://schemas.openxmlformats.org/officeDocument/2006/relationships/oleObject" Target="../embeddings/oleObject126.bin"/><Relationship Id="rId16" Type="http://schemas.openxmlformats.org/officeDocument/2006/relationships/oleObject" Target="../embeddings/oleObject133.bin"/><Relationship Id="rId20" Type="http://schemas.openxmlformats.org/officeDocument/2006/relationships/oleObject" Target="../embeddings/oleObject1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08.wmf"/><Relationship Id="rId24" Type="http://schemas.openxmlformats.org/officeDocument/2006/relationships/oleObject" Target="../embeddings/oleObject137.bin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23" Type="http://schemas.openxmlformats.org/officeDocument/2006/relationships/image" Target="../media/image92.w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12.wmf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132.bin"/><Relationship Id="rId22" Type="http://schemas.openxmlformats.org/officeDocument/2006/relationships/oleObject" Target="../embeddings/oleObject136.bin"/><Relationship Id="rId27" Type="http://schemas.openxmlformats.org/officeDocument/2006/relationships/image" Target="../media/image9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image" Target="../media/image115.wmf"/><Relationship Id="rId7" Type="http://schemas.openxmlformats.org/officeDocument/2006/relationships/image" Target="../media/image70.wmf"/><Relationship Id="rId2" Type="http://schemas.openxmlformats.org/officeDocument/2006/relationships/oleObject" Target="../embeddings/oleObject1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1.bin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1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image" Target="../media/image121.w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" Type="http://schemas.openxmlformats.org/officeDocument/2006/relationships/image" Target="../media/image118.wmf"/><Relationship Id="rId21" Type="http://schemas.openxmlformats.org/officeDocument/2006/relationships/image" Target="../media/image10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23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43.bin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1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5.bin"/><Relationship Id="rId11" Type="http://schemas.openxmlformats.org/officeDocument/2006/relationships/image" Target="../media/image120.wmf"/><Relationship Id="rId24" Type="http://schemas.openxmlformats.org/officeDocument/2006/relationships/oleObject" Target="../embeddings/oleObject154.bin"/><Relationship Id="rId5" Type="http://schemas.openxmlformats.org/officeDocument/2006/relationships/image" Target="../media/image71.wmf"/><Relationship Id="rId15" Type="http://schemas.openxmlformats.org/officeDocument/2006/relationships/image" Target="../media/image122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56.bin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9.wmf"/><Relationship Id="rId31" Type="http://schemas.openxmlformats.org/officeDocument/2006/relationships/image" Target="../media/image126.wmf"/><Relationship Id="rId4" Type="http://schemas.openxmlformats.org/officeDocument/2006/relationships/oleObject" Target="../embeddings/oleObject144.bin"/><Relationship Id="rId9" Type="http://schemas.openxmlformats.org/officeDocument/2006/relationships/image" Target="../media/image119.wmf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124.wmf"/><Relationship Id="rId30" Type="http://schemas.openxmlformats.org/officeDocument/2006/relationships/oleObject" Target="../embeddings/oleObject157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66.bin"/><Relationship Id="rId26" Type="http://schemas.openxmlformats.org/officeDocument/2006/relationships/oleObject" Target="../embeddings/oleObject170.bin"/><Relationship Id="rId39" Type="http://schemas.openxmlformats.org/officeDocument/2006/relationships/image" Target="../media/image144.wmf"/><Relationship Id="rId21" Type="http://schemas.openxmlformats.org/officeDocument/2006/relationships/image" Target="../media/image136.wmf"/><Relationship Id="rId34" Type="http://schemas.openxmlformats.org/officeDocument/2006/relationships/oleObject" Target="../embeddings/oleObject174.bin"/><Relationship Id="rId42" Type="http://schemas.openxmlformats.org/officeDocument/2006/relationships/oleObject" Target="../embeddings/oleObject178.bin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158.bin"/><Relationship Id="rId16" Type="http://schemas.openxmlformats.org/officeDocument/2006/relationships/oleObject" Target="../embeddings/oleObject165.bin"/><Relationship Id="rId20" Type="http://schemas.openxmlformats.org/officeDocument/2006/relationships/oleObject" Target="../embeddings/oleObject167.bin"/><Relationship Id="rId29" Type="http://schemas.openxmlformats.org/officeDocument/2006/relationships/image" Target="../media/image139.wmf"/><Relationship Id="rId41" Type="http://schemas.openxmlformats.org/officeDocument/2006/relationships/image" Target="../media/image14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31.wmf"/><Relationship Id="rId24" Type="http://schemas.openxmlformats.org/officeDocument/2006/relationships/oleObject" Target="../embeddings/oleObject169.bin"/><Relationship Id="rId32" Type="http://schemas.openxmlformats.org/officeDocument/2006/relationships/oleObject" Target="../embeddings/oleObject173.bin"/><Relationship Id="rId37" Type="http://schemas.openxmlformats.org/officeDocument/2006/relationships/image" Target="../media/image143.wmf"/><Relationship Id="rId40" Type="http://schemas.openxmlformats.org/officeDocument/2006/relationships/oleObject" Target="../embeddings/oleObject177.bin"/><Relationship Id="rId5" Type="http://schemas.openxmlformats.org/officeDocument/2006/relationships/image" Target="../media/image128.wmf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28" Type="http://schemas.openxmlformats.org/officeDocument/2006/relationships/oleObject" Target="../embeddings/oleObject171.bin"/><Relationship Id="rId36" Type="http://schemas.openxmlformats.org/officeDocument/2006/relationships/oleObject" Target="../embeddings/oleObject175.bin"/><Relationship Id="rId10" Type="http://schemas.openxmlformats.org/officeDocument/2006/relationships/oleObject" Target="../embeddings/oleObject162.bin"/><Relationship Id="rId19" Type="http://schemas.openxmlformats.org/officeDocument/2006/relationships/image" Target="../media/image135.wmf"/><Relationship Id="rId31" Type="http://schemas.openxmlformats.org/officeDocument/2006/relationships/image" Target="../media/image140.wmf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30.wmf"/><Relationship Id="rId14" Type="http://schemas.openxmlformats.org/officeDocument/2006/relationships/oleObject" Target="../embeddings/oleObject164.bin"/><Relationship Id="rId22" Type="http://schemas.openxmlformats.org/officeDocument/2006/relationships/oleObject" Target="../embeddings/oleObject168.bin"/><Relationship Id="rId27" Type="http://schemas.openxmlformats.org/officeDocument/2006/relationships/image" Target="../media/image138.wmf"/><Relationship Id="rId30" Type="http://schemas.openxmlformats.org/officeDocument/2006/relationships/oleObject" Target="../embeddings/oleObject172.bin"/><Relationship Id="rId35" Type="http://schemas.openxmlformats.org/officeDocument/2006/relationships/image" Target="../media/image142.wmf"/><Relationship Id="rId43" Type="http://schemas.openxmlformats.org/officeDocument/2006/relationships/image" Target="../media/image146.wmf"/><Relationship Id="rId8" Type="http://schemas.openxmlformats.org/officeDocument/2006/relationships/oleObject" Target="../embeddings/oleObject161.bin"/><Relationship Id="rId3" Type="http://schemas.openxmlformats.org/officeDocument/2006/relationships/image" Target="../media/image127.wmf"/><Relationship Id="rId12" Type="http://schemas.openxmlformats.org/officeDocument/2006/relationships/oleObject" Target="../embeddings/oleObject163.bin"/><Relationship Id="rId17" Type="http://schemas.openxmlformats.org/officeDocument/2006/relationships/image" Target="../media/image134.wmf"/><Relationship Id="rId25" Type="http://schemas.openxmlformats.org/officeDocument/2006/relationships/image" Target="../media/image10.wmf"/><Relationship Id="rId33" Type="http://schemas.openxmlformats.org/officeDocument/2006/relationships/image" Target="../media/image141.wmf"/><Relationship Id="rId38" Type="http://schemas.openxmlformats.org/officeDocument/2006/relationships/oleObject" Target="../embeddings/oleObject17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5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5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8.bin"/><Relationship Id="rId13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90.bin"/><Relationship Id="rId2" Type="http://schemas.openxmlformats.org/officeDocument/2006/relationships/oleObject" Target="../embeddings/oleObject1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7.bin"/><Relationship Id="rId11" Type="http://schemas.openxmlformats.org/officeDocument/2006/relationships/image" Target="../media/image157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10" Type="http://schemas.openxmlformats.org/officeDocument/2006/relationships/oleObject" Target="../embeddings/oleObject189.bin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9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0.wmf"/><Relationship Id="rId26" Type="http://schemas.openxmlformats.org/officeDocument/2006/relationships/image" Target="../media/image166.wmf"/><Relationship Id="rId3" Type="http://schemas.openxmlformats.org/officeDocument/2006/relationships/oleObject" Target="../embeddings/oleObject192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94.bin"/><Relationship Id="rId12" Type="http://schemas.openxmlformats.org/officeDocument/2006/relationships/image" Target="../media/image164.wmf"/><Relationship Id="rId17" Type="http://schemas.openxmlformats.org/officeDocument/2006/relationships/oleObject" Target="../embeddings/oleObject199.bin"/><Relationship Id="rId25" Type="http://schemas.openxmlformats.org/officeDocument/2006/relationships/oleObject" Target="../embeddings/oleObject203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.wmf"/><Relationship Id="rId20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96.bin"/><Relationship Id="rId24" Type="http://schemas.openxmlformats.org/officeDocument/2006/relationships/image" Target="../media/image165.wmf"/><Relationship Id="rId5" Type="http://schemas.openxmlformats.org/officeDocument/2006/relationships/oleObject" Target="../embeddings/oleObject193.bin"/><Relationship Id="rId15" Type="http://schemas.openxmlformats.org/officeDocument/2006/relationships/oleObject" Target="../embeddings/oleObject198.bin"/><Relationship Id="rId23" Type="http://schemas.openxmlformats.org/officeDocument/2006/relationships/oleObject" Target="../embeddings/oleObject202.bin"/><Relationship Id="rId28" Type="http://schemas.openxmlformats.org/officeDocument/2006/relationships/image" Target="../media/image167.wmf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95.bin"/><Relationship Id="rId14" Type="http://schemas.openxmlformats.org/officeDocument/2006/relationships/image" Target="../media/image149.wmf"/><Relationship Id="rId22" Type="http://schemas.openxmlformats.org/officeDocument/2006/relationships/image" Target="../media/image12.wmf"/><Relationship Id="rId27" Type="http://schemas.openxmlformats.org/officeDocument/2006/relationships/oleObject" Target="../embeddings/oleObject204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213.bin"/><Relationship Id="rId26" Type="http://schemas.openxmlformats.org/officeDocument/2006/relationships/oleObject" Target="../embeddings/oleObject217.bin"/><Relationship Id="rId3" Type="http://schemas.openxmlformats.org/officeDocument/2006/relationships/image" Target="../media/image151.wmf"/><Relationship Id="rId21" Type="http://schemas.openxmlformats.org/officeDocument/2006/relationships/image" Target="../media/image172.wmf"/><Relationship Id="rId34" Type="http://schemas.openxmlformats.org/officeDocument/2006/relationships/oleObject" Target="../embeddings/oleObject221.bin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210.bin"/><Relationship Id="rId17" Type="http://schemas.openxmlformats.org/officeDocument/2006/relationships/image" Target="../media/image170.wmf"/><Relationship Id="rId25" Type="http://schemas.openxmlformats.org/officeDocument/2006/relationships/image" Target="../media/image174.wmf"/><Relationship Id="rId33" Type="http://schemas.openxmlformats.org/officeDocument/2006/relationships/image" Target="../media/image178.wmf"/><Relationship Id="rId2" Type="http://schemas.openxmlformats.org/officeDocument/2006/relationships/oleObject" Target="../embeddings/oleObject205.bin"/><Relationship Id="rId16" Type="http://schemas.openxmlformats.org/officeDocument/2006/relationships/oleObject" Target="../embeddings/oleObject212.bin"/><Relationship Id="rId20" Type="http://schemas.openxmlformats.org/officeDocument/2006/relationships/oleObject" Target="../embeddings/oleObject214.bin"/><Relationship Id="rId29" Type="http://schemas.openxmlformats.org/officeDocument/2006/relationships/image" Target="../media/image17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7.bin"/><Relationship Id="rId11" Type="http://schemas.openxmlformats.org/officeDocument/2006/relationships/image" Target="../media/image138.wmf"/><Relationship Id="rId24" Type="http://schemas.openxmlformats.org/officeDocument/2006/relationships/oleObject" Target="../embeddings/oleObject216.bin"/><Relationship Id="rId32" Type="http://schemas.openxmlformats.org/officeDocument/2006/relationships/oleObject" Target="../embeddings/oleObject220.bin"/><Relationship Id="rId5" Type="http://schemas.openxmlformats.org/officeDocument/2006/relationships/image" Target="../media/image168.wmf"/><Relationship Id="rId15" Type="http://schemas.openxmlformats.org/officeDocument/2006/relationships/image" Target="../media/image169.wmf"/><Relationship Id="rId23" Type="http://schemas.openxmlformats.org/officeDocument/2006/relationships/image" Target="../media/image173.wmf"/><Relationship Id="rId28" Type="http://schemas.openxmlformats.org/officeDocument/2006/relationships/oleObject" Target="../embeddings/oleObject218.bin"/><Relationship Id="rId10" Type="http://schemas.openxmlformats.org/officeDocument/2006/relationships/oleObject" Target="../embeddings/oleObject209.bin"/><Relationship Id="rId19" Type="http://schemas.openxmlformats.org/officeDocument/2006/relationships/image" Target="../media/image171.wmf"/><Relationship Id="rId31" Type="http://schemas.openxmlformats.org/officeDocument/2006/relationships/image" Target="../media/image177.wmf"/><Relationship Id="rId4" Type="http://schemas.openxmlformats.org/officeDocument/2006/relationships/oleObject" Target="../embeddings/oleObject206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211.bin"/><Relationship Id="rId22" Type="http://schemas.openxmlformats.org/officeDocument/2006/relationships/oleObject" Target="../embeddings/oleObject215.bin"/><Relationship Id="rId27" Type="http://schemas.openxmlformats.org/officeDocument/2006/relationships/image" Target="../media/image175.wmf"/><Relationship Id="rId30" Type="http://schemas.openxmlformats.org/officeDocument/2006/relationships/oleObject" Target="../embeddings/oleObject219.bin"/><Relationship Id="rId35" Type="http://schemas.openxmlformats.org/officeDocument/2006/relationships/image" Target="../media/image179.wmf"/><Relationship Id="rId8" Type="http://schemas.openxmlformats.org/officeDocument/2006/relationships/oleObject" Target="../embeddings/oleObject20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18724" y="2569821"/>
            <a:ext cx="4817344" cy="1200329"/>
          </a:xfrm>
          <a:prstGeom prst="rect">
            <a:avLst/>
          </a:prstGeom>
          <a:noFill/>
          <a:ln w="53975" cmpd="thickThin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专题：旋转变换在多元</a:t>
            </a:r>
            <a:endParaRPr lang="en-US" altLang="zh-CN" sz="3600" b="1" dirty="0">
              <a:solidFill>
                <a:srgbClr val="FF0000"/>
              </a:solidFill>
            </a:endParaRPr>
          </a:p>
          <a:p>
            <a:r>
              <a:rPr lang="zh-CN" altLang="en-US" sz="3600" b="1" dirty="0">
                <a:solidFill>
                  <a:srgbClr val="FF0000"/>
                </a:solidFill>
              </a:rPr>
              <a:t>    函数积分中的应用</a:t>
            </a:r>
          </a:p>
        </p:txBody>
      </p:sp>
    </p:spTree>
    <p:extLst>
      <p:ext uri="{BB962C8B-B14F-4D97-AF65-F5344CB8AC3E}">
        <p14:creationId xmlns:p14="http://schemas.microsoft.com/office/powerpoint/2010/main" val="364947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62742" y="505098"/>
            <a:ext cx="6364243" cy="584775"/>
          </a:xfrm>
          <a:prstGeom prst="rect">
            <a:avLst/>
          </a:prstGeom>
          <a:gradFill>
            <a:gsLst>
              <a:gs pos="0">
                <a:srgbClr val="FFC0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空间中的单位正交变换，旋转变换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00164" y="1793224"/>
          <a:ext cx="748030" cy="1645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698400" progId="Equation.DSMT4">
                  <p:embed/>
                </p:oleObj>
              </mc:Choice>
              <mc:Fallback>
                <p:oleObj name="Equation" r:id="rId2" imgW="3171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0164" y="1793224"/>
                        <a:ext cx="748030" cy="1645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579065" y="1749541"/>
          <a:ext cx="2786146" cy="1733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3000" imgH="711000" progId="Equation.DSMT4">
                  <p:embed/>
                </p:oleObj>
              </mc:Choice>
              <mc:Fallback>
                <p:oleObj name="Equation" r:id="rId4" imgW="11430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79065" y="1749541"/>
                        <a:ext cx="2786146" cy="1733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326562" y="1734120"/>
          <a:ext cx="743312" cy="1705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560" imgH="698400" progId="Equation.DSMT4">
                  <p:embed/>
                </p:oleObj>
              </mc:Choice>
              <mc:Fallback>
                <p:oleObj name="Equation" r:id="rId6" imgW="3045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26562" y="1734120"/>
                        <a:ext cx="743312" cy="1705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1262742" y="1158240"/>
            <a:ext cx="7122753" cy="523220"/>
            <a:chOff x="1262742" y="1158240"/>
            <a:chExt cx="7122753" cy="523220"/>
          </a:xfrm>
        </p:grpSpPr>
        <p:sp>
          <p:nvSpPr>
            <p:cNvPr id="3" name="文本框 2"/>
            <p:cNvSpPr txBox="1"/>
            <p:nvPr/>
          </p:nvSpPr>
          <p:spPr>
            <a:xfrm>
              <a:off x="1262742" y="1158240"/>
              <a:ext cx="27093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设空间线性变换</a:t>
              </a: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/>
          </p:nvGraphicFramePr>
          <p:xfrm>
            <a:off x="3864011" y="1206490"/>
            <a:ext cx="3354476" cy="4749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434960" imgH="203040" progId="Equation.DSMT4">
                    <p:embed/>
                  </p:oleObj>
                </mc:Choice>
                <mc:Fallback>
                  <p:oleObj name="Equation" r:id="rId8" imgW="143496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864011" y="1206490"/>
                          <a:ext cx="3354476" cy="4749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/>
            <p:cNvSpPr txBox="1"/>
            <p:nvPr/>
          </p:nvSpPr>
          <p:spPr>
            <a:xfrm>
              <a:off x="7123611" y="1158240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可表为</a:t>
              </a:r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415143" y="3486321"/>
          <a:ext cx="85661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82800" imgH="228600" progId="Equation.DSMT4">
                  <p:embed/>
                </p:oleObj>
              </mc:Choice>
              <mc:Fallback>
                <p:oleObj name="Equation" r:id="rId10" imgW="3682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15143" y="3486321"/>
                        <a:ext cx="8566150" cy="530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434110" y="4111709"/>
          <a:ext cx="4081463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50960" imgH="228600" progId="Equation.DSMT4">
                  <p:embed/>
                </p:oleObj>
              </mc:Choice>
              <mc:Fallback>
                <p:oleObj name="Equation" r:id="rId12" imgW="1650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34110" y="4111709"/>
                        <a:ext cx="4081463" cy="56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776413" y="4776788"/>
          <a:ext cx="8177212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52680" imgH="228600" progId="Equation.DSMT4">
                  <p:embed/>
                </p:oleObj>
              </mc:Choice>
              <mc:Fallback>
                <p:oleObj name="Equation" r:id="rId14" imgW="3352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76413" y="4776788"/>
                        <a:ext cx="8177212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116820" y="4133467"/>
            <a:ext cx="148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单位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22020" y="4773610"/>
            <a:ext cx="1053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正交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62742" y="5482369"/>
            <a:ext cx="45512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则称变换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单位正交变换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46304" y="548937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特别，</a:t>
            </a: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739347" y="5490303"/>
          <a:ext cx="203041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88840" imgH="228600" progId="Equation.DSMT4">
                  <p:embed/>
                </p:oleObj>
              </mc:Choice>
              <mc:Fallback>
                <p:oleObj name="Equation" r:id="rId16" imgW="888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39347" y="5490303"/>
                        <a:ext cx="2030412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8675727" y="5457276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则称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1" dirty="0"/>
              <a:t>为</a:t>
            </a:r>
            <a:r>
              <a:rPr lang="zh-CN" altLang="en-US" sz="2800" b="1" dirty="0">
                <a:solidFill>
                  <a:srgbClr val="FF0000"/>
                </a:solidFill>
              </a:rPr>
              <a:t>旋转变换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45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1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 rot="19433654">
            <a:off x="8999040" y="1513373"/>
            <a:ext cx="1868344" cy="958603"/>
            <a:chOff x="6010615" y="1261323"/>
            <a:chExt cx="1852082" cy="945812"/>
          </a:xfrm>
        </p:grpSpPr>
        <p:grpSp>
          <p:nvGrpSpPr>
            <p:cNvPr id="28" name="组合 27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23" name="椭圆 22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椭圆 21"/>
          <p:cNvSpPr/>
          <p:nvPr/>
        </p:nvSpPr>
        <p:spPr>
          <a:xfrm>
            <a:off x="9022209" y="1123431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760823" y="565667"/>
            <a:ext cx="2380971" cy="2471175"/>
            <a:chOff x="8748848" y="1300306"/>
            <a:chExt cx="2380971" cy="2471175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1426255"/>
                </p:ext>
              </p:extLst>
            </p:nvPr>
          </p:nvGraphicFramePr>
          <p:xfrm>
            <a:off x="10821844" y="2862429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64880" progId="Equation.DSMT4">
                    <p:embed/>
                  </p:oleObj>
                </mc:Choice>
                <mc:Fallback>
                  <p:oleObj name="Equation" r:id="rId2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821844" y="2862429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组合 20"/>
            <p:cNvGrpSpPr/>
            <p:nvPr/>
          </p:nvGrpSpPr>
          <p:grpSpPr>
            <a:xfrm>
              <a:off x="8748848" y="1300306"/>
              <a:ext cx="2279370" cy="2471175"/>
              <a:chOff x="8748848" y="1300306"/>
              <a:chExt cx="2279370" cy="2471175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 flipV="1">
                <a:off x="8748848" y="2789382"/>
                <a:ext cx="2279370" cy="3091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>
                <a:stCxn id="22" idx="4"/>
              </p:cNvCxnSpPr>
              <p:nvPr/>
            </p:nvCxnSpPr>
            <p:spPr>
              <a:xfrm flipH="1" flipV="1">
                <a:off x="9855200" y="1514766"/>
                <a:ext cx="14016" cy="211014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7" name="对象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462374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880" imgH="177480" progId="Equation.DSMT4">
                      <p:embed/>
                    </p:oleObj>
                  </mc:Choice>
                  <mc:Fallback>
                    <p:oleObj name="Equation" r:id="rId4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5041879"/>
                  </p:ext>
                </p:extLst>
              </p:nvPr>
            </p:nvGraphicFramePr>
            <p:xfrm>
              <a:off x="9048036" y="3452342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9680" imgH="139680" progId="Equation.DSMT4">
                      <p:embed/>
                    </p:oleObj>
                  </mc:Choice>
                  <mc:Fallback>
                    <p:oleObj name="Equation" r:id="rId6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9048036" y="3452342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2444467"/>
                  </p:ext>
                </p:extLst>
              </p:nvPr>
            </p:nvGraphicFramePr>
            <p:xfrm>
              <a:off x="9970771" y="1300306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4120" imgH="139680" progId="Equation.DSMT4">
                      <p:embed/>
                    </p:oleObj>
                  </mc:Choice>
                  <mc:Fallback>
                    <p:oleObj name="Equation" r:id="rId8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970771" y="1300306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31" name="直接箭头连接符 30"/>
          <p:cNvCxnSpPr/>
          <p:nvPr/>
        </p:nvCxnSpPr>
        <p:spPr>
          <a:xfrm>
            <a:off x="9898898" y="2980009"/>
            <a:ext cx="19003" cy="5916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2480" y="684885"/>
            <a:ext cx="2709396" cy="523220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旋转变换的性质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859568"/>
              </p:ext>
            </p:extLst>
          </p:nvPr>
        </p:nvGraphicFramePr>
        <p:xfrm>
          <a:off x="971550" y="1387280"/>
          <a:ext cx="607536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63480" imgH="215640" progId="Equation.DSMT4">
                  <p:embed/>
                </p:oleObj>
              </mc:Choice>
              <mc:Fallback>
                <p:oleObj name="Equation" r:id="rId10" imgW="2463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71550" y="1387280"/>
                        <a:ext cx="6075363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017245" y="135988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30596"/>
              </p:ext>
            </p:extLst>
          </p:nvPr>
        </p:nvGraphicFramePr>
        <p:xfrm>
          <a:off x="775462" y="3396630"/>
          <a:ext cx="6030913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63480" imgH="482400" progId="Equation.DSMT4">
                  <p:embed/>
                </p:oleObj>
              </mc:Choice>
              <mc:Fallback>
                <p:oleObj name="Equation" r:id="rId12" imgW="24634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75462" y="3396630"/>
                        <a:ext cx="6030913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878888"/>
              </p:ext>
            </p:extLst>
          </p:nvPr>
        </p:nvGraphicFramePr>
        <p:xfrm>
          <a:off x="792480" y="4691853"/>
          <a:ext cx="5873750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00120" imgH="482400" progId="Equation.DSMT4">
                  <p:embed/>
                </p:oleObj>
              </mc:Choice>
              <mc:Fallback>
                <p:oleObj name="Equation" r:id="rId14" imgW="2400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92480" y="4691853"/>
                        <a:ext cx="5873750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05090"/>
              </p:ext>
            </p:extLst>
          </p:nvPr>
        </p:nvGraphicFramePr>
        <p:xfrm>
          <a:off x="821894" y="2098268"/>
          <a:ext cx="5905500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720" imgH="457200" progId="Equation.DSMT4">
                  <p:embed/>
                </p:oleObj>
              </mc:Choice>
              <mc:Fallback>
                <p:oleObj name="Equation" r:id="rId16" imgW="2412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21894" y="2098268"/>
                        <a:ext cx="5905500" cy="1119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/>
          <p:cNvGrpSpPr/>
          <p:nvPr/>
        </p:nvGrpSpPr>
        <p:grpSpPr>
          <a:xfrm rot="19506325">
            <a:off x="9089894" y="4595752"/>
            <a:ext cx="1868344" cy="958603"/>
            <a:chOff x="6010615" y="1261323"/>
            <a:chExt cx="1852082" cy="945812"/>
          </a:xfrm>
        </p:grpSpPr>
        <p:grpSp>
          <p:nvGrpSpPr>
            <p:cNvPr id="43" name="组合 42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45" name="椭圆 44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椭圆 43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rgbClr val="0000C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椭圆 40"/>
          <p:cNvSpPr/>
          <p:nvPr/>
        </p:nvSpPr>
        <p:spPr>
          <a:xfrm>
            <a:off x="9088247" y="4228813"/>
            <a:ext cx="1717964" cy="1766836"/>
          </a:xfrm>
          <a:prstGeom prst="ellipse">
            <a:avLst/>
          </a:prstGeom>
          <a:noFill/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>
          <a:xfrm>
            <a:off x="8891451" y="3666779"/>
            <a:ext cx="2302012" cy="2488414"/>
            <a:chOff x="8813438" y="1343930"/>
            <a:chExt cx="2302012" cy="2488414"/>
          </a:xfrm>
        </p:grpSpPr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7077151"/>
                </p:ext>
              </p:extLst>
            </p:nvPr>
          </p:nvGraphicFramePr>
          <p:xfrm>
            <a:off x="10836050" y="2890501"/>
            <a:ext cx="279400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26720" imgH="139680" progId="Equation.DSMT4">
                    <p:embed/>
                  </p:oleObj>
                </mc:Choice>
                <mc:Fallback>
                  <p:oleObj name="Equation" r:id="rId18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836050" y="2890501"/>
                          <a:ext cx="279400" cy="307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4" name="组合 33"/>
            <p:cNvGrpSpPr/>
            <p:nvPr/>
          </p:nvGrpSpPr>
          <p:grpSpPr>
            <a:xfrm>
              <a:off x="8813438" y="1343930"/>
              <a:ext cx="2214780" cy="2488414"/>
              <a:chOff x="8813438" y="1343930"/>
              <a:chExt cx="2214780" cy="2488414"/>
            </a:xfrm>
          </p:grpSpPr>
          <p:cxnSp>
            <p:nvCxnSpPr>
              <p:cNvPr id="35" name="直接箭头连接符 34"/>
              <p:cNvCxnSpPr/>
              <p:nvPr/>
            </p:nvCxnSpPr>
            <p:spPr>
              <a:xfrm flipV="1">
                <a:off x="8813438" y="2789382"/>
                <a:ext cx="2214780" cy="43525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41" idx="4"/>
              </p:cNvCxnSpPr>
              <p:nvPr/>
            </p:nvCxnSpPr>
            <p:spPr>
              <a:xfrm flipH="1" flipV="1">
                <a:off x="9855200" y="1514766"/>
                <a:ext cx="14016" cy="2158034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8" name="对象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92029373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177480" progId="Equation.DSMT4">
                      <p:embed/>
                    </p:oleObj>
                  </mc:Choice>
                  <mc:Fallback>
                    <p:oleObj name="Equation" r:id="rId20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对象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13250882"/>
                  </p:ext>
                </p:extLst>
              </p:nvPr>
            </p:nvGraphicFramePr>
            <p:xfrm>
              <a:off x="8996247" y="3513256"/>
              <a:ext cx="292100" cy="319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26720" imgH="139680" progId="Equation.DSMT4">
                      <p:embed/>
                    </p:oleObj>
                  </mc:Choice>
                  <mc:Fallback>
                    <p:oleObj name="Equation" r:id="rId21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8996247" y="3513256"/>
                            <a:ext cx="292100" cy="3190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0" name="对象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9596115"/>
                  </p:ext>
                </p:extLst>
              </p:nvPr>
            </p:nvGraphicFramePr>
            <p:xfrm>
              <a:off x="9915462" y="1343930"/>
              <a:ext cx="376237" cy="319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3" imgW="164880" imgH="139680" progId="Equation.DSMT4">
                      <p:embed/>
                    </p:oleObj>
                  </mc:Choice>
                  <mc:Fallback>
                    <p:oleObj name="Equation" r:id="rId23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9915462" y="1343930"/>
                            <a:ext cx="376237" cy="31908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16757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7" grpId="0"/>
      <p:bldP spid="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 rot="1230726">
            <a:off x="9115336" y="1415041"/>
            <a:ext cx="1868344" cy="958603"/>
            <a:chOff x="6010615" y="1261323"/>
            <a:chExt cx="1852082" cy="945812"/>
          </a:xfrm>
        </p:grpSpPr>
        <p:grpSp>
          <p:nvGrpSpPr>
            <p:cNvPr id="28" name="组合 27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23" name="椭圆 22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矩形 26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椭圆 21"/>
          <p:cNvSpPr/>
          <p:nvPr/>
        </p:nvSpPr>
        <p:spPr>
          <a:xfrm>
            <a:off x="9126325" y="985168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8976675" y="455818"/>
            <a:ext cx="2297480" cy="2545300"/>
            <a:chOff x="8832339" y="1384432"/>
            <a:chExt cx="2297480" cy="2545300"/>
          </a:xfrm>
        </p:grpSpPr>
        <p:graphicFrame>
          <p:nvGraphicFramePr>
            <p:cNvPr id="19" name="对象 18"/>
            <p:cNvGraphicFramePr>
              <a:graphicFrameLocks noChangeAspect="1"/>
            </p:cNvGraphicFramePr>
            <p:nvPr/>
          </p:nvGraphicFramePr>
          <p:xfrm>
            <a:off x="10821844" y="2862429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39680" imgH="164880" progId="Equation.DSMT4">
                    <p:embed/>
                  </p:oleObj>
                </mc:Choice>
                <mc:Fallback>
                  <p:oleObj name="Equation" r:id="rId2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821844" y="2862429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组合 20"/>
            <p:cNvGrpSpPr/>
            <p:nvPr/>
          </p:nvGrpSpPr>
          <p:grpSpPr>
            <a:xfrm>
              <a:off x="8832339" y="1384432"/>
              <a:ext cx="2195879" cy="2545300"/>
              <a:chOff x="8832339" y="1384432"/>
              <a:chExt cx="2195879" cy="2545300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>
                <a:off x="8832339" y="2768271"/>
                <a:ext cx="2195879" cy="2111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9847541" y="1514766"/>
                <a:ext cx="7659" cy="241496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 flipH="1">
                <a:off x="9080056" y="2797200"/>
                <a:ext cx="757383" cy="72043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7" name="对象 16"/>
              <p:cNvGraphicFramePr>
                <a:graphicFrameLocks noChangeAspect="1"/>
              </p:cNvGraphicFramePr>
              <p:nvPr/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64880" imgH="177480" progId="Equation.DSMT4">
                      <p:embed/>
                    </p:oleObj>
                  </mc:Choice>
                  <mc:Fallback>
                    <p:oleObj name="Equation" r:id="rId4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对象 17"/>
              <p:cNvGraphicFramePr>
                <a:graphicFrameLocks noChangeAspect="1"/>
              </p:cNvGraphicFramePr>
              <p:nvPr/>
            </p:nvGraphicFramePr>
            <p:xfrm>
              <a:off x="9048036" y="3452342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9680" imgH="139680" progId="Equation.DSMT4">
                      <p:embed/>
                    </p:oleObj>
                  </mc:Choice>
                  <mc:Fallback>
                    <p:oleObj name="Equation" r:id="rId6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9048036" y="3452342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5624358"/>
                  </p:ext>
                </p:extLst>
              </p:nvPr>
            </p:nvGraphicFramePr>
            <p:xfrm>
              <a:off x="9500100" y="1384432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14120" imgH="139680" progId="Equation.DSMT4">
                      <p:embed/>
                    </p:oleObj>
                  </mc:Choice>
                  <mc:Fallback>
                    <p:oleObj name="Equation" r:id="rId8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500100" y="1384432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31" name="直接箭头连接符 30"/>
          <p:cNvCxnSpPr/>
          <p:nvPr/>
        </p:nvCxnSpPr>
        <p:spPr>
          <a:xfrm flipV="1">
            <a:off x="10018708" y="1093810"/>
            <a:ext cx="1274619" cy="7556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92480" y="322218"/>
            <a:ext cx="2709396" cy="523220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0" scaled="0"/>
          </a:gra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旋转变换的性质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76320"/>
              </p:ext>
            </p:extLst>
          </p:nvPr>
        </p:nvGraphicFramePr>
        <p:xfrm>
          <a:off x="992188" y="1512888"/>
          <a:ext cx="5684837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431640" progId="Equation.DSMT4">
                  <p:embed/>
                </p:oleObj>
              </mc:Choice>
              <mc:Fallback>
                <p:oleObj name="Equation" r:id="rId10" imgW="2323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92188" y="1512888"/>
                        <a:ext cx="5684837" cy="1058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6880397"/>
              </p:ext>
            </p:extLst>
          </p:nvPr>
        </p:nvGraphicFramePr>
        <p:xfrm>
          <a:off x="971550" y="2811463"/>
          <a:ext cx="8080375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920" imgH="482400" progId="Equation.DSMT4">
                  <p:embed/>
                </p:oleObj>
              </mc:Choice>
              <mc:Fallback>
                <p:oleObj name="Equation" r:id="rId12" imgW="3301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71550" y="2811463"/>
                        <a:ext cx="8080375" cy="118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/>
          <p:cNvGrpSpPr/>
          <p:nvPr/>
        </p:nvGrpSpPr>
        <p:grpSpPr>
          <a:xfrm rot="20348868">
            <a:off x="9169904" y="4581482"/>
            <a:ext cx="1868344" cy="1040572"/>
            <a:chOff x="6010615" y="1261323"/>
            <a:chExt cx="1852082" cy="945812"/>
          </a:xfrm>
        </p:grpSpPr>
        <p:grpSp>
          <p:nvGrpSpPr>
            <p:cNvPr id="42" name="组合 41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44" name="椭圆 43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椭圆 42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rgbClr val="0000C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0" name="椭圆 39"/>
          <p:cNvSpPr/>
          <p:nvPr/>
        </p:nvSpPr>
        <p:spPr>
          <a:xfrm>
            <a:off x="9182867" y="4242305"/>
            <a:ext cx="1717964" cy="1766836"/>
          </a:xfrm>
          <a:prstGeom prst="ellipse">
            <a:avLst/>
          </a:prstGeom>
          <a:noFill/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CC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9045890" y="3737631"/>
            <a:ext cx="2247437" cy="2351087"/>
            <a:chOff x="8867583" y="1420244"/>
            <a:chExt cx="2247437" cy="2351087"/>
          </a:xfrm>
        </p:grpSpPr>
        <p:grpSp>
          <p:nvGrpSpPr>
            <p:cNvPr id="33" name="组合 32"/>
            <p:cNvGrpSpPr/>
            <p:nvPr/>
          </p:nvGrpSpPr>
          <p:grpSpPr>
            <a:xfrm>
              <a:off x="8867583" y="1420244"/>
              <a:ext cx="2160635" cy="2351087"/>
              <a:chOff x="8867583" y="1420244"/>
              <a:chExt cx="2160635" cy="2351087"/>
            </a:xfrm>
          </p:grpSpPr>
          <p:cxnSp>
            <p:nvCxnSpPr>
              <p:cNvPr id="34" name="直接箭头连接符 33"/>
              <p:cNvCxnSpPr/>
              <p:nvPr/>
            </p:nvCxnSpPr>
            <p:spPr>
              <a:xfrm flipV="1">
                <a:off x="8867583" y="2789382"/>
                <a:ext cx="2160635" cy="23833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/>
              <p:nvPr/>
            </p:nvCxnSpPr>
            <p:spPr>
              <a:xfrm flipV="1">
                <a:off x="9846210" y="1514766"/>
                <a:ext cx="8990" cy="2256565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7" name="对象 36"/>
              <p:cNvGraphicFramePr>
                <a:graphicFrameLocks noChangeAspect="1"/>
              </p:cNvGraphicFramePr>
              <p:nvPr/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64880" imgH="177480" progId="Equation.DSMT4">
                      <p:embed/>
                    </p:oleObj>
                  </mc:Choice>
                  <mc:Fallback>
                    <p:oleObj name="Equation" r:id="rId14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8" name="对象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5705038"/>
                  </p:ext>
                </p:extLst>
              </p:nvPr>
            </p:nvGraphicFramePr>
            <p:xfrm>
              <a:off x="9062383" y="3452244"/>
              <a:ext cx="292100" cy="319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6720" imgH="139680" progId="Equation.DSMT4">
                      <p:embed/>
                    </p:oleObj>
                  </mc:Choice>
                  <mc:Fallback>
                    <p:oleObj name="Equation" r:id="rId15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9062383" y="3452244"/>
                            <a:ext cx="292100" cy="3190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9" name="对象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9533775"/>
                  </p:ext>
                </p:extLst>
              </p:nvPr>
            </p:nvGraphicFramePr>
            <p:xfrm>
              <a:off x="9340195" y="1420244"/>
              <a:ext cx="376238" cy="319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0" imgH="139680" progId="Equation.DSMT4">
                      <p:embed/>
                    </p:oleObj>
                  </mc:Choice>
                  <mc:Fallback>
                    <p:oleObj name="Equation" r:id="rId17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9340195" y="1420244"/>
                            <a:ext cx="376238" cy="3190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487208"/>
                </p:ext>
              </p:extLst>
            </p:nvPr>
          </p:nvGraphicFramePr>
          <p:xfrm>
            <a:off x="10835620" y="2890269"/>
            <a:ext cx="279400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0835620" y="2890269"/>
                          <a:ext cx="279400" cy="307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46" name="直接箭头连接符 45"/>
          <p:cNvCxnSpPr/>
          <p:nvPr/>
        </p:nvCxnSpPr>
        <p:spPr>
          <a:xfrm flipV="1">
            <a:off x="10043838" y="3921690"/>
            <a:ext cx="429481" cy="120403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400679"/>
              </p:ext>
            </p:extLst>
          </p:nvPr>
        </p:nvGraphicFramePr>
        <p:xfrm>
          <a:off x="10484889" y="645419"/>
          <a:ext cx="1433225" cy="39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736560" imgH="203040" progId="Equation.DSMT4">
                  <p:embed/>
                </p:oleObj>
              </mc:Choice>
              <mc:Fallback>
                <p:oleObj name="Equation" r:id="rId21" imgW="7365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484889" y="645419"/>
                        <a:ext cx="1433225" cy="39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167526"/>
              </p:ext>
            </p:extLst>
          </p:nvPr>
        </p:nvGraphicFramePr>
        <p:xfrm>
          <a:off x="10496246" y="3629280"/>
          <a:ext cx="16557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50680" imgH="203040" progId="Equation.DSMT4">
                  <p:embed/>
                </p:oleObj>
              </mc:Choice>
              <mc:Fallback>
                <p:oleObj name="Equation" r:id="rId23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496246" y="3629280"/>
                        <a:ext cx="1655762" cy="395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箭头连接符 47"/>
          <p:cNvCxnSpPr/>
          <p:nvPr/>
        </p:nvCxnSpPr>
        <p:spPr>
          <a:xfrm flipH="1">
            <a:off x="10035675" y="3120974"/>
            <a:ext cx="1" cy="5797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组合 66"/>
          <p:cNvGrpSpPr/>
          <p:nvPr/>
        </p:nvGrpSpPr>
        <p:grpSpPr>
          <a:xfrm>
            <a:off x="9386740" y="1619463"/>
            <a:ext cx="209278" cy="567638"/>
            <a:chOff x="9386740" y="1619463"/>
            <a:chExt cx="209278" cy="567638"/>
          </a:xfrm>
        </p:grpSpPr>
        <p:cxnSp>
          <p:nvCxnSpPr>
            <p:cNvPr id="51" name="直接箭头连接符 50"/>
            <p:cNvCxnSpPr/>
            <p:nvPr/>
          </p:nvCxnSpPr>
          <p:spPr>
            <a:xfrm>
              <a:off x="9386740" y="1619463"/>
              <a:ext cx="0" cy="1218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>
              <a:off x="9531146" y="2067243"/>
              <a:ext cx="64872" cy="1198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组合 65"/>
          <p:cNvGrpSpPr/>
          <p:nvPr/>
        </p:nvGrpSpPr>
        <p:grpSpPr>
          <a:xfrm>
            <a:off x="9417486" y="5386863"/>
            <a:ext cx="782832" cy="307340"/>
            <a:chOff x="9417486" y="5386863"/>
            <a:chExt cx="782832" cy="307340"/>
          </a:xfrm>
        </p:grpSpPr>
        <p:cxnSp>
          <p:nvCxnSpPr>
            <p:cNvPr id="60" name="直接箭头连接符 59"/>
            <p:cNvCxnSpPr/>
            <p:nvPr/>
          </p:nvCxnSpPr>
          <p:spPr>
            <a:xfrm>
              <a:off x="9417486" y="5386863"/>
              <a:ext cx="131333" cy="7571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>
              <a:off x="10050513" y="5657322"/>
              <a:ext cx="149805" cy="3688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8" name="对象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633751"/>
              </p:ext>
            </p:extLst>
          </p:nvPr>
        </p:nvGraphicFramePr>
        <p:xfrm>
          <a:off x="912764" y="4235451"/>
          <a:ext cx="681672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68400" imgH="215640" progId="Equation.DSMT4">
                  <p:embed/>
                </p:oleObj>
              </mc:Choice>
              <mc:Fallback>
                <p:oleObj name="Equation" r:id="rId25" imgW="2768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12764" y="4235451"/>
                        <a:ext cx="6816725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78311"/>
              </p:ext>
            </p:extLst>
          </p:nvPr>
        </p:nvGraphicFramePr>
        <p:xfrm>
          <a:off x="1361133" y="4858368"/>
          <a:ext cx="6101849" cy="621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489040" imgH="253800" progId="Equation.DSMT4">
                  <p:embed/>
                </p:oleObj>
              </mc:Choice>
              <mc:Fallback>
                <p:oleObj name="Equation" r:id="rId27" imgW="2489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61133" y="4858368"/>
                        <a:ext cx="6101849" cy="6216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402599"/>
              </p:ext>
            </p:extLst>
          </p:nvPr>
        </p:nvGraphicFramePr>
        <p:xfrm>
          <a:off x="1356905" y="5581329"/>
          <a:ext cx="6442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16120" imgH="215640" progId="Equation.DSMT4">
                  <p:embed/>
                </p:oleObj>
              </mc:Choice>
              <mc:Fallback>
                <p:oleObj name="Equation" r:id="rId29" imgW="2616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356905" y="5581329"/>
                        <a:ext cx="6442075" cy="531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256949"/>
              </p:ext>
            </p:extLst>
          </p:nvPr>
        </p:nvGraphicFramePr>
        <p:xfrm>
          <a:off x="7883048" y="4354190"/>
          <a:ext cx="10287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31" imgW="1028844" imgH="1257476" progId="Paint.Picture">
                  <p:embed/>
                </p:oleObj>
              </mc:Choice>
              <mc:Fallback>
                <p:oleObj name="BMP 图象" r:id="rId31" imgW="1028844" imgH="1257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3048" y="4354190"/>
                        <a:ext cx="10287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707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48873" y="527581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计算曲线积分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359565" y="412809"/>
          <a:ext cx="6022108" cy="75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304560" progId="Equation.DSMT4">
                  <p:embed/>
                </p:oleObj>
              </mc:Choice>
              <mc:Fallback>
                <p:oleObj name="Equation" r:id="rId2" imgW="24382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59565" y="412809"/>
                        <a:ext cx="6022108" cy="752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999138" y="1268664"/>
          <a:ext cx="976947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54480" imgH="228600" progId="Equation.DSMT4">
                  <p:embed/>
                </p:oleObj>
              </mc:Choice>
              <mc:Fallback>
                <p:oleObj name="Equation" r:id="rId4" imgW="4254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9138" y="1268664"/>
                        <a:ext cx="9769475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999138" y="1921230"/>
          <a:ext cx="5217391" cy="521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8920" imgH="215640" progId="Equation.DSMT4">
                  <p:embed/>
                </p:oleObj>
              </mc:Choice>
              <mc:Fallback>
                <p:oleObj name="Equation" r:id="rId6" imgW="2158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9138" y="1921230"/>
                        <a:ext cx="5217391" cy="5217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999138" y="507999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128098" y="273857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解法一</a:t>
            </a: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2507695" y="2442969"/>
          <a:ext cx="70294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82880" imgH="457200" progId="Equation.DSMT4">
                  <p:embed/>
                </p:oleObj>
              </mc:Choice>
              <mc:Fallback>
                <p:oleObj name="Equation" r:id="rId8" imgW="2882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507695" y="2442969"/>
                        <a:ext cx="7029450" cy="111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1128098" y="3760453"/>
          <a:ext cx="10176862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292280" imgH="457200" progId="Equation.DSMT4">
                  <p:embed/>
                </p:oleObj>
              </mc:Choice>
              <mc:Fallback>
                <p:oleObj name="Equation" r:id="rId10" imgW="4292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128098" y="3760453"/>
                        <a:ext cx="10176862" cy="1114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128098" y="4922207"/>
          <a:ext cx="9262673" cy="1037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60640" imgH="431640" progId="Equation.DSMT4">
                  <p:embed/>
                </p:oleObj>
              </mc:Choice>
              <mc:Fallback>
                <p:oleObj name="Equation" r:id="rId12" imgW="3860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28098" y="4922207"/>
                        <a:ext cx="9262673" cy="10375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62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53429" y="788099"/>
          <a:ext cx="7249968" cy="535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20680" imgH="215640" progId="Equation.DSMT4">
                  <p:embed/>
                </p:oleObj>
              </mc:Choice>
              <mc:Fallback>
                <p:oleObj name="Equation" r:id="rId2" imgW="2920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3429" y="788099"/>
                        <a:ext cx="7249968" cy="5351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53429" y="1499177"/>
          <a:ext cx="67359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228600" progId="Equation.DSMT4">
                  <p:embed/>
                </p:oleObj>
              </mc:Choice>
              <mc:Fallback>
                <p:oleObj name="Equation" r:id="rId4" imgW="3162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3429" y="1499177"/>
                        <a:ext cx="6735963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93194" y="2230526"/>
          <a:ext cx="3475820" cy="515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215640" progId="Equation.DSMT4">
                  <p:embed/>
                </p:oleObj>
              </mc:Choice>
              <mc:Fallback>
                <p:oleObj name="Equation" r:id="rId6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3194" y="2230526"/>
                        <a:ext cx="3475820" cy="515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360774" y="2244820"/>
          <a:ext cx="31988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215640" progId="Equation.DSMT4">
                  <p:embed/>
                </p:oleObj>
              </mc:Choice>
              <mc:Fallback>
                <p:oleObj name="Equation" r:id="rId8" imgW="13078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60774" y="2244820"/>
                        <a:ext cx="3198813" cy="528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536256" y="2992077"/>
          <a:ext cx="528901" cy="528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203040" progId="Equation.DSMT4">
                  <p:embed/>
                </p:oleObj>
              </mc:Choice>
              <mc:Fallback>
                <p:oleObj name="Equation" r:id="rId10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536256" y="2992077"/>
                        <a:ext cx="528901" cy="528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93194" y="3695050"/>
          <a:ext cx="5385187" cy="4708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23800" imgH="203040" progId="Equation.DSMT4">
                  <p:embed/>
                </p:oleObj>
              </mc:Choice>
              <mc:Fallback>
                <p:oleObj name="Equation" r:id="rId12" imgW="2323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3194" y="3695050"/>
                        <a:ext cx="5385187" cy="4708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24044" y="4393860"/>
          <a:ext cx="3011285" cy="52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215640" progId="Equation.DSMT4">
                  <p:embed/>
                </p:oleObj>
              </mc:Choice>
              <mc:Fallback>
                <p:oleObj name="Equation" r:id="rId14" imgW="1231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24044" y="4393860"/>
                        <a:ext cx="3011285" cy="5277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76367" y="4921611"/>
          <a:ext cx="800544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708360" imgH="431640" progId="Equation.DSMT4">
                  <p:embed/>
                </p:oleObj>
              </mc:Choice>
              <mc:Fallback>
                <p:oleObj name="Equation" r:id="rId16" imgW="3708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6367" y="4921611"/>
                        <a:ext cx="8005440" cy="1014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24044" y="3002921"/>
          <a:ext cx="5684837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323800" imgH="228600" progId="Equation.DSMT4">
                  <p:embed/>
                </p:oleObj>
              </mc:Choice>
              <mc:Fallback>
                <p:oleObj name="Equation" r:id="rId18" imgW="2323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4044" y="3002921"/>
                        <a:ext cx="5684837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 rot="1230726">
            <a:off x="9086911" y="1019003"/>
            <a:ext cx="1868344" cy="958603"/>
            <a:chOff x="6010615" y="1261323"/>
            <a:chExt cx="1852082" cy="945812"/>
          </a:xfrm>
        </p:grpSpPr>
        <p:grpSp>
          <p:nvGrpSpPr>
            <p:cNvPr id="25" name="组合 24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27" name="椭圆 26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" name="椭圆 25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874403" y="36979"/>
            <a:ext cx="2421126" cy="2612938"/>
            <a:chOff x="9067619" y="2239583"/>
            <a:chExt cx="2421126" cy="2612938"/>
          </a:xfrm>
        </p:grpSpPr>
        <p:grpSp>
          <p:nvGrpSpPr>
            <p:cNvPr id="15" name="组合 14"/>
            <p:cNvGrpSpPr/>
            <p:nvPr/>
          </p:nvGrpSpPr>
          <p:grpSpPr>
            <a:xfrm>
              <a:off x="9067619" y="2239583"/>
              <a:ext cx="2293108" cy="2612938"/>
              <a:chOff x="8735110" y="1307778"/>
              <a:chExt cx="2293108" cy="2612938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 flipV="1">
                <a:off x="8848436" y="2789382"/>
                <a:ext cx="2179782" cy="134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H="1" flipV="1">
                <a:off x="9855200" y="1307778"/>
                <a:ext cx="23107" cy="261293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H="1">
                <a:off x="8964901" y="2819403"/>
                <a:ext cx="881807" cy="87774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0" name="对象 19"/>
              <p:cNvGraphicFramePr>
                <a:graphicFrameLocks noChangeAspect="1"/>
              </p:cNvGraphicFramePr>
              <p:nvPr/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177480" progId="Equation.DSMT4">
                      <p:embed/>
                    </p:oleObj>
                  </mc:Choice>
                  <mc:Fallback>
                    <p:oleObj name="Equation" r:id="rId20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/>
              <p:cNvGraphicFramePr>
                <a:graphicFrameLocks noChangeAspect="1"/>
              </p:cNvGraphicFramePr>
              <p:nvPr/>
            </p:nvGraphicFramePr>
            <p:xfrm>
              <a:off x="8735110" y="3264837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9680" imgH="139680" progId="Equation.DSMT4">
                      <p:embed/>
                    </p:oleObj>
                  </mc:Choice>
                  <mc:Fallback>
                    <p:oleObj name="Equation" r:id="rId22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8735110" y="3264837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/>
              <p:cNvGraphicFramePr>
                <a:graphicFrameLocks noChangeAspect="1"/>
              </p:cNvGraphicFramePr>
              <p:nvPr/>
            </p:nvGraphicFramePr>
            <p:xfrm>
              <a:off x="9875570" y="1307778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14120" imgH="139680" progId="Equation.DSMT4">
                      <p:embed/>
                    </p:oleObj>
                  </mc:Choice>
                  <mc:Fallback>
                    <p:oleObj name="Equation" r:id="rId24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9875570" y="1307778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11180770" y="3825374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9680" imgH="164880" progId="Equation.DSMT4">
                    <p:embed/>
                  </p:oleObj>
                </mc:Choice>
                <mc:Fallback>
                  <p:oleObj name="Equation" r:id="rId26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7"/>
                        <a:stretch>
                          <a:fillRect/>
                        </a:stretch>
                      </p:blipFill>
                      <p:spPr>
                        <a:xfrm>
                          <a:off x="11180770" y="3825374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椭圆 22"/>
          <p:cNvSpPr/>
          <p:nvPr/>
        </p:nvSpPr>
        <p:spPr>
          <a:xfrm>
            <a:off x="9118129" y="575805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10029520" y="660650"/>
            <a:ext cx="1196255" cy="8535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0026753" y="1532038"/>
            <a:ext cx="751211" cy="11238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 flipV="1">
            <a:off x="8751000" y="1254759"/>
            <a:ext cx="1245401" cy="25781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11080278" y="640771"/>
            <a:ext cx="397163" cy="463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609573" y="2220271"/>
            <a:ext cx="397163" cy="463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545649" y="1259831"/>
            <a:ext cx="397163" cy="463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对象 36"/>
          <p:cNvGraphicFramePr>
            <a:graphicFrameLocks noChangeAspect="1"/>
          </p:cNvGraphicFramePr>
          <p:nvPr/>
        </p:nvGraphicFramePr>
        <p:xfrm>
          <a:off x="8162876" y="368174"/>
          <a:ext cx="1588655" cy="397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12520" imgH="203040" progId="Equation.DSMT4">
                  <p:embed/>
                </p:oleObj>
              </mc:Choice>
              <mc:Fallback>
                <p:oleObj name="Equation" r:id="rId28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162876" y="368174"/>
                        <a:ext cx="1588655" cy="397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8176705" y="2497232"/>
          <a:ext cx="1981527" cy="42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066680" imgH="228600" progId="Equation.DSMT4">
                  <p:embed/>
                </p:oleObj>
              </mc:Choice>
              <mc:Fallback>
                <p:oleObj name="Equation" r:id="rId30" imgW="106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76705" y="2497232"/>
                        <a:ext cx="1981527" cy="424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" name="组合 47"/>
          <p:cNvGrpSpPr/>
          <p:nvPr/>
        </p:nvGrpSpPr>
        <p:grpSpPr>
          <a:xfrm rot="19591998">
            <a:off x="9150463" y="3638683"/>
            <a:ext cx="1868345" cy="1040572"/>
            <a:chOff x="6010614" y="1261323"/>
            <a:chExt cx="1852083" cy="945812"/>
          </a:xfrm>
        </p:grpSpPr>
        <p:grpSp>
          <p:nvGrpSpPr>
            <p:cNvPr id="49" name="组合 48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51" name="椭圆 50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0" name="椭圆 49"/>
            <p:cNvSpPr/>
            <p:nvPr/>
          </p:nvSpPr>
          <p:spPr>
            <a:xfrm rot="2238758">
              <a:off x="6010614" y="1261325"/>
              <a:ext cx="1708706" cy="945810"/>
            </a:xfrm>
            <a:prstGeom prst="ellipse">
              <a:avLst/>
            </a:prstGeom>
            <a:noFill/>
            <a:ln w="19050">
              <a:solidFill>
                <a:srgbClr val="0000C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3" name="椭圆 52"/>
          <p:cNvSpPr/>
          <p:nvPr/>
        </p:nvSpPr>
        <p:spPr>
          <a:xfrm>
            <a:off x="9173534" y="3301247"/>
            <a:ext cx="1717964" cy="1766836"/>
          </a:xfrm>
          <a:prstGeom prst="ellipse">
            <a:avLst/>
          </a:prstGeom>
          <a:noFill/>
          <a:ln w="190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CC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8959716" y="2920950"/>
            <a:ext cx="2292370" cy="2286707"/>
            <a:chOff x="8822650" y="1484624"/>
            <a:chExt cx="2292370" cy="2286707"/>
          </a:xfrm>
        </p:grpSpPr>
        <p:grpSp>
          <p:nvGrpSpPr>
            <p:cNvPr id="40" name="组合 39"/>
            <p:cNvGrpSpPr/>
            <p:nvPr/>
          </p:nvGrpSpPr>
          <p:grpSpPr>
            <a:xfrm>
              <a:off x="8822650" y="1484624"/>
              <a:ext cx="2205568" cy="2286707"/>
              <a:chOff x="8822650" y="1484624"/>
              <a:chExt cx="2205568" cy="2286707"/>
            </a:xfrm>
          </p:grpSpPr>
          <p:cxnSp>
            <p:nvCxnSpPr>
              <p:cNvPr id="42" name="直接箭头连接符 41"/>
              <p:cNvCxnSpPr/>
              <p:nvPr/>
            </p:nvCxnSpPr>
            <p:spPr>
              <a:xfrm flipV="1">
                <a:off x="8867583" y="2789382"/>
                <a:ext cx="2160635" cy="23833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 flipV="1">
                <a:off x="9846210" y="1514766"/>
                <a:ext cx="8990" cy="2256565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rgbClr val="0000CC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5" name="对象 44"/>
              <p:cNvGraphicFramePr>
                <a:graphicFrameLocks noChangeAspect="1"/>
              </p:cNvGraphicFramePr>
              <p:nvPr/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2" imgW="164880" imgH="177480" progId="Equation.DSMT4">
                      <p:embed/>
                    </p:oleObj>
                  </mc:Choice>
                  <mc:Fallback>
                    <p:oleObj name="Equation" r:id="rId32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对象 45"/>
              <p:cNvGraphicFramePr>
                <a:graphicFrameLocks noChangeAspect="1"/>
              </p:cNvGraphicFramePr>
              <p:nvPr/>
            </p:nvGraphicFramePr>
            <p:xfrm>
              <a:off x="8822650" y="3271637"/>
              <a:ext cx="292100" cy="319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3" imgW="126720" imgH="139680" progId="Equation.DSMT4">
                      <p:embed/>
                    </p:oleObj>
                  </mc:Choice>
                  <mc:Fallback>
                    <p:oleObj name="Equation" r:id="rId33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4"/>
                          <a:stretch>
                            <a:fillRect/>
                          </a:stretch>
                        </p:blipFill>
                        <p:spPr>
                          <a:xfrm>
                            <a:off x="8822650" y="3271637"/>
                            <a:ext cx="292100" cy="3190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对象 46"/>
              <p:cNvGraphicFramePr>
                <a:graphicFrameLocks noChangeAspect="1"/>
              </p:cNvGraphicFramePr>
              <p:nvPr/>
            </p:nvGraphicFramePr>
            <p:xfrm>
              <a:off x="9959384" y="1484624"/>
              <a:ext cx="376238" cy="3190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5" imgW="164880" imgH="139680" progId="Equation.DSMT4">
                      <p:embed/>
                    </p:oleObj>
                  </mc:Choice>
                  <mc:Fallback>
                    <p:oleObj name="Equation" r:id="rId35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6"/>
                          <a:stretch>
                            <a:fillRect/>
                          </a:stretch>
                        </p:blipFill>
                        <p:spPr>
                          <a:xfrm>
                            <a:off x="9959384" y="1484624"/>
                            <a:ext cx="376238" cy="31908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1" name="对象 40"/>
            <p:cNvGraphicFramePr>
              <a:graphicFrameLocks noChangeAspect="1"/>
            </p:cNvGraphicFramePr>
            <p:nvPr/>
          </p:nvGraphicFramePr>
          <p:xfrm>
            <a:off x="10835620" y="2890269"/>
            <a:ext cx="279400" cy="307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126720" imgH="139680" progId="Equation.DSMT4">
                    <p:embed/>
                  </p:oleObj>
                </mc:Choice>
                <mc:Fallback>
                  <p:oleObj name="Equation" r:id="rId37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10835620" y="2890269"/>
                          <a:ext cx="279400" cy="3079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9831459" y="5090710"/>
          <a:ext cx="20034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079280" imgH="203040" progId="Equation.DSMT4">
                  <p:embed/>
                </p:oleObj>
              </mc:Choice>
              <mc:Fallback>
                <p:oleObj name="Equation" r:id="rId39" imgW="1079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831459" y="5090710"/>
                        <a:ext cx="2003425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/>
          <p:cNvGraphicFramePr>
            <a:graphicFrameLocks noChangeAspect="1"/>
          </p:cNvGraphicFramePr>
          <p:nvPr/>
        </p:nvGraphicFramePr>
        <p:xfrm>
          <a:off x="9568381" y="3860680"/>
          <a:ext cx="76993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393480" imgH="177480" progId="Equation.DSMT4">
                  <p:embed/>
                </p:oleObj>
              </mc:Choice>
              <mc:Fallback>
                <p:oleObj name="Equation" r:id="rId41" imgW="3934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9568381" y="3860680"/>
                        <a:ext cx="769937" cy="349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/>
          <p:cNvGrpSpPr/>
          <p:nvPr/>
        </p:nvGrpSpPr>
        <p:grpSpPr>
          <a:xfrm>
            <a:off x="9357324" y="1230412"/>
            <a:ext cx="209278" cy="567638"/>
            <a:chOff x="9386740" y="1619463"/>
            <a:chExt cx="209278" cy="567638"/>
          </a:xfrm>
        </p:grpSpPr>
        <p:cxnSp>
          <p:nvCxnSpPr>
            <p:cNvPr id="57" name="直接箭头连接符 56"/>
            <p:cNvCxnSpPr/>
            <p:nvPr/>
          </p:nvCxnSpPr>
          <p:spPr>
            <a:xfrm>
              <a:off x="9386740" y="1619463"/>
              <a:ext cx="0" cy="12183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>
            <a:xfrm>
              <a:off x="9531146" y="2067243"/>
              <a:ext cx="64872" cy="11985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/>
        </p:nvGrpSpPr>
        <p:grpSpPr>
          <a:xfrm rot="21153968">
            <a:off x="9384333" y="4470033"/>
            <a:ext cx="782832" cy="307340"/>
            <a:chOff x="9417486" y="5386863"/>
            <a:chExt cx="782832" cy="307340"/>
          </a:xfrm>
        </p:grpSpPr>
        <p:cxnSp>
          <p:nvCxnSpPr>
            <p:cNvPr id="60" name="直接箭头连接符 59"/>
            <p:cNvCxnSpPr/>
            <p:nvPr/>
          </p:nvCxnSpPr>
          <p:spPr>
            <a:xfrm>
              <a:off x="9417486" y="5386863"/>
              <a:ext cx="131333" cy="7571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>
              <a:off x="10050513" y="5657322"/>
              <a:ext cx="149805" cy="3688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541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4" grpId="0"/>
      <p:bldP spid="35" grpId="0"/>
      <p:bldP spid="36" grpId="0"/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46800" y="3352800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DSMT4">
                  <p:embed/>
                </p:oleObj>
              </mc:Choice>
              <mc:Fallback>
                <p:oleObj name="Equation" r:id="rId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77799" y="968813"/>
          <a:ext cx="4206875" cy="366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640" imgH="1562040" progId="Equation.DSMT4">
                  <p:embed/>
                </p:oleObj>
              </mc:Choice>
              <mc:Fallback>
                <p:oleObj name="Equation" r:id="rId4" imgW="1790640" imgH="1562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77799" y="968813"/>
                        <a:ext cx="4206875" cy="3668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061200" y="2354721"/>
          <a:ext cx="18192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03040" progId="Equation.DSMT4">
                  <p:embed/>
                </p:oleObj>
              </mc:Choice>
              <mc:Fallback>
                <p:oleObj name="Equation" r:id="rId6" imgW="774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061200" y="2354721"/>
                        <a:ext cx="1819275" cy="477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111106" y="3954425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03470" y="4511567"/>
          <a:ext cx="895508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76640" imgH="330120" progId="Equation.DSMT4">
                  <p:embed/>
                </p:oleObj>
              </mc:Choice>
              <mc:Fallback>
                <p:oleObj name="Equation" r:id="rId8" imgW="4076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03470" y="4511567"/>
                        <a:ext cx="8955088" cy="81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384300" y="5268245"/>
          <a:ext cx="2129560" cy="649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49160" imgH="228600" progId="Equation.DSMT4">
                  <p:embed/>
                </p:oleObj>
              </mc:Choice>
              <mc:Fallback>
                <p:oleObj name="Equation" r:id="rId10" imgW="749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84300" y="5268245"/>
                        <a:ext cx="2129560" cy="649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11106" y="488146"/>
          <a:ext cx="3038188" cy="521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215640" progId="Equation.DSMT4">
                  <p:embed/>
                </p:oleObj>
              </mc:Choice>
              <mc:Fallback>
                <p:oleObj name="Equation" r:id="rId12" imgW="1257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11106" y="488146"/>
                        <a:ext cx="3038188" cy="521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887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 rot="1230726">
            <a:off x="9328177" y="3251120"/>
            <a:ext cx="1868344" cy="958603"/>
            <a:chOff x="6010615" y="1261323"/>
            <a:chExt cx="1852082" cy="945812"/>
          </a:xfrm>
        </p:grpSpPr>
        <p:grpSp>
          <p:nvGrpSpPr>
            <p:cNvPr id="19" name="组合 18"/>
            <p:cNvGrpSpPr/>
            <p:nvPr/>
          </p:nvGrpSpPr>
          <p:grpSpPr>
            <a:xfrm>
              <a:off x="6010615" y="1261323"/>
              <a:ext cx="1852082" cy="945810"/>
              <a:chOff x="4686012" y="1570752"/>
              <a:chExt cx="1852082" cy="945810"/>
            </a:xfrm>
          </p:grpSpPr>
          <p:sp>
            <p:nvSpPr>
              <p:cNvPr id="21" name="椭圆 20"/>
              <p:cNvSpPr/>
              <p:nvPr/>
            </p:nvSpPr>
            <p:spPr>
              <a:xfrm rot="2238758">
                <a:off x="4686012" y="1570752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 rot="2276268">
                <a:off x="4834366" y="1593971"/>
                <a:ext cx="1703728" cy="521688"/>
              </a:xfrm>
              <a:prstGeom prst="rect">
                <a:avLst/>
              </a:prstGeom>
              <a:pattFill prst="pct25">
                <a:fgClr>
                  <a:schemeClr val="bg1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" name="椭圆 19"/>
            <p:cNvSpPr/>
            <p:nvPr/>
          </p:nvSpPr>
          <p:spPr>
            <a:xfrm rot="2238758">
              <a:off x="6010615" y="1261325"/>
              <a:ext cx="1708706" cy="94581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9328727" y="2821662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9596409" y="2840024"/>
            <a:ext cx="748191" cy="4708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9777849" y="2387549"/>
          <a:ext cx="1981527" cy="42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228600" progId="Equation.DSMT4">
                  <p:embed/>
                </p:oleObj>
              </mc:Choice>
              <mc:Fallback>
                <p:oleObj name="Equation" r:id="rId2" imgW="1066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777849" y="2387549"/>
                        <a:ext cx="1981527" cy="424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028607" y="4597547"/>
          <a:ext cx="1588655" cy="397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203040" progId="Equation.DSMT4">
                  <p:embed/>
                </p:oleObj>
              </mc:Choice>
              <mc:Fallback>
                <p:oleObj name="Equation" r:id="rId4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28607" y="4597547"/>
                        <a:ext cx="1588655" cy="397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/>
          <p:cNvCxnSpPr/>
          <p:nvPr/>
        </p:nvCxnSpPr>
        <p:spPr>
          <a:xfrm>
            <a:off x="9567698" y="3339572"/>
            <a:ext cx="60795" cy="7328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 flipV="1">
            <a:off x="8732692" y="3034726"/>
            <a:ext cx="858652" cy="2747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8937784" y="2047095"/>
            <a:ext cx="2550961" cy="2581860"/>
            <a:chOff x="8937784" y="2047095"/>
            <a:chExt cx="2550961" cy="2581860"/>
          </a:xfrm>
        </p:grpSpPr>
        <p:grpSp>
          <p:nvGrpSpPr>
            <p:cNvPr id="10" name="组合 9"/>
            <p:cNvGrpSpPr/>
            <p:nvPr/>
          </p:nvGrpSpPr>
          <p:grpSpPr>
            <a:xfrm>
              <a:off x="8937784" y="2047095"/>
              <a:ext cx="2422943" cy="2581860"/>
              <a:chOff x="8605275" y="1115290"/>
              <a:chExt cx="2422943" cy="2581860"/>
            </a:xfrm>
          </p:grpSpPr>
          <p:cxnSp>
            <p:nvCxnSpPr>
              <p:cNvPr id="11" name="直接箭头连接符 10"/>
              <p:cNvCxnSpPr/>
              <p:nvPr/>
            </p:nvCxnSpPr>
            <p:spPr>
              <a:xfrm flipV="1">
                <a:off x="8848436" y="2789382"/>
                <a:ext cx="2179782" cy="1345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V="1">
                <a:off x="9855200" y="1307777"/>
                <a:ext cx="0" cy="209120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H="1">
                <a:off x="8964901" y="2819403"/>
                <a:ext cx="881807" cy="87774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4" name="对象 13"/>
              <p:cNvGraphicFramePr>
                <a:graphicFrameLocks noChangeAspect="1"/>
              </p:cNvGraphicFramePr>
              <p:nvPr/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64880" imgH="177480" progId="Equation.DSMT4">
                      <p:embed/>
                    </p:oleObj>
                  </mc:Choice>
                  <mc:Fallback>
                    <p:oleObj name="Equation" r:id="rId6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/>
            </p:nvGraphicFramePr>
            <p:xfrm>
              <a:off x="8605275" y="3302385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39680" imgH="139680" progId="Equation.DSMT4">
                      <p:embed/>
                    </p:oleObj>
                  </mc:Choice>
                  <mc:Fallback>
                    <p:oleObj name="Equation" r:id="rId8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8605275" y="3302385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对象 15"/>
              <p:cNvGraphicFramePr>
                <a:graphicFrameLocks noChangeAspect="1"/>
              </p:cNvGraphicFramePr>
              <p:nvPr/>
            </p:nvGraphicFramePr>
            <p:xfrm>
              <a:off x="9936814" y="1115290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14120" imgH="139680" progId="Equation.DSMT4">
                      <p:embed/>
                    </p:oleObj>
                  </mc:Choice>
                  <mc:Fallback>
                    <p:oleObj name="Equation" r:id="rId10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9936814" y="1115290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11180770" y="3825374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64880" progId="Equation.DSMT4">
                    <p:embed/>
                  </p:oleObj>
                </mc:Choice>
                <mc:Fallback>
                  <p:oleObj name="Equation" r:id="rId12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1180770" y="3825374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文本框 38"/>
          <p:cNvSpPr txBox="1"/>
          <p:nvPr/>
        </p:nvSpPr>
        <p:spPr>
          <a:xfrm>
            <a:off x="532671" y="495011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graphicFrame>
        <p:nvGraphicFramePr>
          <p:cNvPr id="41" name="对象 40"/>
          <p:cNvGraphicFramePr>
            <a:graphicFrameLocks noChangeAspect="1"/>
          </p:cNvGraphicFramePr>
          <p:nvPr/>
        </p:nvGraphicFramePr>
        <p:xfrm>
          <a:off x="1784348" y="495423"/>
          <a:ext cx="489267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06280" imgH="253800" progId="Equation.DSMT4">
                  <p:embed/>
                </p:oleObj>
              </mc:Choice>
              <mc:Fallback>
                <p:oleObj name="Equation" r:id="rId14" imgW="2006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84348" y="495423"/>
                        <a:ext cx="4892675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1073941" y="1236101"/>
          <a:ext cx="63134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90560" imgH="215640" progId="Equation.DSMT4">
                  <p:embed/>
                </p:oleObj>
              </mc:Choice>
              <mc:Fallback>
                <p:oleObj name="Equation" r:id="rId16" imgW="2590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73941" y="1236101"/>
                        <a:ext cx="6313487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6534158" y="529670"/>
          <a:ext cx="49545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031840" imgH="253800" progId="Equation.DSMT4">
                  <p:embed/>
                </p:oleObj>
              </mc:Choice>
              <mc:Fallback>
                <p:oleObj name="Equation" r:id="rId18" imgW="2031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34158" y="529670"/>
                        <a:ext cx="4954587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1457333" y="1782198"/>
          <a:ext cx="50768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082600" imgH="253800" progId="Equation.DSMT4">
                  <p:embed/>
                </p:oleObj>
              </mc:Choice>
              <mc:Fallback>
                <p:oleObj name="Equation" r:id="rId20" imgW="2082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57333" y="1782198"/>
                        <a:ext cx="5076825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275739" y="3721187"/>
          <a:ext cx="282548" cy="359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39680" imgH="177480" progId="Equation.DSMT4">
                  <p:embed/>
                </p:oleObj>
              </mc:Choice>
              <mc:Fallback>
                <p:oleObj name="Equation" r:id="rId22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275739" y="3721187"/>
                        <a:ext cx="282548" cy="359606"/>
                      </a:xfrm>
                      <a:prstGeom prst="rect">
                        <a:avLst/>
                      </a:prstGeom>
                      <a:solidFill>
                        <a:srgbClr val="FFC000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10269323" y="2876888"/>
          <a:ext cx="330109" cy="456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228600" progId="Equation.DSMT4">
                  <p:embed/>
                </p:oleObj>
              </mc:Choice>
              <mc:Fallback>
                <p:oleObj name="Equation" r:id="rId24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0269323" y="2876888"/>
                        <a:ext cx="330109" cy="456372"/>
                      </a:xfrm>
                      <a:prstGeom prst="rect">
                        <a:avLst/>
                      </a:prstGeom>
                      <a:solidFill>
                        <a:srgbClr val="FFC000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8749333" y="2481762"/>
          <a:ext cx="35560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228600" progId="Equation.DSMT4">
                  <p:embed/>
                </p:oleObj>
              </mc:Choice>
              <mc:Fallback>
                <p:oleObj name="Equation" r:id="rId26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749333" y="2481762"/>
                        <a:ext cx="355600" cy="455613"/>
                      </a:xfrm>
                      <a:prstGeom prst="rect">
                        <a:avLst/>
                      </a:prstGeom>
                      <a:solidFill>
                        <a:srgbClr val="FFC000">
                          <a:alpha val="50000"/>
                        </a:srgb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695121" y="224331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881114" y="2405628"/>
          <a:ext cx="6928082" cy="122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301920" imgH="507960" progId="Equation.DSMT4">
                  <p:embed/>
                </p:oleObj>
              </mc:Choice>
              <mc:Fallback>
                <p:oleObj name="Equation" r:id="rId28" imgW="33019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881114" y="2405628"/>
                        <a:ext cx="6928082" cy="122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/>
        </p:nvSpPr>
        <p:spPr>
          <a:xfrm>
            <a:off x="746090" y="331890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1112838" y="3835400"/>
          <a:ext cx="66976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213000" imgH="304560" progId="Equation.DSMT4">
                  <p:embed/>
                </p:oleObj>
              </mc:Choice>
              <mc:Fallback>
                <p:oleObj name="Equation" r:id="rId30" imgW="32130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112838" y="3835400"/>
                        <a:ext cx="6697662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1298575" y="4548188"/>
          <a:ext cx="49498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374560" imgH="317160" progId="Equation.DSMT4">
                  <p:embed/>
                </p:oleObj>
              </mc:Choice>
              <mc:Fallback>
                <p:oleObj name="Equation" r:id="rId32" imgW="237456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98575" y="4548188"/>
                        <a:ext cx="4949825" cy="78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/>
          <p:cNvGraphicFramePr>
            <a:graphicFrameLocks noChangeAspect="1"/>
          </p:cNvGraphicFramePr>
          <p:nvPr/>
        </p:nvGraphicFramePr>
        <p:xfrm>
          <a:off x="1258888" y="5332413"/>
          <a:ext cx="50292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412720" imgH="317160" progId="Equation.DSMT4">
                  <p:embed/>
                </p:oleObj>
              </mc:Choice>
              <mc:Fallback>
                <p:oleObj name="Equation" r:id="rId34" imgW="241272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258888" y="5332413"/>
                        <a:ext cx="5029200" cy="784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/>
        </p:nvGraphicFramePr>
        <p:xfrm>
          <a:off x="6288088" y="5370513"/>
          <a:ext cx="19891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812520" imgH="304560" progId="Equation.DSMT4">
                  <p:embed/>
                </p:oleObj>
              </mc:Choice>
              <mc:Fallback>
                <p:oleObj name="Equation" r:id="rId36" imgW="8125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288088" y="5370513"/>
                        <a:ext cx="1989137" cy="74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8222952" y="5411593"/>
          <a:ext cx="19748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812520" imgH="228600" progId="Equation.DSMT4">
                  <p:embed/>
                </p:oleObj>
              </mc:Choice>
              <mc:Fallback>
                <p:oleObj name="Equation" r:id="rId38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222952" y="5411593"/>
                        <a:ext cx="197485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521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7" grpId="0"/>
      <p:bldP spid="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4946" y="452581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123691"/>
              </p:ext>
            </p:extLst>
          </p:nvPr>
        </p:nvGraphicFramePr>
        <p:xfrm>
          <a:off x="1237816" y="421618"/>
          <a:ext cx="8931276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59120" imgH="380880" progId="Equation.DSMT4">
                  <p:embed/>
                </p:oleObj>
              </mc:Choice>
              <mc:Fallback>
                <p:oleObj name="Equation" r:id="rId2" imgW="37591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37816" y="421618"/>
                        <a:ext cx="8931276" cy="904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058541"/>
              </p:ext>
            </p:extLst>
          </p:nvPr>
        </p:nvGraphicFramePr>
        <p:xfrm>
          <a:off x="1195388" y="1262063"/>
          <a:ext cx="4679630" cy="55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228600" progId="Equation.DSMT4">
                  <p:embed/>
                </p:oleObj>
              </mc:Choice>
              <mc:Fallback>
                <p:oleObj name="Equation" r:id="rId4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5388" y="1262063"/>
                        <a:ext cx="4679630" cy="557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65946" y="200917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960838"/>
              </p:ext>
            </p:extLst>
          </p:nvPr>
        </p:nvGraphicFramePr>
        <p:xfrm>
          <a:off x="1691407" y="2050473"/>
          <a:ext cx="5355937" cy="489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1960" imgH="215640" progId="Equation.DSMT4">
                  <p:embed/>
                </p:oleObj>
              </mc:Choice>
              <mc:Fallback>
                <p:oleObj name="Equation" r:id="rId6" imgW="2361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91407" y="2050473"/>
                        <a:ext cx="5355937" cy="489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439870"/>
              </p:ext>
            </p:extLst>
          </p:nvPr>
        </p:nvGraphicFramePr>
        <p:xfrm>
          <a:off x="6904904" y="2057395"/>
          <a:ext cx="3921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52480" imgH="215640" progId="Equation.DSMT4">
                  <p:embed/>
                </p:oleObj>
              </mc:Choice>
              <mc:Fallback>
                <p:oleObj name="Equation" r:id="rId8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04904" y="2057395"/>
                        <a:ext cx="392112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902350"/>
              </p:ext>
            </p:extLst>
          </p:nvPr>
        </p:nvGraphicFramePr>
        <p:xfrm>
          <a:off x="1059506" y="2763306"/>
          <a:ext cx="40481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26920" imgH="215640" progId="Equation.DSMT4">
                  <p:embed/>
                </p:oleObj>
              </mc:Choice>
              <mc:Fallback>
                <p:oleObj name="Equation" r:id="rId10" imgW="1726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59506" y="2763306"/>
                        <a:ext cx="40481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252048" y="2740755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形如</a:t>
            </a:r>
            <a:r>
              <a:rPr lang="en-US" altLang="zh-CN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425659"/>
              </p:ext>
            </p:extLst>
          </p:nvPr>
        </p:nvGraphicFramePr>
        <p:xfrm>
          <a:off x="965946" y="3293714"/>
          <a:ext cx="955198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08360" imgH="444240" progId="Equation.DSMT4">
                  <p:embed/>
                </p:oleObj>
              </mc:Choice>
              <mc:Fallback>
                <p:oleObj name="Equation" r:id="rId12" imgW="37083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65946" y="3293714"/>
                        <a:ext cx="9551988" cy="114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1327164"/>
              </p:ext>
            </p:extLst>
          </p:nvPr>
        </p:nvGraphicFramePr>
        <p:xfrm>
          <a:off x="965946" y="4616334"/>
          <a:ext cx="93186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65560" imgH="228600" progId="Equation.DSMT4">
                  <p:embed/>
                </p:oleObj>
              </mc:Choice>
              <mc:Fallback>
                <p:oleObj name="Equation" r:id="rId14" imgW="4165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65946" y="4616334"/>
                        <a:ext cx="9318625" cy="53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634764"/>
              </p:ext>
            </p:extLst>
          </p:nvPr>
        </p:nvGraphicFramePr>
        <p:xfrm>
          <a:off x="1059506" y="5330942"/>
          <a:ext cx="6722298" cy="88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84400" imgH="393480" progId="Equation.DSMT4">
                  <p:embed/>
                </p:oleObj>
              </mc:Choice>
              <mc:Fallback>
                <p:oleObj name="Equation" r:id="rId16" imgW="2984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59506" y="5330942"/>
                        <a:ext cx="6722298" cy="886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56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321952"/>
              </p:ext>
            </p:extLst>
          </p:nvPr>
        </p:nvGraphicFramePr>
        <p:xfrm>
          <a:off x="1085442" y="550863"/>
          <a:ext cx="652938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215640" progId="Equation.DSMT4">
                  <p:embed/>
                </p:oleObj>
              </mc:Choice>
              <mc:Fallback>
                <p:oleObj name="Equation" r:id="rId2" imgW="2743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85442" y="550863"/>
                        <a:ext cx="6529387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710925"/>
              </p:ext>
            </p:extLst>
          </p:nvPr>
        </p:nvGraphicFramePr>
        <p:xfrm>
          <a:off x="1085442" y="1204913"/>
          <a:ext cx="8199437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4960" imgH="266400" progId="Equation.DSMT4">
                  <p:embed/>
                </p:oleObj>
              </mc:Choice>
              <mc:Fallback>
                <p:oleObj name="Equation" r:id="rId4" imgW="35049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85442" y="1204913"/>
                        <a:ext cx="8199437" cy="623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02315" y="204651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于是，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433947"/>
              </p:ext>
            </p:extLst>
          </p:nvPr>
        </p:nvGraphicFramePr>
        <p:xfrm>
          <a:off x="1524908" y="2569735"/>
          <a:ext cx="4976776" cy="854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45960" imgH="368280" progId="Equation.DSMT4">
                  <p:embed/>
                </p:oleObj>
              </mc:Choice>
              <mc:Fallback>
                <p:oleObj name="Equation" r:id="rId6" imgW="21459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24908" y="2569735"/>
                        <a:ext cx="4976776" cy="854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70128"/>
              </p:ext>
            </p:extLst>
          </p:nvPr>
        </p:nvGraphicFramePr>
        <p:xfrm>
          <a:off x="1829594" y="3616758"/>
          <a:ext cx="3772691" cy="77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800" imgH="330120" progId="Equation.DSMT4">
                  <p:embed/>
                </p:oleObj>
              </mc:Choice>
              <mc:Fallback>
                <p:oleObj name="Equation" r:id="rId8" imgW="1612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29594" y="3616758"/>
                        <a:ext cx="3772691" cy="772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031850"/>
              </p:ext>
            </p:extLst>
          </p:nvPr>
        </p:nvGraphicFramePr>
        <p:xfrm>
          <a:off x="1829594" y="4582140"/>
          <a:ext cx="3019701" cy="1006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71600" imgH="457200" progId="Equation.DSMT4">
                  <p:embed/>
                </p:oleObj>
              </mc:Choice>
              <mc:Fallback>
                <p:oleObj name="Equation" r:id="rId10" imgW="13716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29594" y="4582140"/>
                        <a:ext cx="3019701" cy="1006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809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44946" y="452581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789613"/>
              </p:ext>
            </p:extLst>
          </p:nvPr>
        </p:nvGraphicFramePr>
        <p:xfrm>
          <a:off x="4671850" y="294165"/>
          <a:ext cx="647700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469800" progId="Equation.DSMT4">
                  <p:embed/>
                </p:oleObj>
              </mc:Choice>
              <mc:Fallback>
                <p:oleObj name="Equation" r:id="rId2" imgW="30096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1850" y="294165"/>
                        <a:ext cx="6477000" cy="1081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544946" y="1304892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解法一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547699"/>
              </p:ext>
            </p:extLst>
          </p:nvPr>
        </p:nvGraphicFramePr>
        <p:xfrm>
          <a:off x="1739318" y="1321741"/>
          <a:ext cx="4976660" cy="489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215640" progId="Equation.DSMT4">
                  <p:embed/>
                </p:oleObj>
              </mc:Choice>
              <mc:Fallback>
                <p:oleObj name="Equation" r:id="rId4" imgW="2361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39318" y="1321741"/>
                        <a:ext cx="4976660" cy="489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164684"/>
              </p:ext>
            </p:extLst>
          </p:nvPr>
        </p:nvGraphicFramePr>
        <p:xfrm>
          <a:off x="6599325" y="1391233"/>
          <a:ext cx="3921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215640" progId="Equation.DSMT4">
                  <p:embed/>
                </p:oleObj>
              </mc:Choice>
              <mc:Fallback>
                <p:oleObj name="Equation" r:id="rId6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599325" y="1391233"/>
                        <a:ext cx="392112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001390"/>
              </p:ext>
            </p:extLst>
          </p:nvPr>
        </p:nvGraphicFramePr>
        <p:xfrm>
          <a:off x="1076778" y="1936402"/>
          <a:ext cx="398938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215640" progId="Equation.DSMT4">
                  <p:embed/>
                </p:oleObj>
              </mc:Choice>
              <mc:Fallback>
                <p:oleObj name="Equation" r:id="rId8" imgW="1701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76778" y="1936402"/>
                        <a:ext cx="3989388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066166" y="1905794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形如</a:t>
            </a:r>
            <a:r>
              <a:rPr lang="en-US" altLang="zh-CN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92376"/>
              </p:ext>
            </p:extLst>
          </p:nvPr>
        </p:nvGraphicFramePr>
        <p:xfrm>
          <a:off x="1076778" y="2688757"/>
          <a:ext cx="5078412" cy="223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901440" progId="Equation.DSMT4">
                  <p:embed/>
                </p:oleObj>
              </mc:Choice>
              <mc:Fallback>
                <p:oleObj name="Equation" r:id="rId10" imgW="2044440" imgH="90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76778" y="2688757"/>
                        <a:ext cx="5078412" cy="2236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221644"/>
              </p:ext>
            </p:extLst>
          </p:nvPr>
        </p:nvGraphicFramePr>
        <p:xfrm>
          <a:off x="1069496" y="5171486"/>
          <a:ext cx="94900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14800" imgH="228600" progId="Equation.DSMT4">
                  <p:embed/>
                </p:oleObj>
              </mc:Choice>
              <mc:Fallback>
                <p:oleObj name="Equation" r:id="rId12" imgW="4114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69496" y="5171486"/>
                        <a:ext cx="9490075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628338"/>
              </p:ext>
            </p:extLst>
          </p:nvPr>
        </p:nvGraphicFramePr>
        <p:xfrm>
          <a:off x="1273030" y="522161"/>
          <a:ext cx="33940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22360" imgH="228600" progId="Equation.DSMT4">
                  <p:embed/>
                </p:oleObj>
              </mc:Choice>
              <mc:Fallback>
                <p:oleObj name="Equation" r:id="rId14" imgW="1422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73030" y="522161"/>
                        <a:ext cx="339407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375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31520" y="679268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12833"/>
              </p:ext>
            </p:extLst>
          </p:nvPr>
        </p:nvGraphicFramePr>
        <p:xfrm>
          <a:off x="1379538" y="1417638"/>
          <a:ext cx="7035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380880" progId="Equation.DSMT4">
                  <p:embed/>
                </p:oleObj>
              </mc:Choice>
              <mc:Fallback>
                <p:oleObj name="Equation" r:id="rId2" imgW="3085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9538" y="1417638"/>
                        <a:ext cx="7035800" cy="86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599597"/>
              </p:ext>
            </p:extLst>
          </p:nvPr>
        </p:nvGraphicFramePr>
        <p:xfrm>
          <a:off x="875573" y="2501150"/>
          <a:ext cx="3792221" cy="495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50960" imgH="215640" progId="Equation.DSMT4">
                  <p:embed/>
                </p:oleObj>
              </mc:Choice>
              <mc:Fallback>
                <p:oleObj name="Equation" r:id="rId4" imgW="1650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5573" y="2501150"/>
                        <a:ext cx="3792221" cy="495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39150"/>
              </p:ext>
            </p:extLst>
          </p:nvPr>
        </p:nvGraphicFramePr>
        <p:xfrm>
          <a:off x="4667794" y="4696783"/>
          <a:ext cx="2542903" cy="849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380880" progId="Equation.DSMT4">
                  <p:embed/>
                </p:oleObj>
              </mc:Choice>
              <mc:Fallback>
                <p:oleObj name="Equation" r:id="rId6" imgW="12697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67794" y="4696783"/>
                        <a:ext cx="2542903" cy="849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414411"/>
              </p:ext>
            </p:extLst>
          </p:nvPr>
        </p:nvGraphicFramePr>
        <p:xfrm>
          <a:off x="2473234" y="4774100"/>
          <a:ext cx="2194560" cy="831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380880" progId="Equation.DSMT4">
                  <p:embed/>
                </p:oleObj>
              </mc:Choice>
              <mc:Fallback>
                <p:oleObj name="Equation" r:id="rId8" imgW="10666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73234" y="4774100"/>
                        <a:ext cx="2194560" cy="831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591797"/>
              </p:ext>
            </p:extLst>
          </p:nvPr>
        </p:nvGraphicFramePr>
        <p:xfrm>
          <a:off x="7131187" y="4756464"/>
          <a:ext cx="19589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52200" imgH="380880" progId="Equation.DSMT4">
                  <p:embed/>
                </p:oleObj>
              </mc:Choice>
              <mc:Fallback>
                <p:oleObj name="Equation" r:id="rId10" imgW="9522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131187" y="4756464"/>
                        <a:ext cx="1958975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515102"/>
              </p:ext>
            </p:extLst>
          </p:nvPr>
        </p:nvGraphicFramePr>
        <p:xfrm>
          <a:off x="1308099" y="4613998"/>
          <a:ext cx="1165134" cy="921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5760" imgH="431640" progId="Equation.DSMT4">
                  <p:embed/>
                </p:oleObj>
              </mc:Choice>
              <mc:Fallback>
                <p:oleObj name="Equation" r:id="rId12" imgW="545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8099" y="4613998"/>
                        <a:ext cx="1165134" cy="921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8163596"/>
              </p:ext>
            </p:extLst>
          </p:nvPr>
        </p:nvGraphicFramePr>
        <p:xfrm>
          <a:off x="9090162" y="4611227"/>
          <a:ext cx="8667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080" imgH="406080" progId="Equation.DSMT4">
                  <p:embed/>
                </p:oleObj>
              </mc:Choice>
              <mc:Fallback>
                <p:oleObj name="Equation" r:id="rId14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090162" y="4611227"/>
                        <a:ext cx="866775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1727414"/>
              </p:ext>
            </p:extLst>
          </p:nvPr>
        </p:nvGraphicFramePr>
        <p:xfrm>
          <a:off x="2621278" y="3212206"/>
          <a:ext cx="2733080" cy="558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80800" imgH="241200" progId="Equation.DSMT4">
                  <p:embed/>
                </p:oleObj>
              </mc:Choice>
              <mc:Fallback>
                <p:oleObj name="Equation" r:id="rId16" imgW="1180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21278" y="3212206"/>
                        <a:ext cx="2733080" cy="558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56694" y="377249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</p:spTree>
    <p:extLst>
      <p:ext uri="{BB962C8B-B14F-4D97-AF65-F5344CB8AC3E}">
        <p14:creationId xmlns:p14="http://schemas.microsoft.com/office/powerpoint/2010/main" val="19182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4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725" y="64443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解法二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8232936"/>
              </p:ext>
            </p:extLst>
          </p:nvPr>
        </p:nvGraphicFramePr>
        <p:xfrm>
          <a:off x="1722438" y="676275"/>
          <a:ext cx="9304337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6960" imgH="215640" progId="Equation.DSMT4">
                  <p:embed/>
                </p:oleObj>
              </mc:Choice>
              <mc:Fallback>
                <p:oleObj name="Equation" r:id="rId2" imgW="3936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2438" y="676275"/>
                        <a:ext cx="9304337" cy="509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477645"/>
              </p:ext>
            </p:extLst>
          </p:nvPr>
        </p:nvGraphicFramePr>
        <p:xfrm>
          <a:off x="635725" y="1387022"/>
          <a:ext cx="4473530" cy="484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93680" imgH="215640" progId="Equation.DSMT4">
                  <p:embed/>
                </p:oleObj>
              </mc:Choice>
              <mc:Fallback>
                <p:oleObj name="Equation" r:id="rId4" imgW="1993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5725" y="1387022"/>
                        <a:ext cx="4473530" cy="484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967251"/>
              </p:ext>
            </p:extLst>
          </p:nvPr>
        </p:nvGraphicFramePr>
        <p:xfrm>
          <a:off x="4999626" y="1341899"/>
          <a:ext cx="5610917" cy="52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680" imgH="228600" progId="Equation.DSMT4">
                  <p:embed/>
                </p:oleObj>
              </mc:Choice>
              <mc:Fallback>
                <p:oleObj name="Equation" r:id="rId6" imgW="2425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99626" y="1341899"/>
                        <a:ext cx="5610917" cy="529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818401"/>
              </p:ext>
            </p:extLst>
          </p:nvPr>
        </p:nvGraphicFramePr>
        <p:xfrm>
          <a:off x="695645" y="2003699"/>
          <a:ext cx="1201964" cy="447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760" imgH="203040" progId="Equation.DSMT4">
                  <p:embed/>
                </p:oleObj>
              </mc:Choice>
              <mc:Fallback>
                <p:oleObj name="Equation" r:id="rId8" imgW="545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95645" y="2003699"/>
                        <a:ext cx="1201964" cy="447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897609" y="194649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748619"/>
              </p:ext>
            </p:extLst>
          </p:nvPr>
        </p:nvGraphicFramePr>
        <p:xfrm>
          <a:off x="2400300" y="1957388"/>
          <a:ext cx="59436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05040" imgH="228600" progId="Equation.DSMT4">
                  <p:embed/>
                </p:oleObj>
              </mc:Choice>
              <mc:Fallback>
                <p:oleObj name="Equation" r:id="rId10" imgW="2705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0300" y="1957388"/>
                        <a:ext cx="5943600" cy="501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8464731" y="195738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解方程组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272998"/>
              </p:ext>
            </p:extLst>
          </p:nvPr>
        </p:nvGraphicFramePr>
        <p:xfrm>
          <a:off x="938144" y="2602000"/>
          <a:ext cx="2847132" cy="217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44520" imgH="952200" progId="Equation.DSMT4">
                  <p:embed/>
                </p:oleObj>
              </mc:Choice>
              <mc:Fallback>
                <p:oleObj name="Equation" r:id="rId12" imgW="1244520" imgH="952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38144" y="2602000"/>
                        <a:ext cx="2847132" cy="2178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572235" y="342985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解得，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297039"/>
              </p:ext>
            </p:extLst>
          </p:nvPr>
        </p:nvGraphicFramePr>
        <p:xfrm>
          <a:off x="5984650" y="3178058"/>
          <a:ext cx="3640868" cy="102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50960" imgH="444240" progId="Equation.DSMT4">
                  <p:embed/>
                </p:oleObj>
              </mc:Choice>
              <mc:Fallback>
                <p:oleObj name="Equation" r:id="rId14" imgW="1650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84650" y="3178058"/>
                        <a:ext cx="3640868" cy="1029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8875301"/>
              </p:ext>
            </p:extLst>
          </p:nvPr>
        </p:nvGraphicFramePr>
        <p:xfrm>
          <a:off x="1051242" y="4926784"/>
          <a:ext cx="24542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30040" imgH="444240" progId="Equation.DSMT4">
                  <p:embed/>
                </p:oleObj>
              </mc:Choice>
              <mc:Fallback>
                <p:oleObj name="Equation" r:id="rId16" imgW="11300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51242" y="4926784"/>
                        <a:ext cx="2454275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7384377"/>
              </p:ext>
            </p:extLst>
          </p:nvPr>
        </p:nvGraphicFramePr>
        <p:xfrm>
          <a:off x="3510551" y="4926784"/>
          <a:ext cx="297815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1600" imgH="444240" progId="Equation.DSMT4">
                  <p:embed/>
                </p:oleObj>
              </mc:Choice>
              <mc:Fallback>
                <p:oleObj name="Equation" r:id="rId18" imgW="13716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10551" y="4926784"/>
                        <a:ext cx="297815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392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4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055565"/>
              </p:ext>
            </p:extLst>
          </p:nvPr>
        </p:nvGraphicFramePr>
        <p:xfrm>
          <a:off x="926917" y="1032987"/>
          <a:ext cx="8166042" cy="494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68680" imgH="215640" progId="Equation.DSMT4">
                  <p:embed/>
                </p:oleObj>
              </mc:Choice>
              <mc:Fallback>
                <p:oleObj name="Equation" r:id="rId2" imgW="3568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6917" y="1032987"/>
                        <a:ext cx="8166042" cy="494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783479"/>
              </p:ext>
            </p:extLst>
          </p:nvPr>
        </p:nvGraphicFramePr>
        <p:xfrm>
          <a:off x="926917" y="1709601"/>
          <a:ext cx="4002088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304560" progId="Equation.DSMT4">
                  <p:embed/>
                </p:oleObj>
              </mc:Choice>
              <mc:Fallback>
                <p:oleObj name="Equation" r:id="rId4" imgW="18288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6917" y="1709601"/>
                        <a:ext cx="4002088" cy="666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733312"/>
              </p:ext>
            </p:extLst>
          </p:nvPr>
        </p:nvGraphicFramePr>
        <p:xfrm>
          <a:off x="5009938" y="1700886"/>
          <a:ext cx="4023905" cy="67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304560" progId="Equation.DSMT4">
                  <p:embed/>
                </p:oleObj>
              </mc:Choice>
              <mc:Fallback>
                <p:oleObj name="Equation" r:id="rId6" imgW="18288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09938" y="1700886"/>
                        <a:ext cx="4023905" cy="67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26917" y="2492910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从而，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58014"/>
              </p:ext>
            </p:extLst>
          </p:nvPr>
        </p:nvGraphicFramePr>
        <p:xfrm>
          <a:off x="3966708" y="3083482"/>
          <a:ext cx="2575244" cy="598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880" imgH="253800" progId="Equation.DSMT4">
                  <p:embed/>
                </p:oleObj>
              </mc:Choice>
              <mc:Fallback>
                <p:oleObj name="Equation" r:id="rId8" imgW="1091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66708" y="3083482"/>
                        <a:ext cx="2575244" cy="5988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855670"/>
              </p:ext>
            </p:extLst>
          </p:nvPr>
        </p:nvGraphicFramePr>
        <p:xfrm>
          <a:off x="2869941" y="3135958"/>
          <a:ext cx="1096767" cy="519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400" imgH="228600" progId="Equation.DSMT4">
                  <p:embed/>
                </p:oleObj>
              </mc:Choice>
              <mc:Fallback>
                <p:oleObj name="Equation" r:id="rId10" imgW="48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69941" y="3135958"/>
                        <a:ext cx="1096767" cy="5195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365891"/>
              </p:ext>
            </p:extLst>
          </p:nvPr>
        </p:nvGraphicFramePr>
        <p:xfrm>
          <a:off x="2050849" y="3110380"/>
          <a:ext cx="782215" cy="511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120" imgH="215640" progId="Equation.DSMT4">
                  <p:embed/>
                </p:oleObj>
              </mc:Choice>
              <mc:Fallback>
                <p:oleObj name="Equation" r:id="rId12" imgW="3301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50849" y="3110380"/>
                        <a:ext cx="782215" cy="511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486805"/>
              </p:ext>
            </p:extLst>
          </p:nvPr>
        </p:nvGraphicFramePr>
        <p:xfrm>
          <a:off x="6577872" y="3071242"/>
          <a:ext cx="12128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33160" imgH="228600" progId="Equation.DSMT4">
                  <p:embed/>
                </p:oleObj>
              </mc:Choice>
              <mc:Fallback>
                <p:oleObj name="Equation" r:id="rId14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577872" y="3071242"/>
                        <a:ext cx="121285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655104"/>
              </p:ext>
            </p:extLst>
          </p:nvPr>
        </p:nvGraphicFramePr>
        <p:xfrm>
          <a:off x="7713617" y="3149450"/>
          <a:ext cx="559526" cy="391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3800" imgH="177480" progId="Equation.DSMT4">
                  <p:embed/>
                </p:oleObj>
              </mc:Choice>
              <mc:Fallback>
                <p:oleObj name="Equation" r:id="rId16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713617" y="3149450"/>
                        <a:ext cx="559526" cy="391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16524" y="3857898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故，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469823"/>
              </p:ext>
            </p:extLst>
          </p:nvPr>
        </p:nvGraphicFramePr>
        <p:xfrm>
          <a:off x="4631011" y="4707007"/>
          <a:ext cx="343376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14320" imgH="380880" progId="Equation.DSMT4">
                  <p:embed/>
                </p:oleObj>
              </mc:Choice>
              <mc:Fallback>
                <p:oleObj name="Equation" r:id="rId18" imgW="1714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31011" y="4707007"/>
                        <a:ext cx="3433763" cy="847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0105"/>
              </p:ext>
            </p:extLst>
          </p:nvPr>
        </p:nvGraphicFramePr>
        <p:xfrm>
          <a:off x="2442185" y="4722882"/>
          <a:ext cx="20891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15920" imgH="380880" progId="Equation.DSMT4">
                  <p:embed/>
                </p:oleObj>
              </mc:Choice>
              <mc:Fallback>
                <p:oleObj name="Equation" r:id="rId20" imgW="1015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442185" y="4722882"/>
                        <a:ext cx="2089150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0789219"/>
              </p:ext>
            </p:extLst>
          </p:nvPr>
        </p:nvGraphicFramePr>
        <p:xfrm>
          <a:off x="1276823" y="4573253"/>
          <a:ext cx="1165134" cy="921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45760" imgH="431640" progId="Equation.DSMT4">
                  <p:embed/>
                </p:oleObj>
              </mc:Choice>
              <mc:Fallback>
                <p:oleObj name="Equation" r:id="rId22" imgW="5457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276823" y="4573253"/>
                        <a:ext cx="1165134" cy="921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649865"/>
              </p:ext>
            </p:extLst>
          </p:nvPr>
        </p:nvGraphicFramePr>
        <p:xfrm>
          <a:off x="7993380" y="4722882"/>
          <a:ext cx="18542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01440" imgH="380880" progId="Equation.DSMT4">
                  <p:embed/>
                </p:oleObj>
              </mc:Choice>
              <mc:Fallback>
                <p:oleObj name="Equation" r:id="rId24" imgW="9014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993380" y="4722882"/>
                        <a:ext cx="1854200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148045"/>
              </p:ext>
            </p:extLst>
          </p:nvPr>
        </p:nvGraphicFramePr>
        <p:xfrm>
          <a:off x="9847808" y="4633463"/>
          <a:ext cx="8667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06080" imgH="406080" progId="Equation.DSMT4">
                  <p:embed/>
                </p:oleObj>
              </mc:Choice>
              <mc:Fallback>
                <p:oleObj name="Equation" r:id="rId26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847808" y="4633463"/>
                        <a:ext cx="866775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18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05164" y="123428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练习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71452" y="1262130"/>
          <a:ext cx="3271405" cy="529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15640" progId="Equation.DSMT4">
                  <p:embed/>
                </p:oleObj>
              </mc:Choice>
              <mc:Fallback>
                <p:oleObj name="Equation" r:id="rId2" imgW="13334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71452" y="1262130"/>
                        <a:ext cx="3271405" cy="529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21315" y="1952124"/>
          <a:ext cx="10198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92280" imgH="406080" progId="Equation.DSMT4">
                  <p:embed/>
                </p:oleObj>
              </mc:Choice>
              <mc:Fallback>
                <p:oleObj name="Equation" r:id="rId4" imgW="4292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1315" y="1952124"/>
                        <a:ext cx="10198100" cy="96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406334" y="1234285"/>
          <a:ext cx="4679630" cy="55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17360" imgH="228600" progId="Equation.DSMT4">
                  <p:embed/>
                </p:oleObj>
              </mc:Choice>
              <mc:Fallback>
                <p:oleObj name="Equation" r:id="rId6" imgW="1917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06334" y="1234285"/>
                        <a:ext cx="4679630" cy="557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774989" y="2993881"/>
          <a:ext cx="32575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15640" progId="Equation.DSMT4">
                  <p:embed/>
                </p:oleObj>
              </mc:Choice>
              <mc:Fallback>
                <p:oleObj name="Equation" r:id="rId8" imgW="137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74989" y="2993881"/>
                        <a:ext cx="3257550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313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13379" y="490316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583356"/>
              </p:ext>
            </p:extLst>
          </p:nvPr>
        </p:nvGraphicFramePr>
        <p:xfrm>
          <a:off x="1577128" y="493804"/>
          <a:ext cx="92313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228600" progId="Equation.DSMT4">
                  <p:embed/>
                </p:oleObj>
              </mc:Choice>
              <mc:Fallback>
                <p:oleObj name="Equation" r:id="rId2" imgW="3886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77128" y="493804"/>
                        <a:ext cx="9231312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72786" y="175477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4988924"/>
              </p:ext>
            </p:extLst>
          </p:nvPr>
        </p:nvGraphicFramePr>
        <p:xfrm>
          <a:off x="1599358" y="1804066"/>
          <a:ext cx="5355937" cy="489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215640" progId="Equation.DSMT4">
                  <p:embed/>
                </p:oleObj>
              </mc:Choice>
              <mc:Fallback>
                <p:oleObj name="Equation" r:id="rId4" imgW="23619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99358" y="1804066"/>
                        <a:ext cx="5355937" cy="4895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568907"/>
              </p:ext>
            </p:extLst>
          </p:nvPr>
        </p:nvGraphicFramePr>
        <p:xfrm>
          <a:off x="6901859" y="1829855"/>
          <a:ext cx="39211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215640" progId="Equation.DSMT4">
                  <p:embed/>
                </p:oleObj>
              </mc:Choice>
              <mc:Fallback>
                <p:oleObj name="Equation" r:id="rId6" imgW="1752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01859" y="1829855"/>
                        <a:ext cx="392112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328490"/>
              </p:ext>
            </p:extLst>
          </p:nvPr>
        </p:nvGraphicFramePr>
        <p:xfrm>
          <a:off x="903288" y="2487613"/>
          <a:ext cx="398780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01720" imgH="215640" progId="Equation.DSMT4">
                  <p:embed/>
                </p:oleObj>
              </mc:Choice>
              <mc:Fallback>
                <p:oleObj name="Equation" r:id="rId8" imgW="1701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3288" y="2487613"/>
                        <a:ext cx="3987800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891088" y="2441445"/>
            <a:ext cx="1649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形如</a:t>
            </a:r>
            <a:r>
              <a:rPr lang="en-US" altLang="zh-CN" sz="2800" b="1" dirty="0"/>
              <a:t> </a:t>
            </a:r>
            <a:endParaRPr lang="zh-CN" altLang="en-US" sz="2800" b="1" dirty="0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7508834"/>
              </p:ext>
            </p:extLst>
          </p:nvPr>
        </p:nvGraphicFramePr>
        <p:xfrm>
          <a:off x="1416525" y="1085303"/>
          <a:ext cx="12668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33160" imgH="203040" progId="Equation.DSMT4">
                  <p:embed/>
                </p:oleObj>
              </mc:Choice>
              <mc:Fallback>
                <p:oleObj name="Equation" r:id="rId10" imgW="533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416525" y="1085303"/>
                        <a:ext cx="1266825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4676780"/>
              </p:ext>
            </p:extLst>
          </p:nvPr>
        </p:nvGraphicFramePr>
        <p:xfrm>
          <a:off x="1597667" y="3147000"/>
          <a:ext cx="28686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0480" imgH="228600" progId="Equation.DSMT4">
                  <p:embed/>
                </p:oleObj>
              </mc:Choice>
              <mc:Fallback>
                <p:oleObj name="Equation" r:id="rId12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97667" y="3147000"/>
                        <a:ext cx="2868612" cy="52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282153"/>
              </p:ext>
            </p:extLst>
          </p:nvPr>
        </p:nvGraphicFramePr>
        <p:xfrm>
          <a:off x="1541463" y="4491038"/>
          <a:ext cx="4551362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95200" imgH="444240" progId="Equation.DSMT4">
                  <p:embed/>
                </p:oleObj>
              </mc:Choice>
              <mc:Fallback>
                <p:oleObj name="Equation" r:id="rId14" imgW="2095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41463" y="4491038"/>
                        <a:ext cx="4551362" cy="1020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207398"/>
              </p:ext>
            </p:extLst>
          </p:nvPr>
        </p:nvGraphicFramePr>
        <p:xfrm>
          <a:off x="10141562" y="4804403"/>
          <a:ext cx="1711370" cy="3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77760" imgH="203040" progId="Equation.DSMT4">
                  <p:embed/>
                </p:oleObj>
              </mc:Choice>
              <mc:Fallback>
                <p:oleObj name="Equation" r:id="rId16" imgW="977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141562" y="4804403"/>
                        <a:ext cx="1711370" cy="35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组合 40"/>
          <p:cNvGrpSpPr/>
          <p:nvPr/>
        </p:nvGrpSpPr>
        <p:grpSpPr>
          <a:xfrm>
            <a:off x="8938538" y="3588490"/>
            <a:ext cx="2120298" cy="849292"/>
            <a:chOff x="8986356" y="3563491"/>
            <a:chExt cx="2120298" cy="849292"/>
          </a:xfrm>
        </p:grpSpPr>
        <p:grpSp>
          <p:nvGrpSpPr>
            <p:cNvPr id="36" name="组合 35"/>
            <p:cNvGrpSpPr/>
            <p:nvPr/>
          </p:nvGrpSpPr>
          <p:grpSpPr>
            <a:xfrm rot="1230726">
              <a:off x="8986356" y="3635344"/>
              <a:ext cx="1876998" cy="777439"/>
              <a:chOff x="6010615" y="1261323"/>
              <a:chExt cx="1852082" cy="94581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6010615" y="1261323"/>
                <a:ext cx="1852082" cy="945810"/>
                <a:chOff x="4686012" y="1570752"/>
                <a:chExt cx="1852082" cy="945810"/>
              </a:xfrm>
            </p:grpSpPr>
            <p:sp>
              <p:nvSpPr>
                <p:cNvPr id="39" name="椭圆 38"/>
                <p:cNvSpPr/>
                <p:nvPr/>
              </p:nvSpPr>
              <p:spPr>
                <a:xfrm rot="2238758">
                  <a:off x="4686012" y="1570752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8" name="椭圆 37"/>
              <p:cNvSpPr/>
              <p:nvPr/>
            </p:nvSpPr>
            <p:spPr>
              <a:xfrm rot="2238758">
                <a:off x="6010615" y="1261325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1230726">
              <a:off x="9526277" y="3563491"/>
              <a:ext cx="1580377" cy="427414"/>
              <a:chOff x="6010614" y="1261323"/>
              <a:chExt cx="1852083" cy="94581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6010614" y="1261323"/>
                <a:ext cx="1852083" cy="945810"/>
                <a:chOff x="4686011" y="1570752"/>
                <a:chExt cx="1852083" cy="945810"/>
              </a:xfrm>
            </p:grpSpPr>
            <p:sp>
              <p:nvSpPr>
                <p:cNvPr id="31" name="椭圆 30"/>
                <p:cNvSpPr/>
                <p:nvPr/>
              </p:nvSpPr>
              <p:spPr>
                <a:xfrm rot="2238758">
                  <a:off x="4686011" y="1570752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2276268">
                  <a:off x="4834366" y="1593970"/>
                  <a:ext cx="1703728" cy="521689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0" name="椭圆 29"/>
              <p:cNvSpPr/>
              <p:nvPr/>
            </p:nvSpPr>
            <p:spPr>
              <a:xfrm rot="2238758">
                <a:off x="6010615" y="1261324"/>
                <a:ext cx="1708706" cy="9458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9034632" y="2345964"/>
            <a:ext cx="2081783" cy="2900291"/>
            <a:chOff x="9048036" y="1115290"/>
            <a:chExt cx="2081783" cy="2900291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5023703"/>
                </p:ext>
              </p:extLst>
            </p:nvPr>
          </p:nvGraphicFramePr>
          <p:xfrm>
            <a:off x="10821844" y="2862429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39680" imgH="164880" progId="Equation.DSMT4">
                    <p:embed/>
                  </p:oleObj>
                </mc:Choice>
                <mc:Fallback>
                  <p:oleObj name="Equation" r:id="rId18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821844" y="2862429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" name="组合 20"/>
            <p:cNvGrpSpPr/>
            <p:nvPr/>
          </p:nvGrpSpPr>
          <p:grpSpPr>
            <a:xfrm>
              <a:off x="9048036" y="1115290"/>
              <a:ext cx="1980182" cy="2900291"/>
              <a:chOff x="9048036" y="1115290"/>
              <a:chExt cx="1980182" cy="2900291"/>
            </a:xfrm>
          </p:grpSpPr>
          <p:cxnSp>
            <p:nvCxnSpPr>
              <p:cNvPr id="22" name="直接箭头连接符 21"/>
              <p:cNvCxnSpPr/>
              <p:nvPr/>
            </p:nvCxnSpPr>
            <p:spPr>
              <a:xfrm flipV="1">
                <a:off x="9208655" y="2789382"/>
                <a:ext cx="1819563" cy="923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flipV="1">
                <a:off x="9847541" y="1514766"/>
                <a:ext cx="7659" cy="250081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5" name="对象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3392817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164880" imgH="177480" progId="Equation.DSMT4">
                      <p:embed/>
                    </p:oleObj>
                  </mc:Choice>
                  <mc:Fallback>
                    <p:oleObj name="Equation" r:id="rId20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6" name="对象 2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171272"/>
                  </p:ext>
                </p:extLst>
              </p:nvPr>
            </p:nvGraphicFramePr>
            <p:xfrm>
              <a:off x="9048036" y="3452342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139680" imgH="139680" progId="Equation.DSMT4">
                      <p:embed/>
                    </p:oleObj>
                  </mc:Choice>
                  <mc:Fallback>
                    <p:oleObj name="Equation" r:id="rId22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9048036" y="3452342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7" name="对象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1178875"/>
                  </p:ext>
                </p:extLst>
              </p:nvPr>
            </p:nvGraphicFramePr>
            <p:xfrm>
              <a:off x="9988261" y="1115290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14120" imgH="139680" progId="Equation.DSMT4">
                      <p:embed/>
                    </p:oleObj>
                  </mc:Choice>
                  <mc:Fallback>
                    <p:oleObj name="Equation" r:id="rId24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9988261" y="1115290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椭圆 17"/>
          <p:cNvSpPr/>
          <p:nvPr/>
        </p:nvSpPr>
        <p:spPr>
          <a:xfrm>
            <a:off x="9000787" y="3129718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箭头连接符 32"/>
          <p:cNvCxnSpPr/>
          <p:nvPr/>
        </p:nvCxnSpPr>
        <p:spPr>
          <a:xfrm flipV="1">
            <a:off x="9849456" y="3255536"/>
            <a:ext cx="1165358" cy="7737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163610"/>
              </p:ext>
            </p:extLst>
          </p:nvPr>
        </p:nvGraphicFramePr>
        <p:xfrm>
          <a:off x="10052050" y="2762250"/>
          <a:ext cx="17780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15920" imgH="203040" progId="Equation.DSMT4">
                  <p:embed/>
                </p:oleObj>
              </mc:Choice>
              <mc:Fallback>
                <p:oleObj name="Equation" r:id="rId26" imgW="1015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052050" y="2762250"/>
                        <a:ext cx="1778000" cy="35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348309"/>
              </p:ext>
            </p:extLst>
          </p:nvPr>
        </p:nvGraphicFramePr>
        <p:xfrm>
          <a:off x="1595976" y="3874843"/>
          <a:ext cx="281305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95280" imgH="228600" progId="Equation.DSMT4">
                  <p:embed/>
                </p:oleObj>
              </mc:Choice>
              <mc:Fallback>
                <p:oleObj name="Equation" r:id="rId28" imgW="1295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95976" y="3874843"/>
                        <a:ext cx="2813050" cy="525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729887"/>
              </p:ext>
            </p:extLst>
          </p:nvPr>
        </p:nvGraphicFramePr>
        <p:xfrm>
          <a:off x="7369474" y="3553516"/>
          <a:ext cx="19335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04840" imgH="228600" progId="Equation.DSMT4">
                  <p:embed/>
                </p:oleObj>
              </mc:Choice>
              <mc:Fallback>
                <p:oleObj name="Equation" r:id="rId30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369474" y="3553516"/>
                        <a:ext cx="193357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004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199318"/>
              </p:ext>
            </p:extLst>
          </p:nvPr>
        </p:nvGraphicFramePr>
        <p:xfrm>
          <a:off x="803428" y="2886743"/>
          <a:ext cx="8784042" cy="102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97280" imgH="444240" progId="Equation.DSMT4">
                  <p:embed/>
                </p:oleObj>
              </mc:Choice>
              <mc:Fallback>
                <p:oleObj name="Equation" r:id="rId2" imgW="37972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3428" y="2886743"/>
                        <a:ext cx="8784042" cy="1028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079802"/>
              </p:ext>
            </p:extLst>
          </p:nvPr>
        </p:nvGraphicFramePr>
        <p:xfrm>
          <a:off x="9610674" y="3158276"/>
          <a:ext cx="1678135" cy="580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228600" progId="Equation.DSMT4">
                  <p:embed/>
                </p:oleObj>
              </mc:Choice>
              <mc:Fallback>
                <p:oleObj name="Equation" r:id="rId4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10674" y="3158276"/>
                        <a:ext cx="1678135" cy="580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354952"/>
              </p:ext>
            </p:extLst>
          </p:nvPr>
        </p:nvGraphicFramePr>
        <p:xfrm>
          <a:off x="817443" y="3860664"/>
          <a:ext cx="1678032" cy="580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228600" progId="Equation.DSMT4">
                  <p:embed/>
                </p:oleObj>
              </mc:Choice>
              <mc:Fallback>
                <p:oleObj name="Equation" r:id="rId6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7443" y="3860664"/>
                        <a:ext cx="1678032" cy="580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679201"/>
              </p:ext>
            </p:extLst>
          </p:nvPr>
        </p:nvGraphicFramePr>
        <p:xfrm>
          <a:off x="851070" y="4449689"/>
          <a:ext cx="4710487" cy="1149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33360" imgH="520560" progId="Equation.DSMT4">
                  <p:embed/>
                </p:oleObj>
              </mc:Choice>
              <mc:Fallback>
                <p:oleObj name="Equation" r:id="rId8" imgW="21333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1070" y="4449689"/>
                        <a:ext cx="4710487" cy="1149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521051"/>
              </p:ext>
            </p:extLst>
          </p:nvPr>
        </p:nvGraphicFramePr>
        <p:xfrm>
          <a:off x="5499100" y="4538663"/>
          <a:ext cx="3870325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482400" progId="Equation.DSMT4">
                  <p:embed/>
                </p:oleObj>
              </mc:Choice>
              <mc:Fallback>
                <p:oleObj name="Equation" r:id="rId10" imgW="17906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99100" y="4538663"/>
                        <a:ext cx="3870325" cy="1042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587036"/>
              </p:ext>
            </p:extLst>
          </p:nvPr>
        </p:nvGraphicFramePr>
        <p:xfrm>
          <a:off x="9258452" y="4616431"/>
          <a:ext cx="123507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83920" imgH="419040" progId="Equation.DSMT4">
                  <p:embed/>
                </p:oleObj>
              </mc:Choice>
              <mc:Fallback>
                <p:oleObj name="Equation" r:id="rId12" imgW="583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258452" y="4616431"/>
                        <a:ext cx="1235075" cy="887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6097186"/>
              </p:ext>
            </p:extLst>
          </p:nvPr>
        </p:nvGraphicFramePr>
        <p:xfrm>
          <a:off x="850780" y="5855673"/>
          <a:ext cx="2844983" cy="556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68200" imgH="228600" progId="Equation.DSMT4">
                  <p:embed/>
                </p:oleObj>
              </mc:Choice>
              <mc:Fallback>
                <p:oleObj name="Equation" r:id="rId14" imgW="1168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0780" y="5855673"/>
                        <a:ext cx="2844983" cy="556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755344"/>
              </p:ext>
            </p:extLst>
          </p:nvPr>
        </p:nvGraphicFramePr>
        <p:xfrm>
          <a:off x="4033838" y="5634038"/>
          <a:ext cx="26352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31560" imgH="406080" progId="Equation.DSMT4">
                  <p:embed/>
                </p:oleObj>
              </mc:Choice>
              <mc:Fallback>
                <p:oleObj name="Equation" r:id="rId16" imgW="1231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033838" y="5634038"/>
                        <a:ext cx="2635250" cy="869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887638"/>
              </p:ext>
            </p:extLst>
          </p:nvPr>
        </p:nvGraphicFramePr>
        <p:xfrm>
          <a:off x="6572250" y="5627688"/>
          <a:ext cx="127476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83920" imgH="406080" progId="Equation.DSMT4">
                  <p:embed/>
                </p:oleObj>
              </mc:Choice>
              <mc:Fallback>
                <p:oleObj name="Equation" r:id="rId18" imgW="583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72250" y="5627688"/>
                        <a:ext cx="1274763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3717315"/>
              </p:ext>
            </p:extLst>
          </p:nvPr>
        </p:nvGraphicFramePr>
        <p:xfrm>
          <a:off x="850780" y="2352029"/>
          <a:ext cx="69246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073320" imgH="228600" progId="Equation.DSMT4">
                  <p:embed/>
                </p:oleObj>
              </mc:Choice>
              <mc:Fallback>
                <p:oleObj name="Equation" r:id="rId20" imgW="3073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850780" y="2352029"/>
                        <a:ext cx="69246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 rot="18222899">
            <a:off x="9165938" y="1294989"/>
            <a:ext cx="2102877" cy="860160"/>
            <a:chOff x="9003776" y="3563491"/>
            <a:chExt cx="2102877" cy="860160"/>
          </a:xfrm>
        </p:grpSpPr>
        <p:grpSp>
          <p:nvGrpSpPr>
            <p:cNvPr id="26" name="组合 25"/>
            <p:cNvGrpSpPr/>
            <p:nvPr/>
          </p:nvGrpSpPr>
          <p:grpSpPr>
            <a:xfrm rot="1230726">
              <a:off x="9003776" y="3645470"/>
              <a:ext cx="1856350" cy="778181"/>
              <a:chOff x="6030989" y="1269807"/>
              <a:chExt cx="1831708" cy="94671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6030989" y="1269807"/>
                <a:ext cx="1831708" cy="945810"/>
                <a:chOff x="4706386" y="1579236"/>
                <a:chExt cx="1831708" cy="945810"/>
              </a:xfrm>
            </p:grpSpPr>
            <p:sp>
              <p:nvSpPr>
                <p:cNvPr id="34" name="椭圆 33"/>
                <p:cNvSpPr/>
                <p:nvPr/>
              </p:nvSpPr>
              <p:spPr>
                <a:xfrm rot="2238758">
                  <a:off x="4706386" y="1579236"/>
                  <a:ext cx="1686010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3" name="椭圆 32"/>
              <p:cNvSpPr/>
              <p:nvPr/>
            </p:nvSpPr>
            <p:spPr>
              <a:xfrm rot="2238758">
                <a:off x="6033173" y="1270714"/>
                <a:ext cx="1683577" cy="94580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1230726">
              <a:off x="9526277" y="3563491"/>
              <a:ext cx="1580376" cy="427414"/>
              <a:chOff x="6010615" y="1261325"/>
              <a:chExt cx="1852082" cy="945812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6010615" y="1261325"/>
                <a:ext cx="1852082" cy="945810"/>
                <a:chOff x="4686012" y="1570754"/>
                <a:chExt cx="1852082" cy="945810"/>
              </a:xfrm>
            </p:grpSpPr>
            <p:sp>
              <p:nvSpPr>
                <p:cNvPr id="30" name="椭圆 29"/>
                <p:cNvSpPr/>
                <p:nvPr/>
              </p:nvSpPr>
              <p:spPr>
                <a:xfrm rot="2238758">
                  <a:off x="4686012" y="1570754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9" name="椭圆 28"/>
              <p:cNvSpPr/>
              <p:nvPr/>
            </p:nvSpPr>
            <p:spPr>
              <a:xfrm rot="2238758">
                <a:off x="6010615" y="1261326"/>
                <a:ext cx="1708706" cy="9458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9134286" y="230105"/>
            <a:ext cx="2258986" cy="2638508"/>
            <a:chOff x="8856003" y="1115798"/>
            <a:chExt cx="2258986" cy="2638508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6788193"/>
                </p:ext>
              </p:extLst>
            </p:nvPr>
          </p:nvGraphicFramePr>
          <p:xfrm>
            <a:off x="10835589" y="2889036"/>
            <a:ext cx="279400" cy="309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39680" progId="Equation.DSMT4">
                    <p:embed/>
                  </p:oleObj>
                </mc:Choice>
                <mc:Fallback>
                  <p:oleObj name="Equation" r:id="rId22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835589" y="2889036"/>
                          <a:ext cx="279400" cy="309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" name="组合 16"/>
            <p:cNvGrpSpPr/>
            <p:nvPr/>
          </p:nvGrpSpPr>
          <p:grpSpPr>
            <a:xfrm>
              <a:off x="8856003" y="1115798"/>
              <a:ext cx="2172215" cy="2638508"/>
              <a:chOff x="8856003" y="1115798"/>
              <a:chExt cx="2172215" cy="2638508"/>
            </a:xfrm>
          </p:grpSpPr>
          <p:cxnSp>
            <p:nvCxnSpPr>
              <p:cNvPr id="18" name="直接箭头连接符 17"/>
              <p:cNvCxnSpPr/>
              <p:nvPr/>
            </p:nvCxnSpPr>
            <p:spPr>
              <a:xfrm>
                <a:off x="8856003" y="2780795"/>
                <a:ext cx="2172215" cy="8587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V="1">
                <a:off x="9835509" y="1514767"/>
                <a:ext cx="19691" cy="223953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flipH="1">
                <a:off x="9099634" y="2781863"/>
                <a:ext cx="757383" cy="72043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1" name="对象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5274344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64880" imgH="177480" progId="Equation.DSMT4">
                      <p:embed/>
                    </p:oleObj>
                  </mc:Choice>
                  <mc:Fallback>
                    <p:oleObj name="Equation" r:id="rId24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5969939"/>
                  </p:ext>
                </p:extLst>
              </p:nvPr>
            </p:nvGraphicFramePr>
            <p:xfrm>
              <a:off x="9062351" y="3452598"/>
              <a:ext cx="233782" cy="255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26720" imgH="139680" progId="Equation.DSMT4">
                      <p:embed/>
                    </p:oleObj>
                  </mc:Choice>
                  <mc:Fallback>
                    <p:oleObj name="Equation" r:id="rId26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9062351" y="3452598"/>
                            <a:ext cx="233782" cy="25538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3198056"/>
                  </p:ext>
                </p:extLst>
              </p:nvPr>
            </p:nvGraphicFramePr>
            <p:xfrm>
              <a:off x="9930714" y="1115798"/>
              <a:ext cx="325017" cy="2756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8" imgW="164880" imgH="139680" progId="Equation.DSMT4">
                      <p:embed/>
                    </p:oleObj>
                  </mc:Choice>
                  <mc:Fallback>
                    <p:oleObj name="Equation" r:id="rId28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9930714" y="1115798"/>
                            <a:ext cx="325017" cy="27564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" name="椭圆 23"/>
          <p:cNvSpPr/>
          <p:nvPr/>
        </p:nvSpPr>
        <p:spPr>
          <a:xfrm>
            <a:off x="9260708" y="987106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192871"/>
              </p:ext>
            </p:extLst>
          </p:nvPr>
        </p:nvGraphicFramePr>
        <p:xfrm>
          <a:off x="817443" y="418892"/>
          <a:ext cx="699135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213000" imgH="482400" progId="Equation.DSMT4">
                  <p:embed/>
                </p:oleObj>
              </mc:Choice>
              <mc:Fallback>
                <p:oleObj name="Equation" r:id="rId30" imgW="3213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17443" y="418892"/>
                        <a:ext cx="6991350" cy="1133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/>
        </p:nvSpPr>
        <p:spPr>
          <a:xfrm>
            <a:off x="7592634" y="231899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其中，</a:t>
            </a: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353484"/>
              </p:ext>
            </p:extLst>
          </p:nvPr>
        </p:nvGraphicFramePr>
        <p:xfrm>
          <a:off x="3802437" y="1002324"/>
          <a:ext cx="390525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536480" imgH="215640" progId="Equation.DSMT4">
                  <p:embed/>
                </p:oleObj>
              </mc:Choice>
              <mc:Fallback>
                <p:oleObj name="Equation" r:id="rId32" imgW="1536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802437" y="1002324"/>
                        <a:ext cx="3905250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188154"/>
              </p:ext>
            </p:extLst>
          </p:nvPr>
        </p:nvGraphicFramePr>
        <p:xfrm>
          <a:off x="736924" y="1370025"/>
          <a:ext cx="488632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917360" imgH="406080" progId="Equation.DSMT4">
                  <p:embed/>
                </p:oleObj>
              </mc:Choice>
              <mc:Fallback>
                <p:oleObj name="Equation" r:id="rId34" imgW="1917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36924" y="1370025"/>
                        <a:ext cx="4886325" cy="954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942497"/>
              </p:ext>
            </p:extLst>
          </p:nvPr>
        </p:nvGraphicFramePr>
        <p:xfrm>
          <a:off x="10289228" y="672946"/>
          <a:ext cx="410416" cy="444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77480" imgH="228600" progId="Equation.DSMT4">
                  <p:embed/>
                </p:oleObj>
              </mc:Choice>
              <mc:Fallback>
                <p:oleObj name="Equation" r:id="rId36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0289228" y="672946"/>
                        <a:ext cx="410416" cy="444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003662"/>
              </p:ext>
            </p:extLst>
          </p:nvPr>
        </p:nvGraphicFramePr>
        <p:xfrm>
          <a:off x="10582275" y="2433638"/>
          <a:ext cx="4397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90440" imgH="228600" progId="Equation.DSMT4">
                  <p:embed/>
                </p:oleObj>
              </mc:Choice>
              <mc:Fallback>
                <p:oleObj name="Equation" r:id="rId38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0582275" y="2433638"/>
                        <a:ext cx="439738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5414768"/>
              </p:ext>
            </p:extLst>
          </p:nvPr>
        </p:nvGraphicFramePr>
        <p:xfrm>
          <a:off x="10879644" y="1070431"/>
          <a:ext cx="826247" cy="734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457200" imgH="406080" progId="Equation.DSMT4">
                  <p:embed/>
                </p:oleObj>
              </mc:Choice>
              <mc:Fallback>
                <p:oleObj name="Equation" r:id="rId40" imgW="4572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0879644" y="1070431"/>
                        <a:ext cx="826247" cy="734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325965"/>
              </p:ext>
            </p:extLst>
          </p:nvPr>
        </p:nvGraphicFramePr>
        <p:xfrm>
          <a:off x="9296947" y="1975411"/>
          <a:ext cx="329306" cy="3579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39680" imgH="152280" progId="Equation.DSMT4">
                  <p:embed/>
                </p:oleObj>
              </mc:Choice>
              <mc:Fallback>
                <p:oleObj name="Equation" r:id="rId42" imgW="13968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9296947" y="1975411"/>
                        <a:ext cx="329306" cy="3579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693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5782" y="600364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62857"/>
              </p:ext>
            </p:extLst>
          </p:nvPr>
        </p:nvGraphicFramePr>
        <p:xfrm>
          <a:off x="1706375" y="638705"/>
          <a:ext cx="603726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360" imgH="215640" progId="Equation.DSMT4">
                  <p:embed/>
                </p:oleObj>
              </mc:Choice>
              <mc:Fallback>
                <p:oleObj name="Equation" r:id="rId3" imgW="2349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6375" y="638705"/>
                        <a:ext cx="6037263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428564"/>
              </p:ext>
            </p:extLst>
          </p:nvPr>
        </p:nvGraphicFramePr>
        <p:xfrm>
          <a:off x="1347788" y="1320800"/>
          <a:ext cx="7661275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504960" imgH="444240" progId="Equation.DSMT4">
                  <p:embed/>
                </p:oleObj>
              </mc:Choice>
              <mc:Fallback>
                <p:oleObj name="Equation" r:id="rId5" imgW="3504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47788" y="1320800"/>
                        <a:ext cx="7661275" cy="97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788318" y="63870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证明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03564" y="26416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003973"/>
              </p:ext>
            </p:extLst>
          </p:nvPr>
        </p:nvGraphicFramePr>
        <p:xfrm>
          <a:off x="1706375" y="2667385"/>
          <a:ext cx="2145189" cy="49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76240" imgH="203040" progId="Equation.DSMT4">
                  <p:embed/>
                </p:oleObj>
              </mc:Choice>
              <mc:Fallback>
                <p:oleObj name="Equation" r:id="rId7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06375" y="2667385"/>
                        <a:ext cx="2145189" cy="49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032685"/>
              </p:ext>
            </p:extLst>
          </p:nvPr>
        </p:nvGraphicFramePr>
        <p:xfrm>
          <a:off x="1545648" y="3283896"/>
          <a:ext cx="7032562" cy="1052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71800" imgH="444240" progId="Equation.DSMT4">
                  <p:embed/>
                </p:oleObj>
              </mc:Choice>
              <mc:Fallback>
                <p:oleObj name="Equation" r:id="rId9" imgW="2971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5648" y="3283896"/>
                        <a:ext cx="7032562" cy="10529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934690" y="264160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使得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188755"/>
              </p:ext>
            </p:extLst>
          </p:nvPr>
        </p:nvGraphicFramePr>
        <p:xfrm>
          <a:off x="1115579" y="4682836"/>
          <a:ext cx="75755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88960" imgH="228600" progId="Equation.DSMT4">
                  <p:embed/>
                </p:oleObj>
              </mc:Choice>
              <mc:Fallback>
                <p:oleObj name="Equation" r:id="rId11" imgW="3288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15579" y="4682836"/>
                        <a:ext cx="7575550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428582" y="542259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则有，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427828"/>
              </p:ext>
            </p:extLst>
          </p:nvPr>
        </p:nvGraphicFramePr>
        <p:xfrm>
          <a:off x="1115579" y="5306053"/>
          <a:ext cx="30988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5280" imgH="266400" progId="Equation.DSMT4">
                  <p:embed/>
                </p:oleObj>
              </mc:Choice>
              <mc:Fallback>
                <p:oleObj name="Equation" r:id="rId13" imgW="12952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15579" y="5306053"/>
                        <a:ext cx="3098800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321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468735"/>
              </p:ext>
            </p:extLst>
          </p:nvPr>
        </p:nvGraphicFramePr>
        <p:xfrm>
          <a:off x="1422796" y="458659"/>
          <a:ext cx="643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46240" imgH="419040" progId="Equation.DSMT4">
                  <p:embed/>
                </p:oleObj>
              </mc:Choice>
              <mc:Fallback>
                <p:oleObj name="Equation" r:id="rId2" imgW="29462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22796" y="458659"/>
                        <a:ext cx="6438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687871"/>
              </p:ext>
            </p:extLst>
          </p:nvPr>
        </p:nvGraphicFramePr>
        <p:xfrm>
          <a:off x="1853191" y="1422413"/>
          <a:ext cx="4718050" cy="110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507960" progId="Equation.DSMT4">
                  <p:embed/>
                </p:oleObj>
              </mc:Choice>
              <mc:Fallback>
                <p:oleObj name="Equation" r:id="rId4" imgW="215892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3191" y="1422413"/>
                        <a:ext cx="4718050" cy="1109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466682"/>
              </p:ext>
            </p:extLst>
          </p:nvPr>
        </p:nvGraphicFramePr>
        <p:xfrm>
          <a:off x="1853191" y="2447859"/>
          <a:ext cx="21637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90360" imgH="406080" progId="Equation.DSMT4">
                  <p:embed/>
                </p:oleObj>
              </mc:Choice>
              <mc:Fallback>
                <p:oleObj name="Equation" r:id="rId6" imgW="990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53191" y="2447859"/>
                        <a:ext cx="2163762" cy="88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231149"/>
              </p:ext>
            </p:extLst>
          </p:nvPr>
        </p:nvGraphicFramePr>
        <p:xfrm>
          <a:off x="4016953" y="2326379"/>
          <a:ext cx="42116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79560" imgH="444240" progId="Equation.DSMT4">
                  <p:embed/>
                </p:oleObj>
              </mc:Choice>
              <mc:Fallback>
                <p:oleObj name="Equation" r:id="rId8" imgW="18795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16953" y="2326379"/>
                        <a:ext cx="4211638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068307"/>
              </p:ext>
            </p:extLst>
          </p:nvPr>
        </p:nvGraphicFramePr>
        <p:xfrm>
          <a:off x="1853191" y="3416291"/>
          <a:ext cx="5839546" cy="1529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08080" imgH="761760" progId="Equation.DSMT4">
                  <p:embed/>
                </p:oleObj>
              </mc:Choice>
              <mc:Fallback>
                <p:oleObj name="Equation" r:id="rId10" imgW="290808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53191" y="3416291"/>
                        <a:ext cx="5839546" cy="1529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664216"/>
              </p:ext>
            </p:extLst>
          </p:nvPr>
        </p:nvGraphicFramePr>
        <p:xfrm>
          <a:off x="1853191" y="4934004"/>
          <a:ext cx="5065713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61960" imgH="583920" progId="Equation.DSMT4">
                  <p:embed/>
                </p:oleObj>
              </mc:Choice>
              <mc:Fallback>
                <p:oleObj name="Equation" r:id="rId12" imgW="236196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853191" y="4934004"/>
                        <a:ext cx="5065713" cy="1252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8627842"/>
              </p:ext>
            </p:extLst>
          </p:nvPr>
        </p:nvGraphicFramePr>
        <p:xfrm>
          <a:off x="6967538" y="5295900"/>
          <a:ext cx="386715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3240" imgH="330120" progId="Equation.DSMT4">
                  <p:embed/>
                </p:oleObj>
              </mc:Choice>
              <mc:Fallback>
                <p:oleObj name="Equation" r:id="rId14" imgW="18032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67538" y="5295900"/>
                        <a:ext cx="3867150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357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55782" y="600364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72677"/>
              </p:ext>
            </p:extLst>
          </p:nvPr>
        </p:nvGraphicFramePr>
        <p:xfrm>
          <a:off x="1464582" y="350683"/>
          <a:ext cx="8158163" cy="124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4840" imgH="482400" progId="Equation.DSMT4">
                  <p:embed/>
                </p:oleObj>
              </mc:Choice>
              <mc:Fallback>
                <p:oleObj name="Equation" r:id="rId3" imgW="31748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4582" y="350683"/>
                        <a:ext cx="8158163" cy="1241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927119"/>
              </p:ext>
            </p:extLst>
          </p:nvPr>
        </p:nvGraphicFramePr>
        <p:xfrm>
          <a:off x="2778967" y="1631035"/>
          <a:ext cx="36925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406080" progId="Equation.DSMT4">
                  <p:embed/>
                </p:oleObj>
              </mc:Choice>
              <mc:Fallback>
                <p:oleObj name="Equation" r:id="rId5" imgW="1688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78967" y="1631035"/>
                        <a:ext cx="3692525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45647" y="172393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计算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27651" y="256210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95452"/>
              </p:ext>
            </p:extLst>
          </p:nvPr>
        </p:nvGraphicFramePr>
        <p:xfrm>
          <a:off x="1076325" y="4416425"/>
          <a:ext cx="631190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6880" imgH="431640" progId="Equation.DSMT4">
                  <p:embed/>
                </p:oleObj>
              </mc:Choice>
              <mc:Fallback>
                <p:oleObj name="Equation" r:id="rId7" imgW="26668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76325" y="4416425"/>
                        <a:ext cx="6311900" cy="1022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52047"/>
              </p:ext>
            </p:extLst>
          </p:nvPr>
        </p:nvGraphicFramePr>
        <p:xfrm>
          <a:off x="1918676" y="2534899"/>
          <a:ext cx="3165475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47560" imgH="380880" progId="Equation.DSMT4">
                  <p:embed/>
                </p:oleObj>
              </mc:Choice>
              <mc:Fallback>
                <p:oleObj name="Equation" r:id="rId9" imgW="14475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8676" y="2534899"/>
                        <a:ext cx="3165475" cy="833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714403"/>
              </p:ext>
            </p:extLst>
          </p:nvPr>
        </p:nvGraphicFramePr>
        <p:xfrm>
          <a:off x="862124" y="3154216"/>
          <a:ext cx="90947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95400" imgH="228600" progId="Equation.DSMT4">
                  <p:embed/>
                </p:oleObj>
              </mc:Choice>
              <mc:Fallback>
                <p:oleObj name="Equation" r:id="rId11" imgW="3695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2124" y="3154216"/>
                        <a:ext cx="9094788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323864"/>
              </p:ext>
            </p:extLst>
          </p:nvPr>
        </p:nvGraphicFramePr>
        <p:xfrm>
          <a:off x="862124" y="3854525"/>
          <a:ext cx="2145189" cy="49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76240" imgH="203040" progId="Equation.DSMT4">
                  <p:embed/>
                </p:oleObj>
              </mc:Choice>
              <mc:Fallback>
                <p:oleObj name="Equation" r:id="rId13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62124" y="3854525"/>
                        <a:ext cx="2145189" cy="497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9170091" y="4596081"/>
            <a:ext cx="2120298" cy="849292"/>
            <a:chOff x="8986356" y="3563491"/>
            <a:chExt cx="2120298" cy="849292"/>
          </a:xfrm>
        </p:grpSpPr>
        <p:grpSp>
          <p:nvGrpSpPr>
            <p:cNvPr id="25" name="组合 24"/>
            <p:cNvGrpSpPr/>
            <p:nvPr/>
          </p:nvGrpSpPr>
          <p:grpSpPr>
            <a:xfrm rot="1230726">
              <a:off x="8986356" y="3635344"/>
              <a:ext cx="1876998" cy="777439"/>
              <a:chOff x="6010615" y="1261323"/>
              <a:chExt cx="1852082" cy="945812"/>
            </a:xfrm>
          </p:grpSpPr>
          <p:grpSp>
            <p:nvGrpSpPr>
              <p:cNvPr id="31" name="组合 30"/>
              <p:cNvGrpSpPr/>
              <p:nvPr/>
            </p:nvGrpSpPr>
            <p:grpSpPr>
              <a:xfrm>
                <a:off x="6010615" y="1261323"/>
                <a:ext cx="1852082" cy="945810"/>
                <a:chOff x="4686012" y="1570752"/>
                <a:chExt cx="1852082" cy="945810"/>
              </a:xfrm>
            </p:grpSpPr>
            <p:sp>
              <p:nvSpPr>
                <p:cNvPr id="33" name="椭圆 32"/>
                <p:cNvSpPr/>
                <p:nvPr/>
              </p:nvSpPr>
              <p:spPr>
                <a:xfrm rot="2238758">
                  <a:off x="4686012" y="1570752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2" name="椭圆 31"/>
              <p:cNvSpPr/>
              <p:nvPr/>
            </p:nvSpPr>
            <p:spPr>
              <a:xfrm rot="2238758">
                <a:off x="6010615" y="1261325"/>
                <a:ext cx="1708706" cy="94581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 rot="1230726">
              <a:off x="9526277" y="3563491"/>
              <a:ext cx="1580377" cy="427414"/>
              <a:chOff x="6010614" y="1261323"/>
              <a:chExt cx="1852083" cy="945812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6010614" y="1261323"/>
                <a:ext cx="1852083" cy="945810"/>
                <a:chOff x="4686011" y="1570752"/>
                <a:chExt cx="1852083" cy="945810"/>
              </a:xfrm>
            </p:grpSpPr>
            <p:sp>
              <p:nvSpPr>
                <p:cNvPr id="29" name="椭圆 28"/>
                <p:cNvSpPr/>
                <p:nvPr/>
              </p:nvSpPr>
              <p:spPr>
                <a:xfrm rot="2238758">
                  <a:off x="4686011" y="1570752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2276268">
                  <a:off x="4834366" y="1593970"/>
                  <a:ext cx="1703728" cy="521689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8" name="椭圆 27"/>
              <p:cNvSpPr/>
              <p:nvPr/>
            </p:nvSpPr>
            <p:spPr>
              <a:xfrm rot="2238758">
                <a:off x="6010615" y="1261324"/>
                <a:ext cx="1708706" cy="9458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3" name="椭圆 22"/>
          <p:cNvSpPr/>
          <p:nvPr/>
        </p:nvSpPr>
        <p:spPr>
          <a:xfrm>
            <a:off x="9182898" y="4151292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8961120" y="3681116"/>
            <a:ext cx="2334185" cy="2572725"/>
            <a:chOff x="8795634" y="1442856"/>
            <a:chExt cx="2334185" cy="2572725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2468659"/>
                </p:ext>
              </p:extLst>
            </p:nvPr>
          </p:nvGraphicFramePr>
          <p:xfrm>
            <a:off x="10821844" y="2862429"/>
            <a:ext cx="307975" cy="364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39680" imgH="164880" progId="Equation.DSMT4">
                    <p:embed/>
                  </p:oleObj>
                </mc:Choice>
                <mc:Fallback>
                  <p:oleObj name="Equation" r:id="rId15" imgW="1396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821844" y="2862429"/>
                          <a:ext cx="307975" cy="36470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6" name="组合 15"/>
            <p:cNvGrpSpPr/>
            <p:nvPr/>
          </p:nvGrpSpPr>
          <p:grpSpPr>
            <a:xfrm>
              <a:off x="8795634" y="1442856"/>
              <a:ext cx="2232584" cy="2572725"/>
              <a:chOff x="8795634" y="1442856"/>
              <a:chExt cx="2232584" cy="2572725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 flipV="1">
                <a:off x="8795634" y="2789382"/>
                <a:ext cx="2232584" cy="4794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 flipV="1">
                <a:off x="9847541" y="1514766"/>
                <a:ext cx="7659" cy="250081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H="1">
                <a:off x="9090158" y="2809413"/>
                <a:ext cx="757383" cy="72043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20" name="对象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8467005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64880" imgH="177480" progId="Equation.DSMT4">
                      <p:embed/>
                    </p:oleObj>
                  </mc:Choice>
                  <mc:Fallback>
                    <p:oleObj name="Equation" r:id="rId17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对象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9099953"/>
                  </p:ext>
                </p:extLst>
              </p:nvPr>
            </p:nvGraphicFramePr>
            <p:xfrm>
              <a:off x="9048036" y="3452342"/>
              <a:ext cx="321238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139680" imgH="139680" progId="Equation.DSMT4">
                      <p:embed/>
                    </p:oleObj>
                  </mc:Choice>
                  <mc:Fallback>
                    <p:oleObj name="Equation" r:id="rId19" imgW="1396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9048036" y="3452342"/>
                            <a:ext cx="321238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对象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56396976"/>
                  </p:ext>
                </p:extLst>
              </p:nvPr>
            </p:nvGraphicFramePr>
            <p:xfrm>
              <a:off x="9457259" y="1442856"/>
              <a:ext cx="260350" cy="3191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1" imgW="114120" imgH="139680" progId="Equation.DSMT4">
                      <p:embed/>
                    </p:oleObj>
                  </mc:Choice>
                  <mc:Fallback>
                    <p:oleObj name="Equation" r:id="rId21" imgW="1141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9457259" y="1442856"/>
                            <a:ext cx="260350" cy="3191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cxnSp>
        <p:nvCxnSpPr>
          <p:cNvPr id="35" name="直接箭头连接符 34"/>
          <p:cNvCxnSpPr/>
          <p:nvPr/>
        </p:nvCxnSpPr>
        <p:spPr>
          <a:xfrm flipV="1">
            <a:off x="10400237" y="4029940"/>
            <a:ext cx="1165358" cy="77375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7133419"/>
              </p:ext>
            </p:extLst>
          </p:nvPr>
        </p:nvGraphicFramePr>
        <p:xfrm>
          <a:off x="7701050" y="5200527"/>
          <a:ext cx="17557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02960" imgH="228600" progId="Equation.DSMT4">
                  <p:embed/>
                </p:oleObj>
              </mc:Choice>
              <mc:Fallback>
                <p:oleObj name="Equation" r:id="rId23" imgW="1002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701050" y="5200527"/>
                        <a:ext cx="1755775" cy="398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620867"/>
              </p:ext>
            </p:extLst>
          </p:nvPr>
        </p:nvGraphicFramePr>
        <p:xfrm>
          <a:off x="10282828" y="3416004"/>
          <a:ext cx="14001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99920" imgH="190440" progId="Equation.DSMT4">
                  <p:embed/>
                </p:oleObj>
              </mc:Choice>
              <mc:Fallback>
                <p:oleObj name="Equation" r:id="rId25" imgW="7999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0282828" y="3416004"/>
                        <a:ext cx="1400175" cy="331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890243"/>
              </p:ext>
            </p:extLst>
          </p:nvPr>
        </p:nvGraphicFramePr>
        <p:xfrm>
          <a:off x="10302875" y="5913438"/>
          <a:ext cx="142240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812520" imgH="203040" progId="Equation.DSMT4">
                  <p:embed/>
                </p:oleObj>
              </mc:Choice>
              <mc:Fallback>
                <p:oleObj name="Equation" r:id="rId27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302875" y="5913438"/>
                        <a:ext cx="1422400" cy="354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735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336496"/>
              </p:ext>
            </p:extLst>
          </p:nvPr>
        </p:nvGraphicFramePr>
        <p:xfrm>
          <a:off x="884109" y="615280"/>
          <a:ext cx="757555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88960" imgH="228600" progId="Equation.DSMT4">
                  <p:embed/>
                </p:oleObj>
              </mc:Choice>
              <mc:Fallback>
                <p:oleObj name="Equation" r:id="rId2" imgW="3288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84109" y="615280"/>
                        <a:ext cx="7575550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804332"/>
              </p:ext>
            </p:extLst>
          </p:nvPr>
        </p:nvGraphicFramePr>
        <p:xfrm>
          <a:off x="1468438" y="1030288"/>
          <a:ext cx="57626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01640" imgH="431640" progId="Equation.DSMT4">
                  <p:embed/>
                </p:oleObj>
              </mc:Choice>
              <mc:Fallback>
                <p:oleObj name="Equation" r:id="rId4" imgW="2501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68438" y="1030288"/>
                        <a:ext cx="57626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/>
          <p:cNvGrpSpPr/>
          <p:nvPr/>
        </p:nvGrpSpPr>
        <p:grpSpPr>
          <a:xfrm rot="18222899">
            <a:off x="9107275" y="1697487"/>
            <a:ext cx="2102877" cy="860160"/>
            <a:chOff x="9003776" y="3563491"/>
            <a:chExt cx="2102877" cy="860160"/>
          </a:xfrm>
        </p:grpSpPr>
        <p:grpSp>
          <p:nvGrpSpPr>
            <p:cNvPr id="17" name="组合 16"/>
            <p:cNvGrpSpPr/>
            <p:nvPr/>
          </p:nvGrpSpPr>
          <p:grpSpPr>
            <a:xfrm rot="1230726">
              <a:off x="9003776" y="3645470"/>
              <a:ext cx="1856350" cy="778181"/>
              <a:chOff x="6030989" y="1269807"/>
              <a:chExt cx="1831708" cy="946716"/>
            </a:xfrm>
          </p:grpSpPr>
          <p:grpSp>
            <p:nvGrpSpPr>
              <p:cNvPr id="23" name="组合 22"/>
              <p:cNvGrpSpPr/>
              <p:nvPr/>
            </p:nvGrpSpPr>
            <p:grpSpPr>
              <a:xfrm>
                <a:off x="6030989" y="1269807"/>
                <a:ext cx="1831708" cy="945810"/>
                <a:chOff x="4706386" y="1579236"/>
                <a:chExt cx="1831708" cy="945810"/>
              </a:xfrm>
            </p:grpSpPr>
            <p:sp>
              <p:nvSpPr>
                <p:cNvPr id="25" name="椭圆 24"/>
                <p:cNvSpPr/>
                <p:nvPr/>
              </p:nvSpPr>
              <p:spPr>
                <a:xfrm rot="2238758">
                  <a:off x="4706386" y="1579236"/>
                  <a:ext cx="1686010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4" name="椭圆 23"/>
              <p:cNvSpPr/>
              <p:nvPr/>
            </p:nvSpPr>
            <p:spPr>
              <a:xfrm rot="2238758">
                <a:off x="6033173" y="1270714"/>
                <a:ext cx="1683577" cy="945809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230726">
              <a:off x="9526277" y="3563491"/>
              <a:ext cx="1580376" cy="427414"/>
              <a:chOff x="6010615" y="1261325"/>
              <a:chExt cx="1852082" cy="945812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6010615" y="1261325"/>
                <a:ext cx="1852082" cy="945810"/>
                <a:chOff x="4686012" y="1570754"/>
                <a:chExt cx="1852082" cy="945810"/>
              </a:xfrm>
            </p:grpSpPr>
            <p:sp>
              <p:nvSpPr>
                <p:cNvPr id="21" name="椭圆 20"/>
                <p:cNvSpPr/>
                <p:nvPr/>
              </p:nvSpPr>
              <p:spPr>
                <a:xfrm rot="2238758">
                  <a:off x="4686012" y="1570754"/>
                  <a:ext cx="1708706" cy="94581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rot="2276268">
                  <a:off x="4834366" y="1593971"/>
                  <a:ext cx="1703728" cy="521688"/>
                </a:xfrm>
                <a:prstGeom prst="rect">
                  <a:avLst/>
                </a:prstGeom>
                <a:pattFill prst="pct25">
                  <a:fgClr>
                    <a:schemeClr val="bg1"/>
                  </a:fgClr>
                  <a:bgClr>
                    <a:schemeClr val="accent2">
                      <a:lumMod val="20000"/>
                      <a:lumOff val="80000"/>
                    </a:schemeClr>
                  </a:bgClr>
                </a:patt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0" name="椭圆 19"/>
              <p:cNvSpPr/>
              <p:nvPr/>
            </p:nvSpPr>
            <p:spPr>
              <a:xfrm rot="2238758">
                <a:off x="6010615" y="1261326"/>
                <a:ext cx="1708706" cy="945811"/>
              </a:xfrm>
              <a:prstGeom prst="ellipse">
                <a:avLst/>
              </a:prstGeom>
              <a:solidFill>
                <a:srgbClr val="00FF00">
                  <a:alpha val="50000"/>
                </a:srgb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7" name="椭圆 26"/>
          <p:cNvSpPr/>
          <p:nvPr/>
        </p:nvSpPr>
        <p:spPr>
          <a:xfrm>
            <a:off x="9193132" y="1396859"/>
            <a:ext cx="1717964" cy="1766836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072608" y="615280"/>
            <a:ext cx="2258986" cy="2638508"/>
            <a:chOff x="8856003" y="1115798"/>
            <a:chExt cx="2258986" cy="2638508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2455721"/>
                </p:ext>
              </p:extLst>
            </p:nvPr>
          </p:nvGraphicFramePr>
          <p:xfrm>
            <a:off x="10835589" y="2889036"/>
            <a:ext cx="279400" cy="309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DSMT4">
                    <p:embed/>
                  </p:oleObj>
                </mc:Choice>
                <mc:Fallback>
                  <p:oleObj name="Equation" r:id="rId6" imgW="1267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0835589" y="2889036"/>
                          <a:ext cx="279400" cy="309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组合 8"/>
            <p:cNvGrpSpPr/>
            <p:nvPr/>
          </p:nvGrpSpPr>
          <p:grpSpPr>
            <a:xfrm>
              <a:off x="8856003" y="1115798"/>
              <a:ext cx="2172215" cy="2638508"/>
              <a:chOff x="8856003" y="1115798"/>
              <a:chExt cx="2172215" cy="2638508"/>
            </a:xfrm>
          </p:grpSpPr>
          <p:cxnSp>
            <p:nvCxnSpPr>
              <p:cNvPr id="10" name="直接箭头连接符 9"/>
              <p:cNvCxnSpPr/>
              <p:nvPr/>
            </p:nvCxnSpPr>
            <p:spPr>
              <a:xfrm>
                <a:off x="8856003" y="2780795"/>
                <a:ext cx="2172215" cy="8587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/>
              <p:cNvCxnSpPr/>
              <p:nvPr/>
            </p:nvCxnSpPr>
            <p:spPr>
              <a:xfrm flipV="1">
                <a:off x="9835509" y="1514767"/>
                <a:ext cx="19691" cy="223953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 flipH="1">
                <a:off x="9099634" y="2781863"/>
                <a:ext cx="757383" cy="72043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95069823"/>
                  </p:ext>
                </p:extLst>
              </p:nvPr>
            </p:nvGraphicFramePr>
            <p:xfrm>
              <a:off x="9869216" y="2832907"/>
              <a:ext cx="285750" cy="3077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64880" imgH="177480" progId="Equation.DSMT4">
                      <p:embed/>
                    </p:oleObj>
                  </mc:Choice>
                  <mc:Fallback>
                    <p:oleObj name="Equation" r:id="rId8" imgW="1648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869216" y="2832907"/>
                            <a:ext cx="285750" cy="30773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对象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2776902"/>
                  </p:ext>
                </p:extLst>
              </p:nvPr>
            </p:nvGraphicFramePr>
            <p:xfrm>
              <a:off x="9062351" y="3452598"/>
              <a:ext cx="233782" cy="255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26720" imgH="139680" progId="Equation.DSMT4">
                      <p:embed/>
                    </p:oleObj>
                  </mc:Choice>
                  <mc:Fallback>
                    <p:oleObj name="Equation" r:id="rId10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9062351" y="3452598"/>
                            <a:ext cx="233782" cy="25538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3338182"/>
                  </p:ext>
                </p:extLst>
              </p:nvPr>
            </p:nvGraphicFramePr>
            <p:xfrm>
              <a:off x="9930714" y="1115798"/>
              <a:ext cx="325017" cy="2756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164880" imgH="139680" progId="Equation.DSMT4">
                      <p:embed/>
                    </p:oleObj>
                  </mc:Choice>
                  <mc:Fallback>
                    <p:oleObj name="Equation" r:id="rId12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9930714" y="1115798"/>
                            <a:ext cx="325017" cy="27564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89958"/>
              </p:ext>
            </p:extLst>
          </p:nvPr>
        </p:nvGraphicFramePr>
        <p:xfrm>
          <a:off x="10747663" y="1302401"/>
          <a:ext cx="9493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33160" imgH="431640" progId="Equation.DSMT4">
                  <p:embed/>
                </p:oleObj>
              </mc:Choice>
              <mc:Fallback>
                <p:oleObj name="Equation" r:id="rId14" imgW="533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747663" y="1302401"/>
                        <a:ext cx="94932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349421"/>
              </p:ext>
            </p:extLst>
          </p:nvPr>
        </p:nvGraphicFramePr>
        <p:xfrm>
          <a:off x="10158715" y="3133959"/>
          <a:ext cx="17780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15920" imgH="203040" progId="Equation.DSMT4">
                  <p:embed/>
                </p:oleObj>
              </mc:Choice>
              <mc:Fallback>
                <p:oleObj name="Equation" r:id="rId16" imgW="10159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0158715" y="3133959"/>
                        <a:ext cx="1778000" cy="354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050441"/>
              </p:ext>
            </p:extLst>
          </p:nvPr>
        </p:nvGraphicFramePr>
        <p:xfrm>
          <a:off x="778580" y="1972369"/>
          <a:ext cx="4140473" cy="542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841400" imgH="241200" progId="Equation.DSMT4">
                  <p:embed/>
                </p:oleObj>
              </mc:Choice>
              <mc:Fallback>
                <p:oleObj name="Equation" r:id="rId18" imgW="1841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8580" y="1972369"/>
                        <a:ext cx="4140473" cy="542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691381"/>
              </p:ext>
            </p:extLst>
          </p:nvPr>
        </p:nvGraphicFramePr>
        <p:xfrm>
          <a:off x="4905481" y="2016883"/>
          <a:ext cx="3810878" cy="472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38000" imgH="203040" progId="Equation.DSMT4">
                  <p:embed/>
                </p:oleObj>
              </mc:Choice>
              <mc:Fallback>
                <p:oleObj name="Equation" r:id="rId20" imgW="1638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905481" y="2016883"/>
                        <a:ext cx="3810878" cy="4726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143348"/>
              </p:ext>
            </p:extLst>
          </p:nvPr>
        </p:nvGraphicFramePr>
        <p:xfrm>
          <a:off x="1476123" y="2600930"/>
          <a:ext cx="2817787" cy="493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31560" imgH="215640" progId="Equation.DSMT4">
                  <p:embed/>
                </p:oleObj>
              </mc:Choice>
              <mc:Fallback>
                <p:oleObj name="Equation" r:id="rId22" imgW="12315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476123" y="2600930"/>
                        <a:ext cx="2817787" cy="493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91461"/>
              </p:ext>
            </p:extLst>
          </p:nvPr>
        </p:nvGraphicFramePr>
        <p:xfrm>
          <a:off x="710749" y="3160895"/>
          <a:ext cx="336867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98320" imgH="241200" progId="Equation.DSMT4">
                  <p:embed/>
                </p:oleObj>
              </mc:Choice>
              <mc:Fallback>
                <p:oleObj name="Equation" r:id="rId24" imgW="149832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10749" y="3160895"/>
                        <a:ext cx="3368675" cy="54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487031"/>
              </p:ext>
            </p:extLst>
          </p:nvPr>
        </p:nvGraphicFramePr>
        <p:xfrm>
          <a:off x="4146831" y="2948172"/>
          <a:ext cx="3380381" cy="999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60160" imgH="431640" progId="Equation.DSMT4">
                  <p:embed/>
                </p:oleObj>
              </mc:Choice>
              <mc:Fallback>
                <p:oleObj name="Equation" r:id="rId26" imgW="1460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146831" y="2948172"/>
                        <a:ext cx="3380381" cy="9994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058102"/>
              </p:ext>
            </p:extLst>
          </p:nvPr>
        </p:nvGraphicFramePr>
        <p:xfrm>
          <a:off x="1756634" y="3749298"/>
          <a:ext cx="4855087" cy="94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158920" imgH="419040" progId="Equation.DSMT4">
                  <p:embed/>
                </p:oleObj>
              </mc:Choice>
              <mc:Fallback>
                <p:oleObj name="Equation" r:id="rId28" imgW="2158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756634" y="3749298"/>
                        <a:ext cx="4855087" cy="9424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710749" y="4376711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所以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75997"/>
              </p:ext>
            </p:extLst>
          </p:nvPr>
        </p:nvGraphicFramePr>
        <p:xfrm>
          <a:off x="1653971" y="4495806"/>
          <a:ext cx="4748204" cy="115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981080" imgH="482400" progId="Equation.DSMT4">
                  <p:embed/>
                </p:oleObj>
              </mc:Choice>
              <mc:Fallback>
                <p:oleObj name="Equation" r:id="rId30" imgW="198108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653971" y="4495806"/>
                        <a:ext cx="4748204" cy="115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84178"/>
              </p:ext>
            </p:extLst>
          </p:nvPr>
        </p:nvGraphicFramePr>
        <p:xfrm>
          <a:off x="6272176" y="4495806"/>
          <a:ext cx="3824372" cy="989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815840" imgH="469800" progId="Equation.DSMT4">
                  <p:embed/>
                </p:oleObj>
              </mc:Choice>
              <mc:Fallback>
                <p:oleObj name="Equation" r:id="rId32" imgW="181584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6272176" y="4495806"/>
                        <a:ext cx="3824372" cy="9895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70642"/>
              </p:ext>
            </p:extLst>
          </p:nvPr>
        </p:nvGraphicFramePr>
        <p:xfrm>
          <a:off x="2395086" y="5485329"/>
          <a:ext cx="1970538" cy="10947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914400" imgH="507960" progId="Equation.DSMT4">
                  <p:embed/>
                </p:oleObj>
              </mc:Choice>
              <mc:Fallback>
                <p:oleObj name="Equation" r:id="rId34" imgW="9144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395086" y="5485329"/>
                        <a:ext cx="1970538" cy="10947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9697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4766</TotalTime>
  <Words>130</Words>
  <Application>Microsoft Office PowerPoint</Application>
  <PresentationFormat>宽屏</PresentationFormat>
  <Paragraphs>54</Paragraphs>
  <Slides>21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主题</vt:lpstr>
      <vt:lpstr>Equation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164</cp:revision>
  <dcterms:created xsi:type="dcterms:W3CDTF">2020-03-05T04:02:03Z</dcterms:created>
  <dcterms:modified xsi:type="dcterms:W3CDTF">2024-05-16T12:03:43Z</dcterms:modified>
</cp:coreProperties>
</file>