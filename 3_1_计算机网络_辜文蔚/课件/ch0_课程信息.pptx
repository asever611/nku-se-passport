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9" r:id="rId2"/>
    <p:sldId id="267" r:id="rId3"/>
    <p:sldId id="271" r:id="rId4"/>
    <p:sldId id="260" r:id="rId5"/>
    <p:sldId id="273" r:id="rId6"/>
    <p:sldId id="261" r:id="rId7"/>
    <p:sldId id="265" r:id="rId8"/>
    <p:sldId id="258" r:id="rId9"/>
    <p:sldId id="264" r:id="rId10"/>
    <p:sldId id="266" r:id="rId1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38"/>
    <p:restoredTop sz="67300" autoAdjust="0"/>
  </p:normalViewPr>
  <p:slideViewPr>
    <p:cSldViewPr snapToGrid="0" snapToObjects="1">
      <p:cViewPr varScale="1">
        <p:scale>
          <a:sx n="57" d="100"/>
          <a:sy n="57" d="100"/>
        </p:scale>
        <p:origin x="14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hyperlink" Target="mailto:wwgu@nankai.edu.cn" TargetMode="External"/><Relationship Id="rId2" Type="http://schemas.openxmlformats.org/officeDocument/2006/relationships/hyperlink" Target="mailto:2213023@mail.nankai.edu.cn" TargetMode="External"/><Relationship Id="rId1" Type="http://schemas.openxmlformats.org/officeDocument/2006/relationships/hyperlink" Target="mailto:2213900@mail.nankai.edu.cn" TargetMode="Externa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mailto:2213023@mail.nankai.edu.cn" TargetMode="External"/><Relationship Id="rId2" Type="http://schemas.openxmlformats.org/officeDocument/2006/relationships/hyperlink" Target="mailto:2213900@mail.nankai.edu.cn" TargetMode="External"/><Relationship Id="rId1" Type="http://schemas.openxmlformats.org/officeDocument/2006/relationships/hyperlink" Target="mailto:wwgu@nankai.edu.cn" TargetMode="External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1479E2-E41C-AB41-8647-627B4A3BFE1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85D388-87E0-7C45-8F57-18E631B508AF}">
      <dgm:prSet/>
      <dgm:spPr/>
      <dgm:t>
        <a:bodyPr/>
        <a:lstStyle/>
        <a:p>
          <a:r>
            <a:rPr lang="zh-CN" b="0" i="0" dirty="0">
              <a:latin typeface="DengXian" panose="02010600030101010101" pitchFamily="2" charset="-122"/>
              <a:ea typeface="DengXian" panose="02010600030101010101" pitchFamily="2" charset="-122"/>
            </a:rPr>
            <a:t>课程网站：</a:t>
          </a:r>
          <a:r>
            <a:rPr lang="en-US" b="0" i="0" dirty="0">
              <a:latin typeface="DengXian" panose="02010600030101010101" pitchFamily="2" charset="-122"/>
              <a:ea typeface="DengXian" panose="02010600030101010101" pitchFamily="2" charset="-122"/>
            </a:rPr>
            <a:t>http://nkcs.iops.ai/courses/computernetworks/</a:t>
          </a:r>
          <a:endParaRPr lang="en-CN" dirty="0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9B2F1089-91EE-1445-892E-4BCBFF374434}" type="parTrans" cxnId="{8A2CC605-4A86-D743-9A31-D959C63D540C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6B5A8BE7-A012-754E-8F88-83D220761089}" type="sibTrans" cxnId="{8A2CC605-4A86-D743-9A31-D959C63D540C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63D3F6BE-8F62-5248-968C-73EF55EE6D5C}">
      <dgm:prSet/>
      <dgm:spPr/>
      <dgm:t>
        <a:bodyPr/>
        <a:lstStyle/>
        <a:p>
          <a:r>
            <a:rPr lang="zh-CN" b="0" i="0">
              <a:latin typeface="DengXian" panose="02010600030101010101" pitchFamily="2" charset="-122"/>
              <a:ea typeface="DengXian" panose="02010600030101010101" pitchFamily="2" charset="-122"/>
            </a:rPr>
            <a:t>名称：计算机网络</a:t>
          </a:r>
          <a:endParaRPr lang="en-CN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9F5EA7EE-B771-494B-990D-367A6865EDEB}" type="parTrans" cxnId="{CA608605-0169-FF4B-BAAD-54261132D0EC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2ABBD0FA-EA14-5047-BE2C-E8247AE9B857}" type="sibTrans" cxnId="{CA608605-0169-FF4B-BAAD-54261132D0EC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59EA13D7-2EAE-2A40-9658-927C2ABFACA1}">
      <dgm:prSet/>
      <dgm:spPr/>
      <dgm:t>
        <a:bodyPr/>
        <a:lstStyle/>
        <a:p>
          <a:r>
            <a:rPr lang="zh-CN" b="0" i="0">
              <a:latin typeface="DengXian" panose="02010600030101010101" pitchFamily="2" charset="-122"/>
              <a:ea typeface="DengXian" panose="02010600030101010101" pitchFamily="2" charset="-122"/>
            </a:rPr>
            <a:t>授课教师</a:t>
          </a:r>
          <a:endParaRPr lang="en-CN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E94C0F30-4896-9349-A841-0363BBB7CC9C}" type="parTrans" cxnId="{A68A5D05-8407-9A49-911C-506513A38F33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67DC867C-6208-E54A-8A4D-A4DF8B4ABE8B}" type="sibTrans" cxnId="{A68A5D05-8407-9A49-911C-506513A38F33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2EAA1309-E105-CB45-9B72-0C4032F0D43E}">
      <dgm:prSet/>
      <dgm:spPr/>
      <dgm:t>
        <a:bodyPr/>
        <a:lstStyle/>
        <a:p>
          <a:r>
            <a:rPr lang="zh-CN" altLang="en-US" b="0" i="0" dirty="0">
              <a:latin typeface="DengXian" panose="02010600030101010101" pitchFamily="2" charset="-122"/>
              <a:ea typeface="DengXian" panose="02010600030101010101" pitchFamily="2" charset="-122"/>
            </a:rPr>
            <a:t>辜文蔚</a:t>
          </a:r>
          <a:r>
            <a:rPr lang="zh-CN" b="0" i="0" dirty="0">
              <a:latin typeface="DengXian" panose="02010600030101010101" pitchFamily="2" charset="-122"/>
              <a:ea typeface="DengXian" panose="02010600030101010101" pitchFamily="2" charset="-122"/>
            </a:rPr>
            <a:t>，软件学院</a:t>
          </a:r>
          <a:r>
            <a:rPr lang="zh-CN" altLang="en-US" b="0" i="0" dirty="0">
              <a:latin typeface="DengXian" panose="02010600030101010101" pitchFamily="2" charset="-122"/>
              <a:ea typeface="DengXian" panose="02010600030101010101" pitchFamily="2" charset="-122"/>
            </a:rPr>
            <a:t>讲师</a:t>
          </a:r>
          <a:endParaRPr lang="en-CN" dirty="0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D62BDC83-7344-714B-953C-C075F6FA2807}" type="parTrans" cxnId="{B5D7A3B4-14CA-9848-A34B-134421648C24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3481CCB4-51F6-C04A-AE33-D519A43DCBFC}" type="sibTrans" cxnId="{B5D7A3B4-14CA-9848-A34B-134421648C24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7932F73E-7DEA-5E4D-B74A-DD4C999CAD53}">
      <dgm:prSet/>
      <dgm:spPr/>
      <dgm:t>
        <a:bodyPr/>
        <a:lstStyle/>
        <a:p>
          <a:r>
            <a:rPr lang="zh-CN" b="0" i="0" dirty="0">
              <a:latin typeface="DengXian" panose="02010600030101010101" pitchFamily="2" charset="-122"/>
              <a:ea typeface="DengXian" panose="02010600030101010101" pitchFamily="2" charset="-122"/>
            </a:rPr>
            <a:t>助教</a:t>
          </a:r>
          <a:endParaRPr lang="en-CN" dirty="0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7A077F3D-07C8-B847-AAF5-C061D28FBA75}" type="parTrans" cxnId="{88E0BD49-B58E-9647-BCE4-BE56A9D639A1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C4ADF462-530A-C640-AD10-854FC945AAE7}" type="sibTrans" cxnId="{88E0BD49-B58E-9647-BCE4-BE56A9D639A1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26F357AA-8BA3-9344-8A61-96D609E680A2}">
      <dgm:prSet/>
      <dgm:spPr/>
      <dgm:t>
        <a:bodyPr/>
        <a:lstStyle/>
        <a:p>
          <a:r>
            <a:rPr lang="zh-CN" altLang="en-US" dirty="0"/>
            <a:t>黄泽舜</a:t>
          </a:r>
          <a:r>
            <a:rPr lang="zh-CN" altLang="en-US" b="0" i="0" dirty="0">
              <a:latin typeface="DengXian" panose="02010600030101010101" pitchFamily="2" charset="-122"/>
              <a:ea typeface="DengXian" panose="02010600030101010101" pitchFamily="2" charset="-122"/>
            </a:rPr>
            <a:t>，</a:t>
          </a:r>
          <a:r>
            <a:rPr lang="en-US" altLang="en-US" b="0" i="0" dirty="0">
              <a:latin typeface="DengXian" panose="02010600030101010101" pitchFamily="2" charset="-122"/>
              <a:ea typeface="DengXian" panose="02010600030101010101" pitchFamily="2" charset="-122"/>
              <a:hlinkClick xmlns:r="http://schemas.openxmlformats.org/officeDocument/2006/relationships" r:id="rId1"/>
            </a:rPr>
            <a:t>2213900@mail.nankai.edu.cn</a:t>
          </a:r>
          <a:endParaRPr lang="en-CN" dirty="0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997907E1-95B0-3641-9326-B1DB143AA176}" type="parTrans" cxnId="{379284D2-6CBD-2A42-8E23-267A4C3F4F73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1091E0ED-A192-D54B-AEFF-99D17316BCB9}" type="sibTrans" cxnId="{379284D2-6CBD-2A42-8E23-267A4C3F4F73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E0F29D4D-3701-964E-A733-32BD526757BD}">
      <dgm:prSet/>
      <dgm:spPr/>
      <dgm:t>
        <a:bodyPr/>
        <a:lstStyle/>
        <a:p>
          <a:r>
            <a:rPr lang="zh-CN" altLang="en-US" b="0" i="0" dirty="0">
              <a:latin typeface="DengXian" panose="02010600030101010101" pitchFamily="2" charset="-122"/>
              <a:ea typeface="DengXian" panose="02010600030101010101" pitchFamily="2" charset="-122"/>
            </a:rPr>
            <a:t>左一珉，</a:t>
          </a:r>
          <a:r>
            <a:rPr lang="en-US" altLang="en-US" b="0" i="0" dirty="0">
              <a:latin typeface="DengXian" panose="02010600030101010101" pitchFamily="2" charset="-122"/>
              <a:ea typeface="DengXian" panose="02010600030101010101" pitchFamily="2" charset="-122"/>
              <a:hlinkClick xmlns:r="http://schemas.openxmlformats.org/officeDocument/2006/relationships" r:id="rId2"/>
            </a:rPr>
            <a:t>2213023@mail.nankai.edu.cn</a:t>
          </a:r>
          <a:endParaRPr lang="en-CN" dirty="0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D5C938CA-3EED-F646-B4CF-C832A9B7553A}" type="parTrans" cxnId="{BBD07C6F-B1FF-9C49-B79A-AA0E64176703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9B347BA4-4A4D-C943-91AA-0F08C5F0706E}" type="sibTrans" cxnId="{BBD07C6F-B1FF-9C49-B79A-AA0E64176703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D03BA5D4-D165-B548-BDEF-5AFA129624F9}">
      <dgm:prSet/>
      <dgm:spPr/>
      <dgm:t>
        <a:bodyPr/>
        <a:lstStyle/>
        <a:p>
          <a:r>
            <a:rPr lang="en-US" altLang="zh-CN" dirty="0">
              <a:latin typeface="DengXian" panose="02010600030101010101" pitchFamily="2" charset="-122"/>
              <a:ea typeface="DengXian" panose="02010600030101010101" pitchFamily="2" charset="-122"/>
              <a:hlinkClick xmlns:r="http://schemas.openxmlformats.org/officeDocument/2006/relationships" r:id="rId3"/>
            </a:rPr>
            <a:t>wwgu</a:t>
          </a:r>
          <a:r>
            <a:rPr lang="en-CN" dirty="0">
              <a:latin typeface="DengXian" panose="02010600030101010101" pitchFamily="2" charset="-122"/>
              <a:ea typeface="DengXian" panose="02010600030101010101" pitchFamily="2" charset="-122"/>
              <a:hlinkClick xmlns:r="http://schemas.openxmlformats.org/officeDocument/2006/relationships" r:id="rId3"/>
            </a:rPr>
            <a:t>@nankai.edu.cn</a:t>
          </a:r>
          <a:endParaRPr lang="en-CN" dirty="0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BEAB5490-A42F-AC46-9D57-00630C013AAB}" type="parTrans" cxnId="{DA45795F-A3E9-B540-AA59-06B7E6BE7367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7769F12F-0BA9-9642-B42C-3BA285F6D4B3}" type="sibTrans" cxnId="{DA45795F-A3E9-B540-AA59-06B7E6BE7367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B55EB436-23F1-AD4D-8D8E-C9D21F400BB7}" type="pres">
      <dgm:prSet presAssocID="{A11479E2-E41C-AB41-8647-627B4A3BFE1B}" presName="linear" presStyleCnt="0">
        <dgm:presLayoutVars>
          <dgm:dir/>
          <dgm:animLvl val="lvl"/>
          <dgm:resizeHandles val="exact"/>
        </dgm:presLayoutVars>
      </dgm:prSet>
      <dgm:spPr/>
    </dgm:pt>
    <dgm:pt modelId="{AA16F09B-D834-B84C-8B52-0D934EF126CE}" type="pres">
      <dgm:prSet presAssocID="{7685D388-87E0-7C45-8F57-18E631B508AF}" presName="parentLin" presStyleCnt="0"/>
      <dgm:spPr/>
    </dgm:pt>
    <dgm:pt modelId="{45487583-71D3-C443-AC7A-EEBA1ABD620C}" type="pres">
      <dgm:prSet presAssocID="{7685D388-87E0-7C45-8F57-18E631B508AF}" presName="parentLeftMargin" presStyleLbl="node1" presStyleIdx="0" presStyleCnt="4"/>
      <dgm:spPr/>
    </dgm:pt>
    <dgm:pt modelId="{098B28C2-76A7-2A40-A745-B92418C9EAFF}" type="pres">
      <dgm:prSet presAssocID="{7685D388-87E0-7C45-8F57-18E631B508A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3F3C379-6278-B64E-B796-91849011A233}" type="pres">
      <dgm:prSet presAssocID="{7685D388-87E0-7C45-8F57-18E631B508AF}" presName="negativeSpace" presStyleCnt="0"/>
      <dgm:spPr/>
    </dgm:pt>
    <dgm:pt modelId="{6D3DE74A-42AA-FB4C-8EFA-E089146D891D}" type="pres">
      <dgm:prSet presAssocID="{7685D388-87E0-7C45-8F57-18E631B508AF}" presName="childText" presStyleLbl="conFgAcc1" presStyleIdx="0" presStyleCnt="4">
        <dgm:presLayoutVars>
          <dgm:bulletEnabled val="1"/>
        </dgm:presLayoutVars>
      </dgm:prSet>
      <dgm:spPr/>
    </dgm:pt>
    <dgm:pt modelId="{FFDFA66F-C077-3B4E-BB47-0B5590E5D9B0}" type="pres">
      <dgm:prSet presAssocID="{6B5A8BE7-A012-754E-8F88-83D220761089}" presName="spaceBetweenRectangles" presStyleCnt="0"/>
      <dgm:spPr/>
    </dgm:pt>
    <dgm:pt modelId="{C5A834DA-0589-354A-AB53-FE6144845060}" type="pres">
      <dgm:prSet presAssocID="{63D3F6BE-8F62-5248-968C-73EF55EE6D5C}" presName="parentLin" presStyleCnt="0"/>
      <dgm:spPr/>
    </dgm:pt>
    <dgm:pt modelId="{B5FE2AB6-B925-D842-B5FE-078B82A1AB49}" type="pres">
      <dgm:prSet presAssocID="{63D3F6BE-8F62-5248-968C-73EF55EE6D5C}" presName="parentLeftMargin" presStyleLbl="node1" presStyleIdx="0" presStyleCnt="4"/>
      <dgm:spPr/>
    </dgm:pt>
    <dgm:pt modelId="{697E9BA8-C14D-C84D-BED1-CF0E6E146BB5}" type="pres">
      <dgm:prSet presAssocID="{63D3F6BE-8F62-5248-968C-73EF55EE6D5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E1E1CEE-C601-4A49-8D9B-D0FB2F985A10}" type="pres">
      <dgm:prSet presAssocID="{63D3F6BE-8F62-5248-968C-73EF55EE6D5C}" presName="negativeSpace" presStyleCnt="0"/>
      <dgm:spPr/>
    </dgm:pt>
    <dgm:pt modelId="{235DB03B-2AA7-DD44-B211-75D5FA796BD4}" type="pres">
      <dgm:prSet presAssocID="{63D3F6BE-8F62-5248-968C-73EF55EE6D5C}" presName="childText" presStyleLbl="conFgAcc1" presStyleIdx="1" presStyleCnt="4">
        <dgm:presLayoutVars>
          <dgm:bulletEnabled val="1"/>
        </dgm:presLayoutVars>
      </dgm:prSet>
      <dgm:spPr/>
    </dgm:pt>
    <dgm:pt modelId="{9A0ED907-FCDD-284C-B7FD-CD00BD52406C}" type="pres">
      <dgm:prSet presAssocID="{2ABBD0FA-EA14-5047-BE2C-E8247AE9B857}" presName="spaceBetweenRectangles" presStyleCnt="0"/>
      <dgm:spPr/>
    </dgm:pt>
    <dgm:pt modelId="{E0B62E0B-A881-D941-8591-A0054FD1D3E7}" type="pres">
      <dgm:prSet presAssocID="{59EA13D7-2EAE-2A40-9658-927C2ABFACA1}" presName="parentLin" presStyleCnt="0"/>
      <dgm:spPr/>
    </dgm:pt>
    <dgm:pt modelId="{F1DBA8EC-2935-7546-98D8-5E08E7DCD31D}" type="pres">
      <dgm:prSet presAssocID="{59EA13D7-2EAE-2A40-9658-927C2ABFACA1}" presName="parentLeftMargin" presStyleLbl="node1" presStyleIdx="1" presStyleCnt="4"/>
      <dgm:spPr/>
    </dgm:pt>
    <dgm:pt modelId="{5D38B40B-1B8A-4146-85B1-213F70D30839}" type="pres">
      <dgm:prSet presAssocID="{59EA13D7-2EAE-2A40-9658-927C2ABFACA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8AAB9AA-ADB3-734C-95E4-9C45E670203C}" type="pres">
      <dgm:prSet presAssocID="{59EA13D7-2EAE-2A40-9658-927C2ABFACA1}" presName="negativeSpace" presStyleCnt="0"/>
      <dgm:spPr/>
    </dgm:pt>
    <dgm:pt modelId="{935443D8-1DD2-0542-A540-BA6162E699D5}" type="pres">
      <dgm:prSet presAssocID="{59EA13D7-2EAE-2A40-9658-927C2ABFACA1}" presName="childText" presStyleLbl="conFgAcc1" presStyleIdx="2" presStyleCnt="4">
        <dgm:presLayoutVars>
          <dgm:bulletEnabled val="1"/>
        </dgm:presLayoutVars>
      </dgm:prSet>
      <dgm:spPr/>
    </dgm:pt>
    <dgm:pt modelId="{3041EB1D-715E-1B48-9D64-8589D93925B1}" type="pres">
      <dgm:prSet presAssocID="{67DC867C-6208-E54A-8A4D-A4DF8B4ABE8B}" presName="spaceBetweenRectangles" presStyleCnt="0"/>
      <dgm:spPr/>
    </dgm:pt>
    <dgm:pt modelId="{B97F4EC0-57DC-884D-90C9-B27478A184FF}" type="pres">
      <dgm:prSet presAssocID="{7932F73E-7DEA-5E4D-B74A-DD4C999CAD53}" presName="parentLin" presStyleCnt="0"/>
      <dgm:spPr/>
    </dgm:pt>
    <dgm:pt modelId="{30F28A70-67F9-C444-9478-17575901353E}" type="pres">
      <dgm:prSet presAssocID="{7932F73E-7DEA-5E4D-B74A-DD4C999CAD53}" presName="parentLeftMargin" presStyleLbl="node1" presStyleIdx="2" presStyleCnt="4"/>
      <dgm:spPr/>
    </dgm:pt>
    <dgm:pt modelId="{62DA37A6-A79A-FB4A-89FA-9222733BDCED}" type="pres">
      <dgm:prSet presAssocID="{7932F73E-7DEA-5E4D-B74A-DD4C999CAD5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DEB39199-AC56-5347-83A9-03CD3CEE278A}" type="pres">
      <dgm:prSet presAssocID="{7932F73E-7DEA-5E4D-B74A-DD4C999CAD53}" presName="negativeSpace" presStyleCnt="0"/>
      <dgm:spPr/>
    </dgm:pt>
    <dgm:pt modelId="{5042F6DE-8082-2F4A-824F-482299D66364}" type="pres">
      <dgm:prSet presAssocID="{7932F73E-7DEA-5E4D-B74A-DD4C999CAD53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68A5D05-8407-9A49-911C-506513A38F33}" srcId="{A11479E2-E41C-AB41-8647-627B4A3BFE1B}" destId="{59EA13D7-2EAE-2A40-9658-927C2ABFACA1}" srcOrd="2" destOrd="0" parTransId="{E94C0F30-4896-9349-A841-0363BBB7CC9C}" sibTransId="{67DC867C-6208-E54A-8A4D-A4DF8B4ABE8B}"/>
    <dgm:cxn modelId="{CA608605-0169-FF4B-BAAD-54261132D0EC}" srcId="{A11479E2-E41C-AB41-8647-627B4A3BFE1B}" destId="{63D3F6BE-8F62-5248-968C-73EF55EE6D5C}" srcOrd="1" destOrd="0" parTransId="{9F5EA7EE-B771-494B-990D-367A6865EDEB}" sibTransId="{2ABBD0FA-EA14-5047-BE2C-E8247AE9B857}"/>
    <dgm:cxn modelId="{8A2CC605-4A86-D743-9A31-D959C63D540C}" srcId="{A11479E2-E41C-AB41-8647-627B4A3BFE1B}" destId="{7685D388-87E0-7C45-8F57-18E631B508AF}" srcOrd="0" destOrd="0" parTransId="{9B2F1089-91EE-1445-892E-4BCBFF374434}" sibTransId="{6B5A8BE7-A012-754E-8F88-83D220761089}"/>
    <dgm:cxn modelId="{E1E1580E-40B1-AE49-98C1-F8F59A1A7D73}" type="presOf" srcId="{2EAA1309-E105-CB45-9B72-0C4032F0D43E}" destId="{935443D8-1DD2-0542-A540-BA6162E699D5}" srcOrd="0" destOrd="0" presId="urn:microsoft.com/office/officeart/2005/8/layout/list1"/>
    <dgm:cxn modelId="{85C4FD26-8A9F-314A-B405-C0F920CD84A3}" type="presOf" srcId="{63D3F6BE-8F62-5248-968C-73EF55EE6D5C}" destId="{697E9BA8-C14D-C84D-BED1-CF0E6E146BB5}" srcOrd="1" destOrd="0" presId="urn:microsoft.com/office/officeart/2005/8/layout/list1"/>
    <dgm:cxn modelId="{A179592B-5903-B749-8434-CBF1DE386320}" type="presOf" srcId="{A11479E2-E41C-AB41-8647-627B4A3BFE1B}" destId="{B55EB436-23F1-AD4D-8D8E-C9D21F400BB7}" srcOrd="0" destOrd="0" presId="urn:microsoft.com/office/officeart/2005/8/layout/list1"/>
    <dgm:cxn modelId="{DA45795F-A3E9-B540-AA59-06B7E6BE7367}" srcId="{59EA13D7-2EAE-2A40-9658-927C2ABFACA1}" destId="{D03BA5D4-D165-B548-BDEF-5AFA129624F9}" srcOrd="1" destOrd="0" parTransId="{BEAB5490-A42F-AC46-9D57-00630C013AAB}" sibTransId="{7769F12F-0BA9-9642-B42C-3BA285F6D4B3}"/>
    <dgm:cxn modelId="{AA8CB449-EE9F-AE44-9C58-5070F95B1DD0}" type="presOf" srcId="{59EA13D7-2EAE-2A40-9658-927C2ABFACA1}" destId="{F1DBA8EC-2935-7546-98D8-5E08E7DCD31D}" srcOrd="0" destOrd="0" presId="urn:microsoft.com/office/officeart/2005/8/layout/list1"/>
    <dgm:cxn modelId="{88E0BD49-B58E-9647-BCE4-BE56A9D639A1}" srcId="{A11479E2-E41C-AB41-8647-627B4A3BFE1B}" destId="{7932F73E-7DEA-5E4D-B74A-DD4C999CAD53}" srcOrd="3" destOrd="0" parTransId="{7A077F3D-07C8-B847-AAF5-C061D28FBA75}" sibTransId="{C4ADF462-530A-C640-AD10-854FC945AAE7}"/>
    <dgm:cxn modelId="{D4BC5A6C-0D27-E645-9F70-317523CC1B54}" type="presOf" srcId="{63D3F6BE-8F62-5248-968C-73EF55EE6D5C}" destId="{B5FE2AB6-B925-D842-B5FE-078B82A1AB49}" srcOrd="0" destOrd="0" presId="urn:microsoft.com/office/officeart/2005/8/layout/list1"/>
    <dgm:cxn modelId="{BBD07C6F-B1FF-9C49-B79A-AA0E64176703}" srcId="{7932F73E-7DEA-5E4D-B74A-DD4C999CAD53}" destId="{E0F29D4D-3701-964E-A733-32BD526757BD}" srcOrd="1" destOrd="0" parTransId="{D5C938CA-3EED-F646-B4CF-C832A9B7553A}" sibTransId="{9B347BA4-4A4D-C943-91AA-0F08C5F0706E}"/>
    <dgm:cxn modelId="{D57AB870-6326-B345-BB31-5DAC11083DE5}" type="presOf" srcId="{7932F73E-7DEA-5E4D-B74A-DD4C999CAD53}" destId="{62DA37A6-A79A-FB4A-89FA-9222733BDCED}" srcOrd="1" destOrd="0" presId="urn:microsoft.com/office/officeart/2005/8/layout/list1"/>
    <dgm:cxn modelId="{C66FFE50-600D-8047-9CEE-435CAEC765D8}" type="presOf" srcId="{7932F73E-7DEA-5E4D-B74A-DD4C999CAD53}" destId="{30F28A70-67F9-C444-9478-17575901353E}" srcOrd="0" destOrd="0" presId="urn:microsoft.com/office/officeart/2005/8/layout/list1"/>
    <dgm:cxn modelId="{9AB4F79A-0454-A24F-AB2E-3A3B0FBB55FE}" type="presOf" srcId="{59EA13D7-2EAE-2A40-9658-927C2ABFACA1}" destId="{5D38B40B-1B8A-4146-85B1-213F70D30839}" srcOrd="1" destOrd="0" presId="urn:microsoft.com/office/officeart/2005/8/layout/list1"/>
    <dgm:cxn modelId="{B5D7A3B4-14CA-9848-A34B-134421648C24}" srcId="{59EA13D7-2EAE-2A40-9658-927C2ABFACA1}" destId="{2EAA1309-E105-CB45-9B72-0C4032F0D43E}" srcOrd="0" destOrd="0" parTransId="{D62BDC83-7344-714B-953C-C075F6FA2807}" sibTransId="{3481CCB4-51F6-C04A-AE33-D519A43DCBFC}"/>
    <dgm:cxn modelId="{F812EFC0-5205-224D-B552-43251608632E}" type="presOf" srcId="{26F357AA-8BA3-9344-8A61-96D609E680A2}" destId="{5042F6DE-8082-2F4A-824F-482299D66364}" srcOrd="0" destOrd="0" presId="urn:microsoft.com/office/officeart/2005/8/layout/list1"/>
    <dgm:cxn modelId="{DC371ECA-02AB-7046-A3E0-6F972E9F902B}" type="presOf" srcId="{D03BA5D4-D165-B548-BDEF-5AFA129624F9}" destId="{935443D8-1DD2-0542-A540-BA6162E699D5}" srcOrd="0" destOrd="1" presId="urn:microsoft.com/office/officeart/2005/8/layout/list1"/>
    <dgm:cxn modelId="{11BD7FD2-394D-9947-8AEC-DA33D8305BAB}" type="presOf" srcId="{7685D388-87E0-7C45-8F57-18E631B508AF}" destId="{098B28C2-76A7-2A40-A745-B92418C9EAFF}" srcOrd="1" destOrd="0" presId="urn:microsoft.com/office/officeart/2005/8/layout/list1"/>
    <dgm:cxn modelId="{379284D2-6CBD-2A42-8E23-267A4C3F4F73}" srcId="{7932F73E-7DEA-5E4D-B74A-DD4C999CAD53}" destId="{26F357AA-8BA3-9344-8A61-96D609E680A2}" srcOrd="0" destOrd="0" parTransId="{997907E1-95B0-3641-9326-B1DB143AA176}" sibTransId="{1091E0ED-A192-D54B-AEFF-99D17316BCB9}"/>
    <dgm:cxn modelId="{D3E1AFE0-E111-3149-AEF1-6EE779435428}" type="presOf" srcId="{7685D388-87E0-7C45-8F57-18E631B508AF}" destId="{45487583-71D3-C443-AC7A-EEBA1ABD620C}" srcOrd="0" destOrd="0" presId="urn:microsoft.com/office/officeart/2005/8/layout/list1"/>
    <dgm:cxn modelId="{8BD727FD-6EC7-624D-83EB-BF423C6AC8E7}" type="presOf" srcId="{E0F29D4D-3701-964E-A733-32BD526757BD}" destId="{5042F6DE-8082-2F4A-824F-482299D66364}" srcOrd="0" destOrd="1" presId="urn:microsoft.com/office/officeart/2005/8/layout/list1"/>
    <dgm:cxn modelId="{A99DD3FB-66FE-9B44-902B-A00A1652F184}" type="presParOf" srcId="{B55EB436-23F1-AD4D-8D8E-C9D21F400BB7}" destId="{AA16F09B-D834-B84C-8B52-0D934EF126CE}" srcOrd="0" destOrd="0" presId="urn:microsoft.com/office/officeart/2005/8/layout/list1"/>
    <dgm:cxn modelId="{847699C4-A81E-0848-8C89-F5EDF3603BE3}" type="presParOf" srcId="{AA16F09B-D834-B84C-8B52-0D934EF126CE}" destId="{45487583-71D3-C443-AC7A-EEBA1ABD620C}" srcOrd="0" destOrd="0" presId="urn:microsoft.com/office/officeart/2005/8/layout/list1"/>
    <dgm:cxn modelId="{00CCB593-2D02-C84F-ADF2-5E516E923A81}" type="presParOf" srcId="{AA16F09B-D834-B84C-8B52-0D934EF126CE}" destId="{098B28C2-76A7-2A40-A745-B92418C9EAFF}" srcOrd="1" destOrd="0" presId="urn:microsoft.com/office/officeart/2005/8/layout/list1"/>
    <dgm:cxn modelId="{F1BF8A3D-0612-5B4B-84A7-F465D1153668}" type="presParOf" srcId="{B55EB436-23F1-AD4D-8D8E-C9D21F400BB7}" destId="{A3F3C379-6278-B64E-B796-91849011A233}" srcOrd="1" destOrd="0" presId="urn:microsoft.com/office/officeart/2005/8/layout/list1"/>
    <dgm:cxn modelId="{6EA03A43-969B-4845-B0C8-DD2B7071BB93}" type="presParOf" srcId="{B55EB436-23F1-AD4D-8D8E-C9D21F400BB7}" destId="{6D3DE74A-42AA-FB4C-8EFA-E089146D891D}" srcOrd="2" destOrd="0" presId="urn:microsoft.com/office/officeart/2005/8/layout/list1"/>
    <dgm:cxn modelId="{8C569921-54CC-0D49-9E7A-66BC44FC678A}" type="presParOf" srcId="{B55EB436-23F1-AD4D-8D8E-C9D21F400BB7}" destId="{FFDFA66F-C077-3B4E-BB47-0B5590E5D9B0}" srcOrd="3" destOrd="0" presId="urn:microsoft.com/office/officeart/2005/8/layout/list1"/>
    <dgm:cxn modelId="{495F5CFA-ECB8-884F-883B-2D4AEDD9886C}" type="presParOf" srcId="{B55EB436-23F1-AD4D-8D8E-C9D21F400BB7}" destId="{C5A834DA-0589-354A-AB53-FE6144845060}" srcOrd="4" destOrd="0" presId="urn:microsoft.com/office/officeart/2005/8/layout/list1"/>
    <dgm:cxn modelId="{0A79247C-0946-6B46-8B72-7CDCA9BD4ADC}" type="presParOf" srcId="{C5A834DA-0589-354A-AB53-FE6144845060}" destId="{B5FE2AB6-B925-D842-B5FE-078B82A1AB49}" srcOrd="0" destOrd="0" presId="urn:microsoft.com/office/officeart/2005/8/layout/list1"/>
    <dgm:cxn modelId="{C28052B8-FD25-1F43-A878-4DE78E90F99D}" type="presParOf" srcId="{C5A834DA-0589-354A-AB53-FE6144845060}" destId="{697E9BA8-C14D-C84D-BED1-CF0E6E146BB5}" srcOrd="1" destOrd="0" presId="urn:microsoft.com/office/officeart/2005/8/layout/list1"/>
    <dgm:cxn modelId="{33610C1C-FAC2-ED42-9E4A-50AFE7E6DE1B}" type="presParOf" srcId="{B55EB436-23F1-AD4D-8D8E-C9D21F400BB7}" destId="{9E1E1CEE-C601-4A49-8D9B-D0FB2F985A10}" srcOrd="5" destOrd="0" presId="urn:microsoft.com/office/officeart/2005/8/layout/list1"/>
    <dgm:cxn modelId="{C8EF6A35-C86A-B142-9BEF-2DAA774A36C7}" type="presParOf" srcId="{B55EB436-23F1-AD4D-8D8E-C9D21F400BB7}" destId="{235DB03B-2AA7-DD44-B211-75D5FA796BD4}" srcOrd="6" destOrd="0" presId="urn:microsoft.com/office/officeart/2005/8/layout/list1"/>
    <dgm:cxn modelId="{5C944B3A-2E1F-FC46-9DA4-4006939873AD}" type="presParOf" srcId="{B55EB436-23F1-AD4D-8D8E-C9D21F400BB7}" destId="{9A0ED907-FCDD-284C-B7FD-CD00BD52406C}" srcOrd="7" destOrd="0" presId="urn:microsoft.com/office/officeart/2005/8/layout/list1"/>
    <dgm:cxn modelId="{05D6F0B1-6F86-DF4F-97D4-D14D54BB0C0C}" type="presParOf" srcId="{B55EB436-23F1-AD4D-8D8E-C9D21F400BB7}" destId="{E0B62E0B-A881-D941-8591-A0054FD1D3E7}" srcOrd="8" destOrd="0" presId="urn:microsoft.com/office/officeart/2005/8/layout/list1"/>
    <dgm:cxn modelId="{6A0B99B9-C542-1E4A-AFB1-251EE8EE5D2B}" type="presParOf" srcId="{E0B62E0B-A881-D941-8591-A0054FD1D3E7}" destId="{F1DBA8EC-2935-7546-98D8-5E08E7DCD31D}" srcOrd="0" destOrd="0" presId="urn:microsoft.com/office/officeart/2005/8/layout/list1"/>
    <dgm:cxn modelId="{A737750F-211F-6C48-BDE0-10FE674DC5DF}" type="presParOf" srcId="{E0B62E0B-A881-D941-8591-A0054FD1D3E7}" destId="{5D38B40B-1B8A-4146-85B1-213F70D30839}" srcOrd="1" destOrd="0" presId="urn:microsoft.com/office/officeart/2005/8/layout/list1"/>
    <dgm:cxn modelId="{857AE816-C2EA-7E46-9973-8C5A9F7E200C}" type="presParOf" srcId="{B55EB436-23F1-AD4D-8D8E-C9D21F400BB7}" destId="{98AAB9AA-ADB3-734C-95E4-9C45E670203C}" srcOrd="9" destOrd="0" presId="urn:microsoft.com/office/officeart/2005/8/layout/list1"/>
    <dgm:cxn modelId="{471C6682-C2DB-CE46-A9AB-5198973620E6}" type="presParOf" srcId="{B55EB436-23F1-AD4D-8D8E-C9D21F400BB7}" destId="{935443D8-1DD2-0542-A540-BA6162E699D5}" srcOrd="10" destOrd="0" presId="urn:microsoft.com/office/officeart/2005/8/layout/list1"/>
    <dgm:cxn modelId="{D346781A-6DC3-0C4A-909F-21A27DED5F0B}" type="presParOf" srcId="{B55EB436-23F1-AD4D-8D8E-C9D21F400BB7}" destId="{3041EB1D-715E-1B48-9D64-8589D93925B1}" srcOrd="11" destOrd="0" presId="urn:microsoft.com/office/officeart/2005/8/layout/list1"/>
    <dgm:cxn modelId="{0AE7BE69-952E-594D-8B7D-460E064AFCF6}" type="presParOf" srcId="{B55EB436-23F1-AD4D-8D8E-C9D21F400BB7}" destId="{B97F4EC0-57DC-884D-90C9-B27478A184FF}" srcOrd="12" destOrd="0" presId="urn:microsoft.com/office/officeart/2005/8/layout/list1"/>
    <dgm:cxn modelId="{F8F9529D-7B0E-3C42-B22E-C41BD14FB499}" type="presParOf" srcId="{B97F4EC0-57DC-884D-90C9-B27478A184FF}" destId="{30F28A70-67F9-C444-9478-17575901353E}" srcOrd="0" destOrd="0" presId="urn:microsoft.com/office/officeart/2005/8/layout/list1"/>
    <dgm:cxn modelId="{A0D6DF28-D242-EE4A-B85E-7734F15660BC}" type="presParOf" srcId="{B97F4EC0-57DC-884D-90C9-B27478A184FF}" destId="{62DA37A6-A79A-FB4A-89FA-9222733BDCED}" srcOrd="1" destOrd="0" presId="urn:microsoft.com/office/officeart/2005/8/layout/list1"/>
    <dgm:cxn modelId="{0B182E18-AA25-F243-B633-07DFED420673}" type="presParOf" srcId="{B55EB436-23F1-AD4D-8D8E-C9D21F400BB7}" destId="{DEB39199-AC56-5347-83A9-03CD3CEE278A}" srcOrd="13" destOrd="0" presId="urn:microsoft.com/office/officeart/2005/8/layout/list1"/>
    <dgm:cxn modelId="{3A5CBEEB-6B4B-124F-9340-AA74BDB7CBCE}" type="presParOf" srcId="{B55EB436-23F1-AD4D-8D8E-C9D21F400BB7}" destId="{5042F6DE-8082-2F4A-824F-482299D6636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606DAA-A818-C948-A315-297F52E79F74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CD60C4-3068-F445-B240-72E35486FDE0}">
      <dgm:prSet/>
      <dgm:spPr/>
      <dgm:t>
        <a:bodyPr/>
        <a:lstStyle/>
        <a:p>
          <a:r>
            <a:rPr lang="zh-CN" b="0" i="0" dirty="0">
              <a:latin typeface="DengXian" panose="02010600030101010101" pitchFamily="2" charset="-122"/>
              <a:ea typeface="DengXian" panose="02010600030101010101" pitchFamily="2" charset="-122"/>
            </a:rPr>
            <a:t>学时</a:t>
          </a:r>
          <a:endParaRPr lang="en-CN" dirty="0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CA8FF8E4-49D3-6E49-88BB-8D9CB1452BCF}" type="parTrans" cxnId="{3E643ED9-FD3F-8844-B8E6-2CBBABF535B0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B150153B-C5BD-4846-A16A-AD44F8560ABB}" type="sibTrans" cxnId="{3E643ED9-FD3F-8844-B8E6-2CBBABF535B0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0D3A2DE5-846F-7343-B3EA-47E4F6212DDF}">
      <dgm:prSet/>
      <dgm:spPr/>
      <dgm:t>
        <a:bodyPr/>
        <a:lstStyle/>
        <a:p>
          <a:r>
            <a:rPr lang="zh-CN" b="0" i="0" dirty="0">
              <a:latin typeface="DengXian" panose="02010600030101010101" pitchFamily="2" charset="-122"/>
              <a:ea typeface="DengXian" panose="02010600030101010101" pitchFamily="2" charset="-122"/>
            </a:rPr>
            <a:t>理论课 </a:t>
          </a:r>
          <a:r>
            <a:rPr lang="en-US" altLang="zh-CN" b="0" i="0" dirty="0">
              <a:latin typeface="DengXian" panose="02010600030101010101" pitchFamily="2" charset="-122"/>
              <a:ea typeface="DengXian" panose="02010600030101010101" pitchFamily="2" charset="-122"/>
            </a:rPr>
            <a:t>1-18</a:t>
          </a:r>
          <a:r>
            <a:rPr lang="zh-CN" b="0" i="0" dirty="0">
              <a:latin typeface="DengXian" panose="02010600030101010101" pitchFamily="2" charset="-122"/>
              <a:ea typeface="DengXian" panose="02010600030101010101" pitchFamily="2" charset="-122"/>
            </a:rPr>
            <a:t>周</a:t>
          </a:r>
          <a:r>
            <a:rPr lang="zh-CN" altLang="en-US" b="0" i="0" dirty="0">
              <a:latin typeface="DengXian" panose="02010600030101010101" pitchFamily="2" charset="-122"/>
              <a:ea typeface="DengXian" panose="02010600030101010101" pitchFamily="2" charset="-122"/>
            </a:rPr>
            <a:t> </a:t>
          </a:r>
          <a:r>
            <a:rPr lang="zh-CN" b="0" i="0" dirty="0">
              <a:latin typeface="DengXian" panose="02010600030101010101" pitchFamily="2" charset="-122"/>
              <a:ea typeface="DengXian" panose="02010600030101010101" pitchFamily="2" charset="-122"/>
            </a:rPr>
            <a:t>周一下午</a:t>
          </a:r>
          <a:r>
            <a:rPr lang="en-US" altLang="zh-CN" b="0" i="0" dirty="0">
              <a:latin typeface="DengXian" panose="02010600030101010101" pitchFamily="2" charset="-122"/>
              <a:ea typeface="DengXian" panose="02010600030101010101" pitchFamily="2" charset="-122"/>
            </a:rPr>
            <a:t>7</a:t>
          </a:r>
          <a:r>
            <a:rPr lang="en-US" b="0" i="0" dirty="0">
              <a:latin typeface="DengXian" panose="02010600030101010101" pitchFamily="2" charset="-122"/>
              <a:ea typeface="DengXian" panose="02010600030101010101" pitchFamily="2" charset="-122"/>
            </a:rPr>
            <a:t>-</a:t>
          </a:r>
          <a:r>
            <a:rPr lang="en-US" altLang="zh-CN" b="0" i="0" dirty="0">
              <a:latin typeface="DengXian" panose="02010600030101010101" pitchFamily="2" charset="-122"/>
              <a:ea typeface="DengXian" panose="02010600030101010101" pitchFamily="2" charset="-122"/>
            </a:rPr>
            <a:t>8</a:t>
          </a:r>
          <a:r>
            <a:rPr lang="zh-CN" b="0" i="0" dirty="0">
              <a:latin typeface="DengXian" panose="02010600030101010101" pitchFamily="2" charset="-122"/>
              <a:ea typeface="DengXian" panose="02010600030101010101" pitchFamily="2" charset="-122"/>
            </a:rPr>
            <a:t>节 </a:t>
          </a:r>
          <a:r>
            <a:rPr lang="zh-CN" altLang="en-US" b="0" i="0" dirty="0">
              <a:latin typeface="DengXian" panose="02010600030101010101" pitchFamily="2" charset="-122"/>
              <a:ea typeface="DengXian" panose="02010600030101010101" pitchFamily="2" charset="-122"/>
            </a:rPr>
            <a:t>津南公教楼</a:t>
          </a:r>
          <a:r>
            <a:rPr lang="en-US" altLang="zh-CN" b="0" i="0" dirty="0">
              <a:latin typeface="DengXian" panose="02010600030101010101" pitchFamily="2" charset="-122"/>
              <a:ea typeface="DengXian" panose="02010600030101010101" pitchFamily="2" charset="-122"/>
            </a:rPr>
            <a:t>C </a:t>
          </a:r>
          <a:r>
            <a:rPr lang="zh-CN" altLang="en-US" b="0" i="0" dirty="0">
              <a:latin typeface="DengXian" panose="02010600030101010101" pitchFamily="2" charset="-122"/>
              <a:ea typeface="DengXian" panose="02010600030101010101" pitchFamily="2" charset="-122"/>
            </a:rPr>
            <a:t>区</a:t>
          </a:r>
          <a:r>
            <a:rPr lang="en-US" altLang="zh-CN" b="0" i="0" dirty="0">
              <a:latin typeface="DengXian" panose="02010600030101010101" pitchFamily="2" charset="-122"/>
              <a:ea typeface="DengXian" panose="02010600030101010101" pitchFamily="2" charset="-122"/>
            </a:rPr>
            <a:t>421</a:t>
          </a:r>
          <a:endParaRPr lang="en-CN" dirty="0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9DF8A43A-7918-3848-8219-A9B528598A67}" type="parTrans" cxnId="{1C4E1D62-80EB-4D47-919F-6985A44D8BD4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97A3DF89-6CA9-CF44-8AFA-FD5999C5F01B}" type="sibTrans" cxnId="{1C4E1D62-80EB-4D47-919F-6985A44D8BD4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1EE23364-6C0D-BD45-BC22-C70921FC6425}">
      <dgm:prSet/>
      <dgm:spPr/>
      <dgm:t>
        <a:bodyPr/>
        <a:lstStyle/>
        <a:p>
          <a:r>
            <a:rPr lang="zh-CN" b="0" i="0" dirty="0">
              <a:latin typeface="DengXian" panose="02010600030101010101" pitchFamily="2" charset="-122"/>
              <a:ea typeface="DengXian" panose="02010600030101010101" pitchFamily="2" charset="-122"/>
            </a:rPr>
            <a:t>实验课 </a:t>
          </a:r>
          <a:r>
            <a:rPr lang="en-US" b="0" i="0" dirty="0">
              <a:latin typeface="DengXian" panose="02010600030101010101" pitchFamily="2" charset="-122"/>
              <a:ea typeface="DengXian" panose="02010600030101010101" pitchFamily="2" charset="-122"/>
            </a:rPr>
            <a:t>9-16</a:t>
          </a:r>
          <a:r>
            <a:rPr lang="zh-CN" b="0" i="0" dirty="0">
              <a:latin typeface="DengXian" panose="02010600030101010101" pitchFamily="2" charset="-122"/>
              <a:ea typeface="DengXian" panose="02010600030101010101" pitchFamily="2" charset="-122"/>
            </a:rPr>
            <a:t>周</a:t>
          </a:r>
          <a:r>
            <a:rPr lang="zh-CN" altLang="en-US" b="0" i="0" dirty="0">
              <a:latin typeface="DengXian" panose="02010600030101010101" pitchFamily="2" charset="-122"/>
              <a:ea typeface="DengXian" panose="02010600030101010101" pitchFamily="2" charset="-122"/>
            </a:rPr>
            <a:t> </a:t>
          </a:r>
          <a:r>
            <a:rPr lang="zh-CN" b="0" i="0" dirty="0">
              <a:latin typeface="DengXian" panose="02010600030101010101" pitchFamily="2" charset="-122"/>
              <a:ea typeface="DengXian" panose="02010600030101010101" pitchFamily="2" charset="-122"/>
            </a:rPr>
            <a:t>周一晚</a:t>
          </a:r>
          <a:r>
            <a:rPr lang="en-US" b="0" i="0" dirty="0">
              <a:latin typeface="DengXian" panose="02010600030101010101" pitchFamily="2" charset="-122"/>
              <a:ea typeface="DengXian" panose="02010600030101010101" pitchFamily="2" charset="-122"/>
            </a:rPr>
            <a:t>11-13</a:t>
          </a:r>
          <a:r>
            <a:rPr lang="zh-CN" b="0" i="0" dirty="0">
              <a:latin typeface="DengXian" panose="02010600030101010101" pitchFamily="2" charset="-122"/>
              <a:ea typeface="DengXian" panose="02010600030101010101" pitchFamily="2" charset="-122"/>
            </a:rPr>
            <a:t>节 </a:t>
          </a:r>
          <a:r>
            <a:rPr lang="zh-CN" altLang="en-US" b="0" i="0" dirty="0">
              <a:latin typeface="DengXian" panose="02010600030101010101" pitchFamily="2" charset="-122"/>
              <a:ea typeface="DengXian" panose="02010600030101010101" pitchFamily="2" charset="-122"/>
            </a:rPr>
            <a:t>津南实验楼</a:t>
          </a:r>
          <a:r>
            <a:rPr lang="en-US" altLang="zh-CN" b="0" i="0" dirty="0">
              <a:latin typeface="DengXian" panose="02010600030101010101" pitchFamily="2" charset="-122"/>
              <a:ea typeface="DengXian" panose="02010600030101010101" pitchFamily="2" charset="-122"/>
            </a:rPr>
            <a:t>A205/A210</a:t>
          </a:r>
          <a:endParaRPr lang="en-CN" dirty="0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A172C361-423D-5344-B2B0-6AD72D4F6A42}" type="parTrans" cxnId="{5D1825F2-189B-0F48-A046-BAD9354299DC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F7D63463-5178-B243-9092-E9EC3485411B}" type="sibTrans" cxnId="{5D1825F2-189B-0F48-A046-BAD9354299DC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D5C5CDB2-7A10-2544-B0EA-B4166A5CC834}">
      <dgm:prSet/>
      <dgm:spPr/>
      <dgm:t>
        <a:bodyPr/>
        <a:lstStyle/>
        <a:p>
          <a:r>
            <a:rPr lang="zh-CN" b="0" i="0">
              <a:latin typeface="DengXian" panose="02010600030101010101" pitchFamily="2" charset="-122"/>
              <a:ea typeface="DengXian" panose="02010600030101010101" pitchFamily="2" charset="-122"/>
            </a:rPr>
            <a:t>先修课程</a:t>
          </a:r>
          <a:endParaRPr lang="en-CN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57A793E8-3487-5143-A13E-8328A530C1C3}" type="parTrans" cxnId="{8705D660-CDEA-1E43-A4F3-E726F8B00AA7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74842635-0F88-ED4B-9F0B-39BA289C90D4}" type="sibTrans" cxnId="{8705D660-CDEA-1E43-A4F3-E726F8B00AA7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18EC9787-1005-0E4C-A9B7-08AA60055447}">
      <dgm:prSet/>
      <dgm:spPr/>
      <dgm:t>
        <a:bodyPr/>
        <a:lstStyle/>
        <a:p>
          <a:r>
            <a:rPr lang="zh-CN" b="0" i="0">
              <a:latin typeface="DengXian" panose="02010600030101010101" pitchFamily="2" charset="-122"/>
              <a:ea typeface="DengXian" panose="02010600030101010101" pitchFamily="2" charset="-122"/>
            </a:rPr>
            <a:t>大学计算机基础、高级语言程序设计（</a:t>
          </a:r>
          <a:r>
            <a:rPr lang="en-US" b="0" i="0">
              <a:latin typeface="DengXian" panose="02010600030101010101" pitchFamily="2" charset="-122"/>
              <a:ea typeface="DengXian" panose="02010600030101010101" pitchFamily="2" charset="-122"/>
            </a:rPr>
            <a:t>C/C++/Java</a:t>
          </a:r>
          <a:r>
            <a:rPr lang="zh-CN" b="0" i="0">
              <a:latin typeface="DengXian" panose="02010600030101010101" pitchFamily="2" charset="-122"/>
              <a:ea typeface="DengXian" panose="02010600030101010101" pitchFamily="2" charset="-122"/>
            </a:rPr>
            <a:t>）</a:t>
          </a:r>
          <a:endParaRPr lang="en-CN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6B720A72-1E8F-2247-BECB-D46B0F1F28B5}" type="parTrans" cxnId="{9488AA32-FFAA-7C4E-939D-9E6CD8F612A5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006235C5-425E-F947-A26D-B1EE1D2F1945}" type="sibTrans" cxnId="{9488AA32-FFAA-7C4E-939D-9E6CD8F612A5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D0C78AD6-173A-4E42-B19C-4DD5346EA653}" type="pres">
      <dgm:prSet presAssocID="{C9606DAA-A818-C948-A315-297F52E79F74}" presName="linearFlow" presStyleCnt="0">
        <dgm:presLayoutVars>
          <dgm:dir/>
          <dgm:animLvl val="lvl"/>
          <dgm:resizeHandles val="exact"/>
        </dgm:presLayoutVars>
      </dgm:prSet>
      <dgm:spPr/>
    </dgm:pt>
    <dgm:pt modelId="{9537BBA0-3C7F-B841-A966-A9376DEA6286}" type="pres">
      <dgm:prSet presAssocID="{50CD60C4-3068-F445-B240-72E35486FDE0}" presName="composite" presStyleCnt="0"/>
      <dgm:spPr/>
    </dgm:pt>
    <dgm:pt modelId="{26CB8F0D-E0E2-884E-9111-A8715DF9B03E}" type="pres">
      <dgm:prSet presAssocID="{50CD60C4-3068-F445-B240-72E35486FDE0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270C8AF8-3B1A-B54E-A7B8-EE852C7814AD}" type="pres">
      <dgm:prSet presAssocID="{50CD60C4-3068-F445-B240-72E35486FDE0}" presName="descendantText" presStyleLbl="alignAcc1" presStyleIdx="0" presStyleCnt="2">
        <dgm:presLayoutVars>
          <dgm:bulletEnabled val="1"/>
        </dgm:presLayoutVars>
      </dgm:prSet>
      <dgm:spPr/>
    </dgm:pt>
    <dgm:pt modelId="{14CB680E-0EE7-0F43-B01E-1580084FD705}" type="pres">
      <dgm:prSet presAssocID="{B150153B-C5BD-4846-A16A-AD44F8560ABB}" presName="sp" presStyleCnt="0"/>
      <dgm:spPr/>
    </dgm:pt>
    <dgm:pt modelId="{11544E8E-5A0D-0A45-909C-DC5B85C8A251}" type="pres">
      <dgm:prSet presAssocID="{D5C5CDB2-7A10-2544-B0EA-B4166A5CC834}" presName="composite" presStyleCnt="0"/>
      <dgm:spPr/>
    </dgm:pt>
    <dgm:pt modelId="{F9CB96CD-F62F-6A4F-B1BA-7E06C95003A2}" type="pres">
      <dgm:prSet presAssocID="{D5C5CDB2-7A10-2544-B0EA-B4166A5CC834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79BAE3EC-5D59-4141-9997-08A8A00EB23F}" type="pres">
      <dgm:prSet presAssocID="{D5C5CDB2-7A10-2544-B0EA-B4166A5CC834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9488AA32-FFAA-7C4E-939D-9E6CD8F612A5}" srcId="{D5C5CDB2-7A10-2544-B0EA-B4166A5CC834}" destId="{18EC9787-1005-0E4C-A9B7-08AA60055447}" srcOrd="0" destOrd="0" parTransId="{6B720A72-1E8F-2247-BECB-D46B0F1F28B5}" sibTransId="{006235C5-425E-F947-A26D-B1EE1D2F1945}"/>
    <dgm:cxn modelId="{9C7E6560-29C0-1D46-A310-7D64AF5B7B1E}" type="presOf" srcId="{C9606DAA-A818-C948-A315-297F52E79F74}" destId="{D0C78AD6-173A-4E42-B19C-4DD5346EA653}" srcOrd="0" destOrd="0" presId="urn:microsoft.com/office/officeart/2005/8/layout/chevron2"/>
    <dgm:cxn modelId="{8705D660-CDEA-1E43-A4F3-E726F8B00AA7}" srcId="{C9606DAA-A818-C948-A315-297F52E79F74}" destId="{D5C5CDB2-7A10-2544-B0EA-B4166A5CC834}" srcOrd="1" destOrd="0" parTransId="{57A793E8-3487-5143-A13E-8328A530C1C3}" sibTransId="{74842635-0F88-ED4B-9F0B-39BA289C90D4}"/>
    <dgm:cxn modelId="{1C4E1D62-80EB-4D47-919F-6985A44D8BD4}" srcId="{50CD60C4-3068-F445-B240-72E35486FDE0}" destId="{0D3A2DE5-846F-7343-B3EA-47E4F6212DDF}" srcOrd="0" destOrd="0" parTransId="{9DF8A43A-7918-3848-8219-A9B528598A67}" sibTransId="{97A3DF89-6CA9-CF44-8AFA-FD5999C5F01B}"/>
    <dgm:cxn modelId="{BE288B74-E781-F447-BECB-98D2610AA190}" type="presOf" srcId="{50CD60C4-3068-F445-B240-72E35486FDE0}" destId="{26CB8F0D-E0E2-884E-9111-A8715DF9B03E}" srcOrd="0" destOrd="0" presId="urn:microsoft.com/office/officeart/2005/8/layout/chevron2"/>
    <dgm:cxn modelId="{10112096-9E7A-FB4E-9899-3993E458903A}" type="presOf" srcId="{D5C5CDB2-7A10-2544-B0EA-B4166A5CC834}" destId="{F9CB96CD-F62F-6A4F-B1BA-7E06C95003A2}" srcOrd="0" destOrd="0" presId="urn:microsoft.com/office/officeart/2005/8/layout/chevron2"/>
    <dgm:cxn modelId="{60A7B5BD-4A2A-C642-AC4A-2E9E6855AB8B}" type="presOf" srcId="{0D3A2DE5-846F-7343-B3EA-47E4F6212DDF}" destId="{270C8AF8-3B1A-B54E-A7B8-EE852C7814AD}" srcOrd="0" destOrd="0" presId="urn:microsoft.com/office/officeart/2005/8/layout/chevron2"/>
    <dgm:cxn modelId="{CDCF17CB-AA8A-FD46-AF99-CD5ACF759848}" type="presOf" srcId="{1EE23364-6C0D-BD45-BC22-C70921FC6425}" destId="{270C8AF8-3B1A-B54E-A7B8-EE852C7814AD}" srcOrd="0" destOrd="1" presId="urn:microsoft.com/office/officeart/2005/8/layout/chevron2"/>
    <dgm:cxn modelId="{3E643ED9-FD3F-8844-B8E6-2CBBABF535B0}" srcId="{C9606DAA-A818-C948-A315-297F52E79F74}" destId="{50CD60C4-3068-F445-B240-72E35486FDE0}" srcOrd="0" destOrd="0" parTransId="{CA8FF8E4-49D3-6E49-88BB-8D9CB1452BCF}" sibTransId="{B150153B-C5BD-4846-A16A-AD44F8560ABB}"/>
    <dgm:cxn modelId="{D3AA1AEA-CE94-FC44-8118-7751C35B8D49}" type="presOf" srcId="{18EC9787-1005-0E4C-A9B7-08AA60055447}" destId="{79BAE3EC-5D59-4141-9997-08A8A00EB23F}" srcOrd="0" destOrd="0" presId="urn:microsoft.com/office/officeart/2005/8/layout/chevron2"/>
    <dgm:cxn modelId="{5D1825F2-189B-0F48-A046-BAD9354299DC}" srcId="{50CD60C4-3068-F445-B240-72E35486FDE0}" destId="{1EE23364-6C0D-BD45-BC22-C70921FC6425}" srcOrd="1" destOrd="0" parTransId="{A172C361-423D-5344-B2B0-6AD72D4F6A42}" sibTransId="{F7D63463-5178-B243-9092-E9EC3485411B}"/>
    <dgm:cxn modelId="{F98617BE-6E27-A642-BE06-D6E1EA0EE82D}" type="presParOf" srcId="{D0C78AD6-173A-4E42-B19C-4DD5346EA653}" destId="{9537BBA0-3C7F-B841-A966-A9376DEA6286}" srcOrd="0" destOrd="0" presId="urn:microsoft.com/office/officeart/2005/8/layout/chevron2"/>
    <dgm:cxn modelId="{DA439FA1-22EA-2944-9BE1-5821DA2F3780}" type="presParOf" srcId="{9537BBA0-3C7F-B841-A966-A9376DEA6286}" destId="{26CB8F0D-E0E2-884E-9111-A8715DF9B03E}" srcOrd="0" destOrd="0" presId="urn:microsoft.com/office/officeart/2005/8/layout/chevron2"/>
    <dgm:cxn modelId="{14772316-F5CC-7946-9946-8D931629E019}" type="presParOf" srcId="{9537BBA0-3C7F-B841-A966-A9376DEA6286}" destId="{270C8AF8-3B1A-B54E-A7B8-EE852C7814AD}" srcOrd="1" destOrd="0" presId="urn:microsoft.com/office/officeart/2005/8/layout/chevron2"/>
    <dgm:cxn modelId="{4A3EBA4B-29BC-DE48-BB00-0B156C5B9E25}" type="presParOf" srcId="{D0C78AD6-173A-4E42-B19C-4DD5346EA653}" destId="{14CB680E-0EE7-0F43-B01E-1580084FD705}" srcOrd="1" destOrd="0" presId="urn:microsoft.com/office/officeart/2005/8/layout/chevron2"/>
    <dgm:cxn modelId="{10968F19-A3D6-B545-9EF0-6DFCA57B8C5D}" type="presParOf" srcId="{D0C78AD6-173A-4E42-B19C-4DD5346EA653}" destId="{11544E8E-5A0D-0A45-909C-DC5B85C8A251}" srcOrd="2" destOrd="0" presId="urn:microsoft.com/office/officeart/2005/8/layout/chevron2"/>
    <dgm:cxn modelId="{68E4644F-50AB-3242-927D-8351C8D69A42}" type="presParOf" srcId="{11544E8E-5A0D-0A45-909C-DC5B85C8A251}" destId="{F9CB96CD-F62F-6A4F-B1BA-7E06C95003A2}" srcOrd="0" destOrd="0" presId="urn:microsoft.com/office/officeart/2005/8/layout/chevron2"/>
    <dgm:cxn modelId="{EE15D14C-586D-1842-BD35-6A3D983A3FF7}" type="presParOf" srcId="{11544E8E-5A0D-0A45-909C-DC5B85C8A251}" destId="{79BAE3EC-5D59-4141-9997-08A8A00EB23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32C133-5E1D-C84F-8134-86D4B57ADC97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CAA71B3-0829-B446-BD03-ADB05EE17317}">
      <dgm:prSet/>
      <dgm:spPr/>
      <dgm:t>
        <a:bodyPr/>
        <a:lstStyle/>
        <a:p>
          <a:r>
            <a:rPr lang="zh-CN" b="0" i="0" dirty="0">
              <a:latin typeface="DengXian" panose="02010600030101010101" pitchFamily="2" charset="-122"/>
              <a:ea typeface="DengXian" panose="02010600030101010101" pitchFamily="2" charset="-122"/>
            </a:rPr>
            <a:t>平时成绩 </a:t>
          </a:r>
          <a:r>
            <a:rPr lang="zh-CN" altLang="en-US" b="0" i="0" dirty="0">
              <a:latin typeface="DengXian" panose="02010600030101010101" pitchFamily="2" charset="-122"/>
              <a:ea typeface="DengXian" panose="02010600030101010101" pitchFamily="2" charset="-122"/>
            </a:rPr>
            <a:t>：</a:t>
          </a:r>
          <a:r>
            <a:rPr lang="en-US" b="0" i="0" dirty="0">
              <a:latin typeface="DengXian" panose="02010600030101010101" pitchFamily="2" charset="-122"/>
              <a:ea typeface="DengXian" panose="02010600030101010101" pitchFamily="2" charset="-122"/>
            </a:rPr>
            <a:t>10% </a:t>
          </a:r>
          <a:endParaRPr lang="en-CN" dirty="0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6E00A3B4-18CE-614C-950B-611695642B4F}" type="parTrans" cxnId="{9E5F8002-2D5D-FA49-9A2C-C4375F167A29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3815A9C9-10C1-B34E-BAF5-D7749E6B3A10}" type="sibTrans" cxnId="{9E5F8002-2D5D-FA49-9A2C-C4375F167A29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E42FBF83-35FD-D34C-9B45-F5F57DE0F0D0}">
      <dgm:prSet/>
      <dgm:spPr/>
      <dgm:t>
        <a:bodyPr/>
        <a:lstStyle/>
        <a:p>
          <a:r>
            <a:rPr lang="zh-CN" b="0" i="0">
              <a:latin typeface="DengXian" panose="02010600030101010101" pitchFamily="2" charset="-122"/>
              <a:ea typeface="DengXian" panose="02010600030101010101" pitchFamily="2" charset="-122"/>
            </a:rPr>
            <a:t>出勤、课堂表现</a:t>
          </a:r>
          <a:endParaRPr lang="en-CN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AC254B40-BF8A-074C-8087-EBD13E104958}" type="parTrans" cxnId="{307981B7-F472-7C49-9204-233DDDA630CC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B8B4750B-8D86-1449-9936-7CF94F80FD92}" type="sibTrans" cxnId="{307981B7-F472-7C49-9204-233DDDA630CC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176BAE10-1344-3C46-BA87-F20187250EC0}">
      <dgm:prSet/>
      <dgm:spPr/>
      <dgm:t>
        <a:bodyPr/>
        <a:lstStyle/>
        <a:p>
          <a:r>
            <a:rPr lang="zh-CN" b="0" i="0">
              <a:latin typeface="DengXian" panose="02010600030101010101" pitchFamily="2" charset="-122"/>
              <a:ea typeface="DengXian" panose="02010600030101010101" pitchFamily="2" charset="-122"/>
            </a:rPr>
            <a:t>实验成绩：</a:t>
          </a:r>
          <a:r>
            <a:rPr lang="en-US" b="0" i="0">
              <a:latin typeface="DengXian" panose="02010600030101010101" pitchFamily="2" charset="-122"/>
              <a:ea typeface="DengXian" panose="02010600030101010101" pitchFamily="2" charset="-122"/>
            </a:rPr>
            <a:t>30%</a:t>
          </a:r>
          <a:endParaRPr lang="en-CN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8BC249ED-F3FE-2844-842A-F16D4B0B620E}" type="parTrans" cxnId="{838FA156-094B-4743-B4DF-8754BB4E2600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859CE2AB-E62A-F34B-BDBE-4179C3B8AD03}" type="sibTrans" cxnId="{838FA156-094B-4743-B4DF-8754BB4E2600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BBDB8D7C-5246-DE4C-9E61-9AC952028532}">
      <dgm:prSet/>
      <dgm:spPr/>
      <dgm:t>
        <a:bodyPr/>
        <a:lstStyle/>
        <a:p>
          <a:r>
            <a:rPr lang="zh-CN" b="0" i="0" dirty="0">
              <a:latin typeface="DengXian" panose="02010600030101010101" pitchFamily="2" charset="-122"/>
              <a:ea typeface="DengXian" panose="02010600030101010101" pitchFamily="2" charset="-122"/>
            </a:rPr>
            <a:t>实验结果</a:t>
          </a:r>
          <a:endParaRPr lang="en-CN" dirty="0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5712AC08-7CF7-6F46-B1CF-6DDFBC3B2766}" type="parTrans" cxnId="{6B92D951-2EDE-324D-B403-46BB62E46BFA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29A58264-F2B9-774B-916A-0AD32B3039EF}" type="sibTrans" cxnId="{6B92D951-2EDE-324D-B403-46BB62E46BFA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22908CAA-6120-DC48-9466-8D83C490CBB1}">
      <dgm:prSet/>
      <dgm:spPr/>
      <dgm:t>
        <a:bodyPr/>
        <a:lstStyle/>
        <a:p>
          <a:r>
            <a:rPr lang="zh-CN" b="0" i="0">
              <a:latin typeface="DengXian" panose="02010600030101010101" pitchFamily="2" charset="-122"/>
              <a:ea typeface="DengXian" panose="02010600030101010101" pitchFamily="2" charset="-122"/>
            </a:rPr>
            <a:t>期末考试：</a:t>
          </a:r>
          <a:r>
            <a:rPr lang="en-US" b="0" i="0">
              <a:latin typeface="DengXian" panose="02010600030101010101" pitchFamily="2" charset="-122"/>
              <a:ea typeface="DengXian" panose="02010600030101010101" pitchFamily="2" charset="-122"/>
            </a:rPr>
            <a:t>60%</a:t>
          </a:r>
          <a:endParaRPr lang="en-CN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A0CC50A0-6233-C449-A99F-5544B6EB0032}" type="parTrans" cxnId="{97BAC1E8-EF65-8745-AEF8-91AE87F431CE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E1263661-1078-4D4A-BCED-BBF46EB396A7}" type="sibTrans" cxnId="{97BAC1E8-EF65-8745-AEF8-91AE87F431CE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598F1F33-81E8-F84A-8BFB-7515971BBF9F}">
      <dgm:prSet/>
      <dgm:spPr/>
      <dgm:t>
        <a:bodyPr/>
        <a:lstStyle/>
        <a:p>
          <a:r>
            <a:rPr lang="zh-CN" b="0" i="0">
              <a:latin typeface="DengXian" panose="02010600030101010101" pitchFamily="2" charset="-122"/>
              <a:ea typeface="DengXian" panose="02010600030101010101" pitchFamily="2" charset="-122"/>
            </a:rPr>
            <a:t>闭卷考试</a:t>
          </a:r>
          <a:endParaRPr lang="en-CN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1B79F96A-3970-974C-8A0D-181BC136BDE4}" type="parTrans" cxnId="{263954E2-F318-2742-A514-BBA43EF1A49C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0E171DC8-9F8E-E241-B20A-71C09FED1C0A}" type="sibTrans" cxnId="{263954E2-F318-2742-A514-BBA43EF1A49C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D78B06FF-2EB5-BB47-A4A2-135FB44BBED3}">
      <dgm:prSet/>
      <dgm:spPr/>
      <dgm:t>
        <a:bodyPr/>
        <a:lstStyle/>
        <a:p>
          <a:r>
            <a:rPr lang="en-CN" dirty="0">
              <a:latin typeface="DengXian" panose="02010600030101010101" pitchFamily="2" charset="-122"/>
              <a:ea typeface="DengXian" panose="02010600030101010101" pitchFamily="2" charset="-122"/>
            </a:rPr>
            <a:t>实验报告</a:t>
          </a:r>
        </a:p>
      </dgm:t>
    </dgm:pt>
    <dgm:pt modelId="{01D0E1E3-0EEE-6041-996F-DC06673EC139}" type="parTrans" cxnId="{95A3DCF4-DB30-4C4E-9B66-2FE10C1DAF7F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53AC5F69-B256-8040-80ED-0E9B38D32F91}" type="sibTrans" cxnId="{95A3DCF4-DB30-4C4E-9B66-2FE10C1DAF7F}">
      <dgm:prSet/>
      <dgm:spPr/>
      <dgm:t>
        <a:bodyPr/>
        <a:lstStyle/>
        <a:p>
          <a:endParaRPr lang="en-US">
            <a:latin typeface="DengXian" panose="02010600030101010101" pitchFamily="2" charset="-122"/>
            <a:ea typeface="DengXian" panose="02010600030101010101" pitchFamily="2" charset="-122"/>
          </a:endParaRPr>
        </a:p>
      </dgm:t>
    </dgm:pt>
    <dgm:pt modelId="{8834AF3E-E274-7A43-8AAE-43D9EEB2DD0B}" type="pres">
      <dgm:prSet presAssocID="{B032C133-5E1D-C84F-8134-86D4B57ADC97}" presName="Name0" presStyleCnt="0">
        <dgm:presLayoutVars>
          <dgm:dir/>
          <dgm:animLvl val="lvl"/>
          <dgm:resizeHandles val="exact"/>
        </dgm:presLayoutVars>
      </dgm:prSet>
      <dgm:spPr/>
    </dgm:pt>
    <dgm:pt modelId="{8A2A288B-C8DD-A04D-945F-D2C031014BF1}" type="pres">
      <dgm:prSet presAssocID="{0CAA71B3-0829-B446-BD03-ADB05EE17317}" presName="composite" presStyleCnt="0"/>
      <dgm:spPr/>
    </dgm:pt>
    <dgm:pt modelId="{1B22DCD0-3C04-8749-9F38-663355A46A5B}" type="pres">
      <dgm:prSet presAssocID="{0CAA71B3-0829-B446-BD03-ADB05EE1731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6DA9A830-91B2-954E-AC27-BB4DC02C5F15}" type="pres">
      <dgm:prSet presAssocID="{0CAA71B3-0829-B446-BD03-ADB05EE17317}" presName="desTx" presStyleLbl="alignAccFollowNode1" presStyleIdx="0" presStyleCnt="3">
        <dgm:presLayoutVars>
          <dgm:bulletEnabled val="1"/>
        </dgm:presLayoutVars>
      </dgm:prSet>
      <dgm:spPr/>
    </dgm:pt>
    <dgm:pt modelId="{FE875878-A948-D044-AC20-B2CDEFE79969}" type="pres">
      <dgm:prSet presAssocID="{3815A9C9-10C1-B34E-BAF5-D7749E6B3A10}" presName="space" presStyleCnt="0"/>
      <dgm:spPr/>
    </dgm:pt>
    <dgm:pt modelId="{9FFA6F0F-5AC3-E742-ADD7-DBD28EB85325}" type="pres">
      <dgm:prSet presAssocID="{176BAE10-1344-3C46-BA87-F20187250EC0}" presName="composite" presStyleCnt="0"/>
      <dgm:spPr/>
    </dgm:pt>
    <dgm:pt modelId="{60C881D7-6A47-374C-B199-EF2923C8EDD1}" type="pres">
      <dgm:prSet presAssocID="{176BAE10-1344-3C46-BA87-F20187250EC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4937441-27C8-1B45-9235-72962F3FBD31}" type="pres">
      <dgm:prSet presAssocID="{176BAE10-1344-3C46-BA87-F20187250EC0}" presName="desTx" presStyleLbl="alignAccFollowNode1" presStyleIdx="1" presStyleCnt="3">
        <dgm:presLayoutVars>
          <dgm:bulletEnabled val="1"/>
        </dgm:presLayoutVars>
      </dgm:prSet>
      <dgm:spPr/>
    </dgm:pt>
    <dgm:pt modelId="{38361689-0C5F-8D4D-B1F4-A711465D7C60}" type="pres">
      <dgm:prSet presAssocID="{859CE2AB-E62A-F34B-BDBE-4179C3B8AD03}" presName="space" presStyleCnt="0"/>
      <dgm:spPr/>
    </dgm:pt>
    <dgm:pt modelId="{77AA4188-E704-1443-B5E3-4C50D16AC2BE}" type="pres">
      <dgm:prSet presAssocID="{22908CAA-6120-DC48-9466-8D83C490CBB1}" presName="composite" presStyleCnt="0"/>
      <dgm:spPr/>
    </dgm:pt>
    <dgm:pt modelId="{ED22ADBF-82BE-9847-99C8-984518AB056B}" type="pres">
      <dgm:prSet presAssocID="{22908CAA-6120-DC48-9466-8D83C490CBB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2AF6905-A37A-F74C-8A8F-99E81CD6AD72}" type="pres">
      <dgm:prSet presAssocID="{22908CAA-6120-DC48-9466-8D83C490CBB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9E5F8002-2D5D-FA49-9A2C-C4375F167A29}" srcId="{B032C133-5E1D-C84F-8134-86D4B57ADC97}" destId="{0CAA71B3-0829-B446-BD03-ADB05EE17317}" srcOrd="0" destOrd="0" parTransId="{6E00A3B4-18CE-614C-950B-611695642B4F}" sibTransId="{3815A9C9-10C1-B34E-BAF5-D7749E6B3A10}"/>
    <dgm:cxn modelId="{CD544A3E-D406-BA4C-BF23-0CAE64E3DDE4}" type="presOf" srcId="{D78B06FF-2EB5-BB47-A4A2-135FB44BBED3}" destId="{64937441-27C8-1B45-9235-72962F3FBD31}" srcOrd="0" destOrd="1" presId="urn:microsoft.com/office/officeart/2005/8/layout/hList1"/>
    <dgm:cxn modelId="{0AC00065-821F-B546-B994-A77FF8E8D47E}" type="presOf" srcId="{598F1F33-81E8-F84A-8BFB-7515971BBF9F}" destId="{B2AF6905-A37A-F74C-8A8F-99E81CD6AD72}" srcOrd="0" destOrd="0" presId="urn:microsoft.com/office/officeart/2005/8/layout/hList1"/>
    <dgm:cxn modelId="{643A4C6B-9D7B-334C-9A96-F32E0CD6F61E}" type="presOf" srcId="{B032C133-5E1D-C84F-8134-86D4B57ADC97}" destId="{8834AF3E-E274-7A43-8AAE-43D9EEB2DD0B}" srcOrd="0" destOrd="0" presId="urn:microsoft.com/office/officeart/2005/8/layout/hList1"/>
    <dgm:cxn modelId="{721BC770-B6B9-784F-A4E1-7FCA5FAE83B6}" type="presOf" srcId="{E42FBF83-35FD-D34C-9B45-F5F57DE0F0D0}" destId="{6DA9A830-91B2-954E-AC27-BB4DC02C5F15}" srcOrd="0" destOrd="0" presId="urn:microsoft.com/office/officeart/2005/8/layout/hList1"/>
    <dgm:cxn modelId="{6B92D951-2EDE-324D-B403-46BB62E46BFA}" srcId="{176BAE10-1344-3C46-BA87-F20187250EC0}" destId="{BBDB8D7C-5246-DE4C-9E61-9AC952028532}" srcOrd="0" destOrd="0" parTransId="{5712AC08-7CF7-6F46-B1CF-6DDFBC3B2766}" sibTransId="{29A58264-F2B9-774B-916A-0AD32B3039EF}"/>
    <dgm:cxn modelId="{838FA156-094B-4743-B4DF-8754BB4E2600}" srcId="{B032C133-5E1D-C84F-8134-86D4B57ADC97}" destId="{176BAE10-1344-3C46-BA87-F20187250EC0}" srcOrd="1" destOrd="0" parTransId="{8BC249ED-F3FE-2844-842A-F16D4B0B620E}" sibTransId="{859CE2AB-E62A-F34B-BDBE-4179C3B8AD03}"/>
    <dgm:cxn modelId="{F261688D-09D1-794D-B4DD-AC76F27EDB6B}" type="presOf" srcId="{176BAE10-1344-3C46-BA87-F20187250EC0}" destId="{60C881D7-6A47-374C-B199-EF2923C8EDD1}" srcOrd="0" destOrd="0" presId="urn:microsoft.com/office/officeart/2005/8/layout/hList1"/>
    <dgm:cxn modelId="{9692E6A8-53E8-8F4F-AC48-5E580E18C56D}" type="presOf" srcId="{BBDB8D7C-5246-DE4C-9E61-9AC952028532}" destId="{64937441-27C8-1B45-9235-72962F3FBD31}" srcOrd="0" destOrd="0" presId="urn:microsoft.com/office/officeart/2005/8/layout/hList1"/>
    <dgm:cxn modelId="{0B0E72A9-CAF6-D743-BB03-452FB50F3B28}" type="presOf" srcId="{22908CAA-6120-DC48-9466-8D83C490CBB1}" destId="{ED22ADBF-82BE-9847-99C8-984518AB056B}" srcOrd="0" destOrd="0" presId="urn:microsoft.com/office/officeart/2005/8/layout/hList1"/>
    <dgm:cxn modelId="{DF8D2FB7-9F06-2A4F-B02E-3F5CE6EC1A8B}" type="presOf" srcId="{0CAA71B3-0829-B446-BD03-ADB05EE17317}" destId="{1B22DCD0-3C04-8749-9F38-663355A46A5B}" srcOrd="0" destOrd="0" presId="urn:microsoft.com/office/officeart/2005/8/layout/hList1"/>
    <dgm:cxn modelId="{307981B7-F472-7C49-9204-233DDDA630CC}" srcId="{0CAA71B3-0829-B446-BD03-ADB05EE17317}" destId="{E42FBF83-35FD-D34C-9B45-F5F57DE0F0D0}" srcOrd="0" destOrd="0" parTransId="{AC254B40-BF8A-074C-8087-EBD13E104958}" sibTransId="{B8B4750B-8D86-1449-9936-7CF94F80FD92}"/>
    <dgm:cxn modelId="{263954E2-F318-2742-A514-BBA43EF1A49C}" srcId="{22908CAA-6120-DC48-9466-8D83C490CBB1}" destId="{598F1F33-81E8-F84A-8BFB-7515971BBF9F}" srcOrd="0" destOrd="0" parTransId="{1B79F96A-3970-974C-8A0D-181BC136BDE4}" sibTransId="{0E171DC8-9F8E-E241-B20A-71C09FED1C0A}"/>
    <dgm:cxn modelId="{97BAC1E8-EF65-8745-AEF8-91AE87F431CE}" srcId="{B032C133-5E1D-C84F-8134-86D4B57ADC97}" destId="{22908CAA-6120-DC48-9466-8D83C490CBB1}" srcOrd="2" destOrd="0" parTransId="{A0CC50A0-6233-C449-A99F-5544B6EB0032}" sibTransId="{E1263661-1078-4D4A-BCED-BBF46EB396A7}"/>
    <dgm:cxn modelId="{95A3DCF4-DB30-4C4E-9B66-2FE10C1DAF7F}" srcId="{176BAE10-1344-3C46-BA87-F20187250EC0}" destId="{D78B06FF-2EB5-BB47-A4A2-135FB44BBED3}" srcOrd="1" destOrd="0" parTransId="{01D0E1E3-0EEE-6041-996F-DC06673EC139}" sibTransId="{53AC5F69-B256-8040-80ED-0E9B38D32F91}"/>
    <dgm:cxn modelId="{C626C071-BA4A-704F-98EE-9460B8DA6E9B}" type="presParOf" srcId="{8834AF3E-E274-7A43-8AAE-43D9EEB2DD0B}" destId="{8A2A288B-C8DD-A04D-945F-D2C031014BF1}" srcOrd="0" destOrd="0" presId="urn:microsoft.com/office/officeart/2005/8/layout/hList1"/>
    <dgm:cxn modelId="{30C9EF6C-954A-234A-A284-01317E4A9721}" type="presParOf" srcId="{8A2A288B-C8DD-A04D-945F-D2C031014BF1}" destId="{1B22DCD0-3C04-8749-9F38-663355A46A5B}" srcOrd="0" destOrd="0" presId="urn:microsoft.com/office/officeart/2005/8/layout/hList1"/>
    <dgm:cxn modelId="{A14E3DAF-88D8-204B-A244-203B68331167}" type="presParOf" srcId="{8A2A288B-C8DD-A04D-945F-D2C031014BF1}" destId="{6DA9A830-91B2-954E-AC27-BB4DC02C5F15}" srcOrd="1" destOrd="0" presId="urn:microsoft.com/office/officeart/2005/8/layout/hList1"/>
    <dgm:cxn modelId="{FBF9E8B5-3FF2-8E47-8171-5CE1E4A03DAE}" type="presParOf" srcId="{8834AF3E-E274-7A43-8AAE-43D9EEB2DD0B}" destId="{FE875878-A948-D044-AC20-B2CDEFE79969}" srcOrd="1" destOrd="0" presId="urn:microsoft.com/office/officeart/2005/8/layout/hList1"/>
    <dgm:cxn modelId="{154CD50B-5023-B442-A442-261F42A2BF3C}" type="presParOf" srcId="{8834AF3E-E274-7A43-8AAE-43D9EEB2DD0B}" destId="{9FFA6F0F-5AC3-E742-ADD7-DBD28EB85325}" srcOrd="2" destOrd="0" presId="urn:microsoft.com/office/officeart/2005/8/layout/hList1"/>
    <dgm:cxn modelId="{4D8A88F5-849B-A446-A1A6-EF26B05FA805}" type="presParOf" srcId="{9FFA6F0F-5AC3-E742-ADD7-DBD28EB85325}" destId="{60C881D7-6A47-374C-B199-EF2923C8EDD1}" srcOrd="0" destOrd="0" presId="urn:microsoft.com/office/officeart/2005/8/layout/hList1"/>
    <dgm:cxn modelId="{B351E676-F049-DC44-BD7A-F006C454A364}" type="presParOf" srcId="{9FFA6F0F-5AC3-E742-ADD7-DBD28EB85325}" destId="{64937441-27C8-1B45-9235-72962F3FBD31}" srcOrd="1" destOrd="0" presId="urn:microsoft.com/office/officeart/2005/8/layout/hList1"/>
    <dgm:cxn modelId="{1DD138BE-C61B-6E42-BE24-BA821D717A17}" type="presParOf" srcId="{8834AF3E-E274-7A43-8AAE-43D9EEB2DD0B}" destId="{38361689-0C5F-8D4D-B1F4-A711465D7C60}" srcOrd="3" destOrd="0" presId="urn:microsoft.com/office/officeart/2005/8/layout/hList1"/>
    <dgm:cxn modelId="{35F88DA2-53FF-534D-B974-C4F5035948EC}" type="presParOf" srcId="{8834AF3E-E274-7A43-8AAE-43D9EEB2DD0B}" destId="{77AA4188-E704-1443-B5E3-4C50D16AC2BE}" srcOrd="4" destOrd="0" presId="urn:microsoft.com/office/officeart/2005/8/layout/hList1"/>
    <dgm:cxn modelId="{73C7F1F9-9789-3541-8EF6-1C2F317EB154}" type="presParOf" srcId="{77AA4188-E704-1443-B5E3-4C50D16AC2BE}" destId="{ED22ADBF-82BE-9847-99C8-984518AB056B}" srcOrd="0" destOrd="0" presId="urn:microsoft.com/office/officeart/2005/8/layout/hList1"/>
    <dgm:cxn modelId="{5250527C-5542-054C-93B6-12860D4F4D8E}" type="presParOf" srcId="{77AA4188-E704-1443-B5E3-4C50D16AC2BE}" destId="{B2AF6905-A37A-F74C-8A8F-99E81CD6AD7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AB422C-387C-0645-8AD3-13DF91CA7C5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6AA0535-E21C-084A-B675-CF607B6EBEB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CN" b="0" i="0"/>
            <a:t>上课</a:t>
          </a:r>
          <a:endParaRPr lang="en-CN"/>
        </a:p>
      </dgm:t>
    </dgm:pt>
    <dgm:pt modelId="{206696DD-E19D-5846-A1C1-D618C30D21E2}" type="parTrans" cxnId="{2E83408B-225E-E64D-AFAA-8F5FA02A8DAD}">
      <dgm:prSet/>
      <dgm:spPr/>
      <dgm:t>
        <a:bodyPr/>
        <a:lstStyle/>
        <a:p>
          <a:endParaRPr lang="en-US"/>
        </a:p>
      </dgm:t>
    </dgm:pt>
    <dgm:pt modelId="{1ACF9D9B-9BFC-854F-893B-81303097E144}" type="sibTrans" cxnId="{2E83408B-225E-E64D-AFAA-8F5FA02A8DAD}">
      <dgm:prSet/>
      <dgm:spPr/>
      <dgm:t>
        <a:bodyPr/>
        <a:lstStyle/>
        <a:p>
          <a:endParaRPr lang="en-US"/>
        </a:p>
      </dgm:t>
    </dgm:pt>
    <dgm:pt modelId="{850D24AD-F5FE-3F42-A29D-D84A30356CDA}">
      <dgm:prSet/>
      <dgm:spPr/>
      <dgm:t>
        <a:bodyPr/>
        <a:lstStyle/>
        <a:p>
          <a:pPr>
            <a:lnSpc>
              <a:spcPct val="100000"/>
            </a:lnSpc>
          </a:pPr>
          <a:r>
            <a:rPr lang="zh-CN" b="0" i="0" dirty="0"/>
            <a:t>迟到请安静，手机请静音</a:t>
          </a:r>
          <a:endParaRPr lang="en-CN" dirty="0"/>
        </a:p>
      </dgm:t>
    </dgm:pt>
    <dgm:pt modelId="{7396ADE0-3EEB-E647-BF9C-F1CD4486A708}" type="parTrans" cxnId="{C7E5DAAE-A97F-F740-9963-0A3FC2D88151}">
      <dgm:prSet/>
      <dgm:spPr/>
      <dgm:t>
        <a:bodyPr/>
        <a:lstStyle/>
        <a:p>
          <a:endParaRPr lang="en-US"/>
        </a:p>
      </dgm:t>
    </dgm:pt>
    <dgm:pt modelId="{E0398249-9B12-7146-B8E3-000B1B9A6F5A}" type="sibTrans" cxnId="{C7E5DAAE-A97F-F740-9963-0A3FC2D88151}">
      <dgm:prSet/>
      <dgm:spPr/>
      <dgm:t>
        <a:bodyPr/>
        <a:lstStyle/>
        <a:p>
          <a:endParaRPr lang="en-US"/>
        </a:p>
      </dgm:t>
    </dgm:pt>
    <dgm:pt modelId="{8B861834-8BD8-7D4B-A0FC-717F1B1803D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CN" b="0" i="0"/>
            <a:t>答疑</a:t>
          </a:r>
          <a:endParaRPr lang="en-CN"/>
        </a:p>
      </dgm:t>
    </dgm:pt>
    <dgm:pt modelId="{FA3949AE-CD9F-BB4F-8B62-74639515C54B}" type="parTrans" cxnId="{216C7C8E-EEEB-9E4E-BDAD-8AB719ED5797}">
      <dgm:prSet/>
      <dgm:spPr/>
      <dgm:t>
        <a:bodyPr/>
        <a:lstStyle/>
        <a:p>
          <a:endParaRPr lang="en-US"/>
        </a:p>
      </dgm:t>
    </dgm:pt>
    <dgm:pt modelId="{BCD9CC4A-396C-C245-85B9-24C1F6F214B7}" type="sibTrans" cxnId="{216C7C8E-EEEB-9E4E-BDAD-8AB719ED5797}">
      <dgm:prSet/>
      <dgm:spPr/>
      <dgm:t>
        <a:bodyPr/>
        <a:lstStyle/>
        <a:p>
          <a:endParaRPr lang="en-US"/>
        </a:p>
      </dgm:t>
    </dgm:pt>
    <dgm:pt modelId="{B2A67966-A2DF-BF4E-BD35-25A41F6274C3}">
      <dgm:prSet/>
      <dgm:spPr/>
      <dgm:t>
        <a:bodyPr/>
        <a:lstStyle/>
        <a:p>
          <a:pPr>
            <a:lnSpc>
              <a:spcPct val="100000"/>
            </a:lnSpc>
          </a:pPr>
          <a:r>
            <a:rPr lang="zh-CN" b="0" i="0" dirty="0"/>
            <a:t>理论课后、实验课期间</a:t>
          </a:r>
          <a:endParaRPr lang="en-CN" dirty="0"/>
        </a:p>
      </dgm:t>
    </dgm:pt>
    <dgm:pt modelId="{09E8C742-1DAA-B041-A1EA-53F53825429A}" type="parTrans" cxnId="{CAADD7A8-4AAE-694B-9789-2755C713830C}">
      <dgm:prSet/>
      <dgm:spPr/>
      <dgm:t>
        <a:bodyPr/>
        <a:lstStyle/>
        <a:p>
          <a:endParaRPr lang="en-US"/>
        </a:p>
      </dgm:t>
    </dgm:pt>
    <dgm:pt modelId="{B2E56AFB-129D-9942-999B-1F699C4D6DF2}" type="sibTrans" cxnId="{CAADD7A8-4AAE-694B-9789-2755C713830C}">
      <dgm:prSet/>
      <dgm:spPr/>
      <dgm:t>
        <a:bodyPr/>
        <a:lstStyle/>
        <a:p>
          <a:endParaRPr lang="en-US"/>
        </a:p>
      </dgm:t>
    </dgm:pt>
    <dgm:pt modelId="{323C0FD5-99D6-5F4C-A2CD-6C002396A3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Email</a:t>
          </a:r>
          <a:r>
            <a:rPr lang="zh-CN" b="0" i="0"/>
            <a:t>保证回复</a:t>
          </a:r>
          <a:endParaRPr lang="en-CN"/>
        </a:p>
      </dgm:t>
    </dgm:pt>
    <dgm:pt modelId="{C9936491-B4E2-5C41-B8B7-D7A160EB341F}" type="parTrans" cxnId="{17A8F7E3-19DD-864C-BD80-F5C43687705F}">
      <dgm:prSet/>
      <dgm:spPr/>
      <dgm:t>
        <a:bodyPr/>
        <a:lstStyle/>
        <a:p>
          <a:endParaRPr lang="en-US"/>
        </a:p>
      </dgm:t>
    </dgm:pt>
    <dgm:pt modelId="{83BF32B1-2EAA-9840-89A3-47D52710019F}" type="sibTrans" cxnId="{17A8F7E3-19DD-864C-BD80-F5C43687705F}">
      <dgm:prSet/>
      <dgm:spPr/>
      <dgm:t>
        <a:bodyPr/>
        <a:lstStyle/>
        <a:p>
          <a:endParaRPr lang="en-US"/>
        </a:p>
      </dgm:t>
    </dgm:pt>
    <dgm:pt modelId="{749018DF-A2E2-3740-910E-60A0092D2D5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zh-CN" b="0" i="0" dirty="0"/>
            <a:t>合作愉快、共同进步！</a:t>
          </a:r>
          <a:endParaRPr lang="en-CN" dirty="0"/>
        </a:p>
      </dgm:t>
    </dgm:pt>
    <dgm:pt modelId="{245A3840-3874-3F40-AA93-2DE3CBCD46FF}" type="parTrans" cxnId="{0CDD3ABE-6E5A-C640-AB23-263422164D27}">
      <dgm:prSet/>
      <dgm:spPr/>
      <dgm:t>
        <a:bodyPr/>
        <a:lstStyle/>
        <a:p>
          <a:endParaRPr lang="en-US"/>
        </a:p>
      </dgm:t>
    </dgm:pt>
    <dgm:pt modelId="{5D4B7F86-C2C9-1140-A234-B8A6CC7F486B}" type="sibTrans" cxnId="{0CDD3ABE-6E5A-C640-AB23-263422164D27}">
      <dgm:prSet/>
      <dgm:spPr/>
      <dgm:t>
        <a:bodyPr/>
        <a:lstStyle/>
        <a:p>
          <a:endParaRPr lang="en-US"/>
        </a:p>
      </dgm:t>
    </dgm:pt>
    <dgm:pt modelId="{AA0BE6DB-3B01-4683-9188-DDFD25495701}" type="pres">
      <dgm:prSet presAssocID="{7BAB422C-387C-0645-8AD3-13DF91CA7C50}" presName="root" presStyleCnt="0">
        <dgm:presLayoutVars>
          <dgm:dir/>
          <dgm:resizeHandles val="exact"/>
        </dgm:presLayoutVars>
      </dgm:prSet>
      <dgm:spPr/>
    </dgm:pt>
    <dgm:pt modelId="{A132B39F-2277-46AE-B209-9B8DE67E2AF5}" type="pres">
      <dgm:prSet presAssocID="{76AA0535-E21C-084A-B675-CF607B6EBEB9}" presName="compNode" presStyleCnt="0"/>
      <dgm:spPr/>
    </dgm:pt>
    <dgm:pt modelId="{720A6C29-3524-47AA-892D-F0710FDAF035}" type="pres">
      <dgm:prSet presAssocID="{76AA0535-E21C-084A-B675-CF607B6EBEB9}" presName="iconRect" presStyleLbl="node1" presStyleIdx="0" presStyleCnt="3" custLinFactNeighborX="-187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te Ringer"/>
        </a:ext>
      </dgm:extLst>
    </dgm:pt>
    <dgm:pt modelId="{F4AF5348-DCA5-4A80-816F-CBD79448F750}" type="pres">
      <dgm:prSet presAssocID="{76AA0535-E21C-084A-B675-CF607B6EBEB9}" presName="iconSpace" presStyleCnt="0"/>
      <dgm:spPr/>
    </dgm:pt>
    <dgm:pt modelId="{E86A8BA8-BA0C-4848-BFAD-538006AF74B4}" type="pres">
      <dgm:prSet presAssocID="{76AA0535-E21C-084A-B675-CF607B6EBEB9}" presName="parTx" presStyleLbl="revTx" presStyleIdx="0" presStyleCnt="6" custLinFactNeighborX="1143">
        <dgm:presLayoutVars>
          <dgm:chMax val="0"/>
          <dgm:chPref val="0"/>
        </dgm:presLayoutVars>
      </dgm:prSet>
      <dgm:spPr/>
    </dgm:pt>
    <dgm:pt modelId="{AEADEB85-82B7-4654-BF78-85745171A969}" type="pres">
      <dgm:prSet presAssocID="{76AA0535-E21C-084A-B675-CF607B6EBEB9}" presName="txSpace" presStyleCnt="0"/>
      <dgm:spPr/>
    </dgm:pt>
    <dgm:pt modelId="{EE8FB49F-2C66-4689-A05E-D82CBAE48AD8}" type="pres">
      <dgm:prSet presAssocID="{76AA0535-E21C-084A-B675-CF607B6EBEB9}" presName="desTx" presStyleLbl="revTx" presStyleIdx="1" presStyleCnt="6" custLinFactNeighborX="1143">
        <dgm:presLayoutVars/>
      </dgm:prSet>
      <dgm:spPr/>
    </dgm:pt>
    <dgm:pt modelId="{581CBE26-2C49-42A8-A3FF-2C8C3349BBCD}" type="pres">
      <dgm:prSet presAssocID="{1ACF9D9B-9BFC-854F-893B-81303097E144}" presName="sibTrans" presStyleCnt="0"/>
      <dgm:spPr/>
    </dgm:pt>
    <dgm:pt modelId="{B94D378F-0F1A-4946-AAE7-EE4D4002C883}" type="pres">
      <dgm:prSet presAssocID="{8B861834-8BD8-7D4B-A0FC-717F1B1803D3}" presName="compNode" presStyleCnt="0"/>
      <dgm:spPr/>
    </dgm:pt>
    <dgm:pt modelId="{C0B057E3-3F3A-4A63-BBDE-0AAECA35905B}" type="pres">
      <dgm:prSet presAssocID="{8B861834-8BD8-7D4B-A0FC-717F1B1803D3}" presName="iconRect" presStyleLbl="node1" presStyleIdx="1" presStyleCnt="3" custLinFactNeighborX="-8480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5665D8FF-A130-49D3-8670-36ED1D87AD56}" type="pres">
      <dgm:prSet presAssocID="{8B861834-8BD8-7D4B-A0FC-717F1B1803D3}" presName="iconSpace" presStyleCnt="0"/>
      <dgm:spPr/>
    </dgm:pt>
    <dgm:pt modelId="{50F32D84-4913-49C7-AE97-4703DB202290}" type="pres">
      <dgm:prSet presAssocID="{8B861834-8BD8-7D4B-A0FC-717F1B1803D3}" presName="parTx" presStyleLbl="revTx" presStyleIdx="2" presStyleCnt="6" custLinFactNeighborX="-29695">
        <dgm:presLayoutVars>
          <dgm:chMax val="0"/>
          <dgm:chPref val="0"/>
        </dgm:presLayoutVars>
      </dgm:prSet>
      <dgm:spPr/>
    </dgm:pt>
    <dgm:pt modelId="{EAFB44C6-83BB-42C2-A3C5-816ADBABC027}" type="pres">
      <dgm:prSet presAssocID="{8B861834-8BD8-7D4B-A0FC-717F1B1803D3}" presName="txSpace" presStyleCnt="0"/>
      <dgm:spPr/>
    </dgm:pt>
    <dgm:pt modelId="{3BB93CE4-2C46-41D0-B906-0D047951C7E5}" type="pres">
      <dgm:prSet presAssocID="{8B861834-8BD8-7D4B-A0FC-717F1B1803D3}" presName="desTx" presStyleLbl="revTx" presStyleIdx="3" presStyleCnt="6" custLinFactNeighborX="-29695">
        <dgm:presLayoutVars/>
      </dgm:prSet>
      <dgm:spPr/>
    </dgm:pt>
    <dgm:pt modelId="{D816BCC4-67E6-4AE3-A2C9-98705A9DFF6A}" type="pres">
      <dgm:prSet presAssocID="{BCD9CC4A-396C-C245-85B9-24C1F6F214B7}" presName="sibTrans" presStyleCnt="0"/>
      <dgm:spPr/>
    </dgm:pt>
    <dgm:pt modelId="{1593225E-3EAA-4253-AB46-EDAD11B8C120}" type="pres">
      <dgm:prSet presAssocID="{749018DF-A2E2-3740-910E-60A0092D2D51}" presName="compNode" presStyleCnt="0"/>
      <dgm:spPr/>
    </dgm:pt>
    <dgm:pt modelId="{4C4CE3FC-C00F-40D3-8E8D-F767BE54247A}" type="pres">
      <dgm:prSet presAssocID="{749018DF-A2E2-3740-910E-60A0092D2D51}" presName="iconRect" presStyleLbl="node1" presStyleIdx="2" presStyleCnt="3" custLinFactX="-45479" custLinFactNeighborX="-100000" custLinFactNeighborY="15981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485CA6A0-409A-4BE5-B76A-221EF1C03EF6}" type="pres">
      <dgm:prSet presAssocID="{749018DF-A2E2-3740-910E-60A0092D2D51}" presName="iconSpace" presStyleCnt="0"/>
      <dgm:spPr/>
    </dgm:pt>
    <dgm:pt modelId="{DAD93D0E-A5A2-4542-A9CD-451088454100}" type="pres">
      <dgm:prSet presAssocID="{749018DF-A2E2-3740-910E-60A0092D2D51}" presName="parTx" presStyleLbl="revTx" presStyleIdx="4" presStyleCnt="6" custLinFactNeighborX="-43212" custLinFactNeighborY="89495">
        <dgm:presLayoutVars>
          <dgm:chMax val="0"/>
          <dgm:chPref val="0"/>
        </dgm:presLayoutVars>
      </dgm:prSet>
      <dgm:spPr/>
    </dgm:pt>
    <dgm:pt modelId="{1CE48E8A-62A3-409F-9340-DBEA0C4172C9}" type="pres">
      <dgm:prSet presAssocID="{749018DF-A2E2-3740-910E-60A0092D2D51}" presName="txSpace" presStyleCnt="0"/>
      <dgm:spPr/>
    </dgm:pt>
    <dgm:pt modelId="{874F9DC4-2EC4-4BE5-A963-6830C2810D00}" type="pres">
      <dgm:prSet presAssocID="{749018DF-A2E2-3740-910E-60A0092D2D51}" presName="desTx" presStyleLbl="revTx" presStyleIdx="5" presStyleCnt="6">
        <dgm:presLayoutVars/>
      </dgm:prSet>
      <dgm:spPr/>
    </dgm:pt>
  </dgm:ptLst>
  <dgm:cxnLst>
    <dgm:cxn modelId="{18BB6004-BEB4-584A-B173-706B5A638286}" type="presOf" srcId="{B2A67966-A2DF-BF4E-BD35-25A41F6274C3}" destId="{3BB93CE4-2C46-41D0-B906-0D047951C7E5}" srcOrd="0" destOrd="0" presId="urn:microsoft.com/office/officeart/2018/5/layout/CenteredIconLabelDescriptionList"/>
    <dgm:cxn modelId="{56563E08-B26A-A84D-A8C6-825393E32466}" type="presOf" srcId="{7BAB422C-387C-0645-8AD3-13DF91CA7C50}" destId="{AA0BE6DB-3B01-4683-9188-DDFD25495701}" srcOrd="0" destOrd="0" presId="urn:microsoft.com/office/officeart/2018/5/layout/CenteredIconLabelDescriptionList"/>
    <dgm:cxn modelId="{2E83408B-225E-E64D-AFAA-8F5FA02A8DAD}" srcId="{7BAB422C-387C-0645-8AD3-13DF91CA7C50}" destId="{76AA0535-E21C-084A-B675-CF607B6EBEB9}" srcOrd="0" destOrd="0" parTransId="{206696DD-E19D-5846-A1C1-D618C30D21E2}" sibTransId="{1ACF9D9B-9BFC-854F-893B-81303097E144}"/>
    <dgm:cxn modelId="{216C7C8E-EEEB-9E4E-BDAD-8AB719ED5797}" srcId="{7BAB422C-387C-0645-8AD3-13DF91CA7C50}" destId="{8B861834-8BD8-7D4B-A0FC-717F1B1803D3}" srcOrd="1" destOrd="0" parTransId="{FA3949AE-CD9F-BB4F-8B62-74639515C54B}" sibTransId="{BCD9CC4A-396C-C245-85B9-24C1F6F214B7}"/>
    <dgm:cxn modelId="{C406A296-5BC9-F44F-89D1-8E9CBE642458}" type="presOf" srcId="{323C0FD5-99D6-5F4C-A2CD-6C002396A307}" destId="{3BB93CE4-2C46-41D0-B906-0D047951C7E5}" srcOrd="0" destOrd="1" presId="urn:microsoft.com/office/officeart/2018/5/layout/CenteredIconLabelDescriptionList"/>
    <dgm:cxn modelId="{26E0B69B-3EC0-AD4F-AE19-55AD05932808}" type="presOf" srcId="{850D24AD-F5FE-3F42-A29D-D84A30356CDA}" destId="{EE8FB49F-2C66-4689-A05E-D82CBAE48AD8}" srcOrd="0" destOrd="0" presId="urn:microsoft.com/office/officeart/2018/5/layout/CenteredIconLabelDescriptionList"/>
    <dgm:cxn modelId="{CAADD7A8-4AAE-694B-9789-2755C713830C}" srcId="{8B861834-8BD8-7D4B-A0FC-717F1B1803D3}" destId="{B2A67966-A2DF-BF4E-BD35-25A41F6274C3}" srcOrd="0" destOrd="0" parTransId="{09E8C742-1DAA-B041-A1EA-53F53825429A}" sibTransId="{B2E56AFB-129D-9942-999B-1F699C4D6DF2}"/>
    <dgm:cxn modelId="{C7E5DAAE-A97F-F740-9963-0A3FC2D88151}" srcId="{76AA0535-E21C-084A-B675-CF607B6EBEB9}" destId="{850D24AD-F5FE-3F42-A29D-D84A30356CDA}" srcOrd="0" destOrd="0" parTransId="{7396ADE0-3EEB-E647-BF9C-F1CD4486A708}" sibTransId="{E0398249-9B12-7146-B8E3-000B1B9A6F5A}"/>
    <dgm:cxn modelId="{0CDD3ABE-6E5A-C640-AB23-263422164D27}" srcId="{7BAB422C-387C-0645-8AD3-13DF91CA7C50}" destId="{749018DF-A2E2-3740-910E-60A0092D2D51}" srcOrd="2" destOrd="0" parTransId="{245A3840-3874-3F40-AA93-2DE3CBCD46FF}" sibTransId="{5D4B7F86-C2C9-1140-A234-B8A6CC7F486B}"/>
    <dgm:cxn modelId="{414B24BF-E4A2-204F-8A10-64A76EB2F5FC}" type="presOf" srcId="{749018DF-A2E2-3740-910E-60A0092D2D51}" destId="{DAD93D0E-A5A2-4542-A9CD-451088454100}" srcOrd="0" destOrd="0" presId="urn:microsoft.com/office/officeart/2018/5/layout/CenteredIconLabelDescriptionList"/>
    <dgm:cxn modelId="{2DF215DF-D638-354A-BFB9-41D996A22027}" type="presOf" srcId="{76AA0535-E21C-084A-B675-CF607B6EBEB9}" destId="{E86A8BA8-BA0C-4848-BFAD-538006AF74B4}" srcOrd="0" destOrd="0" presId="urn:microsoft.com/office/officeart/2018/5/layout/CenteredIconLabelDescriptionList"/>
    <dgm:cxn modelId="{17A8F7E3-19DD-864C-BD80-F5C43687705F}" srcId="{8B861834-8BD8-7D4B-A0FC-717F1B1803D3}" destId="{323C0FD5-99D6-5F4C-A2CD-6C002396A307}" srcOrd="1" destOrd="0" parTransId="{C9936491-B4E2-5C41-B8B7-D7A160EB341F}" sibTransId="{83BF32B1-2EAA-9840-89A3-47D52710019F}"/>
    <dgm:cxn modelId="{A38604F9-496F-1E4D-967A-7D9CD52D0E64}" type="presOf" srcId="{8B861834-8BD8-7D4B-A0FC-717F1B1803D3}" destId="{50F32D84-4913-49C7-AE97-4703DB202290}" srcOrd="0" destOrd="0" presId="urn:microsoft.com/office/officeart/2018/5/layout/CenteredIconLabelDescriptionList"/>
    <dgm:cxn modelId="{6E4FC8F5-B304-234D-A3E5-194EE3521973}" type="presParOf" srcId="{AA0BE6DB-3B01-4683-9188-DDFD25495701}" destId="{A132B39F-2277-46AE-B209-9B8DE67E2AF5}" srcOrd="0" destOrd="0" presId="urn:microsoft.com/office/officeart/2018/5/layout/CenteredIconLabelDescriptionList"/>
    <dgm:cxn modelId="{18F3AE31-267C-9449-A633-FAB3773D3468}" type="presParOf" srcId="{A132B39F-2277-46AE-B209-9B8DE67E2AF5}" destId="{720A6C29-3524-47AA-892D-F0710FDAF035}" srcOrd="0" destOrd="0" presId="urn:microsoft.com/office/officeart/2018/5/layout/CenteredIconLabelDescriptionList"/>
    <dgm:cxn modelId="{C6C56E88-DD5F-1C41-BD92-4FBAAA8E5BDD}" type="presParOf" srcId="{A132B39F-2277-46AE-B209-9B8DE67E2AF5}" destId="{F4AF5348-DCA5-4A80-816F-CBD79448F750}" srcOrd="1" destOrd="0" presId="urn:microsoft.com/office/officeart/2018/5/layout/CenteredIconLabelDescriptionList"/>
    <dgm:cxn modelId="{4B94C0C2-EC35-BE4E-BACC-E5C54128E0E3}" type="presParOf" srcId="{A132B39F-2277-46AE-B209-9B8DE67E2AF5}" destId="{E86A8BA8-BA0C-4848-BFAD-538006AF74B4}" srcOrd="2" destOrd="0" presId="urn:microsoft.com/office/officeart/2018/5/layout/CenteredIconLabelDescriptionList"/>
    <dgm:cxn modelId="{C46A123D-7B40-CA48-936F-2979218AE54C}" type="presParOf" srcId="{A132B39F-2277-46AE-B209-9B8DE67E2AF5}" destId="{AEADEB85-82B7-4654-BF78-85745171A969}" srcOrd="3" destOrd="0" presId="urn:microsoft.com/office/officeart/2018/5/layout/CenteredIconLabelDescriptionList"/>
    <dgm:cxn modelId="{DA79CF40-2D98-234D-8048-31862F6B178E}" type="presParOf" srcId="{A132B39F-2277-46AE-B209-9B8DE67E2AF5}" destId="{EE8FB49F-2C66-4689-A05E-D82CBAE48AD8}" srcOrd="4" destOrd="0" presId="urn:microsoft.com/office/officeart/2018/5/layout/CenteredIconLabelDescriptionList"/>
    <dgm:cxn modelId="{44ADAD72-1698-384C-8525-9363E8438B66}" type="presParOf" srcId="{AA0BE6DB-3B01-4683-9188-DDFD25495701}" destId="{581CBE26-2C49-42A8-A3FF-2C8C3349BBCD}" srcOrd="1" destOrd="0" presId="urn:microsoft.com/office/officeart/2018/5/layout/CenteredIconLabelDescriptionList"/>
    <dgm:cxn modelId="{6BEBD484-F14B-044A-A3D6-58B81F8BD8AF}" type="presParOf" srcId="{AA0BE6DB-3B01-4683-9188-DDFD25495701}" destId="{B94D378F-0F1A-4946-AAE7-EE4D4002C883}" srcOrd="2" destOrd="0" presId="urn:microsoft.com/office/officeart/2018/5/layout/CenteredIconLabelDescriptionList"/>
    <dgm:cxn modelId="{72B10728-06DF-1A45-8409-7DEF60035B55}" type="presParOf" srcId="{B94D378F-0F1A-4946-AAE7-EE4D4002C883}" destId="{C0B057E3-3F3A-4A63-BBDE-0AAECA35905B}" srcOrd="0" destOrd="0" presId="urn:microsoft.com/office/officeart/2018/5/layout/CenteredIconLabelDescriptionList"/>
    <dgm:cxn modelId="{DEE68E64-1A7D-404F-B349-353F7FB938D0}" type="presParOf" srcId="{B94D378F-0F1A-4946-AAE7-EE4D4002C883}" destId="{5665D8FF-A130-49D3-8670-36ED1D87AD56}" srcOrd="1" destOrd="0" presId="urn:microsoft.com/office/officeart/2018/5/layout/CenteredIconLabelDescriptionList"/>
    <dgm:cxn modelId="{2BC3443C-39E3-0746-A9FE-A58390FE5629}" type="presParOf" srcId="{B94D378F-0F1A-4946-AAE7-EE4D4002C883}" destId="{50F32D84-4913-49C7-AE97-4703DB202290}" srcOrd="2" destOrd="0" presId="urn:microsoft.com/office/officeart/2018/5/layout/CenteredIconLabelDescriptionList"/>
    <dgm:cxn modelId="{A26CA2AB-65AF-3F45-BC4A-F3BC0C06545A}" type="presParOf" srcId="{B94D378F-0F1A-4946-AAE7-EE4D4002C883}" destId="{EAFB44C6-83BB-42C2-A3C5-816ADBABC027}" srcOrd="3" destOrd="0" presId="urn:microsoft.com/office/officeart/2018/5/layout/CenteredIconLabelDescriptionList"/>
    <dgm:cxn modelId="{9EA9762F-4B8B-3E40-BFA4-7332425FB446}" type="presParOf" srcId="{B94D378F-0F1A-4946-AAE7-EE4D4002C883}" destId="{3BB93CE4-2C46-41D0-B906-0D047951C7E5}" srcOrd="4" destOrd="0" presId="urn:microsoft.com/office/officeart/2018/5/layout/CenteredIconLabelDescriptionList"/>
    <dgm:cxn modelId="{59DE14CD-4BD9-9843-8A7F-07DAA19CF073}" type="presParOf" srcId="{AA0BE6DB-3B01-4683-9188-DDFD25495701}" destId="{D816BCC4-67E6-4AE3-A2C9-98705A9DFF6A}" srcOrd="3" destOrd="0" presId="urn:microsoft.com/office/officeart/2018/5/layout/CenteredIconLabelDescriptionList"/>
    <dgm:cxn modelId="{B1705FD9-E1AB-8242-AC87-F94647A172CC}" type="presParOf" srcId="{AA0BE6DB-3B01-4683-9188-DDFD25495701}" destId="{1593225E-3EAA-4253-AB46-EDAD11B8C120}" srcOrd="4" destOrd="0" presId="urn:microsoft.com/office/officeart/2018/5/layout/CenteredIconLabelDescriptionList"/>
    <dgm:cxn modelId="{AAD435F8-D79A-2C41-932E-303062440080}" type="presParOf" srcId="{1593225E-3EAA-4253-AB46-EDAD11B8C120}" destId="{4C4CE3FC-C00F-40D3-8E8D-F767BE54247A}" srcOrd="0" destOrd="0" presId="urn:microsoft.com/office/officeart/2018/5/layout/CenteredIconLabelDescriptionList"/>
    <dgm:cxn modelId="{72DE958E-22A9-4747-8B1A-8A81472901C0}" type="presParOf" srcId="{1593225E-3EAA-4253-AB46-EDAD11B8C120}" destId="{485CA6A0-409A-4BE5-B76A-221EF1C03EF6}" srcOrd="1" destOrd="0" presId="urn:microsoft.com/office/officeart/2018/5/layout/CenteredIconLabelDescriptionList"/>
    <dgm:cxn modelId="{7068829D-2824-4146-B6C9-0E175DBDE6D2}" type="presParOf" srcId="{1593225E-3EAA-4253-AB46-EDAD11B8C120}" destId="{DAD93D0E-A5A2-4542-A9CD-451088454100}" srcOrd="2" destOrd="0" presId="urn:microsoft.com/office/officeart/2018/5/layout/CenteredIconLabelDescriptionList"/>
    <dgm:cxn modelId="{7685D08F-806F-9E4F-A749-EA4F50728DA6}" type="presParOf" srcId="{1593225E-3EAA-4253-AB46-EDAD11B8C120}" destId="{1CE48E8A-62A3-409F-9340-DBEA0C4172C9}" srcOrd="3" destOrd="0" presId="urn:microsoft.com/office/officeart/2018/5/layout/CenteredIconLabelDescriptionList"/>
    <dgm:cxn modelId="{05EF3ABD-E492-9D40-96B1-AC7F567A9CE4}" type="presParOf" srcId="{1593225E-3EAA-4253-AB46-EDAD11B8C120}" destId="{874F9DC4-2EC4-4BE5-A963-6830C2810D0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3DE74A-42AA-FB4C-8EFA-E089146D891D}">
      <dsp:nvSpPr>
        <dsp:cNvPr id="0" name=""/>
        <dsp:cNvSpPr/>
      </dsp:nvSpPr>
      <dsp:spPr>
        <a:xfrm>
          <a:off x="0" y="367803"/>
          <a:ext cx="960120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8B28C2-76A7-2A40-A745-B92418C9EAFF}">
      <dsp:nvSpPr>
        <dsp:cNvPr id="0" name=""/>
        <dsp:cNvSpPr/>
      </dsp:nvSpPr>
      <dsp:spPr>
        <a:xfrm>
          <a:off x="480060" y="102123"/>
          <a:ext cx="672084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32" tIns="0" rIns="25403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课程网站：</a:t>
          </a:r>
          <a:r>
            <a:rPr lang="en-US" sz="18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http://nkcs.iops.ai/courses/computernetworks/</a:t>
          </a:r>
          <a:endParaRPr lang="en-CN" sz="1800" kern="1200" dirty="0">
            <a:latin typeface="DengXian" panose="02010600030101010101" pitchFamily="2" charset="-122"/>
            <a:ea typeface="DengXian" panose="02010600030101010101" pitchFamily="2" charset="-122"/>
          </a:endParaRPr>
        </a:p>
      </dsp:txBody>
      <dsp:txXfrm>
        <a:off x="505999" y="128062"/>
        <a:ext cx="6668962" cy="479482"/>
      </dsp:txXfrm>
    </dsp:sp>
    <dsp:sp modelId="{235DB03B-2AA7-DD44-B211-75D5FA796BD4}">
      <dsp:nvSpPr>
        <dsp:cNvPr id="0" name=""/>
        <dsp:cNvSpPr/>
      </dsp:nvSpPr>
      <dsp:spPr>
        <a:xfrm>
          <a:off x="0" y="1184283"/>
          <a:ext cx="960120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7E9BA8-C14D-C84D-BED1-CF0E6E146BB5}">
      <dsp:nvSpPr>
        <dsp:cNvPr id="0" name=""/>
        <dsp:cNvSpPr/>
      </dsp:nvSpPr>
      <dsp:spPr>
        <a:xfrm>
          <a:off x="480060" y="918603"/>
          <a:ext cx="672084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32" tIns="0" rIns="25403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b="0" i="0" kern="1200">
              <a:latin typeface="DengXian" panose="02010600030101010101" pitchFamily="2" charset="-122"/>
              <a:ea typeface="DengXian" panose="02010600030101010101" pitchFamily="2" charset="-122"/>
            </a:rPr>
            <a:t>名称：计算机网络</a:t>
          </a:r>
          <a:endParaRPr lang="en-CN" sz="1800" kern="1200">
            <a:latin typeface="DengXian" panose="02010600030101010101" pitchFamily="2" charset="-122"/>
            <a:ea typeface="DengXian" panose="02010600030101010101" pitchFamily="2" charset="-122"/>
          </a:endParaRPr>
        </a:p>
      </dsp:txBody>
      <dsp:txXfrm>
        <a:off x="505999" y="944542"/>
        <a:ext cx="6668962" cy="479482"/>
      </dsp:txXfrm>
    </dsp:sp>
    <dsp:sp modelId="{935443D8-1DD2-0542-A540-BA6162E699D5}">
      <dsp:nvSpPr>
        <dsp:cNvPr id="0" name=""/>
        <dsp:cNvSpPr/>
      </dsp:nvSpPr>
      <dsp:spPr>
        <a:xfrm>
          <a:off x="0" y="2000763"/>
          <a:ext cx="9601200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5160" tIns="374904" rIns="74516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辜文蔚</a:t>
          </a:r>
          <a:r>
            <a:rPr lang="zh-CN" sz="18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，软件学院</a:t>
          </a:r>
          <a:r>
            <a:rPr lang="zh-CN" altLang="en-US" sz="18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讲师</a:t>
          </a:r>
          <a:endParaRPr lang="en-CN" sz="1800" kern="1200" dirty="0">
            <a:latin typeface="DengXian" panose="02010600030101010101" pitchFamily="2" charset="-122"/>
            <a:ea typeface="DengXian" panose="02010600030101010101" pitchFamily="2" charset="-122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800" kern="1200" dirty="0">
              <a:latin typeface="DengXian" panose="02010600030101010101" pitchFamily="2" charset="-122"/>
              <a:ea typeface="DengXian" panose="02010600030101010101" pitchFamily="2" charset="-122"/>
              <a:hlinkClick xmlns:r="http://schemas.openxmlformats.org/officeDocument/2006/relationships" r:id="rId1"/>
            </a:rPr>
            <a:t>wwgu</a:t>
          </a:r>
          <a:r>
            <a:rPr lang="en-CN" sz="1800" kern="1200" dirty="0">
              <a:latin typeface="DengXian" panose="02010600030101010101" pitchFamily="2" charset="-122"/>
              <a:ea typeface="DengXian" panose="02010600030101010101" pitchFamily="2" charset="-122"/>
              <a:hlinkClick xmlns:r="http://schemas.openxmlformats.org/officeDocument/2006/relationships" r:id="rId1"/>
            </a:rPr>
            <a:t>@nankai.edu.cn</a:t>
          </a:r>
          <a:endParaRPr lang="en-CN" sz="1800" kern="1200" dirty="0">
            <a:latin typeface="DengXian" panose="02010600030101010101" pitchFamily="2" charset="-122"/>
            <a:ea typeface="DengXian" panose="02010600030101010101" pitchFamily="2" charset="-122"/>
          </a:endParaRPr>
        </a:p>
      </dsp:txBody>
      <dsp:txXfrm>
        <a:off x="0" y="2000763"/>
        <a:ext cx="9601200" cy="1134000"/>
      </dsp:txXfrm>
    </dsp:sp>
    <dsp:sp modelId="{5D38B40B-1B8A-4146-85B1-213F70D30839}">
      <dsp:nvSpPr>
        <dsp:cNvPr id="0" name=""/>
        <dsp:cNvSpPr/>
      </dsp:nvSpPr>
      <dsp:spPr>
        <a:xfrm>
          <a:off x="480060" y="1735084"/>
          <a:ext cx="672084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32" tIns="0" rIns="25403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b="0" i="0" kern="1200">
              <a:latin typeface="DengXian" panose="02010600030101010101" pitchFamily="2" charset="-122"/>
              <a:ea typeface="DengXian" panose="02010600030101010101" pitchFamily="2" charset="-122"/>
            </a:rPr>
            <a:t>授课教师</a:t>
          </a:r>
          <a:endParaRPr lang="en-CN" sz="1800" kern="1200">
            <a:latin typeface="DengXian" panose="02010600030101010101" pitchFamily="2" charset="-122"/>
            <a:ea typeface="DengXian" panose="02010600030101010101" pitchFamily="2" charset="-122"/>
          </a:endParaRPr>
        </a:p>
      </dsp:txBody>
      <dsp:txXfrm>
        <a:off x="505999" y="1761023"/>
        <a:ext cx="6668962" cy="479482"/>
      </dsp:txXfrm>
    </dsp:sp>
    <dsp:sp modelId="{5042F6DE-8082-2F4A-824F-482299D66364}">
      <dsp:nvSpPr>
        <dsp:cNvPr id="0" name=""/>
        <dsp:cNvSpPr/>
      </dsp:nvSpPr>
      <dsp:spPr>
        <a:xfrm>
          <a:off x="0" y="3497644"/>
          <a:ext cx="9601200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5160" tIns="374904" rIns="74516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kern="1200" dirty="0"/>
            <a:t>黄泽舜</a:t>
          </a:r>
          <a:r>
            <a:rPr lang="zh-CN" altLang="en-US" sz="18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，</a:t>
          </a:r>
          <a:r>
            <a:rPr lang="en-US" altLang="en-US" sz="1800" b="0" i="0" kern="1200" dirty="0">
              <a:latin typeface="DengXian" panose="02010600030101010101" pitchFamily="2" charset="-122"/>
              <a:ea typeface="DengXian" panose="02010600030101010101" pitchFamily="2" charset="-122"/>
              <a:hlinkClick xmlns:r="http://schemas.openxmlformats.org/officeDocument/2006/relationships" r:id="rId2"/>
            </a:rPr>
            <a:t>2213900@mail.nankai.edu.cn</a:t>
          </a:r>
          <a:endParaRPr lang="en-CN" sz="1800" kern="1200" dirty="0">
            <a:latin typeface="DengXian" panose="02010600030101010101" pitchFamily="2" charset="-122"/>
            <a:ea typeface="DengXian" panose="02010600030101010101" pitchFamily="2" charset="-122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左一珉，</a:t>
          </a:r>
          <a:r>
            <a:rPr lang="en-US" altLang="en-US" sz="1800" b="0" i="0" kern="1200" dirty="0">
              <a:latin typeface="DengXian" panose="02010600030101010101" pitchFamily="2" charset="-122"/>
              <a:ea typeface="DengXian" panose="02010600030101010101" pitchFamily="2" charset="-122"/>
              <a:hlinkClick xmlns:r="http://schemas.openxmlformats.org/officeDocument/2006/relationships" r:id="rId3"/>
            </a:rPr>
            <a:t>2213023@mail.nankai.edu.cn</a:t>
          </a:r>
          <a:endParaRPr lang="en-CN" sz="1800" kern="1200" dirty="0">
            <a:latin typeface="DengXian" panose="02010600030101010101" pitchFamily="2" charset="-122"/>
            <a:ea typeface="DengXian" panose="02010600030101010101" pitchFamily="2" charset="-122"/>
          </a:endParaRPr>
        </a:p>
      </dsp:txBody>
      <dsp:txXfrm>
        <a:off x="0" y="3497644"/>
        <a:ext cx="9601200" cy="1134000"/>
      </dsp:txXfrm>
    </dsp:sp>
    <dsp:sp modelId="{62DA37A6-A79A-FB4A-89FA-9222733BDCED}">
      <dsp:nvSpPr>
        <dsp:cNvPr id="0" name=""/>
        <dsp:cNvSpPr/>
      </dsp:nvSpPr>
      <dsp:spPr>
        <a:xfrm>
          <a:off x="480060" y="3231964"/>
          <a:ext cx="672084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32" tIns="0" rIns="25403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8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助教</a:t>
          </a:r>
          <a:endParaRPr lang="en-CN" sz="1800" kern="1200" dirty="0">
            <a:latin typeface="DengXian" panose="02010600030101010101" pitchFamily="2" charset="-122"/>
            <a:ea typeface="DengXian" panose="02010600030101010101" pitchFamily="2" charset="-122"/>
          </a:endParaRPr>
        </a:p>
      </dsp:txBody>
      <dsp:txXfrm>
        <a:off x="505999" y="3257903"/>
        <a:ext cx="6668962" cy="4794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CB8F0D-E0E2-884E-9111-A8715DF9B03E}">
      <dsp:nvSpPr>
        <dsp:cNvPr id="0" name=""/>
        <dsp:cNvSpPr/>
      </dsp:nvSpPr>
      <dsp:spPr>
        <a:xfrm rot="5400000">
          <a:off x="-375835" y="378917"/>
          <a:ext cx="2505568" cy="17538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3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学时</a:t>
          </a:r>
          <a:endParaRPr lang="en-CN" sz="3300" kern="1200" dirty="0">
            <a:latin typeface="DengXian" panose="02010600030101010101" pitchFamily="2" charset="-122"/>
            <a:ea typeface="DengXian" panose="02010600030101010101" pitchFamily="2" charset="-122"/>
          </a:endParaRPr>
        </a:p>
      </dsp:txBody>
      <dsp:txXfrm rot="-5400000">
        <a:off x="0" y="880031"/>
        <a:ext cx="1753898" cy="751670"/>
      </dsp:txXfrm>
    </dsp:sp>
    <dsp:sp modelId="{270C8AF8-3B1A-B54E-A7B8-EE852C7814AD}">
      <dsp:nvSpPr>
        <dsp:cNvPr id="0" name=""/>
        <dsp:cNvSpPr/>
      </dsp:nvSpPr>
      <dsp:spPr>
        <a:xfrm rot="5400000">
          <a:off x="5053739" y="-3296759"/>
          <a:ext cx="1628619" cy="82283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7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理论课 </a:t>
          </a:r>
          <a:r>
            <a:rPr lang="en-US" altLang="zh-CN" sz="27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1-18</a:t>
          </a:r>
          <a:r>
            <a:rPr lang="zh-CN" sz="27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周</a:t>
          </a:r>
          <a:r>
            <a:rPr lang="zh-CN" altLang="en-US" sz="27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 </a:t>
          </a:r>
          <a:r>
            <a:rPr lang="zh-CN" sz="27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周一下午</a:t>
          </a:r>
          <a:r>
            <a:rPr lang="en-US" altLang="zh-CN" sz="27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7</a:t>
          </a:r>
          <a:r>
            <a:rPr lang="en-US" sz="27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-</a:t>
          </a:r>
          <a:r>
            <a:rPr lang="en-US" altLang="zh-CN" sz="27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8</a:t>
          </a:r>
          <a:r>
            <a:rPr lang="zh-CN" sz="27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节 </a:t>
          </a:r>
          <a:r>
            <a:rPr lang="zh-CN" altLang="en-US" sz="27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津南公教楼</a:t>
          </a:r>
          <a:r>
            <a:rPr lang="en-US" altLang="zh-CN" sz="27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C </a:t>
          </a:r>
          <a:r>
            <a:rPr lang="zh-CN" altLang="en-US" sz="27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区</a:t>
          </a:r>
          <a:r>
            <a:rPr lang="en-US" altLang="zh-CN" sz="27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421</a:t>
          </a:r>
          <a:endParaRPr lang="en-CN" sz="2700" kern="1200" dirty="0">
            <a:latin typeface="DengXian" panose="02010600030101010101" pitchFamily="2" charset="-122"/>
            <a:ea typeface="DengXian" panose="02010600030101010101" pitchFamily="2" charset="-122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7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实验课 </a:t>
          </a:r>
          <a:r>
            <a:rPr lang="en-US" sz="27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9-16</a:t>
          </a:r>
          <a:r>
            <a:rPr lang="zh-CN" sz="27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周</a:t>
          </a:r>
          <a:r>
            <a:rPr lang="zh-CN" altLang="en-US" sz="27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 </a:t>
          </a:r>
          <a:r>
            <a:rPr lang="zh-CN" sz="27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周一晚</a:t>
          </a:r>
          <a:r>
            <a:rPr lang="en-US" sz="27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11-13</a:t>
          </a:r>
          <a:r>
            <a:rPr lang="zh-CN" sz="27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节 </a:t>
          </a:r>
          <a:r>
            <a:rPr lang="zh-CN" altLang="en-US" sz="27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津南实验楼</a:t>
          </a:r>
          <a:r>
            <a:rPr lang="en-US" altLang="zh-CN" sz="27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A205/A210</a:t>
          </a:r>
          <a:endParaRPr lang="en-CN" sz="2700" kern="1200" dirty="0">
            <a:latin typeface="DengXian" panose="02010600030101010101" pitchFamily="2" charset="-122"/>
            <a:ea typeface="DengXian" panose="02010600030101010101" pitchFamily="2" charset="-122"/>
          </a:endParaRPr>
        </a:p>
      </dsp:txBody>
      <dsp:txXfrm rot="-5400000">
        <a:off x="1753898" y="82585"/>
        <a:ext cx="8148799" cy="1469613"/>
      </dsp:txXfrm>
    </dsp:sp>
    <dsp:sp modelId="{F9CB96CD-F62F-6A4F-B1BA-7E06C95003A2}">
      <dsp:nvSpPr>
        <dsp:cNvPr id="0" name=""/>
        <dsp:cNvSpPr/>
      </dsp:nvSpPr>
      <dsp:spPr>
        <a:xfrm rot="5400000">
          <a:off x="-375835" y="2600952"/>
          <a:ext cx="2505568" cy="17538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300" b="0" i="0" kern="1200">
              <a:latin typeface="DengXian" panose="02010600030101010101" pitchFamily="2" charset="-122"/>
              <a:ea typeface="DengXian" panose="02010600030101010101" pitchFamily="2" charset="-122"/>
            </a:rPr>
            <a:t>先修课程</a:t>
          </a:r>
          <a:endParaRPr lang="en-CN" sz="3300" kern="1200">
            <a:latin typeface="DengXian" panose="02010600030101010101" pitchFamily="2" charset="-122"/>
            <a:ea typeface="DengXian" panose="02010600030101010101" pitchFamily="2" charset="-122"/>
          </a:endParaRPr>
        </a:p>
      </dsp:txBody>
      <dsp:txXfrm rot="-5400000">
        <a:off x="0" y="3102066"/>
        <a:ext cx="1753898" cy="751670"/>
      </dsp:txXfrm>
    </dsp:sp>
    <dsp:sp modelId="{79BAE3EC-5D59-4141-9997-08A8A00EB23F}">
      <dsp:nvSpPr>
        <dsp:cNvPr id="0" name=""/>
        <dsp:cNvSpPr/>
      </dsp:nvSpPr>
      <dsp:spPr>
        <a:xfrm rot="5400000">
          <a:off x="5053739" y="-1074724"/>
          <a:ext cx="1628619" cy="82283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700" b="0" i="0" kern="1200">
              <a:latin typeface="DengXian" panose="02010600030101010101" pitchFamily="2" charset="-122"/>
              <a:ea typeface="DengXian" panose="02010600030101010101" pitchFamily="2" charset="-122"/>
            </a:rPr>
            <a:t>大学计算机基础、高级语言程序设计（</a:t>
          </a:r>
          <a:r>
            <a:rPr lang="en-US" sz="2700" b="0" i="0" kern="1200">
              <a:latin typeface="DengXian" panose="02010600030101010101" pitchFamily="2" charset="-122"/>
              <a:ea typeface="DengXian" panose="02010600030101010101" pitchFamily="2" charset="-122"/>
            </a:rPr>
            <a:t>C/C++/Java</a:t>
          </a:r>
          <a:r>
            <a:rPr lang="zh-CN" sz="2700" b="0" i="0" kern="1200">
              <a:latin typeface="DengXian" panose="02010600030101010101" pitchFamily="2" charset="-122"/>
              <a:ea typeface="DengXian" panose="02010600030101010101" pitchFamily="2" charset="-122"/>
            </a:rPr>
            <a:t>）</a:t>
          </a:r>
          <a:endParaRPr lang="en-CN" sz="2700" kern="1200">
            <a:latin typeface="DengXian" panose="02010600030101010101" pitchFamily="2" charset="-122"/>
            <a:ea typeface="DengXian" panose="02010600030101010101" pitchFamily="2" charset="-122"/>
          </a:endParaRPr>
        </a:p>
      </dsp:txBody>
      <dsp:txXfrm rot="-5400000">
        <a:off x="1753898" y="2304620"/>
        <a:ext cx="8148799" cy="14696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22DCD0-3C04-8749-9F38-663355A46A5B}">
      <dsp:nvSpPr>
        <dsp:cNvPr id="0" name=""/>
        <dsp:cNvSpPr/>
      </dsp:nvSpPr>
      <dsp:spPr>
        <a:xfrm>
          <a:off x="3379" y="728368"/>
          <a:ext cx="3295054" cy="13065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3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平时成绩 </a:t>
          </a:r>
          <a:r>
            <a:rPr lang="zh-CN" altLang="en-US" sz="33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：</a:t>
          </a:r>
          <a:r>
            <a:rPr lang="en-US" sz="33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10% </a:t>
          </a:r>
          <a:endParaRPr lang="en-CN" sz="3300" kern="1200" dirty="0">
            <a:latin typeface="DengXian" panose="02010600030101010101" pitchFamily="2" charset="-122"/>
            <a:ea typeface="DengXian" panose="02010600030101010101" pitchFamily="2" charset="-122"/>
          </a:endParaRPr>
        </a:p>
      </dsp:txBody>
      <dsp:txXfrm>
        <a:off x="3379" y="728368"/>
        <a:ext cx="3295054" cy="1306533"/>
      </dsp:txXfrm>
    </dsp:sp>
    <dsp:sp modelId="{6DA9A830-91B2-954E-AC27-BB4DC02C5F15}">
      <dsp:nvSpPr>
        <dsp:cNvPr id="0" name=""/>
        <dsp:cNvSpPr/>
      </dsp:nvSpPr>
      <dsp:spPr>
        <a:xfrm>
          <a:off x="3379" y="2034901"/>
          <a:ext cx="3295054" cy="158806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300" b="0" i="0" kern="1200">
              <a:latin typeface="DengXian" panose="02010600030101010101" pitchFamily="2" charset="-122"/>
              <a:ea typeface="DengXian" panose="02010600030101010101" pitchFamily="2" charset="-122"/>
            </a:rPr>
            <a:t>出勤、课堂表现</a:t>
          </a:r>
          <a:endParaRPr lang="en-CN" sz="3300" kern="1200">
            <a:latin typeface="DengXian" panose="02010600030101010101" pitchFamily="2" charset="-122"/>
            <a:ea typeface="DengXian" panose="02010600030101010101" pitchFamily="2" charset="-122"/>
          </a:endParaRPr>
        </a:p>
      </dsp:txBody>
      <dsp:txXfrm>
        <a:off x="3379" y="2034901"/>
        <a:ext cx="3295054" cy="1588068"/>
      </dsp:txXfrm>
    </dsp:sp>
    <dsp:sp modelId="{60C881D7-6A47-374C-B199-EF2923C8EDD1}">
      <dsp:nvSpPr>
        <dsp:cNvPr id="0" name=""/>
        <dsp:cNvSpPr/>
      </dsp:nvSpPr>
      <dsp:spPr>
        <a:xfrm>
          <a:off x="3759741" y="728368"/>
          <a:ext cx="3295054" cy="13065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300" b="0" i="0" kern="1200">
              <a:latin typeface="DengXian" panose="02010600030101010101" pitchFamily="2" charset="-122"/>
              <a:ea typeface="DengXian" panose="02010600030101010101" pitchFamily="2" charset="-122"/>
            </a:rPr>
            <a:t>实验成绩：</a:t>
          </a:r>
          <a:r>
            <a:rPr lang="en-US" sz="3300" b="0" i="0" kern="1200">
              <a:latin typeface="DengXian" panose="02010600030101010101" pitchFamily="2" charset="-122"/>
              <a:ea typeface="DengXian" panose="02010600030101010101" pitchFamily="2" charset="-122"/>
            </a:rPr>
            <a:t>30%</a:t>
          </a:r>
          <a:endParaRPr lang="en-CN" sz="3300" kern="1200">
            <a:latin typeface="DengXian" panose="02010600030101010101" pitchFamily="2" charset="-122"/>
            <a:ea typeface="DengXian" panose="02010600030101010101" pitchFamily="2" charset="-122"/>
          </a:endParaRPr>
        </a:p>
      </dsp:txBody>
      <dsp:txXfrm>
        <a:off x="3759741" y="728368"/>
        <a:ext cx="3295054" cy="1306533"/>
      </dsp:txXfrm>
    </dsp:sp>
    <dsp:sp modelId="{64937441-27C8-1B45-9235-72962F3FBD31}">
      <dsp:nvSpPr>
        <dsp:cNvPr id="0" name=""/>
        <dsp:cNvSpPr/>
      </dsp:nvSpPr>
      <dsp:spPr>
        <a:xfrm>
          <a:off x="3759741" y="2034901"/>
          <a:ext cx="3295054" cy="158806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300" b="0" i="0" kern="1200" dirty="0">
              <a:latin typeface="DengXian" panose="02010600030101010101" pitchFamily="2" charset="-122"/>
              <a:ea typeface="DengXian" panose="02010600030101010101" pitchFamily="2" charset="-122"/>
            </a:rPr>
            <a:t>实验结果</a:t>
          </a:r>
          <a:endParaRPr lang="en-CN" sz="3300" kern="1200" dirty="0">
            <a:latin typeface="DengXian" panose="02010600030101010101" pitchFamily="2" charset="-122"/>
            <a:ea typeface="DengXian" panose="02010600030101010101" pitchFamily="2" charset="-122"/>
          </a:endParaRP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N" sz="3300" kern="1200" dirty="0">
              <a:latin typeface="DengXian" panose="02010600030101010101" pitchFamily="2" charset="-122"/>
              <a:ea typeface="DengXian" panose="02010600030101010101" pitchFamily="2" charset="-122"/>
            </a:rPr>
            <a:t>实验报告</a:t>
          </a:r>
        </a:p>
      </dsp:txBody>
      <dsp:txXfrm>
        <a:off x="3759741" y="2034901"/>
        <a:ext cx="3295054" cy="1588068"/>
      </dsp:txXfrm>
    </dsp:sp>
    <dsp:sp modelId="{ED22ADBF-82BE-9847-99C8-984518AB056B}">
      <dsp:nvSpPr>
        <dsp:cNvPr id="0" name=""/>
        <dsp:cNvSpPr/>
      </dsp:nvSpPr>
      <dsp:spPr>
        <a:xfrm>
          <a:off x="7516103" y="728368"/>
          <a:ext cx="3295054" cy="13065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300" b="0" i="0" kern="1200">
              <a:latin typeface="DengXian" panose="02010600030101010101" pitchFamily="2" charset="-122"/>
              <a:ea typeface="DengXian" panose="02010600030101010101" pitchFamily="2" charset="-122"/>
            </a:rPr>
            <a:t>期末考试：</a:t>
          </a:r>
          <a:r>
            <a:rPr lang="en-US" sz="3300" b="0" i="0" kern="1200">
              <a:latin typeface="DengXian" panose="02010600030101010101" pitchFamily="2" charset="-122"/>
              <a:ea typeface="DengXian" panose="02010600030101010101" pitchFamily="2" charset="-122"/>
            </a:rPr>
            <a:t>60%</a:t>
          </a:r>
          <a:endParaRPr lang="en-CN" sz="3300" kern="1200">
            <a:latin typeface="DengXian" panose="02010600030101010101" pitchFamily="2" charset="-122"/>
            <a:ea typeface="DengXian" panose="02010600030101010101" pitchFamily="2" charset="-122"/>
          </a:endParaRPr>
        </a:p>
      </dsp:txBody>
      <dsp:txXfrm>
        <a:off x="7516103" y="728368"/>
        <a:ext cx="3295054" cy="1306533"/>
      </dsp:txXfrm>
    </dsp:sp>
    <dsp:sp modelId="{B2AF6905-A37A-F74C-8A8F-99E81CD6AD72}">
      <dsp:nvSpPr>
        <dsp:cNvPr id="0" name=""/>
        <dsp:cNvSpPr/>
      </dsp:nvSpPr>
      <dsp:spPr>
        <a:xfrm>
          <a:off x="7516103" y="2034901"/>
          <a:ext cx="3295054" cy="158806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300" b="0" i="0" kern="1200">
              <a:latin typeface="DengXian" panose="02010600030101010101" pitchFamily="2" charset="-122"/>
              <a:ea typeface="DengXian" panose="02010600030101010101" pitchFamily="2" charset="-122"/>
            </a:rPr>
            <a:t>闭卷考试</a:t>
          </a:r>
          <a:endParaRPr lang="en-CN" sz="3300" kern="1200">
            <a:latin typeface="DengXian" panose="02010600030101010101" pitchFamily="2" charset="-122"/>
            <a:ea typeface="DengXian" panose="02010600030101010101" pitchFamily="2" charset="-122"/>
          </a:endParaRPr>
        </a:p>
      </dsp:txBody>
      <dsp:txXfrm>
        <a:off x="7516103" y="2034901"/>
        <a:ext cx="3295054" cy="15880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0A6C29-3524-47AA-892D-F0710FDAF035}">
      <dsp:nvSpPr>
        <dsp:cNvPr id="0" name=""/>
        <dsp:cNvSpPr/>
      </dsp:nvSpPr>
      <dsp:spPr>
        <a:xfrm>
          <a:off x="941910" y="932995"/>
          <a:ext cx="1035070" cy="10350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6A8BA8-BA0C-4848-BFAD-538006AF74B4}">
      <dsp:nvSpPr>
        <dsp:cNvPr id="0" name=""/>
        <dsp:cNvSpPr/>
      </dsp:nvSpPr>
      <dsp:spPr>
        <a:xfrm>
          <a:off x="33952" y="2068118"/>
          <a:ext cx="2957343" cy="4436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CN" sz="2500" b="0" i="0" kern="1200"/>
            <a:t>上课</a:t>
          </a:r>
          <a:endParaRPr lang="en-CN" sz="2500" kern="1200"/>
        </a:p>
      </dsp:txBody>
      <dsp:txXfrm>
        <a:off x="33952" y="2068118"/>
        <a:ext cx="2957343" cy="443601"/>
      </dsp:txXfrm>
    </dsp:sp>
    <dsp:sp modelId="{EE8FB49F-2C66-4689-A05E-D82CBAE48AD8}">
      <dsp:nvSpPr>
        <dsp:cNvPr id="0" name=""/>
        <dsp:cNvSpPr/>
      </dsp:nvSpPr>
      <dsp:spPr>
        <a:xfrm>
          <a:off x="33952" y="2558256"/>
          <a:ext cx="2957343" cy="701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b="0" i="0" kern="1200" dirty="0"/>
            <a:t>迟到请安静，手机请静音</a:t>
          </a:r>
          <a:endParaRPr lang="en-CN" sz="1700" kern="1200" dirty="0"/>
        </a:p>
      </dsp:txBody>
      <dsp:txXfrm>
        <a:off x="33952" y="2558256"/>
        <a:ext cx="2957343" cy="701552"/>
      </dsp:txXfrm>
    </dsp:sp>
    <dsp:sp modelId="{C0B057E3-3F3A-4A63-BBDE-0AAECA35905B}">
      <dsp:nvSpPr>
        <dsp:cNvPr id="0" name=""/>
        <dsp:cNvSpPr/>
      </dsp:nvSpPr>
      <dsp:spPr>
        <a:xfrm>
          <a:off x="3558353" y="932995"/>
          <a:ext cx="1035070" cy="10350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F32D84-4913-49C7-AE97-4703DB202290}">
      <dsp:nvSpPr>
        <dsp:cNvPr id="0" name=""/>
        <dsp:cNvSpPr/>
      </dsp:nvSpPr>
      <dsp:spPr>
        <a:xfrm>
          <a:off x="2596845" y="2068118"/>
          <a:ext cx="2957343" cy="4436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CN" sz="2500" b="0" i="0" kern="1200"/>
            <a:t>答疑</a:t>
          </a:r>
          <a:endParaRPr lang="en-CN" sz="2500" kern="1200"/>
        </a:p>
      </dsp:txBody>
      <dsp:txXfrm>
        <a:off x="2596845" y="2068118"/>
        <a:ext cx="2957343" cy="443601"/>
      </dsp:txXfrm>
    </dsp:sp>
    <dsp:sp modelId="{3BB93CE4-2C46-41D0-B906-0D047951C7E5}">
      <dsp:nvSpPr>
        <dsp:cNvPr id="0" name=""/>
        <dsp:cNvSpPr/>
      </dsp:nvSpPr>
      <dsp:spPr>
        <a:xfrm>
          <a:off x="2596845" y="2558256"/>
          <a:ext cx="2957343" cy="701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b="0" i="0" kern="1200" dirty="0"/>
            <a:t>理论课后、实验课期间</a:t>
          </a:r>
          <a:endParaRPr lang="en-CN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Email</a:t>
          </a:r>
          <a:r>
            <a:rPr lang="zh-CN" sz="1700" b="0" i="0" kern="1200"/>
            <a:t>保证回复</a:t>
          </a:r>
          <a:endParaRPr lang="en-CN" sz="1700" kern="1200"/>
        </a:p>
      </dsp:txBody>
      <dsp:txXfrm>
        <a:off x="2596845" y="2558256"/>
        <a:ext cx="2957343" cy="701552"/>
      </dsp:txXfrm>
    </dsp:sp>
    <dsp:sp modelId="{4C4CE3FC-C00F-40D3-8E8D-F767BE54247A}">
      <dsp:nvSpPr>
        <dsp:cNvPr id="0" name=""/>
        <dsp:cNvSpPr/>
      </dsp:nvSpPr>
      <dsp:spPr>
        <a:xfrm>
          <a:off x="6405234" y="1098410"/>
          <a:ext cx="1035070" cy="10350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D93D0E-A5A2-4542-A9CD-451088454100}">
      <dsp:nvSpPr>
        <dsp:cNvPr id="0" name=""/>
        <dsp:cNvSpPr/>
      </dsp:nvSpPr>
      <dsp:spPr>
        <a:xfrm>
          <a:off x="5671980" y="2465120"/>
          <a:ext cx="2957343" cy="4436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CN" sz="2500" b="0" i="0" kern="1200" dirty="0"/>
            <a:t>合作愉快、共同进步！</a:t>
          </a:r>
          <a:endParaRPr lang="en-CN" sz="2500" kern="1200" dirty="0"/>
        </a:p>
      </dsp:txBody>
      <dsp:txXfrm>
        <a:off x="5671980" y="2465120"/>
        <a:ext cx="2957343" cy="443601"/>
      </dsp:txXfrm>
    </dsp:sp>
    <dsp:sp modelId="{874F9DC4-2EC4-4BE5-A963-6830C2810D00}">
      <dsp:nvSpPr>
        <dsp:cNvPr id="0" name=""/>
        <dsp:cNvSpPr/>
      </dsp:nvSpPr>
      <dsp:spPr>
        <a:xfrm>
          <a:off x="6949908" y="2558256"/>
          <a:ext cx="2957343" cy="701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DengXian" panose="02010600030101010101" pitchFamily="2" charset="-122"/>
              </a:defRPr>
            </a:lvl1pPr>
          </a:lstStyle>
          <a:p>
            <a:endParaRPr lang="en-C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DengXian" panose="02010600030101010101" pitchFamily="2" charset="-122"/>
              </a:defRPr>
            </a:lvl1pPr>
          </a:lstStyle>
          <a:p>
            <a:fld id="{14072D5C-4E87-2547-B711-175376EB90B6}" type="datetimeFigureOut">
              <a:rPr lang="en-CN" smtClean="0"/>
              <a:pPr/>
              <a:t>09/08/2025</a:t>
            </a:fld>
            <a:endParaRPr lang="en-C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DengXian" panose="02010600030101010101" pitchFamily="2" charset="-122"/>
              </a:defRPr>
            </a:lvl1pPr>
          </a:lstStyle>
          <a:p>
            <a:endParaRPr lang="en-C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DengXian" panose="02010600030101010101" pitchFamily="2" charset="-122"/>
              </a:defRPr>
            </a:lvl1pPr>
          </a:lstStyle>
          <a:p>
            <a:fld id="{C06B2AA3-B3FD-C242-A797-7584C7775159}" type="slidenum">
              <a:rPr lang="en-CN" smtClean="0"/>
              <a:pPr/>
              <a:t>‹#›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002123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DengXian" panose="02010600030101010101" pitchFamily="2" charset="-122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DengXian" panose="02010600030101010101" pitchFamily="2" charset="-122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DengXian" panose="02010600030101010101" pitchFamily="2" charset="-122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DengXian" panose="02010600030101010101" pitchFamily="2" charset="-122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DengXian" panose="02010600030101010101" pitchFamily="2" charset="-122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747A8EE2-1410-1B4F-8C27-B7DFBA9C14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D6F2014-9124-7E48-AB8C-EDB67164399A}" type="slidenum">
              <a:rPr lang="en-US" altLang="zh-CN" sz="1300">
                <a:latin typeface="DengXian" panose="02010600030101010101" pitchFamily="2" charset="-122"/>
              </a:rPr>
              <a:pPr/>
              <a:t>1</a:t>
            </a:fld>
            <a:endParaRPr lang="en-US" altLang="zh-CN" sz="1300" dirty="0">
              <a:latin typeface="DengXian" panose="02010600030101010101" pitchFamily="2" charset="-122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CF5F51E-A902-0741-A14B-B2196CBE0F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0B65791E-7575-D34E-B945-8027FC49B5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DengXian" panose="02010600030101010101" pitchFamily="2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2490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D3CEA-C91A-49F2-9606-D1DAD1C6B6B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881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DengXian" panose="02010600030101010101" pitchFamily="2" charset="-122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D3CEA-C91A-49F2-9606-D1DAD1C6B6B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280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87629B57-5BF3-E740-9613-7BE7A31816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8E136CB-BB75-4C4A-A89B-E36DC574468C}" type="slidenum">
              <a:rPr lang="en-US" altLang="zh-CN" sz="1300">
                <a:latin typeface="DengXian" panose="02010600030101010101" pitchFamily="2" charset="-122"/>
              </a:rPr>
              <a:pPr/>
              <a:t>6</a:t>
            </a:fld>
            <a:endParaRPr lang="en-US" altLang="zh-CN" sz="1300" dirty="0">
              <a:latin typeface="DengXian" panose="02010600030101010101" pitchFamily="2" charset="-122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628CF3A6-ACFB-5445-9971-43D3E0C104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AF7CF1C5-BF5A-AD4E-8A4D-791D8C5743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5065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91210520-76EE-EB4D-9603-E1FAD27D69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90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B10148-1274-2949-8AB2-B079937E94CB}" type="slidenum">
              <a:rPr kumimoji="1" lang="en-US" altLang="zh-CN" sz="13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 panose="02010600030101010101" pitchFamily="2" charset="-122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en-US" altLang="zh-CN" sz="13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94991A82-D364-4F4A-8FE7-DA9D149987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4A5C1644-07D2-0043-BCB2-55C339C342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8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7868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3B57CDAB-365F-D74B-AF5B-F6F67660B2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71BE64A-08F8-3646-BF96-90F1619D4FD4}" type="slidenum">
              <a:rPr lang="en-US" altLang="zh-CN" sz="1300">
                <a:latin typeface="DengXian" panose="02010600030101010101" pitchFamily="2" charset="-122"/>
              </a:rPr>
              <a:pPr/>
              <a:t>8</a:t>
            </a:fld>
            <a:endParaRPr lang="en-US" altLang="zh-CN" sz="1300" dirty="0">
              <a:latin typeface="DengXian" panose="02010600030101010101" pitchFamily="2" charset="-122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881DE2A-827D-5045-8673-0C1900ECB9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211D3DEB-6865-C94C-BEA3-2C5FBFB69E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843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D3CEA-C91A-49F2-9606-D1DAD1C6B6B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438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D427F-59B6-B841-9F02-195DB5D8A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0B7E7-34D3-984D-A985-C84633A95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B76B5-03EC-D249-BBBD-A564F7788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32A9C-22D9-7743-88D7-C8E6791BF2AD}" type="datetimeFigureOut">
              <a:rPr lang="en-CN" smtClean="0"/>
              <a:t>09/08/2025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C73EF-CD53-7F4A-BD1E-EE645BD13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4779A-96A1-F148-846F-8FFBA562B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FF456-3AB4-504D-AD49-FAA75578E36B}" type="slidenum">
              <a:rPr lang="en-CN" smtClean="0"/>
              <a:t>‹#›</a:t>
            </a:fld>
            <a:endParaRPr lang="en-CN"/>
          </a:p>
        </p:txBody>
      </p:sp>
      <p:pic>
        <p:nvPicPr>
          <p:cNvPr id="8" name="Picture 7" descr="Logo, company name&#10;&#10;Description automatically generated">
            <a:extLst>
              <a:ext uri="{FF2B5EF4-FFF2-40B4-BE49-F238E27FC236}">
                <a16:creationId xmlns:a16="http://schemas.microsoft.com/office/drawing/2014/main" id="{5115F984-1998-A842-BFB1-3037997FC9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30758" y="0"/>
            <a:ext cx="1261241" cy="126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99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9A0CE-A4F3-5A4E-A43A-ED1E624A9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D962F-DD39-8647-8E45-99CF05364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D952-65BE-3444-9139-683FAAAD2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32A9C-22D9-7743-88D7-C8E6791BF2AD}" type="datetimeFigureOut">
              <a:rPr lang="en-CN" smtClean="0"/>
              <a:t>09/08/2025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0C3A5-CA44-1240-BB6F-6848A05B3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3CD2B-1C74-5E46-8253-61B9E30C0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FF456-3AB4-504D-AD49-FAA75578E36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72250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1D29C-5A59-6C4E-B788-DAD26BCB8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183FC-C439-5A40-86D5-EB3C2BCE4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1F09B-98F2-C946-9586-0EC59164C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32A9C-22D9-7743-88D7-C8E6791BF2AD}" type="datetimeFigureOut">
              <a:rPr lang="en-CN" smtClean="0"/>
              <a:t>09/08/2025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50BD1-3BD6-B649-BECD-5E8B460D6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CCE95-8ADD-DE43-B9DD-E3AF4DC4B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FF456-3AB4-504D-AD49-FAA75578E36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8197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55B2-3D8D-2C45-A67C-EAE015B48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02317-4173-8045-B89B-21E6DA3439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A3D6B5-3B77-0945-82E5-9D274D04C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1AC2B-4E53-6541-8578-BEF20D54D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32A9C-22D9-7743-88D7-C8E6791BF2AD}" type="datetimeFigureOut">
              <a:rPr lang="en-CN" smtClean="0"/>
              <a:t>09/08/2025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51FDA-C5A5-CC4D-B998-F1E85FBAA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84CB2-CED1-6E4F-82BB-2E7F82E6B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FF456-3AB4-504D-AD49-FAA75578E36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6431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BB86E-92F7-DD47-95B6-426D5080F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97A93-0713-B545-9243-634637099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694FD6-71AB-4040-BAD0-F20FD9BF6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EF79E4-DDE3-2544-958E-792B35A9FD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7A2744-1275-3142-8D9A-6FBB1E5CC5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264A65-1D9B-5341-8D65-0C8D2611C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32A9C-22D9-7743-88D7-C8E6791BF2AD}" type="datetimeFigureOut">
              <a:rPr lang="en-CN" smtClean="0"/>
              <a:t>09/08/2025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0D4510-037F-804B-8E0E-C4439A857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F1FCDE-5F81-5D42-ABFE-DDD64F9B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FF456-3AB4-504D-AD49-FAA75578E36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9230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E09F1-5DB5-6F4D-9F91-AB33E3151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10F711-2080-1043-AE99-242F637A5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32A9C-22D9-7743-88D7-C8E6791BF2AD}" type="datetimeFigureOut">
              <a:rPr lang="en-CN" smtClean="0"/>
              <a:t>09/08/2025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B681B0-C641-B842-BB34-2171A276C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49AB06-93E1-5749-ABD1-A87D345E9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FF456-3AB4-504D-AD49-FAA75578E36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90706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5E8886-450B-C144-A394-70E966B2C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32A9C-22D9-7743-88D7-C8E6791BF2AD}" type="datetimeFigureOut">
              <a:rPr lang="en-CN" smtClean="0"/>
              <a:t>09/08/2025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F21F6C-A658-0547-A12C-7C64C18A5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807CB-C700-4148-B844-B8537609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FF456-3AB4-504D-AD49-FAA75578E36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07145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E4CB2-4F57-144D-8F7B-01FE88BCB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E71AA-BE15-4B42-A86D-31ECE2D4F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0AFF7-E458-DD43-A15D-DACE663BD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06814-3EF5-3145-960C-BE566E38D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32A9C-22D9-7743-88D7-C8E6791BF2AD}" type="datetimeFigureOut">
              <a:rPr lang="en-CN" smtClean="0"/>
              <a:t>09/08/2025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BEABC-7A83-EB4A-BC6C-437FBA05D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EBC239-EBF0-3B43-8870-4ADD6C0C8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FF456-3AB4-504D-AD49-FAA75578E36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03614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4C3FB-46B6-7143-91F8-5F1D73494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65704A-7D72-FA4B-8DE9-281FC87ED5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A19B44-B15D-554E-9BCA-C7C851299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00757D-5737-CB41-BBBC-9BA7C5F94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32A9C-22D9-7743-88D7-C8E6791BF2AD}" type="datetimeFigureOut">
              <a:rPr lang="en-CN" smtClean="0"/>
              <a:t>09/08/2025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DE712-B9CE-FE43-927E-520C8865B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AA9BB-C7AE-E443-A379-4E11FF35B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FF456-3AB4-504D-AD49-FAA75578E36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60986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B2E0D-802C-3A4E-8657-D7493EA55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A4D971-F438-D945-AB65-81C534000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CD55D-F814-1440-9BEF-C3C6D50FD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32A9C-22D9-7743-88D7-C8E6791BF2AD}" type="datetimeFigureOut">
              <a:rPr lang="en-CN" smtClean="0"/>
              <a:t>09/08/2025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C5541-DBB8-2046-9E22-6201AC2D2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F80CB-5F4B-1F4F-ADF4-B7A4BFDCB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FF456-3AB4-504D-AD49-FAA75578E36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48383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589DB5-A928-4A42-9C62-758DAFA449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9EFBEF-238C-C94A-BF19-95B589B4C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09492-7060-D849-8843-CB018433E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32A9C-22D9-7743-88D7-C8E6791BF2AD}" type="datetimeFigureOut">
              <a:rPr lang="en-CN" smtClean="0"/>
              <a:t>09/08/2025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82A26-A50B-8045-95DB-8DDEF71EA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893DF-0132-E54F-9D4E-736A57A7F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FF456-3AB4-504D-AD49-FAA75578E36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42758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D92DEB-7B4F-5E4D-B7EF-6EC7B24E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8FEC6-D5C7-A042-A78A-70D3D67B4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74288-C509-5D46-981A-AB1BF29402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DengXian" panose="02010600030101010101" pitchFamily="2" charset="-122"/>
              </a:defRPr>
            </a:lvl1pPr>
          </a:lstStyle>
          <a:p>
            <a:fld id="{28F32A9C-22D9-7743-88D7-C8E6791BF2AD}" type="datetimeFigureOut">
              <a:rPr lang="en-CN" smtClean="0"/>
              <a:pPr/>
              <a:t>09/08/2025</a:t>
            </a:fld>
            <a:endParaRPr lang="en-C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F4D89-674B-3141-B98F-3E5494636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DengXian" panose="02010600030101010101" pitchFamily="2" charset="-122"/>
              </a:defRPr>
            </a:lvl1pPr>
          </a:lstStyle>
          <a:p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A446E-6541-784C-A89C-83A38544EA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DengXian" panose="02010600030101010101" pitchFamily="2" charset="-122"/>
              </a:defRPr>
            </a:lvl1pPr>
          </a:lstStyle>
          <a:p>
            <a:fld id="{DC0FF456-3AB4-504D-AD49-FAA75578E36B}" type="slidenum">
              <a:rPr lang="en-CN" smtClean="0"/>
              <a:pPr/>
              <a:t>‹#›</a:t>
            </a:fld>
            <a:endParaRPr lang="en-CN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EB65C121-41A1-374B-AB23-258CDE53F3F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930758" y="0"/>
            <a:ext cx="1261241" cy="126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397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imHei" panose="02010609060101010101" pitchFamily="49" charset="-122"/>
          <a:ea typeface="SimHei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DengXian" panose="02010600030101010101" pitchFamily="2" charset="-12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DengXian" panose="02010600030101010101" pitchFamily="2" charset="-12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DengXian" panose="02010600030101010101" pitchFamily="2" charset="-12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engXian" panose="02010600030101010101" pitchFamily="2" charset="-12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engXian" panose="02010600030101010101" pitchFamily="2" charset="-12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nankai.feishu.cn/file/boxcnjyQPeiQjc4tF7bLl50qhEH?from=from_copylin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1D2C24A-8636-AF41-9B6B-D4A6C730B84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133600" y="18288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sz="6600" dirty="0"/>
              <a:t>计算机网络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CAD0BAA-B31F-7444-935F-4382504FBDC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362200" y="3733800"/>
            <a:ext cx="7543800" cy="15240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3600" dirty="0"/>
              <a:t>授课教师：辜文蔚</a:t>
            </a:r>
            <a:endParaRPr kumimoji="1" lang="en-US" altLang="zh-CN" sz="3600" dirty="0"/>
          </a:p>
          <a:p>
            <a:pPr>
              <a:lnSpc>
                <a:spcPct val="150000"/>
              </a:lnSpc>
            </a:pPr>
            <a:r>
              <a:rPr kumimoji="1" lang="zh-CN" altLang="en-US" sz="3600" dirty="0"/>
              <a:t>南开大学</a:t>
            </a:r>
            <a:endParaRPr kumimoji="1" lang="en-US" altLang="zh-CN" sz="3600" dirty="0"/>
          </a:p>
        </p:txBody>
      </p:sp>
    </p:spTree>
    <p:extLst>
      <p:ext uri="{BB962C8B-B14F-4D97-AF65-F5344CB8AC3E}">
        <p14:creationId xmlns:p14="http://schemas.microsoft.com/office/powerpoint/2010/main" val="1036279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课程简介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26D114F-0C5D-2EB7-BB15-C74DE0E4E8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3999817"/>
              </p:ext>
            </p:extLst>
          </p:nvPr>
        </p:nvGraphicFramePr>
        <p:xfrm>
          <a:off x="1371600" y="1719618"/>
          <a:ext cx="9601200" cy="4733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0C36AC-0BB1-410F-B19A-090B343DE1DB}" type="slidenum">
              <a:rPr lang="zh-CN" altLang="zh-CN" smtClean="0">
                <a:cs typeface="Times New Roman" pitchFamily="18" charset="0"/>
              </a:rPr>
              <a:pPr>
                <a:defRPr/>
              </a:pPr>
              <a:t>2</a:t>
            </a:fld>
            <a:endParaRPr lang="zh-CN" altLang="zh-CN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599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课程简介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02B185B-3BB8-0757-2590-FECB768129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5738866"/>
              </p:ext>
            </p:extLst>
          </p:nvPr>
        </p:nvGraphicFramePr>
        <p:xfrm>
          <a:off x="1371599" y="1719618"/>
          <a:ext cx="9982201" cy="4733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0C36AC-0BB1-410F-B19A-090B343DE1DB}" type="slidenum">
              <a:rPr lang="zh-CN" altLang="zh-CN" smtClean="0">
                <a:cs typeface="Times New Roman" pitchFamily="18" charset="0"/>
              </a:rPr>
              <a:pPr>
                <a:defRPr/>
              </a:pPr>
              <a:t>3</a:t>
            </a:fld>
            <a:endParaRPr lang="zh-CN" altLang="zh-CN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472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成绩评定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9BD785D-D0C8-227D-2D1D-828988CCAF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6592752"/>
              </p:ext>
            </p:extLst>
          </p:nvPr>
        </p:nvGraphicFramePr>
        <p:xfrm>
          <a:off x="838200" y="1825625"/>
          <a:ext cx="10814538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0C36AC-0BB1-410F-B19A-090B343DE1DB}" type="slidenum">
              <a:rPr lang="zh-CN" altLang="zh-CN" smtClean="0">
                <a:cs typeface="Times New Roman" pitchFamily="18" charset="0"/>
              </a:rPr>
              <a:pPr>
                <a:defRPr/>
              </a:pPr>
              <a:t>4</a:t>
            </a:fld>
            <a:endParaRPr lang="zh-CN" altLang="zh-CN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259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计算机网络课程重要性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计算机网络是计算机类专业的核心基础课程之一</a:t>
            </a:r>
            <a:endParaRPr lang="en-US" altLang="zh-CN" dirty="0">
              <a:solidFill>
                <a:srgbClr val="000000"/>
              </a:solidFill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计算机考研统考（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408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）科目：数据结构、计算机组成原理、操作系统、</a:t>
            </a:r>
            <a:r>
              <a:rPr lang="zh-CN" altLang="en-US" dirty="0">
                <a:solidFill>
                  <a:srgbClr val="FF0000"/>
                </a:solidFill>
                <a:cs typeface="Times New Roman" pitchFamily="18" charset="0"/>
              </a:rPr>
              <a:t>计算机网络</a:t>
            </a:r>
            <a:endParaRPr lang="en-US" altLang="zh-CN" dirty="0">
              <a:solidFill>
                <a:srgbClr val="FF0000"/>
              </a:solidFill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越来越多的自主招生院校采用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408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统考</a:t>
            </a:r>
            <a:endParaRPr lang="en-US" altLang="zh-CN" dirty="0">
              <a:solidFill>
                <a:srgbClr val="000000"/>
              </a:solidFill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大厂就业面试几乎必考科目</a:t>
            </a:r>
            <a:endParaRPr lang="en-US" altLang="zh-CN" dirty="0">
              <a:solidFill>
                <a:srgbClr val="000000"/>
              </a:solidFill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我们已经进入互联网时代，计算机网络已经深刻改变了我们生产生活的方方面面！</a:t>
            </a:r>
            <a:endParaRPr lang="en-US" altLang="zh-CN" dirty="0">
              <a:solidFill>
                <a:srgbClr val="000000"/>
              </a:solidFill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  <a:hlinkClick r:id="rId3"/>
              </a:rPr>
              <a:t>《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  <a:hlinkClick r:id="rId3"/>
              </a:rPr>
              <a:t>互联网时代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  <a:hlinkClick r:id="rId3"/>
              </a:rPr>
              <a:t>》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  <a:hlinkClick r:id="rId3"/>
              </a:rPr>
              <a:t>视频截取</a:t>
            </a:r>
            <a:endParaRPr lang="en-US" altLang="zh-CN" dirty="0">
              <a:solidFill>
                <a:srgbClr val="000000"/>
              </a:solidFill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CN" dirty="0">
              <a:solidFill>
                <a:srgbClr val="000000"/>
              </a:solidFill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CN" dirty="0">
              <a:solidFill>
                <a:srgbClr val="000000"/>
              </a:solidFill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0C36AC-0BB1-410F-B19A-090B343DE1DB}" type="slidenum">
              <a:rPr lang="zh-CN" altLang="zh-CN" smtClean="0">
                <a:cs typeface="Times New Roman" pitchFamily="18" charset="0"/>
              </a:rPr>
              <a:pPr>
                <a:defRPr/>
              </a:pPr>
              <a:t>5</a:t>
            </a:fld>
            <a:endParaRPr lang="zh-CN" altLang="zh-CN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760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FBB2B6A-0D14-6347-8342-4216CEB590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课程的任务、目的和基本要求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C6F2343-F0D6-D94C-8A33-AA95B3EB01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掌握计算机网络的基本概念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掌握计算机网络的体系结构和参考模型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掌握典型计算机网络（</a:t>
            </a:r>
            <a:r>
              <a:rPr lang="en-US" altLang="zh-CN" dirty="0"/>
              <a:t>Internet</a:t>
            </a:r>
            <a:r>
              <a:rPr lang="zh-CN" altLang="en-US" dirty="0"/>
              <a:t>）各层协议的基本工作原理及其所采用的技术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掌握计算机网络的一些基本设计方法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通过网络实验，掌握计算机网络协议的基本实现技术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为以后计算机网络及其应用的专题学习和研究奠定基础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36CC8A2-3065-1249-B9AA-1B07752D6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7545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A79491B-C08F-1C40-AFBA-AE91B1EF23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主要教学内容</a:t>
            </a: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52516A1D-514D-F54B-A20C-3228AE5E3B91}"/>
              </a:ext>
            </a:extLst>
          </p:cNvPr>
          <p:cNvGraphicFramePr>
            <a:graphicFrameLocks noGrp="1"/>
          </p:cNvGraphicFramePr>
          <p:nvPr/>
        </p:nvGraphicFramePr>
        <p:xfrm>
          <a:off x="1400321" y="1480280"/>
          <a:ext cx="541866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0193">
                  <a:extLst>
                    <a:ext uri="{9D8B030D-6E8A-4147-A177-3AD203B41FA5}">
                      <a16:colId xmlns:a16="http://schemas.microsoft.com/office/drawing/2014/main" val="1138087416"/>
                    </a:ext>
                  </a:extLst>
                </a:gridCol>
                <a:gridCol w="3248473">
                  <a:extLst>
                    <a:ext uri="{9D8B030D-6E8A-4147-A177-3AD203B41FA5}">
                      <a16:colId xmlns:a16="http://schemas.microsoft.com/office/drawing/2014/main" val="30710559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i="0" dirty="0"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章  节</a:t>
                      </a:r>
                    </a:p>
                  </a:txBody>
                  <a:tcPr>
                    <a:solidFill>
                      <a:srgbClr val="5B30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i="0" dirty="0"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主要内容</a:t>
                      </a:r>
                    </a:p>
                  </a:txBody>
                  <a:tcPr>
                    <a:solidFill>
                      <a:srgbClr val="5B30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163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i="0" dirty="0"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第一章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i="0" dirty="0"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引  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908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i="0" dirty="0"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第二章</a:t>
                      </a:r>
                      <a:endParaRPr lang="en-US" altLang="zh-CN" sz="2400" b="0" i="0" dirty="0"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i="0" dirty="0"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物理层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83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i="0" dirty="0"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第三章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2400" b="0" i="0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数据链路层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3277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i="0" dirty="0"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第四章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MAC</a:t>
                      </a:r>
                      <a:r>
                        <a:rPr lang="zh-CN" altLang="en-US" sz="2400" b="0" i="0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子层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228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i="0" dirty="0"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第五章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2400" b="0" i="0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网络层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761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i="0" dirty="0"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第六章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2400" b="0" i="0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传输层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8568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i="0" dirty="0"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第七章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2400" b="0" i="0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应用层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5116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i="0" dirty="0"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第八章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2400" b="0" i="0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网络安全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5960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i="0" dirty="0"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第九章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2400" b="0" i="0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新型网络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70445"/>
                  </a:ext>
                </a:extLst>
              </a:tr>
            </a:tbl>
          </a:graphicData>
        </a:graphic>
      </p:graphicFrame>
      <p:pic>
        <p:nvPicPr>
          <p:cNvPr id="4" name="Picture 2">
            <a:extLst>
              <a:ext uri="{FF2B5EF4-FFF2-40B4-BE49-F238E27FC236}">
                <a16:creationId xmlns:a16="http://schemas.microsoft.com/office/drawing/2014/main" id="{B4B59D31-273E-4E43-A2EE-ADD125F1A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04121" y="1806706"/>
            <a:ext cx="2687558" cy="283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06AD517-F50F-E946-AF66-14ABA40C35ED}"/>
              </a:ext>
            </a:extLst>
          </p:cNvPr>
          <p:cNvSpPr/>
          <p:nvPr/>
        </p:nvSpPr>
        <p:spPr>
          <a:xfrm>
            <a:off x="7431005" y="4851951"/>
            <a:ext cx="41946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《</a:t>
            </a:r>
            <a:r>
              <a:rPr lang="zh-CN" altLang="en-US" sz="2400" dirty="0">
                <a:solidFill>
                  <a:prstClr val="black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计算机网络（第</a:t>
            </a:r>
            <a:r>
              <a:rPr lang="en-US" altLang="zh-CN" sz="2400" dirty="0">
                <a:solidFill>
                  <a:prstClr val="black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5</a:t>
            </a:r>
            <a:r>
              <a:rPr lang="zh-CN" altLang="en-US" sz="2400" dirty="0">
                <a:solidFill>
                  <a:prstClr val="black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版）</a:t>
            </a:r>
            <a:r>
              <a:rPr lang="en-US" altLang="zh-CN" sz="2400" dirty="0">
                <a:solidFill>
                  <a:prstClr val="black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》</a:t>
            </a:r>
            <a:r>
              <a:rPr lang="zh-CN" altLang="en-US" sz="2400" dirty="0">
                <a:solidFill>
                  <a:prstClr val="black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en-US" altLang="zh-CN" sz="2400" dirty="0">
                <a:solidFill>
                  <a:prstClr val="black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Tanenbaum</a:t>
            </a:r>
            <a:r>
              <a:rPr lang="zh-CN" altLang="en-US" sz="2400" dirty="0">
                <a:solidFill>
                  <a:prstClr val="black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&amp;</a:t>
            </a:r>
            <a:r>
              <a:rPr lang="zh-CN" altLang="en-US" sz="2400" dirty="0">
                <a:solidFill>
                  <a:prstClr val="black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prstClr val="black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Wetherall</a:t>
            </a:r>
            <a:r>
              <a:rPr lang="zh-CN" altLang="en-US" sz="2400" dirty="0">
                <a:solidFill>
                  <a:prstClr val="black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，清华大学出版社，</a:t>
            </a:r>
            <a:r>
              <a:rPr lang="en-US" altLang="zh-CN" sz="2400" dirty="0">
                <a:solidFill>
                  <a:prstClr val="black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2012</a:t>
            </a:r>
            <a:r>
              <a:rPr lang="zh-CN" altLang="en-US" sz="2400" dirty="0">
                <a:solidFill>
                  <a:prstClr val="black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年</a:t>
            </a:r>
            <a:r>
              <a:rPr lang="en-US" altLang="zh-CN" sz="2400" dirty="0">
                <a:solidFill>
                  <a:prstClr val="black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3</a:t>
            </a:r>
            <a:r>
              <a:rPr lang="zh-CN" altLang="en-US" sz="2400" dirty="0">
                <a:solidFill>
                  <a:prstClr val="black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月</a:t>
            </a:r>
            <a:endParaRPr lang="zh-CN" altLang="en-US" sz="2000" dirty="0">
              <a:latin typeface="DengXian" panose="02010600030101010101" pitchFamily="2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1F23B1-A824-8B47-9745-3E9D0CD15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1446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5F5C8C9-54B8-F442-8E3F-FBD8148C2A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主要参考书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E48CE49-CFA1-9143-8517-093D47146C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9212" y="3965037"/>
            <a:ext cx="5711953" cy="2448979"/>
          </a:xfrm>
          <a:ln>
            <a:solidFill>
              <a:srgbClr val="5B307E"/>
            </a:solidFill>
          </a:ln>
        </p:spPr>
        <p:txBody>
          <a:bodyPr anchor="ctr">
            <a:normAutofit/>
          </a:bodyPr>
          <a:lstStyle/>
          <a:p>
            <a:r>
              <a:rPr lang="en-US" altLang="zh-CN" sz="2000" dirty="0"/>
              <a:t>Andrew S. Tanenbaum, </a:t>
            </a:r>
            <a:r>
              <a:rPr lang="en-US" altLang="zh-CN" sz="2000" b="1" dirty="0"/>
              <a:t>Computer Networks</a:t>
            </a:r>
            <a:r>
              <a:rPr lang="en-US" altLang="zh-CN" sz="2000" dirty="0"/>
              <a:t>, 5</a:t>
            </a:r>
            <a:r>
              <a:rPr lang="en-US" altLang="zh-CN" sz="2000" baseline="30000" dirty="0"/>
              <a:t>th</a:t>
            </a:r>
            <a:r>
              <a:rPr lang="en-US" altLang="zh-CN" sz="2000" dirty="0"/>
              <a:t> edition, Prentice-Hall,</a:t>
            </a:r>
            <a:r>
              <a:rPr lang="zh-CN" altLang="en-US" sz="2000" dirty="0"/>
              <a:t> </a:t>
            </a:r>
            <a:r>
              <a:rPr lang="en-US" altLang="zh-CN" sz="2000" dirty="0"/>
              <a:t>2011</a:t>
            </a:r>
          </a:p>
          <a:p>
            <a:r>
              <a:rPr lang="en-US" altLang="zh-CN" sz="2000" dirty="0"/>
              <a:t>James F. Kurose and Keith W. Ross, Computer Networking: </a:t>
            </a:r>
            <a:r>
              <a:rPr lang="en-US" altLang="zh-CN" sz="2000" b="1" dirty="0"/>
              <a:t>A Top-Down Approach</a:t>
            </a:r>
            <a:r>
              <a:rPr lang="en-US" altLang="zh-CN" sz="2000" dirty="0"/>
              <a:t>, Addison Wesley, 7</a:t>
            </a:r>
            <a:r>
              <a:rPr lang="en-US" altLang="zh-CN" sz="2000" baseline="30000" dirty="0"/>
              <a:t>th</a:t>
            </a:r>
            <a:r>
              <a:rPr lang="en-US" altLang="zh-CN" sz="2000" dirty="0"/>
              <a:t> edition, 2018</a:t>
            </a:r>
          </a:p>
        </p:txBody>
      </p:sp>
      <p:pic>
        <p:nvPicPr>
          <p:cNvPr id="35842" name="Picture 2">
            <a:extLst>
              <a:ext uri="{FF2B5EF4-FFF2-40B4-BE49-F238E27FC236}">
                <a16:creationId xmlns:a16="http://schemas.microsoft.com/office/drawing/2014/main" id="{40B41F1E-5488-E74E-8D82-D27D8AC9E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72465" y="3940602"/>
            <a:ext cx="2342249" cy="2473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846" name="Picture 6">
            <a:extLst>
              <a:ext uri="{FF2B5EF4-FFF2-40B4-BE49-F238E27FC236}">
                <a16:creationId xmlns:a16="http://schemas.microsoft.com/office/drawing/2014/main" id="{B3CBCA6B-4983-8642-878A-DCAF97568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1819" y="3940602"/>
            <a:ext cx="1788911" cy="2473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5BDFBC8-990F-A443-9C88-2387E474CA10}"/>
              </a:ext>
            </a:extLst>
          </p:cNvPr>
          <p:cNvSpPr/>
          <p:nvPr/>
        </p:nvSpPr>
        <p:spPr>
          <a:xfrm>
            <a:off x="629212" y="1477187"/>
            <a:ext cx="10461518" cy="2180413"/>
          </a:xfrm>
          <a:prstGeom prst="rect">
            <a:avLst/>
          </a:prstGeom>
          <a:ln>
            <a:solidFill>
              <a:srgbClr val="5B307E"/>
            </a:solidFill>
          </a:ln>
        </p:spPr>
        <p:txBody>
          <a:bodyPr wrap="none" anchor="ctr">
            <a:noAutofit/>
          </a:bodyPr>
          <a:lstStyle/>
          <a:p>
            <a:pPr>
              <a:spcBef>
                <a:spcPts val="400"/>
              </a:spcBef>
              <a:spcAft>
                <a:spcPts val="300"/>
              </a:spcAft>
            </a:pP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《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计算机网络（第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5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版）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》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Tanenbaum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&amp;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 sz="2000" dirty="0" err="1">
                <a:latin typeface="DengXian" panose="02010600030101010101" pitchFamily="2" charset="-122"/>
                <a:ea typeface="DengXian" panose="02010600030101010101" pitchFamily="2" charset="-122"/>
              </a:rPr>
              <a:t>Wetherall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，清华大学出版社，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2012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年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3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月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《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计算机网络：自顶向下方法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》(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原书第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7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版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)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，库罗斯 罗斯，机械工业出版社，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2018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年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06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月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《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计算机网络（第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7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版）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》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，谢希仁，电子工业出版社，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2017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年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01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月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《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计算机网络（第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3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版）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》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，徐敬东、张建忠，清华大学出版社，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2013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年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6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月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1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日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《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计算机网络教程（第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6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版）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》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，吴功宜，电子工业出版社，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2018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年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03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月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DBE2315-880A-DF4D-91C8-4CEDB78D8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8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0257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zh-CN" altLang="en-US" sz="4000">
                <a:solidFill>
                  <a:srgbClr val="FFFFFF"/>
                </a:solidFill>
              </a:rPr>
              <a:t>课堂说明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38348-4D6C-C74F-9498-E235E8446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124E76-1F3E-4D52-9802-24CA5E97BD13}" type="slidenum">
              <a:rPr lang="zh-CN" alt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zh-CN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37E337C-8F0C-96DB-F860-3624CF3A83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3848338"/>
              </p:ext>
            </p:extLst>
          </p:nvPr>
        </p:nvGraphicFramePr>
        <p:xfrm>
          <a:off x="294433" y="2112579"/>
          <a:ext cx="9907402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0C71B9E1-34E4-2998-272B-6CB69CF42D1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0999" t="33231" r="21041" b="6338"/>
          <a:stretch>
            <a:fillRect/>
          </a:stretch>
        </p:blipFill>
        <p:spPr>
          <a:xfrm>
            <a:off x="9104252" y="2444150"/>
            <a:ext cx="2449992" cy="2770357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B3121F62-F877-D872-FEC1-E58AFDE00F67}"/>
              </a:ext>
            </a:extLst>
          </p:cNvPr>
          <p:cNvGrpSpPr/>
          <p:nvPr/>
        </p:nvGrpSpPr>
        <p:grpSpPr>
          <a:xfrm>
            <a:off x="8850576" y="4950480"/>
            <a:ext cx="3087749" cy="1038834"/>
            <a:chOff x="-96454" y="2558256"/>
            <a:chExt cx="3087749" cy="1038834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C342298-000E-C4BF-8A2D-4194D3FD00DD}"/>
                </a:ext>
              </a:extLst>
            </p:cNvPr>
            <p:cNvSpPr/>
            <p:nvPr/>
          </p:nvSpPr>
          <p:spPr>
            <a:xfrm>
              <a:off x="33952" y="2558256"/>
              <a:ext cx="2957343" cy="70155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7314128-4960-E224-4946-8EA34F14A48D}"/>
                </a:ext>
              </a:extLst>
            </p:cNvPr>
            <p:cNvSpPr txBox="1"/>
            <p:nvPr/>
          </p:nvSpPr>
          <p:spPr>
            <a:xfrm>
              <a:off x="-96454" y="2895538"/>
              <a:ext cx="2957343" cy="7015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7556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2200" b="0" i="0" kern="1200" dirty="0"/>
                <a:t>课程飞书群</a:t>
              </a:r>
              <a:endParaRPr lang="en-CN" sz="22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76991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3DD235-6F3B-FF41-AB7E-9FCFEEBB40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CN" sz="4800">
                <a:solidFill>
                  <a:srgbClr val="FFFFFF"/>
                </a:solidFill>
              </a:rPr>
              <a:t>谢谢</a:t>
            </a:r>
            <a:r>
              <a:rPr lang="zh-CN" altLang="en-US" sz="4800">
                <a:solidFill>
                  <a:srgbClr val="FFFFFF"/>
                </a:solidFill>
              </a:rPr>
              <a:t>！</a:t>
            </a:r>
            <a:endParaRPr lang="en-CN" sz="4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283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7691</TotalTime>
  <Words>529</Words>
  <Application>Microsoft Office PowerPoint</Application>
  <PresentationFormat>宽屏</PresentationFormat>
  <Paragraphs>95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DengXian</vt:lpstr>
      <vt:lpstr>SimHei</vt:lpstr>
      <vt:lpstr>宋体</vt:lpstr>
      <vt:lpstr>Arial</vt:lpstr>
      <vt:lpstr>Times New Roman</vt:lpstr>
      <vt:lpstr>Office Theme</vt:lpstr>
      <vt:lpstr>计算机网络</vt:lpstr>
      <vt:lpstr>课程简介</vt:lpstr>
      <vt:lpstr>课程简介</vt:lpstr>
      <vt:lpstr>成绩评定</vt:lpstr>
      <vt:lpstr>计算机网络课程重要性</vt:lpstr>
      <vt:lpstr>课程的任务、目的和基本要求</vt:lpstr>
      <vt:lpstr>主要教学内容</vt:lpstr>
      <vt:lpstr>主要参考书</vt:lpstr>
      <vt:lpstr>课堂说明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</dc:title>
  <dc:creator>张 圣林</dc:creator>
  <cp:lastModifiedBy>文蔚 辜</cp:lastModifiedBy>
  <cp:revision>51</cp:revision>
  <dcterms:created xsi:type="dcterms:W3CDTF">2021-09-03T12:41:45Z</dcterms:created>
  <dcterms:modified xsi:type="dcterms:W3CDTF">2025-09-08T10:38:09Z</dcterms:modified>
</cp:coreProperties>
</file>