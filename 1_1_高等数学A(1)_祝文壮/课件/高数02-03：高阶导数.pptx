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84" r:id="rId12"/>
    <p:sldId id="285" r:id="rId13"/>
    <p:sldId id="271" r:id="rId14"/>
    <p:sldId id="272" r:id="rId15"/>
    <p:sldId id="273" r:id="rId16"/>
    <p:sldId id="282" r:id="rId17"/>
    <p:sldId id="274" r:id="rId18"/>
    <p:sldId id="275" r:id="rId19"/>
    <p:sldId id="276" r:id="rId20"/>
    <p:sldId id="277" r:id="rId21"/>
    <p:sldId id="286" r:id="rId22"/>
    <p:sldId id="287" r:id="rId23"/>
    <p:sldId id="288" r:id="rId24"/>
    <p:sldId id="289" r:id="rId25"/>
    <p:sldId id="290" r:id="rId26"/>
    <p:sldId id="278" r:id="rId27"/>
    <p:sldId id="283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9689F-9BCD-4EE0-AACE-0654AE57C252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8E883-47AD-47CE-9A29-8DDD5720FA51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BB422-50A4-405D-8D79-41DD1E7C350F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33210-A037-4FFF-9AC7-1E5607DA3E5F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7681A-4D72-44B2-AAC5-FBC26F269904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43BFC-6D6E-41D8-AD21-12B25B27055D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82266-CB3F-4458-8184-1F9A807FCE8A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C-03DB-4698-8789-465681F9066A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58BAC-856A-47B0-90DD-C444771F65A8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72604-F805-4EB1-835B-61B09CFE0E37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492CC4-73D0-420F-B02F-4CDC6F9A2F62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90A44CF-9A83-4518-A225-C3BF3572E1D7}" type="datetime1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13.wmf"/><Relationship Id="rId21" Type="http://schemas.openxmlformats.org/officeDocument/2006/relationships/image" Target="../media/image22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0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wmf"/><Relationship Id="rId18" Type="http://schemas.openxmlformats.org/officeDocument/2006/relationships/oleObject" Target="../embeddings/oleObject30.bin"/><Relationship Id="rId26" Type="http://schemas.openxmlformats.org/officeDocument/2006/relationships/oleObject" Target="../embeddings/oleObject34.bin"/><Relationship Id="rId3" Type="http://schemas.openxmlformats.org/officeDocument/2006/relationships/image" Target="../media/image23.wmf"/><Relationship Id="rId21" Type="http://schemas.openxmlformats.org/officeDocument/2006/relationships/image" Target="../media/image32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30.wmf"/><Relationship Id="rId25" Type="http://schemas.openxmlformats.org/officeDocument/2006/relationships/image" Target="../media/image34.wmf"/><Relationship Id="rId33" Type="http://schemas.openxmlformats.org/officeDocument/2006/relationships/image" Target="../media/image38.wmf"/><Relationship Id="rId2" Type="http://schemas.openxmlformats.org/officeDocument/2006/relationships/oleObject" Target="../embeddings/oleObject22.bin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29" Type="http://schemas.openxmlformats.org/officeDocument/2006/relationships/image" Target="../media/image3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7.wmf"/><Relationship Id="rId24" Type="http://schemas.openxmlformats.org/officeDocument/2006/relationships/oleObject" Target="../embeddings/oleObject33.bin"/><Relationship Id="rId32" Type="http://schemas.openxmlformats.org/officeDocument/2006/relationships/oleObject" Target="../embeddings/oleObject37.bin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23" Type="http://schemas.openxmlformats.org/officeDocument/2006/relationships/image" Target="../media/image33.wmf"/><Relationship Id="rId28" Type="http://schemas.openxmlformats.org/officeDocument/2006/relationships/oleObject" Target="../embeddings/oleObject35.bin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31.wmf"/><Relationship Id="rId31" Type="http://schemas.openxmlformats.org/officeDocument/2006/relationships/image" Target="../media/image37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8.bin"/><Relationship Id="rId22" Type="http://schemas.openxmlformats.org/officeDocument/2006/relationships/oleObject" Target="../embeddings/oleObject32.bin"/><Relationship Id="rId27" Type="http://schemas.openxmlformats.org/officeDocument/2006/relationships/image" Target="../media/image35.wmf"/><Relationship Id="rId30" Type="http://schemas.openxmlformats.org/officeDocument/2006/relationships/oleObject" Target="../embeddings/oleObject36.bin"/><Relationship Id="rId8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27.wmf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5.w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4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54.bin"/><Relationship Id="rId26" Type="http://schemas.openxmlformats.org/officeDocument/2006/relationships/oleObject" Target="../embeddings/oleObject58.bin"/><Relationship Id="rId3" Type="http://schemas.openxmlformats.org/officeDocument/2006/relationships/image" Target="../media/image46.wmf"/><Relationship Id="rId21" Type="http://schemas.openxmlformats.org/officeDocument/2006/relationships/image" Target="../media/image54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3.wmf"/><Relationship Id="rId25" Type="http://schemas.openxmlformats.org/officeDocument/2006/relationships/image" Target="../media/image56.w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57.bin"/><Relationship Id="rId5" Type="http://schemas.openxmlformats.org/officeDocument/2006/relationships/image" Target="../media/image47.wmf"/><Relationship Id="rId15" Type="http://schemas.openxmlformats.org/officeDocument/2006/relationships/image" Target="../media/image52.wmf"/><Relationship Id="rId23" Type="http://schemas.openxmlformats.org/officeDocument/2006/relationships/image" Target="../media/image55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Relationship Id="rId27" Type="http://schemas.openxmlformats.org/officeDocument/2006/relationships/image" Target="../media/image5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4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5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6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85.bin"/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82.w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83.w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94.bin"/><Relationship Id="rId3" Type="http://schemas.openxmlformats.org/officeDocument/2006/relationships/image" Target="../media/image84.wmf"/><Relationship Id="rId21" Type="http://schemas.openxmlformats.org/officeDocument/2006/relationships/image" Target="../media/image93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1.wmf"/><Relationship Id="rId2" Type="http://schemas.openxmlformats.org/officeDocument/2006/relationships/oleObject" Target="../embeddings/oleObject86.bin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23" Type="http://schemas.openxmlformats.org/officeDocument/2006/relationships/image" Target="../media/image94.w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02.bin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0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13.wmf"/><Relationship Id="rId2" Type="http://schemas.openxmlformats.org/officeDocument/2006/relationships/oleObject" Target="../embeddings/oleObject108.bin"/><Relationship Id="rId16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19.wmf"/><Relationship Id="rId3" Type="http://schemas.openxmlformats.org/officeDocument/2006/relationships/image" Target="../media/image114.emf"/><Relationship Id="rId7" Type="http://schemas.openxmlformats.org/officeDocument/2006/relationships/image" Target="../media/image116.emf"/><Relationship Id="rId12" Type="http://schemas.openxmlformats.org/officeDocument/2006/relationships/oleObject" Target="../embeddings/oleObject121.bin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18.wmf"/><Relationship Id="rId5" Type="http://schemas.openxmlformats.org/officeDocument/2006/relationships/image" Target="../media/image115.e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2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31.bin"/><Relationship Id="rId3" Type="http://schemas.openxmlformats.org/officeDocument/2006/relationships/image" Target="../media/image121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28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5.wmf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29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2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35.wmf"/><Relationship Id="rId18" Type="http://schemas.openxmlformats.org/officeDocument/2006/relationships/oleObject" Target="../embeddings/oleObject140.bin"/><Relationship Id="rId3" Type="http://schemas.openxmlformats.org/officeDocument/2006/relationships/image" Target="../media/image130.wmf"/><Relationship Id="rId21" Type="http://schemas.openxmlformats.org/officeDocument/2006/relationships/image" Target="../media/image139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37.wmf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23" Type="http://schemas.openxmlformats.org/officeDocument/2006/relationships/image" Target="../media/image140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2" Type="http://schemas.openxmlformats.org/officeDocument/2006/relationships/oleObject" Target="../embeddings/oleObject1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5.emf"/><Relationship Id="rId5" Type="http://schemas.openxmlformats.org/officeDocument/2006/relationships/image" Target="../media/image142.wmf"/><Relationship Id="rId10" Type="http://schemas.openxmlformats.org/officeDocument/2006/relationships/oleObject" Target="../embeddings/oleObject147.bin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50.wmf"/><Relationship Id="rId3" Type="http://schemas.openxmlformats.org/officeDocument/2006/relationships/image" Target="../media/image146.wmf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52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42.wmf"/><Relationship Id="rId5" Type="http://schemas.openxmlformats.org/officeDocument/2006/relationships/image" Target="../media/image147.wmf"/><Relationship Id="rId15" Type="http://schemas.openxmlformats.org/officeDocument/2006/relationships/image" Target="../media/image151.w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49.wmf"/><Relationship Id="rId14" Type="http://schemas.openxmlformats.org/officeDocument/2006/relationships/oleObject" Target="../embeddings/oleObject15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58.wmf"/><Relationship Id="rId18" Type="http://schemas.openxmlformats.org/officeDocument/2006/relationships/oleObject" Target="../embeddings/oleObject164.bin"/><Relationship Id="rId3" Type="http://schemas.openxmlformats.org/officeDocument/2006/relationships/image" Target="../media/image153.wmf"/><Relationship Id="rId21" Type="http://schemas.openxmlformats.org/officeDocument/2006/relationships/image" Target="../media/image162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160.wmf"/><Relationship Id="rId2" Type="http://schemas.openxmlformats.org/officeDocument/2006/relationships/oleObject" Target="../embeddings/oleObject156.bin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9.wmf"/><Relationship Id="rId10" Type="http://schemas.openxmlformats.org/officeDocument/2006/relationships/oleObject" Target="../embeddings/oleObject160.bin"/><Relationship Id="rId19" Type="http://schemas.openxmlformats.org/officeDocument/2006/relationships/image" Target="../media/image161.w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6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13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153.wmf"/><Relationship Id="rId2" Type="http://schemas.openxmlformats.org/officeDocument/2006/relationships/oleObject" Target="../embeddings/oleObject166.bin"/><Relationship Id="rId16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67.wmf"/><Relationship Id="rId5" Type="http://schemas.openxmlformats.org/officeDocument/2006/relationships/image" Target="../media/image164.wmf"/><Relationship Id="rId15" Type="http://schemas.openxmlformats.org/officeDocument/2006/relationships/image" Target="../media/image169.wmf"/><Relationship Id="rId10" Type="http://schemas.openxmlformats.org/officeDocument/2006/relationships/oleObject" Target="../embeddings/oleObject170.bin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66.wmf"/><Relationship Id="rId14" Type="http://schemas.openxmlformats.org/officeDocument/2006/relationships/oleObject" Target="../embeddings/oleObject17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75.wmf"/><Relationship Id="rId3" Type="http://schemas.openxmlformats.org/officeDocument/2006/relationships/image" Target="../media/image170.w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77.wmf"/><Relationship Id="rId2" Type="http://schemas.openxmlformats.org/officeDocument/2006/relationships/oleObject" Target="../embeddings/oleObject174.bin"/><Relationship Id="rId16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8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83.wmf"/><Relationship Id="rId18" Type="http://schemas.openxmlformats.org/officeDocument/2006/relationships/oleObject" Target="../embeddings/oleObject190.bin"/><Relationship Id="rId3" Type="http://schemas.openxmlformats.org/officeDocument/2006/relationships/image" Target="../media/image178.wmf"/><Relationship Id="rId21" Type="http://schemas.openxmlformats.org/officeDocument/2006/relationships/image" Target="../media/image187.wmf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85.wmf"/><Relationship Id="rId2" Type="http://schemas.openxmlformats.org/officeDocument/2006/relationships/oleObject" Target="../embeddings/oleObject182.bin"/><Relationship Id="rId16" Type="http://schemas.openxmlformats.org/officeDocument/2006/relationships/oleObject" Target="../embeddings/oleObject189.bin"/><Relationship Id="rId20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5" Type="http://schemas.openxmlformats.org/officeDocument/2006/relationships/image" Target="../media/image184.wmf"/><Relationship Id="rId23" Type="http://schemas.openxmlformats.org/officeDocument/2006/relationships/image" Target="../media/image188.wmf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186.w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81.wmf"/><Relationship Id="rId14" Type="http://schemas.openxmlformats.org/officeDocument/2006/relationships/oleObject" Target="../embeddings/oleObject188.bin"/><Relationship Id="rId22" Type="http://schemas.openxmlformats.org/officeDocument/2006/relationships/oleObject" Target="../embeddings/oleObject19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01.bin"/><Relationship Id="rId3" Type="http://schemas.openxmlformats.org/officeDocument/2006/relationships/image" Target="../media/image189.wmf"/><Relationship Id="rId21" Type="http://schemas.openxmlformats.org/officeDocument/2006/relationships/image" Target="../media/image198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96.w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23" Type="http://schemas.openxmlformats.org/officeDocument/2006/relationships/image" Target="../media/image199.wmf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199.bin"/><Relationship Id="rId22" Type="http://schemas.openxmlformats.org/officeDocument/2006/relationships/oleObject" Target="../embeddings/oleObject20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13" Type="http://schemas.openxmlformats.org/officeDocument/2006/relationships/image" Target="../media/image205.wmf"/><Relationship Id="rId18" Type="http://schemas.openxmlformats.org/officeDocument/2006/relationships/oleObject" Target="../embeddings/oleObject212.bin"/><Relationship Id="rId3" Type="http://schemas.openxmlformats.org/officeDocument/2006/relationships/image" Target="../media/image200.wmf"/><Relationship Id="rId21" Type="http://schemas.openxmlformats.org/officeDocument/2006/relationships/image" Target="../media/image209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09.bin"/><Relationship Id="rId17" Type="http://schemas.openxmlformats.org/officeDocument/2006/relationships/image" Target="../media/image207.wmf"/><Relationship Id="rId2" Type="http://schemas.openxmlformats.org/officeDocument/2006/relationships/oleObject" Target="../embeddings/oleObject204.bin"/><Relationship Id="rId16" Type="http://schemas.openxmlformats.org/officeDocument/2006/relationships/oleObject" Target="../embeddings/oleObject211.bin"/><Relationship Id="rId20" Type="http://schemas.openxmlformats.org/officeDocument/2006/relationships/oleObject" Target="../embeddings/oleObject2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6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5" Type="http://schemas.openxmlformats.org/officeDocument/2006/relationships/image" Target="../media/image206.wmf"/><Relationship Id="rId10" Type="http://schemas.openxmlformats.org/officeDocument/2006/relationships/oleObject" Target="../embeddings/oleObject208.bin"/><Relationship Id="rId19" Type="http://schemas.openxmlformats.org/officeDocument/2006/relationships/image" Target="../media/image208.wmf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21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13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2.wmf"/><Relationship Id="rId12" Type="http://schemas.openxmlformats.org/officeDocument/2006/relationships/oleObject" Target="../embeddings/oleObject219.bin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14.wmf"/><Relationship Id="rId5" Type="http://schemas.openxmlformats.org/officeDocument/2006/relationships/image" Target="../media/image211.wmf"/><Relationship Id="rId15" Type="http://schemas.openxmlformats.org/officeDocument/2006/relationships/image" Target="../media/image216.wmf"/><Relationship Id="rId10" Type="http://schemas.openxmlformats.org/officeDocument/2006/relationships/oleObject" Target="../embeddings/oleObject218.bin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13.wmf"/><Relationship Id="rId14" Type="http://schemas.openxmlformats.org/officeDocument/2006/relationships/oleObject" Target="../embeddings/oleObject22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7" Type="http://schemas.openxmlformats.org/officeDocument/2006/relationships/image" Target="../media/image219.wmf"/><Relationship Id="rId2" Type="http://schemas.openxmlformats.org/officeDocument/2006/relationships/oleObject" Target="../embeddings/oleObject2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3.bin"/><Relationship Id="rId5" Type="http://schemas.openxmlformats.org/officeDocument/2006/relationships/image" Target="../media/image218.wmf"/><Relationship Id="rId4" Type="http://schemas.openxmlformats.org/officeDocument/2006/relationships/oleObject" Target="../embeddings/oleObject22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26.wmf"/><Relationship Id="rId3" Type="http://schemas.openxmlformats.org/officeDocument/2006/relationships/image" Target="../media/image220.wmf"/><Relationship Id="rId7" Type="http://schemas.openxmlformats.org/officeDocument/2006/relationships/image" Target="../media/image222.wmf"/><Relationship Id="rId12" Type="http://schemas.openxmlformats.org/officeDocument/2006/relationships/image" Target="../media/image223.wmf"/><Relationship Id="rId17" Type="http://schemas.openxmlformats.org/officeDocument/2006/relationships/oleObject" Target="../embeddings/oleObject232.bin"/><Relationship Id="rId2" Type="http://schemas.openxmlformats.org/officeDocument/2006/relationships/oleObject" Target="../embeddings/oleObject224.bin"/><Relationship Id="rId16" Type="http://schemas.openxmlformats.org/officeDocument/2006/relationships/image" Target="../media/image225.wmf"/><Relationship Id="rId20" Type="http://schemas.openxmlformats.org/officeDocument/2006/relationships/image" Target="../media/image22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6.bin"/><Relationship Id="rId11" Type="http://schemas.openxmlformats.org/officeDocument/2006/relationships/oleObject" Target="../embeddings/oleObject229.bin"/><Relationship Id="rId5" Type="http://schemas.openxmlformats.org/officeDocument/2006/relationships/image" Target="../media/image221.wmf"/><Relationship Id="rId15" Type="http://schemas.openxmlformats.org/officeDocument/2006/relationships/oleObject" Target="../embeddings/oleObject231.bin"/><Relationship Id="rId10" Type="http://schemas.openxmlformats.org/officeDocument/2006/relationships/oleObject" Target="../embeddings/oleObject228.bin"/><Relationship Id="rId19" Type="http://schemas.openxmlformats.org/officeDocument/2006/relationships/oleObject" Target="../embeddings/oleObject233.bin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19.wmf"/><Relationship Id="rId14" Type="http://schemas.openxmlformats.org/officeDocument/2006/relationships/image" Target="../media/image2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3555744" y="2873951"/>
            <a:ext cx="47277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一、</a:t>
            </a:r>
            <a:r>
              <a:rPr lang="zh-CN" altLang="en-US" sz="3200" b="1" dirty="0"/>
              <a:t>高阶导数的定义</a:t>
            </a:r>
            <a:endParaRPr lang="zh-CN" altLang="en-US" sz="3200" b="1" dirty="0">
              <a:ea typeface="楷体_GB2312" pitchFamily="49" charset="-122"/>
            </a:endParaRPr>
          </a:p>
        </p:txBody>
      </p:sp>
      <p:sp>
        <p:nvSpPr>
          <p:cNvPr id="199684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50201" y="3789040"/>
            <a:ext cx="50158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二、高阶导数求法举例</a:t>
            </a: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3550201" y="1700808"/>
            <a:ext cx="4134465" cy="769441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第三节高阶导数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9624392" y="404664"/>
            <a:ext cx="1750800" cy="5847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2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72233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7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609600"/>
            <a:ext cx="5101952" cy="830826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一、高阶导数的定义</a:t>
            </a:r>
            <a:endParaRPr lang="zh-CN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2063552" y="1568450"/>
            <a:ext cx="511256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问题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2800" b="1" dirty="0">
                <a:solidFill>
                  <a:srgbClr val="FF0000"/>
                </a:solidFill>
              </a:rPr>
              <a:t>变速直线运动的加速度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111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378395"/>
              </p:ext>
            </p:extLst>
          </p:nvPr>
        </p:nvGraphicFramePr>
        <p:xfrm>
          <a:off x="2881307" y="2215587"/>
          <a:ext cx="1702526" cy="427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14320" imgH="431640" progId="Equation.3">
                  <p:embed/>
                </p:oleObj>
              </mc:Choice>
              <mc:Fallback>
                <p:oleObj name="公式" r:id="rId2" imgW="1714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07" y="2215587"/>
                        <a:ext cx="1702526" cy="427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665499"/>
              </p:ext>
            </p:extLst>
          </p:nvPr>
        </p:nvGraphicFramePr>
        <p:xfrm>
          <a:off x="4799856" y="2215587"/>
          <a:ext cx="3916073" cy="427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90760" imgH="457200" progId="Equation.3">
                  <p:embed/>
                </p:oleObj>
              </mc:Choice>
              <mc:Fallback>
                <p:oleObj name="公式" r:id="rId4" imgW="4190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2215587"/>
                        <a:ext cx="3916073" cy="427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565749"/>
              </p:ext>
            </p:extLst>
          </p:nvPr>
        </p:nvGraphicFramePr>
        <p:xfrm>
          <a:off x="3084809" y="2827568"/>
          <a:ext cx="5459463" cy="425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67280" imgH="457200" progId="Equation.3">
                  <p:embed/>
                </p:oleObj>
              </mc:Choice>
              <mc:Fallback>
                <p:oleObj name="公式" r:id="rId6" imgW="5867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809" y="2827568"/>
                        <a:ext cx="5459463" cy="425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351680"/>
              </p:ext>
            </p:extLst>
          </p:nvPr>
        </p:nvGraphicFramePr>
        <p:xfrm>
          <a:off x="3067360" y="3436375"/>
          <a:ext cx="3403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03440" imgH="406080" progId="Equation.3">
                  <p:embed/>
                </p:oleObj>
              </mc:Choice>
              <mc:Fallback>
                <p:oleObj name="公式" r:id="rId8" imgW="34034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360" y="3436375"/>
                        <a:ext cx="3403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2135560" y="4010977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1116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089369"/>
              </p:ext>
            </p:extLst>
          </p:nvPr>
        </p:nvGraphicFramePr>
        <p:xfrm>
          <a:off x="2135560" y="4024696"/>
          <a:ext cx="7804150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41600" imgH="863280" progId="Equation.DSMT4">
                  <p:embed/>
                </p:oleObj>
              </mc:Choice>
              <mc:Fallback>
                <p:oleObj name="Equation" r:id="rId10" imgW="344160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024696"/>
                        <a:ext cx="7804150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0063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autoUpdateAnimBg="0"/>
      <p:bldP spid="1116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2" name="Text Box 2"/>
          <p:cNvSpPr txBox="1">
            <a:spLocks noChangeArrowheads="1"/>
          </p:cNvSpPr>
          <p:nvPr/>
        </p:nvSpPr>
        <p:spPr bwMode="auto">
          <a:xfrm>
            <a:off x="2362200" y="9191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记作</a:t>
            </a:r>
          </a:p>
        </p:txBody>
      </p:sp>
      <p:graphicFrame>
        <p:nvGraphicFramePr>
          <p:cNvPr id="72706" name="Object 3"/>
          <p:cNvGraphicFramePr>
            <a:graphicFrameLocks noChangeAspect="1"/>
          </p:cNvGraphicFramePr>
          <p:nvPr/>
        </p:nvGraphicFramePr>
        <p:xfrm>
          <a:off x="3352800" y="752475"/>
          <a:ext cx="3657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36960" imgH="901440" progId="Equation.3">
                  <p:embed/>
                </p:oleObj>
              </mc:Choice>
              <mc:Fallback>
                <p:oleObj name="公式" r:id="rId2" imgW="39369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752475"/>
                        <a:ext cx="3657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224716"/>
              </p:ext>
            </p:extLst>
          </p:nvPr>
        </p:nvGraphicFramePr>
        <p:xfrm>
          <a:off x="2465137" y="3094499"/>
          <a:ext cx="7159255" cy="97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57920" imgH="1041120" progId="Equation.3">
                  <p:embed/>
                </p:oleObj>
              </mc:Choice>
              <mc:Fallback>
                <p:oleObj name="公式" r:id="rId4" imgW="765792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137" y="3094499"/>
                        <a:ext cx="7159255" cy="97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3302000" y="4119564"/>
          <a:ext cx="43942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13200" imgH="927000" progId="Equation.3">
                  <p:embed/>
                </p:oleObj>
              </mc:Choice>
              <mc:Fallback>
                <p:oleObj name="公式" r:id="rId6" imgW="48132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4119564"/>
                        <a:ext cx="439420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2308225" y="2324101"/>
            <a:ext cx="762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三阶导数的导数称为四阶导数</a:t>
            </a:r>
            <a:r>
              <a:rPr lang="en-US" altLang="zh-CN" sz="2800" b="1"/>
              <a:t>, 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336865" y="4969441"/>
            <a:ext cx="655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二阶和二阶以上的导数统称为</a:t>
            </a: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高阶导数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1126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698653"/>
              </p:ext>
            </p:extLst>
          </p:nvPr>
        </p:nvGraphicFramePr>
        <p:xfrm>
          <a:off x="3215680" y="5611814"/>
          <a:ext cx="738028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78560" imgH="431640" progId="Equation.3">
                  <p:embed/>
                </p:oleObj>
              </mc:Choice>
              <mc:Fallback>
                <p:oleObj name="公式" r:id="rId8" imgW="7378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611814"/>
                        <a:ext cx="738028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9" name="Object 9"/>
          <p:cNvGraphicFramePr>
            <a:graphicFrameLocks noChangeAspect="1"/>
          </p:cNvGraphicFramePr>
          <p:nvPr/>
        </p:nvGraphicFramePr>
        <p:xfrm>
          <a:off x="7280276" y="1436689"/>
          <a:ext cx="24733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57320" imgH="927000" progId="Equation.3">
                  <p:embed/>
                </p:oleObj>
              </mc:Choice>
              <mc:Fallback>
                <p:oleObj name="公式" r:id="rId10" imgW="285732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0276" y="1436689"/>
                        <a:ext cx="24733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2286000" y="1600201"/>
            <a:ext cx="762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二阶导数的导数称为三阶导数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112651" name="Object 11"/>
          <p:cNvGraphicFramePr>
            <a:graphicFrameLocks noChangeAspect="1"/>
          </p:cNvGraphicFramePr>
          <p:nvPr/>
        </p:nvGraphicFramePr>
        <p:xfrm>
          <a:off x="7267576" y="2198689"/>
          <a:ext cx="2638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47760" imgH="927000" progId="Equation.3">
                  <p:embed/>
                </p:oleObj>
              </mc:Choice>
              <mc:Fallback>
                <p:oleObj name="公式" r:id="rId12" imgW="304776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6" y="2198689"/>
                        <a:ext cx="2638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0131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autoUpdateAnimBg="0"/>
      <p:bldP spid="112647" grpId="0" autoUpdateAnimBg="0"/>
      <p:bldP spid="11265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40" name="Rectangle 2"/>
          <p:cNvSpPr>
            <a:spLocks noGrp="1" noChangeArrowheads="1"/>
          </p:cNvSpPr>
          <p:nvPr>
            <p:ph type="title"/>
          </p:nvPr>
        </p:nvSpPr>
        <p:spPr>
          <a:xfrm>
            <a:off x="2336800" y="735422"/>
            <a:ext cx="5380459" cy="806451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 高阶导数求法举例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2315231" y="2290530"/>
            <a:ext cx="78898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136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603065"/>
              </p:ext>
            </p:extLst>
          </p:nvPr>
        </p:nvGraphicFramePr>
        <p:xfrm>
          <a:off x="3203028" y="2288664"/>
          <a:ext cx="5118487" cy="52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15640" progId="Equation.DSMT4">
                  <p:embed/>
                </p:oleObj>
              </mc:Choice>
              <mc:Fallback>
                <p:oleObj name="Equation" r:id="rId2" imgW="208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028" y="2288664"/>
                        <a:ext cx="5118487" cy="526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2336800" y="2964810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36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542620"/>
              </p:ext>
            </p:extLst>
          </p:nvPr>
        </p:nvGraphicFramePr>
        <p:xfrm>
          <a:off x="3346450" y="2832025"/>
          <a:ext cx="1600614" cy="844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2800" imgH="850680" progId="Equation.3">
                  <p:embed/>
                </p:oleObj>
              </mc:Choice>
              <mc:Fallback>
                <p:oleObj name="公式" r:id="rId4" imgW="16128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2832025"/>
                        <a:ext cx="1600614" cy="844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880311"/>
              </p:ext>
            </p:extLst>
          </p:nvPr>
        </p:nvGraphicFramePr>
        <p:xfrm>
          <a:off x="5392739" y="2846692"/>
          <a:ext cx="2020087" cy="856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06280" imgH="850680" progId="Equation.3">
                  <p:embed/>
                </p:oleObj>
              </mc:Choice>
              <mc:Fallback>
                <p:oleObj name="公式" r:id="rId6" imgW="20062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9" y="2846692"/>
                        <a:ext cx="2020087" cy="856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932045"/>
              </p:ext>
            </p:extLst>
          </p:nvPr>
        </p:nvGraphicFramePr>
        <p:xfrm>
          <a:off x="7412826" y="2867485"/>
          <a:ext cx="1584176" cy="877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50960" imgH="914400" progId="Equation.3">
                  <p:embed/>
                </p:oleObj>
              </mc:Choice>
              <mc:Fallback>
                <p:oleObj name="公式" r:id="rId8" imgW="16509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826" y="2867485"/>
                        <a:ext cx="1584176" cy="877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613365"/>
              </p:ext>
            </p:extLst>
          </p:nvPr>
        </p:nvGraphicFramePr>
        <p:xfrm>
          <a:off x="3288645" y="3877547"/>
          <a:ext cx="2445373" cy="89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89040" imgH="914400" progId="Equation.3">
                  <p:embed/>
                </p:oleObj>
              </mc:Choice>
              <mc:Fallback>
                <p:oleObj name="公式" r:id="rId10" imgW="248904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645" y="3877547"/>
                        <a:ext cx="2445373" cy="898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386384"/>
              </p:ext>
            </p:extLst>
          </p:nvPr>
        </p:nvGraphicFramePr>
        <p:xfrm>
          <a:off x="5762272" y="3849413"/>
          <a:ext cx="1701880" cy="898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28800" imgH="965160" progId="Equation.3">
                  <p:embed/>
                </p:oleObj>
              </mc:Choice>
              <mc:Fallback>
                <p:oleObj name="公式" r:id="rId12" imgW="182880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272" y="3849413"/>
                        <a:ext cx="1701880" cy="898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515251"/>
              </p:ext>
            </p:extLst>
          </p:nvPr>
        </p:nvGraphicFramePr>
        <p:xfrm>
          <a:off x="2492565" y="4936413"/>
          <a:ext cx="3427286" cy="91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429000" imgH="914400" progId="Equation.3">
                  <p:embed/>
                </p:oleObj>
              </mc:Choice>
              <mc:Fallback>
                <p:oleObj name="公式" r:id="rId14" imgW="3429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565" y="4936413"/>
                        <a:ext cx="3427286" cy="913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774777"/>
              </p:ext>
            </p:extLst>
          </p:nvPr>
        </p:nvGraphicFramePr>
        <p:xfrm>
          <a:off x="6613211" y="4868974"/>
          <a:ext cx="3189550" cy="91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377880" imgH="965160" progId="Equation.3">
                  <p:embed/>
                </p:oleObj>
              </mc:Choice>
              <mc:Fallback>
                <p:oleObj name="公式" r:id="rId16" imgW="33778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3211" y="4868974"/>
                        <a:ext cx="3189550" cy="911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495268"/>
              </p:ext>
            </p:extLst>
          </p:nvPr>
        </p:nvGraphicFramePr>
        <p:xfrm>
          <a:off x="5863508" y="5222806"/>
          <a:ext cx="539274" cy="34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83920" imgH="368280" progId="Equation.3">
                  <p:embed/>
                </p:oleObj>
              </mc:Choice>
              <mc:Fallback>
                <p:oleObj name="公式" r:id="rId18" imgW="5839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508" y="5222806"/>
                        <a:ext cx="539274" cy="341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166010"/>
              </p:ext>
            </p:extLst>
          </p:nvPr>
        </p:nvGraphicFramePr>
        <p:xfrm>
          <a:off x="9802761" y="5063234"/>
          <a:ext cx="796023" cy="319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787320" imgH="317160" progId="Equation.3">
                  <p:embed/>
                </p:oleObj>
              </mc:Choice>
              <mc:Fallback>
                <p:oleObj name="公式" r:id="rId20" imgW="787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2761" y="5063234"/>
                        <a:ext cx="796023" cy="319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9" name="Text Box 15"/>
          <p:cNvSpPr txBox="1">
            <a:spLocks noChangeArrowheads="1"/>
          </p:cNvSpPr>
          <p:nvPr/>
        </p:nvSpPr>
        <p:spPr bwMode="auto">
          <a:xfrm>
            <a:off x="2317596" y="1585811"/>
            <a:ext cx="220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直接法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680" name="Text Box 16"/>
          <p:cNvSpPr txBox="1">
            <a:spLocks noChangeArrowheads="1"/>
          </p:cNvSpPr>
          <p:nvPr/>
        </p:nvSpPr>
        <p:spPr bwMode="auto">
          <a:xfrm>
            <a:off x="4146757" y="160880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由高阶导数的定义逐步求高阶导数</a:t>
            </a:r>
            <a:r>
              <a:rPr lang="en-US" altLang="zh-CN" sz="2800" b="1" dirty="0"/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41184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utoUpdateAnimBg="0"/>
      <p:bldP spid="113669" grpId="0" autoUpdateAnimBg="0"/>
      <p:bldP spid="113679" grpId="0" autoUpdateAnimBg="0"/>
      <p:bldP spid="11368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7" name="Text Box 2"/>
          <p:cNvSpPr txBox="1">
            <a:spLocks noChangeArrowheads="1"/>
          </p:cNvSpPr>
          <p:nvPr/>
        </p:nvSpPr>
        <p:spPr bwMode="auto">
          <a:xfrm>
            <a:off x="1325282" y="846789"/>
            <a:ext cx="91706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475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446096"/>
              </p:ext>
            </p:extLst>
          </p:nvPr>
        </p:nvGraphicFramePr>
        <p:xfrm>
          <a:off x="2356648" y="829347"/>
          <a:ext cx="3962404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400" imgH="228600" progId="Equation.DSMT4">
                  <p:embed/>
                </p:oleObj>
              </mc:Choice>
              <mc:Fallback>
                <p:oleObj name="Equation" r:id="rId2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6648" y="829347"/>
                        <a:ext cx="3962404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1300756" y="155994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838625"/>
              </p:ext>
            </p:extLst>
          </p:nvPr>
        </p:nvGraphicFramePr>
        <p:xfrm>
          <a:off x="2242343" y="1527745"/>
          <a:ext cx="1601787" cy="52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28600" progId="Equation.DSMT4">
                  <p:embed/>
                </p:oleObj>
              </mc:Choice>
              <mc:Fallback>
                <p:oleObj name="Equation" r:id="rId4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343" y="1527745"/>
                        <a:ext cx="1601787" cy="52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513168"/>
              </p:ext>
            </p:extLst>
          </p:nvPr>
        </p:nvGraphicFramePr>
        <p:xfrm>
          <a:off x="1386154" y="2241057"/>
          <a:ext cx="1996568" cy="519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228600" progId="Equation.DSMT4">
                  <p:embed/>
                </p:oleObj>
              </mc:Choice>
              <mc:Fallback>
                <p:oleObj name="Equation" r:id="rId6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154" y="2241057"/>
                        <a:ext cx="1996568" cy="519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242935"/>
              </p:ext>
            </p:extLst>
          </p:nvPr>
        </p:nvGraphicFramePr>
        <p:xfrm>
          <a:off x="3402857" y="2245862"/>
          <a:ext cx="2129700" cy="510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228600" progId="Equation.DSMT4">
                  <p:embed/>
                </p:oleObj>
              </mc:Choice>
              <mc:Fallback>
                <p:oleObj name="Equation" r:id="rId8" imgW="95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857" y="2245862"/>
                        <a:ext cx="2129700" cy="510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571803"/>
              </p:ext>
            </p:extLst>
          </p:nvPr>
        </p:nvGraphicFramePr>
        <p:xfrm>
          <a:off x="2571470" y="3759993"/>
          <a:ext cx="8112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12520" imgH="253800" progId="Equation.3">
                  <p:embed/>
                </p:oleObj>
              </mc:Choice>
              <mc:Fallback>
                <p:oleObj name="公式" r:id="rId10" imgW="812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470" y="3759993"/>
                        <a:ext cx="8112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648854"/>
              </p:ext>
            </p:extLst>
          </p:nvPr>
        </p:nvGraphicFramePr>
        <p:xfrm>
          <a:off x="4356372" y="2994867"/>
          <a:ext cx="2954362" cy="491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228600" progId="Equation.DSMT4">
                  <p:embed/>
                </p:oleObj>
              </mc:Choice>
              <mc:Fallback>
                <p:oleObj name="Equation" r:id="rId12" imgW="1371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372" y="2994867"/>
                        <a:ext cx="2954362" cy="491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059934"/>
              </p:ext>
            </p:extLst>
          </p:nvPr>
        </p:nvGraphicFramePr>
        <p:xfrm>
          <a:off x="1386154" y="3003424"/>
          <a:ext cx="2970218" cy="513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480" imgH="228600" progId="Equation.DSMT4">
                  <p:embed/>
                </p:oleObj>
              </mc:Choice>
              <mc:Fallback>
                <p:oleObj name="Equation" r:id="rId14" imgW="1320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154" y="3003424"/>
                        <a:ext cx="2970218" cy="513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203484"/>
              </p:ext>
            </p:extLst>
          </p:nvPr>
        </p:nvGraphicFramePr>
        <p:xfrm>
          <a:off x="1386277" y="3941169"/>
          <a:ext cx="6282586" cy="52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43200" imgH="228600" progId="Equation.DSMT4">
                  <p:embed/>
                </p:oleObj>
              </mc:Choice>
              <mc:Fallback>
                <p:oleObj name="Equation" r:id="rId16" imgW="2743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277" y="3941169"/>
                        <a:ext cx="6282586" cy="52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796971"/>
              </p:ext>
            </p:extLst>
          </p:nvPr>
        </p:nvGraphicFramePr>
        <p:xfrm>
          <a:off x="1706230" y="4571242"/>
          <a:ext cx="2984457" cy="50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57120" imgH="215640" progId="Equation.DSMT4">
                  <p:embed/>
                </p:oleObj>
              </mc:Choice>
              <mc:Fallback>
                <p:oleObj name="Equation" r:id="rId18" imgW="1257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230" y="4571242"/>
                        <a:ext cx="2984457" cy="50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174406"/>
              </p:ext>
            </p:extLst>
          </p:nvPr>
        </p:nvGraphicFramePr>
        <p:xfrm>
          <a:off x="1487488" y="5318178"/>
          <a:ext cx="1968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68480" imgH="469800" progId="Equation.3">
                  <p:embed/>
                </p:oleObj>
              </mc:Choice>
              <mc:Fallback>
                <p:oleObj name="公式" r:id="rId20" imgW="1968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5318178"/>
                        <a:ext cx="1968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244135"/>
              </p:ext>
            </p:extLst>
          </p:nvPr>
        </p:nvGraphicFramePr>
        <p:xfrm>
          <a:off x="3601250" y="5399524"/>
          <a:ext cx="736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36560" imgH="368280" progId="Equation.3">
                  <p:embed/>
                </p:oleObj>
              </mc:Choice>
              <mc:Fallback>
                <p:oleObj name="公式" r:id="rId22" imgW="7365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1250" y="5399524"/>
                        <a:ext cx="736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382574"/>
              </p:ext>
            </p:extLst>
          </p:nvPr>
        </p:nvGraphicFramePr>
        <p:xfrm>
          <a:off x="4592757" y="5315621"/>
          <a:ext cx="187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79560" imgH="469800" progId="Equation.3">
                  <p:embed/>
                </p:oleObj>
              </mc:Choice>
              <mc:Fallback>
                <p:oleObj name="公式" r:id="rId24" imgW="18795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757" y="5315621"/>
                        <a:ext cx="187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407438"/>
              </p:ext>
            </p:extLst>
          </p:nvPr>
        </p:nvGraphicFramePr>
        <p:xfrm>
          <a:off x="6691728" y="5392614"/>
          <a:ext cx="571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71320" imgH="317160" progId="Equation.3">
                  <p:embed/>
                </p:oleObj>
              </mc:Choice>
              <mc:Fallback>
                <p:oleObj name="公式" r:id="rId26" imgW="571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728" y="5392614"/>
                        <a:ext cx="571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783044"/>
              </p:ext>
            </p:extLst>
          </p:nvPr>
        </p:nvGraphicFramePr>
        <p:xfrm>
          <a:off x="8269288" y="432370"/>
          <a:ext cx="26035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17440" imgH="469800" progId="Equation.DSMT4">
                  <p:embed/>
                </p:oleObj>
              </mc:Choice>
              <mc:Fallback>
                <p:oleObj name="Equation" r:id="rId28" imgW="1117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269288" y="432370"/>
                        <a:ext cx="2603500" cy="109537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65931"/>
              </p:ext>
            </p:extLst>
          </p:nvPr>
        </p:nvGraphicFramePr>
        <p:xfrm>
          <a:off x="8269288" y="1670676"/>
          <a:ext cx="319881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71600" imgH="469800" progId="Equation.DSMT4">
                  <p:embed/>
                </p:oleObj>
              </mc:Choice>
              <mc:Fallback>
                <p:oleObj name="Equation" r:id="rId30" imgW="1371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269288" y="1670676"/>
                        <a:ext cx="3198812" cy="109537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549108"/>
              </p:ext>
            </p:extLst>
          </p:nvPr>
        </p:nvGraphicFramePr>
        <p:xfrm>
          <a:off x="8269288" y="2865103"/>
          <a:ext cx="3375025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447560" imgH="533160" progId="Equation.DSMT4">
                  <p:embed/>
                </p:oleObj>
              </mc:Choice>
              <mc:Fallback>
                <p:oleObj name="Equation" r:id="rId32" imgW="14475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269288" y="2865103"/>
                        <a:ext cx="3375025" cy="1243013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577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2389598" y="1907599"/>
            <a:ext cx="10360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15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127682"/>
              </p:ext>
            </p:extLst>
          </p:nvPr>
        </p:nvGraphicFramePr>
        <p:xfrm>
          <a:off x="3274367" y="1931590"/>
          <a:ext cx="3512843" cy="484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03440" imgH="469800" progId="Equation.DSMT4">
                  <p:embed/>
                </p:oleObj>
              </mc:Choice>
              <mc:Fallback>
                <p:oleObj name="Equation" r:id="rId2" imgW="3403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367" y="1931590"/>
                        <a:ext cx="3512843" cy="484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421553" y="2763495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75787" name="Text Box 5"/>
          <p:cNvSpPr txBox="1">
            <a:spLocks noChangeArrowheads="1"/>
          </p:cNvSpPr>
          <p:nvPr/>
        </p:nvSpPr>
        <p:spPr bwMode="auto">
          <a:xfrm>
            <a:off x="2374900" y="76041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157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966232"/>
              </p:ext>
            </p:extLst>
          </p:nvPr>
        </p:nvGraphicFramePr>
        <p:xfrm>
          <a:off x="3227388" y="2569410"/>
          <a:ext cx="13779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838080" progId="Equation.DSMT4">
                  <p:embed/>
                </p:oleObj>
              </mc:Choice>
              <mc:Fallback>
                <p:oleObj name="Equation" r:id="rId4" imgW="1434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2569410"/>
                        <a:ext cx="137795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542767"/>
              </p:ext>
            </p:extLst>
          </p:nvPr>
        </p:nvGraphicFramePr>
        <p:xfrm>
          <a:off x="5962650" y="2563969"/>
          <a:ext cx="208597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71520" imgH="914400" progId="Equation.3">
                  <p:embed/>
                </p:oleObj>
              </mc:Choice>
              <mc:Fallback>
                <p:oleObj name="公式" r:id="rId6" imgW="21715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2563969"/>
                        <a:ext cx="208597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464966"/>
              </p:ext>
            </p:extLst>
          </p:nvPr>
        </p:nvGraphicFramePr>
        <p:xfrm>
          <a:off x="3201092" y="3565996"/>
          <a:ext cx="1890713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8480" imgH="914400" progId="Equation.DSMT4">
                  <p:embed/>
                </p:oleObj>
              </mc:Choice>
              <mc:Fallback>
                <p:oleObj name="Equation" r:id="rId8" imgW="19684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092" y="3565996"/>
                        <a:ext cx="1890713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031162"/>
              </p:ext>
            </p:extLst>
          </p:nvPr>
        </p:nvGraphicFramePr>
        <p:xfrm>
          <a:off x="5964063" y="3527397"/>
          <a:ext cx="22685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61960" imgH="914400" progId="Equation.3">
                  <p:embed/>
                </p:oleObj>
              </mc:Choice>
              <mc:Fallback>
                <p:oleObj name="公式" r:id="rId10" imgW="23619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063" y="3527397"/>
                        <a:ext cx="226853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887987"/>
              </p:ext>
            </p:extLst>
          </p:nvPr>
        </p:nvGraphicFramePr>
        <p:xfrm>
          <a:off x="3647728" y="4727272"/>
          <a:ext cx="8112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12520" imgH="253800" progId="Equation.3">
                  <p:embed/>
                </p:oleObj>
              </mc:Choice>
              <mc:Fallback>
                <p:oleObj name="公式" r:id="rId12" imgW="812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4727272"/>
                        <a:ext cx="8112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281726"/>
              </p:ext>
            </p:extLst>
          </p:nvPr>
        </p:nvGraphicFramePr>
        <p:xfrm>
          <a:off x="3172382" y="4853478"/>
          <a:ext cx="594042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184800" imgH="977760" progId="Equation.3">
                  <p:embed/>
                </p:oleObj>
              </mc:Choice>
              <mc:Fallback>
                <p:oleObj name="公式" r:id="rId14" imgW="61848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2382" y="4853478"/>
                        <a:ext cx="594042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2374900" y="808822"/>
            <a:ext cx="81135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800" b="1" dirty="0"/>
              <a:t>求</a:t>
            </a:r>
            <a:r>
              <a:rPr lang="en-US" altLang="zh-CN" sz="2800" b="1" i="1" dirty="0"/>
              <a:t>n </a:t>
            </a:r>
            <a:r>
              <a:rPr lang="zh-CN" altLang="en-US" sz="2800" b="1" dirty="0"/>
              <a:t>阶导数时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求出</a:t>
            </a:r>
            <a:r>
              <a:rPr lang="en-US" altLang="zh-CN" sz="2800" b="1" dirty="0"/>
              <a:t>1-3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阶后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不要急于合并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分析结果的规律性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写出</a:t>
            </a:r>
            <a:r>
              <a:rPr lang="en-US" altLang="zh-CN" sz="2800" b="1" i="1" dirty="0"/>
              <a:t>n </a:t>
            </a:r>
            <a:r>
              <a:rPr lang="zh-CN" altLang="en-US" sz="2800" b="1" dirty="0"/>
              <a:t>阶导数</a:t>
            </a:r>
            <a:r>
              <a:rPr lang="en-US" altLang="zh-CN" sz="2800" b="1" dirty="0"/>
              <a:t>.(</a:t>
            </a:r>
            <a:r>
              <a:rPr lang="zh-CN" altLang="en-US" sz="2800" b="1" dirty="0">
                <a:solidFill>
                  <a:srgbClr val="FF0000"/>
                </a:solidFill>
              </a:rPr>
              <a:t>数学归纳法证明</a:t>
            </a:r>
            <a:r>
              <a:rPr lang="en-US" altLang="zh-CN" sz="2800" b="1" dirty="0"/>
              <a:t>)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03395"/>
              </p:ext>
            </p:extLst>
          </p:nvPr>
        </p:nvGraphicFramePr>
        <p:xfrm>
          <a:off x="4871864" y="5831368"/>
          <a:ext cx="45942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44440" imgH="241200" progId="Equation.DSMT4">
                  <p:embed/>
                </p:oleObj>
              </mc:Choice>
              <mc:Fallback>
                <p:oleObj name="Equation" r:id="rId16" imgW="2044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71864" y="5831368"/>
                        <a:ext cx="4594225" cy="541338"/>
                      </a:xfrm>
                      <a:prstGeom prst="rect">
                        <a:avLst/>
                      </a:prstGeom>
                      <a:ln w="222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349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utoUpdateAnimBg="0"/>
      <p:bldP spid="115716" grpId="0" autoUpdateAnimBg="0"/>
      <p:bldP spid="11572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13" name="Text Box 2"/>
          <p:cNvSpPr txBox="1">
            <a:spLocks noChangeArrowheads="1"/>
          </p:cNvSpPr>
          <p:nvPr/>
        </p:nvSpPr>
        <p:spPr bwMode="auto">
          <a:xfrm>
            <a:off x="1232623" y="838046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680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144814"/>
              </p:ext>
            </p:extLst>
          </p:nvPr>
        </p:nvGraphicFramePr>
        <p:xfrm>
          <a:off x="2179638" y="880295"/>
          <a:ext cx="285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57320" imgH="469800" progId="Equation.3">
                  <p:embed/>
                </p:oleObj>
              </mc:Choice>
              <mc:Fallback>
                <p:oleObj name="公式" r:id="rId2" imgW="28573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880295"/>
                        <a:ext cx="285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1232623" y="1577489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67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817906"/>
              </p:ext>
            </p:extLst>
          </p:nvPr>
        </p:nvGraphicFramePr>
        <p:xfrm>
          <a:off x="1864159" y="1634718"/>
          <a:ext cx="1447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7560" imgH="406080" progId="Equation.3">
                  <p:embed/>
                </p:oleObj>
              </mc:Choice>
              <mc:Fallback>
                <p:oleObj name="公式" r:id="rId4" imgW="1447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59" y="1634718"/>
                        <a:ext cx="14478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393129"/>
              </p:ext>
            </p:extLst>
          </p:nvPr>
        </p:nvGraphicFramePr>
        <p:xfrm>
          <a:off x="3366193" y="1412549"/>
          <a:ext cx="1790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90640" imgH="838080" progId="Equation.3">
                  <p:embed/>
                </p:oleObj>
              </mc:Choice>
              <mc:Fallback>
                <p:oleObj name="公式" r:id="rId6" imgW="17906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6193" y="1412549"/>
                        <a:ext cx="1790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511638"/>
              </p:ext>
            </p:extLst>
          </p:nvPr>
        </p:nvGraphicFramePr>
        <p:xfrm>
          <a:off x="1412666" y="2188783"/>
          <a:ext cx="2273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73040" imgH="838080" progId="Equation.3">
                  <p:embed/>
                </p:oleObj>
              </mc:Choice>
              <mc:Fallback>
                <p:oleObj name="公式" r:id="rId8" imgW="22730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666" y="2188783"/>
                        <a:ext cx="2273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233625"/>
              </p:ext>
            </p:extLst>
          </p:nvPr>
        </p:nvGraphicFramePr>
        <p:xfrm>
          <a:off x="3800236" y="2185145"/>
          <a:ext cx="236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61960" imgH="838080" progId="Equation.3">
                  <p:embed/>
                </p:oleObj>
              </mc:Choice>
              <mc:Fallback>
                <p:oleObj name="公式" r:id="rId10" imgW="23619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236" y="2185145"/>
                        <a:ext cx="2362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821264"/>
              </p:ext>
            </p:extLst>
          </p:nvPr>
        </p:nvGraphicFramePr>
        <p:xfrm>
          <a:off x="6137821" y="2140643"/>
          <a:ext cx="217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71520" imgH="838080" progId="Equation.3">
                  <p:embed/>
                </p:oleObj>
              </mc:Choice>
              <mc:Fallback>
                <p:oleObj name="公式" r:id="rId12" imgW="2171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821" y="2140643"/>
                        <a:ext cx="2171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601262"/>
              </p:ext>
            </p:extLst>
          </p:nvPr>
        </p:nvGraphicFramePr>
        <p:xfrm>
          <a:off x="1362344" y="3074971"/>
          <a:ext cx="2705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05040" imgH="838080" progId="Equation.3">
                  <p:embed/>
                </p:oleObj>
              </mc:Choice>
              <mc:Fallback>
                <p:oleObj name="公式" r:id="rId14" imgW="27050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344" y="3074971"/>
                        <a:ext cx="2705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071352"/>
              </p:ext>
            </p:extLst>
          </p:nvPr>
        </p:nvGraphicFramePr>
        <p:xfrm>
          <a:off x="4038801" y="3053831"/>
          <a:ext cx="217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71520" imgH="838080" progId="Equation.3">
                  <p:embed/>
                </p:oleObj>
              </mc:Choice>
              <mc:Fallback>
                <p:oleObj name="公式" r:id="rId16" imgW="2171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801" y="3053831"/>
                        <a:ext cx="2171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620776"/>
              </p:ext>
            </p:extLst>
          </p:nvPr>
        </p:nvGraphicFramePr>
        <p:xfrm>
          <a:off x="1903682" y="3965829"/>
          <a:ext cx="8112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12520" imgH="253800" progId="Equation.3">
                  <p:embed/>
                </p:oleObj>
              </mc:Choice>
              <mc:Fallback>
                <p:oleObj name="公式" r:id="rId18" imgW="812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682" y="3965829"/>
                        <a:ext cx="8112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606894"/>
              </p:ext>
            </p:extLst>
          </p:nvPr>
        </p:nvGraphicFramePr>
        <p:xfrm>
          <a:off x="1362344" y="4125859"/>
          <a:ext cx="2832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831760" imgH="838080" progId="Equation.3">
                  <p:embed/>
                </p:oleObj>
              </mc:Choice>
              <mc:Fallback>
                <p:oleObj name="公式" r:id="rId20" imgW="2831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344" y="4125859"/>
                        <a:ext cx="2832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705212"/>
              </p:ext>
            </p:extLst>
          </p:nvPr>
        </p:nvGraphicFramePr>
        <p:xfrm>
          <a:off x="2999656" y="4945132"/>
          <a:ext cx="363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632040" imgH="838080" progId="Equation.3">
                  <p:embed/>
                </p:oleObj>
              </mc:Choice>
              <mc:Fallback>
                <p:oleObj name="公式" r:id="rId22" imgW="36320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4945132"/>
                        <a:ext cx="3632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1369811" y="5111276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同理可得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475259"/>
              </p:ext>
            </p:extLst>
          </p:nvPr>
        </p:nvGraphicFramePr>
        <p:xfrm>
          <a:off x="7247740" y="2866172"/>
          <a:ext cx="4066459" cy="1911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55520" imgH="927000" progId="Equation.DSMT4">
                  <p:embed/>
                </p:oleObj>
              </mc:Choice>
              <mc:Fallback>
                <p:oleObj name="Equation" r:id="rId24" imgW="195552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247740" y="2866172"/>
                        <a:ext cx="4066459" cy="1911486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541392"/>
              </p:ext>
            </p:extLst>
          </p:nvPr>
        </p:nvGraphicFramePr>
        <p:xfrm>
          <a:off x="7254961" y="4827657"/>
          <a:ext cx="4059238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68480" imgH="927000" progId="Equation.DSMT4">
                  <p:embed/>
                </p:oleObj>
              </mc:Choice>
              <mc:Fallback>
                <p:oleObj name="Equation" r:id="rId26" imgW="196848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254961" y="4827657"/>
                        <a:ext cx="4059238" cy="191135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9407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 autoUpdateAnimBg="0"/>
      <p:bldP spid="11675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Text Box 2"/>
          <p:cNvSpPr txBox="1">
            <a:spLocks noChangeArrowheads="1"/>
          </p:cNvSpPr>
          <p:nvPr/>
        </p:nvSpPr>
        <p:spPr bwMode="auto">
          <a:xfrm>
            <a:off x="2363788" y="8382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7826" name="Object 3"/>
          <p:cNvGraphicFramePr>
            <a:graphicFrameLocks noChangeAspect="1"/>
          </p:cNvGraphicFramePr>
          <p:nvPr/>
        </p:nvGraphicFramePr>
        <p:xfrm>
          <a:off x="3255964" y="901700"/>
          <a:ext cx="53990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97480" imgH="469800" progId="Equation.3">
                  <p:embed/>
                </p:oleObj>
              </mc:Choice>
              <mc:Fallback>
                <p:oleObj name="公式" r:id="rId2" imgW="5397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4" y="901700"/>
                        <a:ext cx="53990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2363788" y="15240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3125788" y="1600200"/>
          <a:ext cx="38100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27400" imgH="469800" progId="Equation.3">
                  <p:embed/>
                </p:oleObj>
              </mc:Choice>
              <mc:Fallback>
                <p:oleObj name="公式" r:id="rId4" imgW="41274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1600200"/>
                        <a:ext cx="38100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6" name="Object 6"/>
          <p:cNvGraphicFramePr>
            <a:graphicFrameLocks noChangeAspect="1"/>
          </p:cNvGraphicFramePr>
          <p:nvPr/>
        </p:nvGraphicFramePr>
        <p:xfrm>
          <a:off x="3470275" y="2209800"/>
          <a:ext cx="32829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55720" imgH="469800" progId="Equation.3">
                  <p:embed/>
                </p:oleObj>
              </mc:Choice>
              <mc:Fallback>
                <p:oleObj name="公式" r:id="rId6" imgW="3555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2209800"/>
                        <a:ext cx="32829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639826"/>
              </p:ext>
            </p:extLst>
          </p:nvPr>
        </p:nvGraphicFramePr>
        <p:xfrm>
          <a:off x="3470275" y="2759556"/>
          <a:ext cx="58388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324480" imgH="838080" progId="Equation.3">
                  <p:embed/>
                </p:oleObj>
              </mc:Choice>
              <mc:Fallback>
                <p:oleObj name="公式" r:id="rId8" imgW="6324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2759556"/>
                        <a:ext cx="583882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988299"/>
              </p:ext>
            </p:extLst>
          </p:nvPr>
        </p:nvGraphicFramePr>
        <p:xfrm>
          <a:off x="2537619" y="3597516"/>
          <a:ext cx="68357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03760" imgH="495000" progId="Equation.3">
                  <p:embed/>
                </p:oleObj>
              </mc:Choice>
              <mc:Fallback>
                <p:oleObj name="公式" r:id="rId10" imgW="74037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619" y="3597516"/>
                        <a:ext cx="683577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666128"/>
              </p:ext>
            </p:extLst>
          </p:nvPr>
        </p:nvGraphicFramePr>
        <p:xfrm>
          <a:off x="2963213" y="4351978"/>
          <a:ext cx="51816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613120" imgH="495000" progId="Equation.3">
                  <p:embed/>
                </p:oleObj>
              </mc:Choice>
              <mc:Fallback>
                <p:oleObj name="公式" r:id="rId12" imgW="561312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213" y="4351978"/>
                        <a:ext cx="51816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835880"/>
              </p:ext>
            </p:extLst>
          </p:nvPr>
        </p:nvGraphicFramePr>
        <p:xfrm>
          <a:off x="3125788" y="4984991"/>
          <a:ext cx="8112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12520" imgH="253800" progId="Equation.3">
                  <p:embed/>
                </p:oleObj>
              </mc:Choice>
              <mc:Fallback>
                <p:oleObj name="公式" r:id="rId14" imgW="812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4984991"/>
                        <a:ext cx="8112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260801"/>
              </p:ext>
            </p:extLst>
          </p:nvPr>
        </p:nvGraphicFramePr>
        <p:xfrm>
          <a:off x="2732881" y="5096597"/>
          <a:ext cx="45958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978080" imgH="723600" progId="Equation.3">
                  <p:embed/>
                </p:oleObj>
              </mc:Choice>
              <mc:Fallback>
                <p:oleObj name="公式" r:id="rId16" imgW="497808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881" y="5096597"/>
                        <a:ext cx="459581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36141"/>
              </p:ext>
            </p:extLst>
          </p:nvPr>
        </p:nvGraphicFramePr>
        <p:xfrm>
          <a:off x="7824192" y="5107204"/>
          <a:ext cx="193357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95200" imgH="838080" progId="Equation.3">
                  <p:embed/>
                </p:oleObj>
              </mc:Choice>
              <mc:Fallback>
                <p:oleObj name="公式" r:id="rId18" imgW="20952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192" y="5107204"/>
                        <a:ext cx="1933575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3" name="Line 13"/>
          <p:cNvSpPr>
            <a:spLocks noChangeShapeType="1"/>
          </p:cNvSpPr>
          <p:nvPr/>
        </p:nvSpPr>
        <p:spPr bwMode="auto">
          <a:xfrm>
            <a:off x="4270375" y="2667000"/>
            <a:ext cx="2362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88442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 autoUpdateAnimBg="0"/>
      <p:bldP spid="1177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Text Box 2"/>
          <p:cNvSpPr txBox="1">
            <a:spLocks noChangeArrowheads="1"/>
          </p:cNvSpPr>
          <p:nvPr/>
        </p:nvSpPr>
        <p:spPr bwMode="auto">
          <a:xfrm>
            <a:off x="2406650" y="765533"/>
            <a:ext cx="457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高阶导数的运算法则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18787" name="Object 3"/>
          <p:cNvGraphicFramePr>
            <a:graphicFrameLocks noChangeAspect="1"/>
          </p:cNvGraphicFramePr>
          <p:nvPr/>
        </p:nvGraphicFramePr>
        <p:xfrm>
          <a:off x="2406650" y="1498600"/>
          <a:ext cx="463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35360" imgH="457200" progId="Equation.3">
                  <p:embed/>
                </p:oleObj>
              </mc:Choice>
              <mc:Fallback>
                <p:oleObj name="公式" r:id="rId2" imgW="46353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1498600"/>
                        <a:ext cx="4635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374237"/>
              </p:ext>
            </p:extLst>
          </p:nvPr>
        </p:nvGraphicFramePr>
        <p:xfrm>
          <a:off x="2514600" y="2155973"/>
          <a:ext cx="3556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55720" imgH="469800" progId="Equation.3">
                  <p:embed/>
                </p:oleObj>
              </mc:Choice>
              <mc:Fallback>
                <p:oleObj name="公式" r:id="rId4" imgW="3555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55973"/>
                        <a:ext cx="3556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73380"/>
              </p:ext>
            </p:extLst>
          </p:nvPr>
        </p:nvGraphicFramePr>
        <p:xfrm>
          <a:off x="2514600" y="2852936"/>
          <a:ext cx="266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66880" imgH="469800" progId="Equation.3">
                  <p:embed/>
                </p:oleObj>
              </mc:Choice>
              <mc:Fallback>
                <p:oleObj name="公式" r:id="rId6" imgW="2666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52936"/>
                        <a:ext cx="2667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907343"/>
              </p:ext>
            </p:extLst>
          </p:nvPr>
        </p:nvGraphicFramePr>
        <p:xfrm>
          <a:off x="2514600" y="3295947"/>
          <a:ext cx="7367588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65960" imgH="2958840" progId="Equation.3">
                  <p:embed/>
                </p:oleObj>
              </mc:Choice>
              <mc:Fallback>
                <p:oleObj name="公式" r:id="rId8" imgW="7365960" imgH="295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95947"/>
                        <a:ext cx="7367588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7315200" y="5424488"/>
            <a:ext cx="3317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莱布尼</a:t>
            </a:r>
            <a:r>
              <a:rPr lang="en-US" altLang="zh-CN" b="1" dirty="0">
                <a:solidFill>
                  <a:srgbClr val="FF0000"/>
                </a:solidFill>
              </a:rPr>
              <a:t>(Leibniz)</a:t>
            </a:r>
            <a:r>
              <a:rPr lang="zh-CN" altLang="en-US" b="1" dirty="0">
                <a:solidFill>
                  <a:srgbClr val="FF0000"/>
                </a:solidFill>
              </a:rPr>
              <a:t>兹公式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36103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9" name="Text Box 2"/>
          <p:cNvSpPr txBox="1">
            <a:spLocks noChangeArrowheads="1"/>
          </p:cNvSpPr>
          <p:nvPr/>
        </p:nvSpPr>
        <p:spPr bwMode="auto">
          <a:xfrm>
            <a:off x="2395538" y="9017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6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9874" name="Object 3"/>
          <p:cNvGraphicFramePr>
            <a:graphicFrameLocks noChangeAspect="1"/>
          </p:cNvGraphicFramePr>
          <p:nvPr/>
        </p:nvGraphicFramePr>
        <p:xfrm>
          <a:off x="3390900" y="977900"/>
          <a:ext cx="322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25600" imgH="469800" progId="Equation.3">
                  <p:embed/>
                </p:oleObj>
              </mc:Choice>
              <mc:Fallback>
                <p:oleObj name="公式" r:id="rId2" imgW="3225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977900"/>
                        <a:ext cx="3225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2420938" y="16002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9813" name="Object 5"/>
          <p:cNvGraphicFramePr>
            <a:graphicFrameLocks noChangeAspect="1"/>
          </p:cNvGraphicFramePr>
          <p:nvPr/>
        </p:nvGraphicFramePr>
        <p:xfrm>
          <a:off x="3081339" y="1649413"/>
          <a:ext cx="64658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64160" imgH="469800" progId="Equation.3">
                  <p:embed/>
                </p:oleObj>
              </mc:Choice>
              <mc:Fallback>
                <p:oleObj name="公式" r:id="rId4" imgW="6464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9" y="1649413"/>
                        <a:ext cx="64658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4" name="Object 6"/>
          <p:cNvGraphicFramePr>
            <a:graphicFrameLocks noChangeAspect="1"/>
          </p:cNvGraphicFramePr>
          <p:nvPr/>
        </p:nvGraphicFramePr>
        <p:xfrm>
          <a:off x="3059114" y="2311400"/>
          <a:ext cx="5856287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54680" imgH="1498320" progId="Equation.3">
                  <p:embed/>
                </p:oleObj>
              </mc:Choice>
              <mc:Fallback>
                <p:oleObj name="公式" r:id="rId6" imgW="5854680" imgH="1498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4" y="2311400"/>
                        <a:ext cx="5856287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5" name="Object 7"/>
          <p:cNvGraphicFramePr>
            <a:graphicFrameLocks noChangeAspect="1"/>
          </p:cNvGraphicFramePr>
          <p:nvPr/>
        </p:nvGraphicFramePr>
        <p:xfrm>
          <a:off x="3733800" y="3879850"/>
          <a:ext cx="44450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444920" imgH="1498320" progId="Equation.3">
                  <p:embed/>
                </p:oleObj>
              </mc:Choice>
              <mc:Fallback>
                <p:oleObj name="公式" r:id="rId8" imgW="4444920" imgH="1498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879850"/>
                        <a:ext cx="44450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6" name="Object 8"/>
          <p:cNvGraphicFramePr>
            <a:graphicFrameLocks noChangeAspect="1"/>
          </p:cNvGraphicFramePr>
          <p:nvPr/>
        </p:nvGraphicFramePr>
        <p:xfrm>
          <a:off x="3727450" y="5473700"/>
          <a:ext cx="3695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95400" imgH="469800" progId="Equation.3">
                  <p:embed/>
                </p:oleObj>
              </mc:Choice>
              <mc:Fallback>
                <p:oleObj name="公式" r:id="rId10" imgW="36954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5473700"/>
                        <a:ext cx="3695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64760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5064" y="98072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423592" y="814414"/>
            <a:ext cx="3320535" cy="855848"/>
            <a:chOff x="2927648" y="814414"/>
            <a:chExt cx="3320535" cy="85584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6517548"/>
                </p:ext>
              </p:extLst>
            </p:nvPr>
          </p:nvGraphicFramePr>
          <p:xfrm>
            <a:off x="3359696" y="814414"/>
            <a:ext cx="2888487" cy="8558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71600" imgH="406080" progId="Equation.DSMT4">
                    <p:embed/>
                  </p:oleObj>
                </mc:Choice>
                <mc:Fallback>
                  <p:oleObj name="Equation" r:id="rId2" imgW="13716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359696" y="814414"/>
                          <a:ext cx="2888487" cy="8558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/>
            <p:cNvSpPr txBox="1"/>
            <p:nvPr/>
          </p:nvSpPr>
          <p:spPr>
            <a:xfrm>
              <a:off x="2927648" y="980728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设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07968" y="983047"/>
            <a:ext cx="1679159" cy="523220"/>
            <a:chOff x="6578421" y="995497"/>
            <a:chExt cx="1679159" cy="523220"/>
          </a:xfrm>
        </p:grpSpPr>
        <p:sp>
          <p:nvSpPr>
            <p:cNvPr id="6" name="TextBox 5"/>
            <p:cNvSpPr txBox="1"/>
            <p:nvPr/>
          </p:nvSpPr>
          <p:spPr>
            <a:xfrm>
              <a:off x="6578421" y="995497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求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922643"/>
                </p:ext>
              </p:extLst>
            </p:nvPr>
          </p:nvGraphicFramePr>
          <p:xfrm>
            <a:off x="7105452" y="1004201"/>
            <a:ext cx="1152128" cy="505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20560" imgH="228600" progId="Equation.DSMT4">
                    <p:embed/>
                  </p:oleObj>
                </mc:Choice>
                <mc:Fallback>
                  <p:oleObj name="Equation" r:id="rId4" imgW="520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105452" y="1004201"/>
                          <a:ext cx="1152128" cy="5058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Box 8"/>
          <p:cNvSpPr txBox="1"/>
          <p:nvPr/>
        </p:nvSpPr>
        <p:spPr>
          <a:xfrm>
            <a:off x="1485064" y="17334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8803" y="17470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已知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302252"/>
              </p:ext>
            </p:extLst>
          </p:nvPr>
        </p:nvGraphicFramePr>
        <p:xfrm>
          <a:off x="2695461" y="1785377"/>
          <a:ext cx="5477490" cy="15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749160" progId="Equation.DSMT4">
                  <p:embed/>
                </p:oleObj>
              </mc:Choice>
              <mc:Fallback>
                <p:oleObj name="Equation" r:id="rId6" imgW="25905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95461" y="1785377"/>
                        <a:ext cx="5477490" cy="1584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590276" y="3429000"/>
            <a:ext cx="3002974" cy="523220"/>
            <a:chOff x="1590276" y="3567035"/>
            <a:chExt cx="3002974" cy="523220"/>
          </a:xfrm>
        </p:grpSpPr>
        <p:sp>
          <p:nvSpPr>
            <p:cNvPr id="12" name="TextBox 11"/>
            <p:cNvSpPr txBox="1"/>
            <p:nvPr/>
          </p:nvSpPr>
          <p:spPr>
            <a:xfrm>
              <a:off x="1590276" y="35670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即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819934"/>
                </p:ext>
              </p:extLst>
            </p:nvPr>
          </p:nvGraphicFramePr>
          <p:xfrm>
            <a:off x="2028803" y="3567035"/>
            <a:ext cx="2564447" cy="475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31560" imgH="228600" progId="Equation.DSMT4">
                    <p:embed/>
                  </p:oleObj>
                </mc:Choice>
                <mc:Fallback>
                  <p:oleObj name="Equation" r:id="rId8" imgW="1231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28803" y="3567035"/>
                          <a:ext cx="2564447" cy="4758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4799856" y="3404838"/>
            <a:ext cx="5464958" cy="523220"/>
            <a:chOff x="4943872" y="3429000"/>
            <a:chExt cx="5464958" cy="523220"/>
          </a:xfrm>
        </p:grpSpPr>
        <p:sp>
          <p:nvSpPr>
            <p:cNvPr id="15" name="TextBox 14"/>
            <p:cNvSpPr txBox="1"/>
            <p:nvPr/>
          </p:nvSpPr>
          <p:spPr>
            <a:xfrm>
              <a:off x="4943872" y="3429000"/>
              <a:ext cx="5464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等式两边对     求            阶导数，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7040485"/>
                </p:ext>
              </p:extLst>
            </p:nvPr>
          </p:nvGraphicFramePr>
          <p:xfrm>
            <a:off x="6888088" y="3554240"/>
            <a:ext cx="360040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888088" y="3554240"/>
                          <a:ext cx="360040" cy="3600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2144470"/>
                </p:ext>
              </p:extLst>
            </p:nvPr>
          </p:nvGraphicFramePr>
          <p:xfrm>
            <a:off x="7752184" y="3513615"/>
            <a:ext cx="932036" cy="438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31640" imgH="203040" progId="Equation.DSMT4">
                    <p:embed/>
                  </p:oleObj>
                </mc:Choice>
                <mc:Fallback>
                  <p:oleObj name="Equation" r:id="rId12" imgW="4316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752184" y="3513615"/>
                          <a:ext cx="932036" cy="4386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Box 18"/>
          <p:cNvSpPr txBox="1"/>
          <p:nvPr/>
        </p:nvSpPr>
        <p:spPr>
          <a:xfrm>
            <a:off x="1631504" y="395947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应用莱布尼兹公式，得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94361"/>
              </p:ext>
            </p:extLst>
          </p:nvPr>
        </p:nvGraphicFramePr>
        <p:xfrm>
          <a:off x="2028803" y="4482750"/>
          <a:ext cx="7956624" cy="5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55720" imgH="241200" progId="Equation.DSMT4">
                  <p:embed/>
                </p:oleObj>
              </mc:Choice>
              <mc:Fallback>
                <p:oleObj name="Equation" r:id="rId14" imgW="3555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28803" y="4482750"/>
                        <a:ext cx="7956624" cy="53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1609548" y="5043641"/>
            <a:ext cx="1322066" cy="539710"/>
            <a:chOff x="1609548" y="5141479"/>
            <a:chExt cx="1322066" cy="539710"/>
          </a:xfrm>
        </p:grpSpPr>
        <p:sp>
          <p:nvSpPr>
            <p:cNvPr id="21" name="TextBox 20"/>
            <p:cNvSpPr txBox="1"/>
            <p:nvPr/>
          </p:nvSpPr>
          <p:spPr>
            <a:xfrm>
              <a:off x="1609548" y="5141479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令</a:t>
              </a: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1686084"/>
                </p:ext>
              </p:extLst>
            </p:nvPr>
          </p:nvGraphicFramePr>
          <p:xfrm>
            <a:off x="2082178" y="5256470"/>
            <a:ext cx="849436" cy="424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06080" imgH="203040" progId="Equation.DSMT4">
                    <p:embed/>
                  </p:oleObj>
                </mc:Choice>
                <mc:Fallback>
                  <p:oleObj name="Equation" r:id="rId16" imgW="4060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082178" y="5256470"/>
                          <a:ext cx="849436" cy="42471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Box 23"/>
          <p:cNvSpPr txBox="1"/>
          <p:nvPr/>
        </p:nvSpPr>
        <p:spPr>
          <a:xfrm>
            <a:off x="2967331" y="509500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93770"/>
              </p:ext>
            </p:extLst>
          </p:nvPr>
        </p:nvGraphicFramePr>
        <p:xfrm>
          <a:off x="3285532" y="5566861"/>
          <a:ext cx="4587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20760" imgH="228600" progId="Equation.DSMT4">
                  <p:embed/>
                </p:oleObj>
              </mc:Choice>
              <mc:Fallback>
                <p:oleObj name="Equation" r:id="rId18" imgW="2120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285532" y="5566861"/>
                        <a:ext cx="45878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5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9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9041" y="105273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495863"/>
              </p:ext>
            </p:extLst>
          </p:nvPr>
        </p:nvGraphicFramePr>
        <p:xfrm>
          <a:off x="1847528" y="857328"/>
          <a:ext cx="5291296" cy="1010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431640" progId="Equation.DSMT4">
                  <p:embed/>
                </p:oleObj>
              </mc:Choice>
              <mc:Fallback>
                <p:oleObj name="Equation" r:id="rId2" imgW="2260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47528" y="857328"/>
                        <a:ext cx="5291296" cy="1010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71412" y="18387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50074"/>
              </p:ext>
            </p:extLst>
          </p:nvPr>
        </p:nvGraphicFramePr>
        <p:xfrm>
          <a:off x="2015151" y="1884101"/>
          <a:ext cx="3168352" cy="452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203040" progId="Equation.DSMT4">
                  <p:embed/>
                </p:oleObj>
              </mc:Choice>
              <mc:Fallback>
                <p:oleObj name="Equation" r:id="rId4" imgW="1422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5151" y="1884101"/>
                        <a:ext cx="3168352" cy="452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549624" y="2492896"/>
            <a:ext cx="3567002" cy="523220"/>
            <a:chOff x="1409041" y="1988840"/>
            <a:chExt cx="3567002" cy="523220"/>
          </a:xfrm>
        </p:grpSpPr>
        <p:sp>
          <p:nvSpPr>
            <p:cNvPr id="6" name="TextBox 5"/>
            <p:cNvSpPr txBox="1"/>
            <p:nvPr/>
          </p:nvSpPr>
          <p:spPr>
            <a:xfrm>
              <a:off x="1409041" y="1988840"/>
              <a:ext cx="3567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所以当     为偶数时，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5446449"/>
                </p:ext>
              </p:extLst>
            </p:nvPr>
          </p:nvGraphicFramePr>
          <p:xfrm>
            <a:off x="2658266" y="2135155"/>
            <a:ext cx="353938" cy="353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39680" progId="Equation.DSMT4">
                    <p:embed/>
                  </p:oleObj>
                </mc:Choice>
                <mc:Fallback>
                  <p:oleObj name="Equation" r:id="rId6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658266" y="2135155"/>
                          <a:ext cx="353938" cy="353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078557"/>
              </p:ext>
            </p:extLst>
          </p:nvPr>
        </p:nvGraphicFramePr>
        <p:xfrm>
          <a:off x="4871864" y="2470646"/>
          <a:ext cx="1784978" cy="544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28600" progId="Equation.DSMT4">
                  <p:embed/>
                </p:oleObj>
              </mc:Choice>
              <mc:Fallback>
                <p:oleObj name="Equation" r:id="rId8" imgW="749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71864" y="2470646"/>
                        <a:ext cx="1784978" cy="544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581807" y="3127273"/>
            <a:ext cx="3567002" cy="523220"/>
            <a:chOff x="1409041" y="1988840"/>
            <a:chExt cx="3567002" cy="523220"/>
          </a:xfrm>
        </p:grpSpPr>
        <p:sp>
          <p:nvSpPr>
            <p:cNvPr id="11" name="TextBox 10"/>
            <p:cNvSpPr txBox="1"/>
            <p:nvPr/>
          </p:nvSpPr>
          <p:spPr>
            <a:xfrm>
              <a:off x="1409041" y="1988840"/>
              <a:ext cx="3567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所以当     为奇数时，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7337812"/>
                </p:ext>
              </p:extLst>
            </p:nvPr>
          </p:nvGraphicFramePr>
          <p:xfrm>
            <a:off x="2658266" y="2135155"/>
            <a:ext cx="353938" cy="353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658266" y="2135155"/>
                          <a:ext cx="353938" cy="353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130067"/>
              </p:ext>
            </p:extLst>
          </p:nvPr>
        </p:nvGraphicFramePr>
        <p:xfrm>
          <a:off x="1545574" y="3628572"/>
          <a:ext cx="8822823" cy="770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84320" imgH="330120" progId="Equation.DSMT4">
                  <p:embed/>
                </p:oleObj>
              </mc:Choice>
              <mc:Fallback>
                <p:oleObj name="Equation" r:id="rId12" imgW="3784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574" y="3628572"/>
                        <a:ext cx="8822823" cy="770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680910" y="4437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02221"/>
              </p:ext>
            </p:extLst>
          </p:nvPr>
        </p:nvGraphicFramePr>
        <p:xfrm>
          <a:off x="2346960" y="4869160"/>
          <a:ext cx="1875790" cy="1099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9920" imgH="469800" progId="Equation.DSMT4">
                  <p:embed/>
                </p:oleObj>
              </mc:Choice>
              <mc:Fallback>
                <p:oleObj name="Equation" r:id="rId14" imgW="7999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46960" y="4869160"/>
                        <a:ext cx="1875790" cy="1099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031561"/>
              </p:ext>
            </p:extLst>
          </p:nvPr>
        </p:nvGraphicFramePr>
        <p:xfrm>
          <a:off x="4041775" y="4935538"/>
          <a:ext cx="3349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880" imgH="203040" progId="Equation.DSMT4">
                  <p:embed/>
                </p:oleObj>
              </mc:Choice>
              <mc:Fallback>
                <p:oleObj name="Equation" r:id="rId16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41775" y="4935538"/>
                        <a:ext cx="334963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581208"/>
              </p:ext>
            </p:extLst>
          </p:nvPr>
        </p:nvGraphicFramePr>
        <p:xfrm>
          <a:off x="4007768" y="5301208"/>
          <a:ext cx="2088232" cy="705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760" imgH="330120" progId="Equation.DSMT4">
                  <p:embed/>
                </p:oleObj>
              </mc:Choice>
              <mc:Fallback>
                <p:oleObj name="Equation" r:id="rId18" imgW="977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07768" y="5301208"/>
                        <a:ext cx="2088232" cy="705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6656842" y="4855881"/>
            <a:ext cx="1948080" cy="523220"/>
            <a:chOff x="6639385" y="4702712"/>
            <a:chExt cx="1948080" cy="523220"/>
          </a:xfrm>
        </p:grpSpPr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5442440"/>
                </p:ext>
              </p:extLst>
            </p:nvPr>
          </p:nvGraphicFramePr>
          <p:xfrm>
            <a:off x="6639385" y="4839185"/>
            <a:ext cx="320711" cy="3527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6720" imgH="139680" progId="Equation.DSMT4">
                    <p:embed/>
                  </p:oleObj>
                </mc:Choice>
                <mc:Fallback>
                  <p:oleObj name="Equation" r:id="rId20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639385" y="4839185"/>
                          <a:ext cx="320711" cy="3527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/>
            <p:cNvSpPr txBox="1"/>
            <p:nvPr/>
          </p:nvSpPr>
          <p:spPr>
            <a:xfrm>
              <a:off x="6960096" y="4702712"/>
              <a:ext cx="16273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为偶数，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69488" y="5379101"/>
            <a:ext cx="1686791" cy="523220"/>
            <a:chOff x="6639385" y="4702712"/>
            <a:chExt cx="1686791" cy="523220"/>
          </a:xfrm>
        </p:grpSpPr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258211"/>
                </p:ext>
              </p:extLst>
            </p:nvPr>
          </p:nvGraphicFramePr>
          <p:xfrm>
            <a:off x="6639385" y="4839185"/>
            <a:ext cx="320711" cy="3527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DSMT4">
                    <p:embed/>
                  </p:oleObj>
                </mc:Choice>
                <mc:Fallback>
                  <p:oleObj name="Equation" r:id="rId22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639385" y="4839185"/>
                          <a:ext cx="320711" cy="3527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Box 22"/>
            <p:cNvSpPr txBox="1"/>
            <p:nvPr/>
          </p:nvSpPr>
          <p:spPr>
            <a:xfrm>
              <a:off x="6960096" y="4702712"/>
              <a:ext cx="13660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为奇数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98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5" name="Text Box 2"/>
          <p:cNvSpPr txBox="1">
            <a:spLocks noChangeArrowheads="1"/>
          </p:cNvSpPr>
          <p:nvPr/>
        </p:nvSpPr>
        <p:spPr bwMode="auto">
          <a:xfrm>
            <a:off x="2365375" y="784225"/>
            <a:ext cx="236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间接法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2492375" y="1828801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常用高阶导数公式</a:t>
            </a:r>
          </a:p>
        </p:txBody>
      </p:sp>
      <p:graphicFrame>
        <p:nvGraphicFramePr>
          <p:cNvPr id="120836" name="Object 4"/>
          <p:cNvGraphicFramePr>
            <a:graphicFrameLocks noChangeAspect="1"/>
          </p:cNvGraphicFramePr>
          <p:nvPr/>
        </p:nvGraphicFramePr>
        <p:xfrm>
          <a:off x="2590800" y="4759326"/>
          <a:ext cx="49530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651280" imgH="469800" progId="Equation.3">
                  <p:embed/>
                </p:oleObj>
              </mc:Choice>
              <mc:Fallback>
                <p:oleObj name="公式" r:id="rId2" imgW="5651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759326"/>
                        <a:ext cx="49530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719909"/>
              </p:ext>
            </p:extLst>
          </p:nvPr>
        </p:nvGraphicFramePr>
        <p:xfrm>
          <a:off x="2590800" y="5280419"/>
          <a:ext cx="40132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78160" imgH="850680" progId="Equation.3">
                  <p:embed/>
                </p:oleObj>
              </mc:Choice>
              <mc:Fallback>
                <p:oleObj name="公式" r:id="rId4" imgW="417816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280419"/>
                        <a:ext cx="40132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2590800" y="3048000"/>
          <a:ext cx="480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00600" imgH="838080" progId="Equation.3">
                  <p:embed/>
                </p:oleObj>
              </mc:Choice>
              <mc:Fallback>
                <p:oleObj name="公式" r:id="rId6" imgW="4800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48000"/>
                        <a:ext cx="4800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/>
          <p:cNvGraphicFramePr>
            <a:graphicFrameLocks noChangeAspect="1"/>
          </p:cNvGraphicFramePr>
          <p:nvPr/>
        </p:nvGraphicFramePr>
        <p:xfrm>
          <a:off x="2584450" y="3844925"/>
          <a:ext cx="4864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63960" imgH="838080" progId="Equation.3">
                  <p:embed/>
                </p:oleObj>
              </mc:Choice>
              <mc:Fallback>
                <p:oleObj name="公式" r:id="rId8" imgW="48639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3844925"/>
                        <a:ext cx="4864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8"/>
          <p:cNvGraphicFramePr>
            <a:graphicFrameLocks noChangeAspect="1"/>
          </p:cNvGraphicFramePr>
          <p:nvPr/>
        </p:nvGraphicFramePr>
        <p:xfrm>
          <a:off x="2590800" y="2514600"/>
          <a:ext cx="4457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57520" imgH="469800" progId="Equation.3">
                  <p:embed/>
                </p:oleObj>
              </mc:Choice>
              <mc:Fallback>
                <p:oleObj name="公式" r:id="rId10" imgW="44575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14600"/>
                        <a:ext cx="4457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1" name="Object 9"/>
          <p:cNvGraphicFramePr>
            <a:graphicFrameLocks noChangeAspect="1"/>
          </p:cNvGraphicFramePr>
          <p:nvPr/>
        </p:nvGraphicFramePr>
        <p:xfrm>
          <a:off x="7835900" y="2501900"/>
          <a:ext cx="168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88760" imgH="469800" progId="Equation.3">
                  <p:embed/>
                </p:oleObj>
              </mc:Choice>
              <mc:Fallback>
                <p:oleObj name="公式" r:id="rId12" imgW="1688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900" y="2501900"/>
                        <a:ext cx="168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4295800" y="801338"/>
            <a:ext cx="59766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利用已知的高阶导数公式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通过四则</a:t>
            </a:r>
          </a:p>
        </p:txBody>
      </p:sp>
      <p:graphicFrame>
        <p:nvGraphicFramePr>
          <p:cNvPr id="1208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504653"/>
              </p:ext>
            </p:extLst>
          </p:nvPr>
        </p:nvGraphicFramePr>
        <p:xfrm>
          <a:off x="7048500" y="5224465"/>
          <a:ext cx="2659063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68400" imgH="850680" progId="Equation.3">
                  <p:embed/>
                </p:oleObj>
              </mc:Choice>
              <mc:Fallback>
                <p:oleObj name="公式" r:id="rId14" imgW="27684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0" y="5224465"/>
                        <a:ext cx="2659063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4" name="Text Box 12"/>
          <p:cNvSpPr txBox="1">
            <a:spLocks noChangeArrowheads="1"/>
          </p:cNvSpPr>
          <p:nvPr/>
        </p:nvSpPr>
        <p:spPr bwMode="auto">
          <a:xfrm>
            <a:off x="2508399" y="13636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运算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变量代换等方法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求出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阶导数</a:t>
            </a:r>
            <a:r>
              <a:rPr lang="en-US" altLang="zh-CN" sz="2800" b="1" dirty="0"/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793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/>
      <p:bldP spid="120842" grpId="0" autoUpdateAnimBg="0"/>
      <p:bldP spid="12084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6" name="Text Box 2"/>
          <p:cNvSpPr txBox="1">
            <a:spLocks noChangeArrowheads="1"/>
          </p:cNvSpPr>
          <p:nvPr/>
        </p:nvSpPr>
        <p:spPr bwMode="auto">
          <a:xfrm>
            <a:off x="2312988" y="1028702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8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819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169698"/>
              </p:ext>
            </p:extLst>
          </p:nvPr>
        </p:nvGraphicFramePr>
        <p:xfrm>
          <a:off x="3287688" y="836712"/>
          <a:ext cx="3330377" cy="916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76360" imgH="901440" progId="Equation.3">
                  <p:embed/>
                </p:oleObj>
              </mc:Choice>
              <mc:Fallback>
                <p:oleObj name="公式" r:id="rId2" imgW="32763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836712"/>
                        <a:ext cx="3330377" cy="916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2312988" y="2083593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1861" name="Object 5"/>
          <p:cNvGraphicFramePr>
            <a:graphicFrameLocks noChangeAspect="1"/>
          </p:cNvGraphicFramePr>
          <p:nvPr/>
        </p:nvGraphicFramePr>
        <p:xfrm>
          <a:off x="3022600" y="1892300"/>
          <a:ext cx="4826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5800" imgH="901440" progId="Equation.3">
                  <p:embed/>
                </p:oleObj>
              </mc:Choice>
              <mc:Fallback>
                <p:oleObj name="公式" r:id="rId4" imgW="48258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1892300"/>
                        <a:ext cx="4826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2" name="Object 6"/>
          <p:cNvGraphicFramePr>
            <a:graphicFrameLocks noChangeAspect="1"/>
          </p:cNvGraphicFramePr>
          <p:nvPr/>
        </p:nvGraphicFramePr>
        <p:xfrm>
          <a:off x="2928938" y="3073400"/>
          <a:ext cx="4584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584600" imgH="977760" progId="Equation.3">
                  <p:embed/>
                </p:oleObj>
              </mc:Choice>
              <mc:Fallback>
                <p:oleObj name="公式" r:id="rId6" imgW="45846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073400"/>
                        <a:ext cx="4584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263337"/>
              </p:ext>
            </p:extLst>
          </p:nvPr>
        </p:nvGraphicFramePr>
        <p:xfrm>
          <a:off x="3950632" y="4355739"/>
          <a:ext cx="3513520" cy="920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733560" imgH="977760" progId="Equation.3">
                  <p:embed/>
                </p:oleObj>
              </mc:Choice>
              <mc:Fallback>
                <p:oleObj name="公式" r:id="rId8" imgW="373356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632" y="4355739"/>
                        <a:ext cx="3513520" cy="920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8160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4" name="Text Box 2"/>
          <p:cNvSpPr txBox="1">
            <a:spLocks noChangeArrowheads="1"/>
          </p:cNvSpPr>
          <p:nvPr/>
        </p:nvSpPr>
        <p:spPr bwMode="auto">
          <a:xfrm>
            <a:off x="2360613" y="7620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8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82946" name="Object 3"/>
          <p:cNvGraphicFramePr>
            <a:graphicFrameLocks noChangeAspect="1"/>
          </p:cNvGraphicFramePr>
          <p:nvPr/>
        </p:nvGraphicFramePr>
        <p:xfrm>
          <a:off x="3184525" y="825500"/>
          <a:ext cx="453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33840" imgH="469800" progId="Equation.3">
                  <p:embed/>
                </p:oleObj>
              </mc:Choice>
              <mc:Fallback>
                <p:oleObj name="公式" r:id="rId2" imgW="45338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825500"/>
                        <a:ext cx="453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2360613" y="14859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2900364" y="1524000"/>
          <a:ext cx="35210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08360" imgH="469800" progId="Equation.3">
                  <p:embed/>
                </p:oleObj>
              </mc:Choice>
              <mc:Fallback>
                <p:oleObj name="公式" r:id="rId4" imgW="3708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4" y="1524000"/>
                        <a:ext cx="35210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6" name="Object 6"/>
          <p:cNvGraphicFramePr>
            <a:graphicFrameLocks noChangeAspect="1"/>
          </p:cNvGraphicFramePr>
          <p:nvPr/>
        </p:nvGraphicFramePr>
        <p:xfrm>
          <a:off x="2763839" y="2157414"/>
          <a:ext cx="72469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632360" imgH="469800" progId="Equation.3">
                  <p:embed/>
                </p:oleObj>
              </mc:Choice>
              <mc:Fallback>
                <p:oleObj name="公式" r:id="rId6" imgW="7632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9" y="2157414"/>
                        <a:ext cx="72469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7" name="Object 7"/>
          <p:cNvGraphicFramePr>
            <a:graphicFrameLocks noChangeAspect="1"/>
          </p:cNvGraphicFramePr>
          <p:nvPr/>
        </p:nvGraphicFramePr>
        <p:xfrm>
          <a:off x="2759075" y="2830514"/>
          <a:ext cx="52578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37160" imgH="469800" progId="Equation.3">
                  <p:embed/>
                </p:oleObj>
              </mc:Choice>
              <mc:Fallback>
                <p:oleObj name="公式" r:id="rId8" imgW="5537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2830514"/>
                        <a:ext cx="525780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8" name="Object 8"/>
          <p:cNvGraphicFramePr>
            <a:graphicFrameLocks noChangeAspect="1"/>
          </p:cNvGraphicFramePr>
          <p:nvPr/>
        </p:nvGraphicFramePr>
        <p:xfrm>
          <a:off x="2767013" y="3492500"/>
          <a:ext cx="21336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47840" imgH="888840" progId="Equation.3">
                  <p:embed/>
                </p:oleObj>
              </mc:Choice>
              <mc:Fallback>
                <p:oleObj name="公式" r:id="rId10" imgW="22478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492500"/>
                        <a:ext cx="21336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9" name="Object 9"/>
          <p:cNvGraphicFramePr>
            <a:graphicFrameLocks noChangeAspect="1"/>
          </p:cNvGraphicFramePr>
          <p:nvPr/>
        </p:nvGraphicFramePr>
        <p:xfrm>
          <a:off x="4859338" y="3524250"/>
          <a:ext cx="26987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44720" imgH="888840" progId="Equation.3">
                  <p:embed/>
                </p:oleObj>
              </mc:Choice>
              <mc:Fallback>
                <p:oleObj name="公式" r:id="rId12" imgW="28447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524250"/>
                        <a:ext cx="26987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0" name="Object 10"/>
          <p:cNvGraphicFramePr>
            <a:graphicFrameLocks noChangeAspect="1"/>
          </p:cNvGraphicFramePr>
          <p:nvPr/>
        </p:nvGraphicFramePr>
        <p:xfrm>
          <a:off x="2762251" y="4313238"/>
          <a:ext cx="207327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84120" imgH="901440" progId="Equation.3">
                  <p:embed/>
                </p:oleObj>
              </mc:Choice>
              <mc:Fallback>
                <p:oleObj name="公式" r:id="rId14" imgW="21841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1" y="4313238"/>
                        <a:ext cx="207327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773054"/>
              </p:ext>
            </p:extLst>
          </p:nvPr>
        </p:nvGraphicFramePr>
        <p:xfrm>
          <a:off x="3503712" y="5137151"/>
          <a:ext cx="44037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30440" imgH="838080" progId="Equation.3">
                  <p:embed/>
                </p:oleObj>
              </mc:Choice>
              <mc:Fallback>
                <p:oleObj name="公式" r:id="rId16" imgW="43304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5137151"/>
                        <a:ext cx="440372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548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034" name="Object 2"/>
          <p:cNvGraphicFramePr>
            <a:graphicFrameLocks noChangeAspect="1"/>
          </p:cNvGraphicFramePr>
          <p:nvPr/>
        </p:nvGraphicFramePr>
        <p:xfrm>
          <a:off x="3352800" y="914400"/>
          <a:ext cx="3314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14520" imgH="901440" progId="Equation.3">
                  <p:embed/>
                </p:oleObj>
              </mc:Choice>
              <mc:Fallback>
                <p:oleObj name="公式" r:id="rId2" imgW="33145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914400"/>
                        <a:ext cx="3314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0" name="Text Box 3"/>
          <p:cNvSpPr txBox="1">
            <a:spLocks noChangeArrowheads="1"/>
          </p:cNvSpPr>
          <p:nvPr/>
        </p:nvSpPr>
        <p:spPr bwMode="auto">
          <a:xfrm>
            <a:off x="2209800" y="10683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9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6068" name="Text Box 4"/>
          <p:cNvSpPr txBox="1">
            <a:spLocks noChangeArrowheads="1"/>
          </p:cNvSpPr>
          <p:nvPr/>
        </p:nvSpPr>
        <p:spPr bwMode="auto">
          <a:xfrm>
            <a:off x="2122277" y="2276872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16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458437"/>
              </p:ext>
            </p:extLst>
          </p:nvPr>
        </p:nvGraphicFramePr>
        <p:xfrm>
          <a:off x="2927648" y="1993900"/>
          <a:ext cx="3784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84320" imgH="901440" progId="Equation.3">
                  <p:embed/>
                </p:oleObj>
              </mc:Choice>
              <mc:Fallback>
                <p:oleObj name="公式" r:id="rId4" imgW="37843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1993900"/>
                        <a:ext cx="3784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977522"/>
              </p:ext>
            </p:extLst>
          </p:nvPr>
        </p:nvGraphicFramePr>
        <p:xfrm>
          <a:off x="6744072" y="2060848"/>
          <a:ext cx="32131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13000" imgH="863280" progId="Equation.3">
                  <p:embed/>
                </p:oleObj>
              </mc:Choice>
              <mc:Fallback>
                <p:oleObj name="公式" r:id="rId6" imgW="32130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2060848"/>
                        <a:ext cx="32131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786071"/>
              </p:ext>
            </p:extLst>
          </p:nvPr>
        </p:nvGraphicFramePr>
        <p:xfrm>
          <a:off x="2209800" y="3212976"/>
          <a:ext cx="3594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93880" imgH="977760" progId="Equation.3">
                  <p:embed/>
                </p:oleObj>
              </mc:Choice>
              <mc:Fallback>
                <p:oleObj name="公式" r:id="rId8" imgW="35938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12976"/>
                        <a:ext cx="3594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030708"/>
              </p:ext>
            </p:extLst>
          </p:nvPr>
        </p:nvGraphicFramePr>
        <p:xfrm>
          <a:off x="6096000" y="3212976"/>
          <a:ext cx="3302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01920" imgH="977760" progId="Equation.3">
                  <p:embed/>
                </p:oleObj>
              </mc:Choice>
              <mc:Fallback>
                <p:oleObj name="公式" r:id="rId10" imgW="330192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12976"/>
                        <a:ext cx="3302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763369"/>
              </p:ext>
            </p:extLst>
          </p:nvPr>
        </p:nvGraphicFramePr>
        <p:xfrm>
          <a:off x="2351584" y="4293096"/>
          <a:ext cx="61610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159240" imgH="939600" progId="Equation.3">
                  <p:embed/>
                </p:oleObj>
              </mc:Choice>
              <mc:Fallback>
                <p:oleObj name="公式" r:id="rId12" imgW="61592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293096"/>
                        <a:ext cx="61610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517667"/>
              </p:ext>
            </p:extLst>
          </p:nvPr>
        </p:nvGraphicFramePr>
        <p:xfrm>
          <a:off x="3776662" y="5564187"/>
          <a:ext cx="3903513" cy="55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12800" imgH="228600" progId="Equation.DSMT4">
                  <p:embed/>
                </p:oleObj>
              </mc:Choice>
              <mc:Fallback>
                <p:oleObj name="Equation" r:id="rId14" imgW="16128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2" y="5564187"/>
                        <a:ext cx="3903513" cy="55545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87314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3177" y="852954"/>
            <a:ext cx="4559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复合函数二阶导数的计算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660920"/>
              </p:ext>
            </p:extLst>
          </p:nvPr>
        </p:nvGraphicFramePr>
        <p:xfrm>
          <a:off x="1661040" y="1624314"/>
          <a:ext cx="7992888" cy="476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32040" imgH="215640" progId="Equation.DSMT4">
                  <p:embed/>
                </p:oleObj>
              </mc:Choice>
              <mc:Fallback>
                <p:oleObj name="Equation" r:id="rId2" imgW="3632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61040" y="1624314"/>
                        <a:ext cx="7992888" cy="476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096054"/>
              </p:ext>
            </p:extLst>
          </p:nvPr>
        </p:nvGraphicFramePr>
        <p:xfrm>
          <a:off x="1722876" y="2376163"/>
          <a:ext cx="430595" cy="459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03040" progId="Equation.DSMT4">
                  <p:embed/>
                </p:oleObj>
              </mc:Choice>
              <mc:Fallback>
                <p:oleObj name="Equation" r:id="rId4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2876" y="2376163"/>
                        <a:ext cx="430595" cy="459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313555"/>
              </p:ext>
            </p:extLst>
          </p:nvPr>
        </p:nvGraphicFramePr>
        <p:xfrm>
          <a:off x="2280908" y="2133358"/>
          <a:ext cx="1872209" cy="855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406080" progId="Equation.DSMT4">
                  <p:embed/>
                </p:oleObj>
              </mc:Choice>
              <mc:Fallback>
                <p:oleObj name="Equation" r:id="rId6" imgW="888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0908" y="2133358"/>
                        <a:ext cx="1872209" cy="855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643677"/>
              </p:ext>
            </p:extLst>
          </p:nvPr>
        </p:nvGraphicFramePr>
        <p:xfrm>
          <a:off x="4345745" y="2376163"/>
          <a:ext cx="5707662" cy="452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65360" imgH="203040" progId="Equation.DSMT4">
                  <p:embed/>
                </p:oleObj>
              </mc:Choice>
              <mc:Fallback>
                <p:oleObj name="Equation" r:id="rId8" imgW="2565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45745" y="2376163"/>
                        <a:ext cx="5707662" cy="452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494724"/>
              </p:ext>
            </p:extLst>
          </p:nvPr>
        </p:nvGraphicFramePr>
        <p:xfrm>
          <a:off x="1775520" y="3059506"/>
          <a:ext cx="4498320" cy="10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444240" progId="Equation.DSMT4">
                  <p:embed/>
                </p:oleObj>
              </mc:Choice>
              <mc:Fallback>
                <p:oleObj name="Equation" r:id="rId10" imgW="1904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75520" y="3059506"/>
                        <a:ext cx="4498320" cy="1049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387915"/>
              </p:ext>
            </p:extLst>
          </p:nvPr>
        </p:nvGraphicFramePr>
        <p:xfrm>
          <a:off x="6192438" y="3080751"/>
          <a:ext cx="4248472" cy="106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65080" imgH="444240" progId="Equation.DSMT4">
                  <p:embed/>
                </p:oleObj>
              </mc:Choice>
              <mc:Fallback>
                <p:oleObj name="Equation" r:id="rId12" imgW="17650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92438" y="3080751"/>
                        <a:ext cx="4248472" cy="106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477924"/>
              </p:ext>
            </p:extLst>
          </p:nvPr>
        </p:nvGraphicFramePr>
        <p:xfrm>
          <a:off x="1924932" y="4175740"/>
          <a:ext cx="3660382" cy="113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62040" imgH="482400" progId="Equation.DSMT4">
                  <p:embed/>
                </p:oleObj>
              </mc:Choice>
              <mc:Fallback>
                <p:oleObj name="Equation" r:id="rId14" imgW="15620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24932" y="4175740"/>
                        <a:ext cx="3660382" cy="113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30142"/>
              </p:ext>
            </p:extLst>
          </p:nvPr>
        </p:nvGraphicFramePr>
        <p:xfrm>
          <a:off x="5507388" y="4178736"/>
          <a:ext cx="3384376" cy="1070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85720" imgH="469800" progId="Equation.DSMT4">
                  <p:embed/>
                </p:oleObj>
              </mc:Choice>
              <mc:Fallback>
                <p:oleObj name="Equation" r:id="rId16" imgW="14857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507388" y="4178736"/>
                        <a:ext cx="3384376" cy="1070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517674"/>
              </p:ext>
            </p:extLst>
          </p:nvPr>
        </p:nvGraphicFramePr>
        <p:xfrm>
          <a:off x="5460897" y="5334815"/>
          <a:ext cx="459251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82600" imgH="228600" progId="Equation.DSMT4">
                  <p:embed/>
                </p:oleObj>
              </mc:Choice>
              <mc:Fallback>
                <p:oleObj name="Equation" r:id="rId18" imgW="2082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460897" y="5334815"/>
                        <a:ext cx="4592510" cy="504056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451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11624" y="1124744"/>
          <a:ext cx="2976332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DSMT4">
                  <p:embed/>
                </p:oleObj>
              </mc:Choice>
              <mc:Fallback>
                <p:oleObj name="Equation" r:id="rId2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1624" y="1124744"/>
                        <a:ext cx="2976332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663952" y="1196753"/>
          <a:ext cx="3024336" cy="51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215640" progId="Equation.DSMT4">
                  <p:embed/>
                </p:oleObj>
              </mc:Choice>
              <mc:Fallback>
                <p:oleObj name="Equation" r:id="rId4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63952" y="1196753"/>
                        <a:ext cx="3024336" cy="51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760296" y="1196752"/>
          <a:ext cx="136391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215640" progId="Equation.DSMT4">
                  <p:embed/>
                </p:oleObj>
              </mc:Choice>
              <mc:Fallback>
                <p:oleObj name="Equation" r:id="rId6" imgW="583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60296" y="1196752"/>
                        <a:ext cx="136391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979501"/>
              </p:ext>
            </p:extLst>
          </p:nvPr>
        </p:nvGraphicFramePr>
        <p:xfrm>
          <a:off x="3024188" y="1844675"/>
          <a:ext cx="36258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228600" progId="Equation.DSMT4">
                  <p:embed/>
                </p:oleObj>
              </mc:Choice>
              <mc:Fallback>
                <p:oleObj name="Equation" r:id="rId8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24188" y="1844675"/>
                        <a:ext cx="3625850" cy="58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600057" y="1844824"/>
          <a:ext cx="3136349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228600" progId="Equation.DSMT4">
                  <p:embed/>
                </p:oleObj>
              </mc:Choice>
              <mc:Fallback>
                <p:oleObj name="Equation" r:id="rId10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00057" y="1844824"/>
                        <a:ext cx="3136349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933337"/>
              </p:ext>
            </p:extLst>
          </p:nvPr>
        </p:nvGraphicFramePr>
        <p:xfrm>
          <a:off x="1895475" y="2636838"/>
          <a:ext cx="44005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39880" imgH="228600" progId="Equation.DSMT4">
                  <p:embed/>
                </p:oleObj>
              </mc:Choice>
              <mc:Fallback>
                <p:oleObj name="Equation" r:id="rId12" imgW="1739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95475" y="2636838"/>
                        <a:ext cx="440055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553035"/>
              </p:ext>
            </p:extLst>
          </p:nvPr>
        </p:nvGraphicFramePr>
        <p:xfrm>
          <a:off x="6342063" y="2670175"/>
          <a:ext cx="31781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880" imgH="228600" progId="Equation.DSMT4">
                  <p:embed/>
                </p:oleObj>
              </mc:Choice>
              <mc:Fallback>
                <p:oleObj name="Equation" r:id="rId14" imgW="1307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42063" y="2670175"/>
                        <a:ext cx="3178175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350485"/>
              </p:ext>
            </p:extLst>
          </p:nvPr>
        </p:nvGraphicFramePr>
        <p:xfrm>
          <a:off x="2473705" y="3435445"/>
          <a:ext cx="44069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39880" imgH="228600" progId="Equation.DSMT4">
                  <p:embed/>
                </p:oleObj>
              </mc:Choice>
              <mc:Fallback>
                <p:oleObj name="Equation" r:id="rId16" imgW="1739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73705" y="3435445"/>
                        <a:ext cx="440690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57168"/>
              </p:ext>
            </p:extLst>
          </p:nvPr>
        </p:nvGraphicFramePr>
        <p:xfrm>
          <a:off x="6835775" y="3449638"/>
          <a:ext cx="27797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80800" imgH="228600" progId="Equation.DSMT4">
                  <p:embed/>
                </p:oleObj>
              </mc:Choice>
              <mc:Fallback>
                <p:oleObj name="Equation" r:id="rId18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35775" y="3449638"/>
                        <a:ext cx="2779713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985245"/>
              </p:ext>
            </p:extLst>
          </p:nvPr>
        </p:nvGraphicFramePr>
        <p:xfrm>
          <a:off x="2473705" y="4252889"/>
          <a:ext cx="31575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07880" imgH="228600" progId="Equation.DSMT4">
                  <p:embed/>
                </p:oleObj>
              </mc:Choice>
              <mc:Fallback>
                <p:oleObj name="Equation" r:id="rId20" imgW="1307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73705" y="4252889"/>
                        <a:ext cx="3157537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931364"/>
              </p:ext>
            </p:extLst>
          </p:nvPr>
        </p:nvGraphicFramePr>
        <p:xfrm>
          <a:off x="5654916" y="4245164"/>
          <a:ext cx="28543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80800" imgH="228600" progId="Equation.DSMT4">
                  <p:embed/>
                </p:oleObj>
              </mc:Choice>
              <mc:Fallback>
                <p:oleObj name="Equation" r:id="rId22" imgW="1180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916" y="4245164"/>
                        <a:ext cx="2854325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774474" y="1127103"/>
            <a:ext cx="8018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77067" y="1844824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8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18302"/>
              </p:ext>
            </p:extLst>
          </p:nvPr>
        </p:nvGraphicFramePr>
        <p:xfrm>
          <a:off x="2586167" y="1353626"/>
          <a:ext cx="4071466" cy="991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12920" imgH="977760" progId="Equation.3">
                  <p:embed/>
                </p:oleObj>
              </mc:Choice>
              <mc:Fallback>
                <p:oleObj name="公式" r:id="rId2" imgW="401292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167" y="1353626"/>
                        <a:ext cx="4071466" cy="991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975943"/>
              </p:ext>
            </p:extLst>
          </p:nvPr>
        </p:nvGraphicFramePr>
        <p:xfrm>
          <a:off x="2639616" y="2373597"/>
          <a:ext cx="2225313" cy="9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82600" imgH="901440" progId="Equation.3">
                  <p:embed/>
                </p:oleObj>
              </mc:Choice>
              <mc:Fallback>
                <p:oleObj name="公式" r:id="rId4" imgW="20826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2373597"/>
                        <a:ext cx="2225313" cy="9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514084"/>
              </p:ext>
            </p:extLst>
          </p:nvPr>
        </p:nvGraphicFramePr>
        <p:xfrm>
          <a:off x="4886830" y="2480148"/>
          <a:ext cx="2227311" cy="956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33360" imgH="914400" progId="Equation.3">
                  <p:embed/>
                </p:oleObj>
              </mc:Choice>
              <mc:Fallback>
                <p:oleObj name="公式" r:id="rId6" imgW="21333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830" y="2480148"/>
                        <a:ext cx="2227311" cy="956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125671"/>
              </p:ext>
            </p:extLst>
          </p:nvPr>
        </p:nvGraphicFramePr>
        <p:xfrm>
          <a:off x="3431704" y="3607140"/>
          <a:ext cx="47148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76560" imgH="965160" progId="Equation.3">
                  <p:embed/>
                </p:oleObj>
              </mc:Choice>
              <mc:Fallback>
                <p:oleObj name="公式" r:id="rId8" imgW="48765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3607140"/>
                        <a:ext cx="471487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488012"/>
              </p:ext>
            </p:extLst>
          </p:nvPr>
        </p:nvGraphicFramePr>
        <p:xfrm>
          <a:off x="2783632" y="4754076"/>
          <a:ext cx="524668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22680" imgH="1054080" progId="Equation.3">
                  <p:embed/>
                </p:oleObj>
              </mc:Choice>
              <mc:Fallback>
                <p:oleObj name="公式" r:id="rId10" imgW="542268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4754076"/>
                        <a:ext cx="5246687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342269" y="762691"/>
            <a:ext cx="4559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参数函数的二阶导数计算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48554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6" name="Text Box 2"/>
          <p:cNvSpPr txBox="1">
            <a:spLocks noChangeArrowheads="1"/>
          </p:cNvSpPr>
          <p:nvPr/>
        </p:nvSpPr>
        <p:spPr bwMode="auto">
          <a:xfrm>
            <a:off x="2171700" y="1116014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2270126" y="2514601"/>
            <a:ext cx="930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64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85656"/>
              </p:ext>
            </p:extLst>
          </p:nvPr>
        </p:nvGraphicFramePr>
        <p:xfrm>
          <a:off x="3079750" y="872154"/>
          <a:ext cx="7265017" cy="1118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680" imgH="482400" progId="Equation.DSMT4">
                  <p:embed/>
                </p:oleObj>
              </mc:Choice>
              <mc:Fallback>
                <p:oleObj name="Equation" r:id="rId2" imgW="313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872154"/>
                        <a:ext cx="7265017" cy="1118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1" name="Object 5"/>
          <p:cNvGraphicFramePr>
            <a:graphicFrameLocks noChangeAspect="1"/>
          </p:cNvGraphicFramePr>
          <p:nvPr/>
        </p:nvGraphicFramePr>
        <p:xfrm>
          <a:off x="3200400" y="1905000"/>
          <a:ext cx="12065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06360" imgH="1714320" progId="Equation.3">
                  <p:embed/>
                </p:oleObj>
              </mc:Choice>
              <mc:Fallback>
                <p:oleObj name="公式" r:id="rId4" imgW="1206360" imgH="1714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05000"/>
                        <a:ext cx="12065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4495800" y="2279650"/>
          <a:ext cx="2705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040" imgH="965160" progId="Equation.3">
                  <p:embed/>
                </p:oleObj>
              </mc:Choice>
              <mc:Fallback>
                <p:oleObj name="公式" r:id="rId6" imgW="27050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79650"/>
                        <a:ext cx="2705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7213600" y="2616201"/>
          <a:ext cx="13081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07880" imgH="304560" progId="Equation.3">
                  <p:embed/>
                </p:oleObj>
              </mc:Choice>
              <mc:Fallback>
                <p:oleObj name="公式" r:id="rId8" imgW="13078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600" y="2616201"/>
                        <a:ext cx="13081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4" name="Object 8"/>
          <p:cNvGraphicFramePr>
            <a:graphicFrameLocks noChangeAspect="1"/>
          </p:cNvGraphicFramePr>
          <p:nvPr/>
        </p:nvGraphicFramePr>
        <p:xfrm>
          <a:off x="3079750" y="3822700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82600" imgH="901440" progId="Equation.3">
                  <p:embed/>
                </p:oleObj>
              </mc:Choice>
              <mc:Fallback>
                <p:oleObj name="公式" r:id="rId10" imgW="20826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3822700"/>
                        <a:ext cx="2082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570978"/>
              </p:ext>
            </p:extLst>
          </p:nvPr>
        </p:nvGraphicFramePr>
        <p:xfrm>
          <a:off x="5257800" y="3861048"/>
          <a:ext cx="173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39880" imgH="914400" progId="Equation.3">
                  <p:embed/>
                </p:oleObj>
              </mc:Choice>
              <mc:Fallback>
                <p:oleObj name="公式" r:id="rId12" imgW="17398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61048"/>
                        <a:ext cx="173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26964"/>
              </p:ext>
            </p:extLst>
          </p:nvPr>
        </p:nvGraphicFramePr>
        <p:xfrm>
          <a:off x="7092950" y="3842701"/>
          <a:ext cx="2451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50880" imgH="888840" progId="Equation.3">
                  <p:embed/>
                </p:oleObj>
              </mc:Choice>
              <mc:Fallback>
                <p:oleObj name="公式" r:id="rId14" imgW="24508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842701"/>
                        <a:ext cx="2451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7" name="Object 11"/>
          <p:cNvGraphicFramePr>
            <a:graphicFrameLocks noChangeAspect="1"/>
          </p:cNvGraphicFramePr>
          <p:nvPr/>
        </p:nvGraphicFramePr>
        <p:xfrm>
          <a:off x="3778250" y="4927600"/>
          <a:ext cx="144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47560" imgH="914400" progId="Equation.3">
                  <p:embed/>
                </p:oleObj>
              </mc:Choice>
              <mc:Fallback>
                <p:oleObj name="公式" r:id="rId16" imgW="1447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927600"/>
                        <a:ext cx="1447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2387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051620"/>
              </p:ext>
            </p:extLst>
          </p:nvPr>
        </p:nvGraphicFramePr>
        <p:xfrm>
          <a:off x="2337219" y="262760"/>
          <a:ext cx="755332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000" imgH="698400" progId="Equation.DSMT4">
                  <p:embed/>
                </p:oleObj>
              </mc:Choice>
              <mc:Fallback>
                <p:oleObj name="Equation" r:id="rId2" imgW="32130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219" y="262760"/>
                        <a:ext cx="7553325" cy="1638300"/>
                      </a:xfrm>
                      <a:prstGeom prst="rect">
                        <a:avLst/>
                      </a:prstGeom>
                      <a:noFill/>
                      <a:ln w="38100" cmpd="thickThin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492982"/>
              </p:ext>
            </p:extLst>
          </p:nvPr>
        </p:nvGraphicFramePr>
        <p:xfrm>
          <a:off x="1557998" y="1949403"/>
          <a:ext cx="36750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215640" progId="Equation.DSMT4">
                  <p:embed/>
                </p:oleObj>
              </mc:Choice>
              <mc:Fallback>
                <p:oleObj name="Equation" r:id="rId4" imgW="1726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998" y="1949403"/>
                        <a:ext cx="3675062" cy="4603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41788"/>
              </p:ext>
            </p:extLst>
          </p:nvPr>
        </p:nvGraphicFramePr>
        <p:xfrm>
          <a:off x="1557998" y="2805075"/>
          <a:ext cx="375285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279360" progId="Equation.DSMT4">
                  <p:embed/>
                </p:oleObj>
              </mc:Choice>
              <mc:Fallback>
                <p:oleObj name="Equation" r:id="rId6" imgW="1752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998" y="2805075"/>
                        <a:ext cx="375285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664931"/>
              </p:ext>
            </p:extLst>
          </p:nvPr>
        </p:nvGraphicFramePr>
        <p:xfrm>
          <a:off x="1559496" y="3896018"/>
          <a:ext cx="21701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215640" progId="Equation.DSMT4">
                  <p:embed/>
                </p:oleObj>
              </mc:Choice>
              <mc:Fallback>
                <p:oleObj name="Equation" r:id="rId8" imgW="1002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3896018"/>
                        <a:ext cx="2170112" cy="4667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流程图: 决策 1"/>
          <p:cNvSpPr/>
          <p:nvPr/>
        </p:nvSpPr>
        <p:spPr>
          <a:xfrm>
            <a:off x="1136690" y="2396804"/>
            <a:ext cx="4505214" cy="1402055"/>
          </a:xfrm>
          <a:prstGeom prst="flowChartDecision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176305"/>
              </p:ext>
            </p:extLst>
          </p:nvPr>
        </p:nvGraphicFramePr>
        <p:xfrm>
          <a:off x="8863893" y="4445850"/>
          <a:ext cx="264477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406080" progId="Equation.DSMT4">
                  <p:embed/>
                </p:oleObj>
              </mc:Choice>
              <mc:Fallback>
                <p:oleObj name="Equation" r:id="rId10" imgW="1498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3893" y="4445850"/>
                        <a:ext cx="2644775" cy="757237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箭头连接符 3"/>
          <p:cNvCxnSpPr/>
          <p:nvPr/>
        </p:nvCxnSpPr>
        <p:spPr>
          <a:xfrm flipV="1">
            <a:off x="5679224" y="2602658"/>
            <a:ext cx="1175689" cy="46171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5680112" y="3119322"/>
            <a:ext cx="1206449" cy="43010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824318" y="2493300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</a:rPr>
              <a:t>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93309" y="334351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</a:rPr>
              <a:t>否</a:t>
            </a:r>
          </a:p>
        </p:txBody>
      </p:sp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937664"/>
              </p:ext>
            </p:extLst>
          </p:nvPr>
        </p:nvGraphicFramePr>
        <p:xfrm>
          <a:off x="6941933" y="2446576"/>
          <a:ext cx="23510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215640" progId="Equation.DSMT4">
                  <p:embed/>
                </p:oleObj>
              </mc:Choice>
              <mc:Fallback>
                <p:oleObj name="Equation" r:id="rId12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1933" y="2446576"/>
                        <a:ext cx="2351088" cy="4429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872750"/>
              </p:ext>
            </p:extLst>
          </p:nvPr>
        </p:nvGraphicFramePr>
        <p:xfrm>
          <a:off x="7005364" y="3359913"/>
          <a:ext cx="2678633" cy="44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280" imgH="215640" progId="Equation.DSMT4">
                  <p:embed/>
                </p:oleObj>
              </mc:Choice>
              <mc:Fallback>
                <p:oleObj name="Equation" r:id="rId14" imgW="1295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364" y="3359913"/>
                        <a:ext cx="2678633" cy="44470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52240"/>
              </p:ext>
            </p:extLst>
          </p:nvPr>
        </p:nvGraphicFramePr>
        <p:xfrm>
          <a:off x="1316530" y="4963687"/>
          <a:ext cx="3719463" cy="76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68480" imgH="406080" progId="Equation.DSMT4">
                  <p:embed/>
                </p:oleObj>
              </mc:Choice>
              <mc:Fallback>
                <p:oleObj name="Equation" r:id="rId16" imgW="1968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530" y="4963687"/>
                        <a:ext cx="3719463" cy="768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流程图: 决策 23"/>
          <p:cNvSpPr/>
          <p:nvPr/>
        </p:nvSpPr>
        <p:spPr>
          <a:xfrm>
            <a:off x="695400" y="4437113"/>
            <a:ext cx="4882148" cy="1800200"/>
          </a:xfrm>
          <a:prstGeom prst="flowChartDecision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5612593" y="4754571"/>
            <a:ext cx="1022013" cy="1102897"/>
            <a:chOff x="5638329" y="4763632"/>
            <a:chExt cx="1022013" cy="1102897"/>
          </a:xfrm>
        </p:grpSpPr>
        <p:cxnSp>
          <p:nvCxnSpPr>
            <p:cNvPr id="25" name="直接箭头连接符 24"/>
            <p:cNvCxnSpPr/>
            <p:nvPr/>
          </p:nvCxnSpPr>
          <p:spPr>
            <a:xfrm flipV="1">
              <a:off x="5648270" y="4967008"/>
              <a:ext cx="1012072" cy="363271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5638329" y="5348199"/>
              <a:ext cx="1017566" cy="3843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5679224" y="4763632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CC"/>
                  </a:solidFill>
                </a:rPr>
                <a:t>是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692381" y="546641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CC"/>
                  </a:solidFill>
                </a:rPr>
                <a:t>否</a:t>
              </a:r>
            </a:p>
          </p:txBody>
        </p:sp>
      </p:grpSp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982364"/>
              </p:ext>
            </p:extLst>
          </p:nvPr>
        </p:nvGraphicFramePr>
        <p:xfrm>
          <a:off x="6746742" y="4608569"/>
          <a:ext cx="1366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85800" imgH="215640" progId="Equation.DSMT4">
                  <p:embed/>
                </p:oleObj>
              </mc:Choice>
              <mc:Fallback>
                <p:oleObj name="Equation" r:id="rId18" imgW="68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742" y="4608569"/>
                        <a:ext cx="1366837" cy="431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52181"/>
              </p:ext>
            </p:extLst>
          </p:nvPr>
        </p:nvGraphicFramePr>
        <p:xfrm>
          <a:off x="6757571" y="5540385"/>
          <a:ext cx="16494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0680" imgH="215640" progId="Equation.DSMT4">
                  <p:embed/>
                </p:oleObj>
              </mc:Choice>
              <mc:Fallback>
                <p:oleObj name="Equation" r:id="rId20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571" y="5540385"/>
                        <a:ext cx="1649413" cy="4191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>
          <a:xfrm flipV="1">
            <a:off x="8150572" y="4824469"/>
            <a:ext cx="685937" cy="93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0308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12" grpId="0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133356"/>
              </p:ext>
            </p:extLst>
          </p:nvPr>
        </p:nvGraphicFramePr>
        <p:xfrm>
          <a:off x="1127448" y="2115135"/>
          <a:ext cx="22145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15640" progId="Equation.DSMT4">
                  <p:embed/>
                </p:oleObj>
              </mc:Choice>
              <mc:Fallback>
                <p:oleObj name="Equation" r:id="rId2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2115135"/>
                        <a:ext cx="2214563" cy="4603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220625"/>
              </p:ext>
            </p:extLst>
          </p:nvPr>
        </p:nvGraphicFramePr>
        <p:xfrm>
          <a:off x="2546825" y="2075519"/>
          <a:ext cx="5132407" cy="195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901440" progId="Equation.DSMT4">
                  <p:embed/>
                </p:oleObj>
              </mc:Choice>
              <mc:Fallback>
                <p:oleObj name="Equation" r:id="rId4" imgW="246348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825" y="2075519"/>
                        <a:ext cx="5132407" cy="195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029485"/>
              </p:ext>
            </p:extLst>
          </p:nvPr>
        </p:nvGraphicFramePr>
        <p:xfrm>
          <a:off x="1127448" y="3949027"/>
          <a:ext cx="24987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600" imgH="215640" progId="Equation.DSMT4">
                  <p:embed/>
                </p:oleObj>
              </mc:Choice>
              <mc:Fallback>
                <p:oleObj name="Equation" r:id="rId6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3949027"/>
                        <a:ext cx="2498725" cy="4667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流程图: 决策 23"/>
          <p:cNvSpPr/>
          <p:nvPr/>
        </p:nvSpPr>
        <p:spPr>
          <a:xfrm>
            <a:off x="812322" y="4799855"/>
            <a:ext cx="3646886" cy="1716833"/>
          </a:xfrm>
          <a:prstGeom prst="flowChartDecision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4445710" y="5301254"/>
            <a:ext cx="1012072" cy="36327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483725" y="5665417"/>
            <a:ext cx="1017566" cy="38437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652731" y="5046754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635183" y="5849735"/>
            <a:ext cx="477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否</a:t>
            </a:r>
          </a:p>
        </p:txBody>
      </p:sp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673670"/>
              </p:ext>
            </p:extLst>
          </p:nvPr>
        </p:nvGraphicFramePr>
        <p:xfrm>
          <a:off x="5506464" y="5046754"/>
          <a:ext cx="2566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215640" progId="Equation.DSMT4">
                  <p:embed/>
                </p:oleObj>
              </mc:Choice>
              <mc:Fallback>
                <p:oleObj name="Equation" r:id="rId8" imgW="1180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6464" y="5046754"/>
                        <a:ext cx="2566987" cy="4699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796532"/>
              </p:ext>
            </p:extLst>
          </p:nvPr>
        </p:nvGraphicFramePr>
        <p:xfrm>
          <a:off x="5519936" y="5873592"/>
          <a:ext cx="28987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215640" progId="Equation.DSMT4">
                  <p:embed/>
                </p:oleObj>
              </mc:Choice>
              <mc:Fallback>
                <p:oleObj name="Equation" r:id="rId10" imgW="1333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936" y="5873592"/>
                        <a:ext cx="2898775" cy="4699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874236"/>
              </p:ext>
            </p:extLst>
          </p:nvPr>
        </p:nvGraphicFramePr>
        <p:xfrm>
          <a:off x="1637264" y="5658271"/>
          <a:ext cx="19431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79360" progId="Equation.DSMT4">
                  <p:embed/>
                </p:oleObj>
              </mc:Choice>
              <mc:Fallback>
                <p:oleObj name="Equation" r:id="rId12" imgW="1244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264" y="5658271"/>
                        <a:ext cx="19431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23425"/>
              </p:ext>
            </p:extLst>
          </p:nvPr>
        </p:nvGraphicFramePr>
        <p:xfrm>
          <a:off x="1685925" y="5197139"/>
          <a:ext cx="19145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279360" progId="Equation.DSMT4">
                  <p:embed/>
                </p:oleObj>
              </mc:Choice>
              <mc:Fallback>
                <p:oleObj name="Equation" r:id="rId14" imgW="12315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5197139"/>
                        <a:ext cx="191452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47632"/>
              </p:ext>
            </p:extLst>
          </p:nvPr>
        </p:nvGraphicFramePr>
        <p:xfrm>
          <a:off x="2614170" y="375018"/>
          <a:ext cx="7154238" cy="155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213000" imgH="698400" progId="Equation.DSMT4">
                  <p:embed/>
                </p:oleObj>
              </mc:Choice>
              <mc:Fallback>
                <p:oleObj name="Equation" r:id="rId16" imgW="32130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170" y="375018"/>
                        <a:ext cx="7154238" cy="1551738"/>
                      </a:xfrm>
                      <a:prstGeom prst="rect">
                        <a:avLst/>
                      </a:prstGeom>
                      <a:noFill/>
                      <a:ln w="38100" cmpd="thickThin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55018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508352"/>
              </p:ext>
            </p:extLst>
          </p:nvPr>
        </p:nvGraphicFramePr>
        <p:xfrm>
          <a:off x="1064965" y="1990345"/>
          <a:ext cx="22145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15640" progId="Equation.DSMT4">
                  <p:embed/>
                </p:oleObj>
              </mc:Choice>
              <mc:Fallback>
                <p:oleObj name="Equation" r:id="rId2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965" y="1990345"/>
                        <a:ext cx="2214563" cy="4603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384371"/>
              </p:ext>
            </p:extLst>
          </p:nvPr>
        </p:nvGraphicFramePr>
        <p:xfrm>
          <a:off x="2880317" y="4507586"/>
          <a:ext cx="531812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400" imgH="901440" progId="Equation.DSMT4">
                  <p:embed/>
                </p:oleObj>
              </mc:Choice>
              <mc:Fallback>
                <p:oleObj name="Equation" r:id="rId4" imgW="25524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0317" y="4507586"/>
                        <a:ext cx="531812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500691"/>
              </p:ext>
            </p:extLst>
          </p:nvPr>
        </p:nvGraphicFramePr>
        <p:xfrm>
          <a:off x="1055440" y="4745703"/>
          <a:ext cx="22240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215640" progId="Equation.DSMT4">
                  <p:embed/>
                </p:oleObj>
              </mc:Choice>
              <mc:Fallback>
                <p:oleObj name="Equation" r:id="rId6" imgW="1028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4745703"/>
                        <a:ext cx="2224088" cy="4667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756869"/>
              </p:ext>
            </p:extLst>
          </p:nvPr>
        </p:nvGraphicFramePr>
        <p:xfrm>
          <a:off x="3143672" y="393328"/>
          <a:ext cx="59372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6880" imgH="698400" progId="Equation.DSMT4">
                  <p:embed/>
                </p:oleObj>
              </mc:Choice>
              <mc:Fallback>
                <p:oleObj name="Equation" r:id="rId8" imgW="26668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393328"/>
                        <a:ext cx="5937250" cy="1552575"/>
                      </a:xfrm>
                      <a:prstGeom prst="rect">
                        <a:avLst/>
                      </a:prstGeom>
                      <a:noFill/>
                      <a:ln w="38100" cmpd="thickThin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939386"/>
              </p:ext>
            </p:extLst>
          </p:nvPr>
        </p:nvGraphicFramePr>
        <p:xfrm>
          <a:off x="1077845" y="3188841"/>
          <a:ext cx="38639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406080" progId="Equation.DSMT4">
                  <p:embed/>
                </p:oleObj>
              </mc:Choice>
              <mc:Fallback>
                <p:oleObj name="Equation" r:id="rId10" imgW="2044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845" y="3188841"/>
                        <a:ext cx="38639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流程图: 决策 16"/>
          <p:cNvSpPr/>
          <p:nvPr/>
        </p:nvSpPr>
        <p:spPr>
          <a:xfrm>
            <a:off x="551384" y="2636912"/>
            <a:ext cx="4882148" cy="1955390"/>
          </a:xfrm>
          <a:prstGeom prst="flowChartDecision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5488567" y="3030376"/>
            <a:ext cx="1022013" cy="1102897"/>
            <a:chOff x="5638329" y="4763632"/>
            <a:chExt cx="1022013" cy="1102897"/>
          </a:xfrm>
        </p:grpSpPr>
        <p:cxnSp>
          <p:nvCxnSpPr>
            <p:cNvPr id="20" name="直接箭头连接符 19"/>
            <p:cNvCxnSpPr/>
            <p:nvPr/>
          </p:nvCxnSpPr>
          <p:spPr>
            <a:xfrm flipV="1">
              <a:off x="5648270" y="4967008"/>
              <a:ext cx="1012072" cy="363271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5638329" y="5348199"/>
              <a:ext cx="1017566" cy="3843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5679224" y="4763632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CC"/>
                  </a:solidFill>
                </a:rPr>
                <a:t>是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692381" y="546641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CC"/>
                  </a:solidFill>
                </a:rPr>
                <a:t>否</a:t>
              </a:r>
            </a:p>
          </p:txBody>
        </p:sp>
      </p:grpSp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683900"/>
              </p:ext>
            </p:extLst>
          </p:nvPr>
        </p:nvGraphicFramePr>
        <p:xfrm>
          <a:off x="6581775" y="2960688"/>
          <a:ext cx="14176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1000" imgH="215640" progId="Equation.DSMT4">
                  <p:embed/>
                </p:oleObj>
              </mc:Choice>
              <mc:Fallback>
                <p:oleObj name="Equation" r:id="rId12" imgW="71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2960688"/>
                        <a:ext cx="1417638" cy="431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箭头连接符 30"/>
          <p:cNvCxnSpPr/>
          <p:nvPr/>
        </p:nvCxnSpPr>
        <p:spPr>
          <a:xfrm flipV="1">
            <a:off x="7999413" y="3167257"/>
            <a:ext cx="685937" cy="93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326520"/>
              </p:ext>
            </p:extLst>
          </p:nvPr>
        </p:nvGraphicFramePr>
        <p:xfrm>
          <a:off x="8662988" y="2781300"/>
          <a:ext cx="28829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36480" imgH="406080" progId="Equation.DSMT4">
                  <p:embed/>
                </p:oleObj>
              </mc:Choice>
              <mc:Fallback>
                <p:oleObj name="Equation" r:id="rId14" imgW="1536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2988" y="2781300"/>
                        <a:ext cx="2882900" cy="757238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21133"/>
              </p:ext>
            </p:extLst>
          </p:nvPr>
        </p:nvGraphicFramePr>
        <p:xfrm>
          <a:off x="6535738" y="3768725"/>
          <a:ext cx="1698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215640" progId="Equation.DSMT4">
                  <p:embed/>
                </p:oleObj>
              </mc:Choice>
              <mc:Fallback>
                <p:oleObj name="Equation" r:id="rId16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3768725"/>
                        <a:ext cx="1698625" cy="4191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49207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526300"/>
              </p:ext>
            </p:extLst>
          </p:nvPr>
        </p:nvGraphicFramePr>
        <p:xfrm>
          <a:off x="2351584" y="695771"/>
          <a:ext cx="53530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69800" progId="Equation.DSMT4">
                  <p:embed/>
                </p:oleObj>
              </mc:Choice>
              <mc:Fallback>
                <p:oleObj name="Equation" r:id="rId2" imgW="2311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695771"/>
                        <a:ext cx="535305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343472" y="980728"/>
            <a:ext cx="792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378448"/>
              </p:ext>
            </p:extLst>
          </p:nvPr>
        </p:nvGraphicFramePr>
        <p:xfrm>
          <a:off x="1057995" y="1898581"/>
          <a:ext cx="42052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215640" progId="Equation.DSMT4">
                  <p:embed/>
                </p:oleObj>
              </mc:Choice>
              <mc:Fallback>
                <p:oleObj name="Equation" r:id="rId4" imgW="1815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995" y="1898581"/>
                        <a:ext cx="42052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294771"/>
              </p:ext>
            </p:extLst>
          </p:nvPr>
        </p:nvGraphicFramePr>
        <p:xfrm>
          <a:off x="5591944" y="1898581"/>
          <a:ext cx="52641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040" imgH="215640" progId="Equation.DSMT4">
                  <p:embed/>
                </p:oleObj>
              </mc:Choice>
              <mc:Fallback>
                <p:oleObj name="Equation" r:id="rId6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1898581"/>
                        <a:ext cx="52641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802018"/>
              </p:ext>
            </p:extLst>
          </p:nvPr>
        </p:nvGraphicFramePr>
        <p:xfrm>
          <a:off x="1057995" y="2427288"/>
          <a:ext cx="4324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215640" progId="Equation.DSMT4">
                  <p:embed/>
                </p:oleObj>
              </mc:Choice>
              <mc:Fallback>
                <p:oleObj name="Equation" r:id="rId8" imgW="1866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995" y="2427288"/>
                        <a:ext cx="43243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68874"/>
              </p:ext>
            </p:extLst>
          </p:nvPr>
        </p:nvGraphicFramePr>
        <p:xfrm>
          <a:off x="5614682" y="2427288"/>
          <a:ext cx="54689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61960" imgH="215640" progId="Equation.DSMT4">
                  <p:embed/>
                </p:oleObj>
              </mc:Choice>
              <mc:Fallback>
                <p:oleObj name="Equation" r:id="rId10" imgW="2361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682" y="2427288"/>
                        <a:ext cx="54689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472264" y="1170314"/>
            <a:ext cx="2013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7865" y="301930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</a:rPr>
              <a:t>解析</a:t>
            </a:r>
            <a:r>
              <a:rPr lang="en-US" altLang="zh-CN" sz="2800" b="1" dirty="0">
                <a:solidFill>
                  <a:srgbClr val="FF0000"/>
                </a:solidFill>
              </a:rPr>
              <a:t>】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49179"/>
              </p:ext>
            </p:extLst>
          </p:nvPr>
        </p:nvGraphicFramePr>
        <p:xfrm>
          <a:off x="1156138" y="3292460"/>
          <a:ext cx="25922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469800" progId="Equation.DSMT4">
                  <p:embed/>
                </p:oleObj>
              </mc:Choice>
              <mc:Fallback>
                <p:oleObj name="Equation" r:id="rId12" imgW="1218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138" y="3292460"/>
                        <a:ext cx="2592288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653455"/>
              </p:ext>
            </p:extLst>
          </p:nvPr>
        </p:nvGraphicFramePr>
        <p:xfrm>
          <a:off x="3710027" y="3292460"/>
          <a:ext cx="23225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406080" progId="Equation.DSMT4">
                  <p:embed/>
                </p:oleObj>
              </mc:Choice>
              <mc:Fallback>
                <p:oleObj name="Equation" r:id="rId14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027" y="3292460"/>
                        <a:ext cx="232251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330819"/>
              </p:ext>
            </p:extLst>
          </p:nvPr>
        </p:nvGraphicFramePr>
        <p:xfrm>
          <a:off x="6096000" y="3254556"/>
          <a:ext cx="280831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07880" imgH="469800" progId="Equation.DSMT4">
                  <p:embed/>
                </p:oleObj>
              </mc:Choice>
              <mc:Fallback>
                <p:oleObj name="Equation" r:id="rId16" imgW="1307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54556"/>
                        <a:ext cx="2808312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796825"/>
              </p:ext>
            </p:extLst>
          </p:nvPr>
        </p:nvGraphicFramePr>
        <p:xfrm>
          <a:off x="8918121" y="3555036"/>
          <a:ext cx="212383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215640" progId="Equation.DSMT4">
                  <p:embed/>
                </p:oleObj>
              </mc:Choice>
              <mc:Fallback>
                <p:oleObj name="Equation" r:id="rId18" imgW="1117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8121" y="3555036"/>
                        <a:ext cx="212383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002774"/>
              </p:ext>
            </p:extLst>
          </p:nvPr>
        </p:nvGraphicFramePr>
        <p:xfrm>
          <a:off x="1063893" y="4303760"/>
          <a:ext cx="438632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88760" imgH="647640" progId="Equation.DSMT4">
                  <p:embed/>
                </p:oleObj>
              </mc:Choice>
              <mc:Fallback>
                <p:oleObj name="Equation" r:id="rId20" imgW="16887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893" y="4303760"/>
                        <a:ext cx="4386325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491622"/>
              </p:ext>
            </p:extLst>
          </p:nvPr>
        </p:nvGraphicFramePr>
        <p:xfrm>
          <a:off x="5835387" y="4918166"/>
          <a:ext cx="52339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60440" imgH="215640" progId="Equation.DSMT4">
                  <p:embed/>
                </p:oleObj>
              </mc:Choice>
              <mc:Fallback>
                <p:oleObj name="Equation" r:id="rId22" imgW="2260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387" y="4918166"/>
                        <a:ext cx="52339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067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895406"/>
              </p:ext>
            </p:extLst>
          </p:nvPr>
        </p:nvGraphicFramePr>
        <p:xfrm>
          <a:off x="740867" y="980728"/>
          <a:ext cx="55578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120" imgH="406080" progId="Equation.DSMT4">
                  <p:embed/>
                </p:oleObj>
              </mc:Choice>
              <mc:Fallback>
                <p:oleObj name="Equation" r:id="rId2" imgW="2400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67" y="980728"/>
                        <a:ext cx="55578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34221"/>
              </p:ext>
            </p:extLst>
          </p:nvPr>
        </p:nvGraphicFramePr>
        <p:xfrm>
          <a:off x="6274751" y="1221270"/>
          <a:ext cx="500360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215640" progId="Equation.DSMT4">
                  <p:embed/>
                </p:oleObj>
              </mc:Choice>
              <mc:Fallback>
                <p:oleObj name="Equation" r:id="rId4" imgW="2298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4751" y="1221270"/>
                        <a:ext cx="500360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106531"/>
              </p:ext>
            </p:extLst>
          </p:nvPr>
        </p:nvGraphicFramePr>
        <p:xfrm>
          <a:off x="740867" y="1866136"/>
          <a:ext cx="5440363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9360" imgH="571320" progId="Equation.DSMT4">
                  <p:embed/>
                </p:oleObj>
              </mc:Choice>
              <mc:Fallback>
                <p:oleObj name="Equation" r:id="rId6" imgW="234936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67" y="1866136"/>
                        <a:ext cx="5440363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254151"/>
              </p:ext>
            </p:extLst>
          </p:nvPr>
        </p:nvGraphicFramePr>
        <p:xfrm>
          <a:off x="6384032" y="2204864"/>
          <a:ext cx="39989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406080" progId="Equation.DSMT4">
                  <p:embed/>
                </p:oleObj>
              </mc:Choice>
              <mc:Fallback>
                <p:oleObj name="Equation" r:id="rId8" imgW="1726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2204864"/>
                        <a:ext cx="399891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385508"/>
              </p:ext>
            </p:extLst>
          </p:nvPr>
        </p:nvGraphicFramePr>
        <p:xfrm>
          <a:off x="740867" y="3247923"/>
          <a:ext cx="21161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15640" progId="Equation.DSMT4">
                  <p:embed/>
                </p:oleObj>
              </mc:Choice>
              <mc:Fallback>
                <p:oleObj name="Equation" r:id="rId10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67" y="3247923"/>
                        <a:ext cx="21161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769914"/>
              </p:ext>
            </p:extLst>
          </p:nvPr>
        </p:nvGraphicFramePr>
        <p:xfrm>
          <a:off x="3018016" y="3247923"/>
          <a:ext cx="538224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9800" imgH="279360" progId="Equation.DSMT4">
                  <p:embed/>
                </p:oleObj>
              </mc:Choice>
              <mc:Fallback>
                <p:oleObj name="Equation" r:id="rId12" imgW="25398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016" y="3247923"/>
                        <a:ext cx="538224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718433"/>
              </p:ext>
            </p:extLst>
          </p:nvPr>
        </p:nvGraphicFramePr>
        <p:xfrm>
          <a:off x="8544272" y="3247923"/>
          <a:ext cx="257276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8960" imgH="215640" progId="Equation.DSMT4">
                  <p:embed/>
                </p:oleObj>
              </mc:Choice>
              <mc:Fallback>
                <p:oleObj name="Equation" r:id="rId14" imgW="1218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3247923"/>
                        <a:ext cx="257276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225858"/>
              </p:ext>
            </p:extLst>
          </p:nvPr>
        </p:nvGraphicFramePr>
        <p:xfrm>
          <a:off x="1097543" y="3861726"/>
          <a:ext cx="5112568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25680" imgH="571320" progId="Equation.DSMT4">
                  <p:embed/>
                </p:oleObj>
              </mc:Choice>
              <mc:Fallback>
                <p:oleObj name="Equation" r:id="rId16" imgW="242568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543" y="3861726"/>
                        <a:ext cx="5112568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495092"/>
              </p:ext>
            </p:extLst>
          </p:nvPr>
        </p:nvGraphicFramePr>
        <p:xfrm>
          <a:off x="6384032" y="4201354"/>
          <a:ext cx="49276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74560" imgH="406080" progId="Equation.DSMT4">
                  <p:embed/>
                </p:oleObj>
              </mc:Choice>
              <mc:Fallback>
                <p:oleObj name="Equation" r:id="rId18" imgW="2374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4201354"/>
                        <a:ext cx="49276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166135"/>
              </p:ext>
            </p:extLst>
          </p:nvPr>
        </p:nvGraphicFramePr>
        <p:xfrm>
          <a:off x="1036638" y="5229225"/>
          <a:ext cx="25860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15920" imgH="215640" progId="Equation.DSMT4">
                  <p:embed/>
                </p:oleObj>
              </mc:Choice>
              <mc:Fallback>
                <p:oleObj name="Equation" r:id="rId20" imgW="1015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5229225"/>
                        <a:ext cx="25860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544572"/>
              </p:ext>
            </p:extLst>
          </p:nvPr>
        </p:nvGraphicFramePr>
        <p:xfrm>
          <a:off x="3719736" y="5229225"/>
          <a:ext cx="11318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44240" imgH="215640" progId="Equation.DSMT4">
                  <p:embed/>
                </p:oleObj>
              </mc:Choice>
              <mc:Fallback>
                <p:oleObj name="Equation" r:id="rId22" imgW="444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5229225"/>
                        <a:ext cx="11318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216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20" name="Text Box 2"/>
          <p:cNvSpPr txBox="1">
            <a:spLocks noChangeArrowheads="1"/>
          </p:cNvSpPr>
          <p:nvPr/>
        </p:nvSpPr>
        <p:spPr bwMode="auto">
          <a:xfrm>
            <a:off x="2386014" y="1482248"/>
            <a:ext cx="1028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42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232988"/>
              </p:ext>
            </p:extLst>
          </p:nvPr>
        </p:nvGraphicFramePr>
        <p:xfrm>
          <a:off x="3272740" y="1503230"/>
          <a:ext cx="6306711" cy="49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29400" imgH="520560" progId="Equation.3">
                  <p:embed/>
                </p:oleObj>
              </mc:Choice>
              <mc:Fallback>
                <p:oleObj name="公式" r:id="rId2" imgW="66294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2740" y="1503230"/>
                        <a:ext cx="6306711" cy="495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2360989" y="2120017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5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43777"/>
              </p:ext>
            </p:extLst>
          </p:nvPr>
        </p:nvGraphicFramePr>
        <p:xfrm>
          <a:off x="3049538" y="2202918"/>
          <a:ext cx="2971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01920" imgH="419040" progId="Equation.3">
                  <p:embed/>
                </p:oleObj>
              </mc:Choice>
              <mc:Fallback>
                <p:oleObj name="公式" r:id="rId4" imgW="3301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38" y="2202918"/>
                        <a:ext cx="2971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187729"/>
              </p:ext>
            </p:extLst>
          </p:nvPr>
        </p:nvGraphicFramePr>
        <p:xfrm>
          <a:off x="3018838" y="2711710"/>
          <a:ext cx="58801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527520" imgH="469800" progId="Equation.3">
                  <p:embed/>
                </p:oleObj>
              </mc:Choice>
              <mc:Fallback>
                <p:oleObj name="公式" r:id="rId6" imgW="65275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838" y="2711710"/>
                        <a:ext cx="58801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952627"/>
              </p:ext>
            </p:extLst>
          </p:nvPr>
        </p:nvGraphicFramePr>
        <p:xfrm>
          <a:off x="2930746" y="3410375"/>
          <a:ext cx="2733206" cy="400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24080" imgH="457200" progId="Equation.3">
                  <p:embed/>
                </p:oleObj>
              </mc:Choice>
              <mc:Fallback>
                <p:oleObj name="公式" r:id="rId8" imgW="3124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746" y="3410375"/>
                        <a:ext cx="2733206" cy="400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232416"/>
              </p:ext>
            </p:extLst>
          </p:nvPr>
        </p:nvGraphicFramePr>
        <p:xfrm>
          <a:off x="6021338" y="3160003"/>
          <a:ext cx="13335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62040" imgH="965160" progId="Equation.3">
                  <p:embed/>
                </p:oleObj>
              </mc:Choice>
              <mc:Fallback>
                <p:oleObj name="公式" r:id="rId10" imgW="15620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338" y="3160003"/>
                        <a:ext cx="13335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053076"/>
              </p:ext>
            </p:extLst>
          </p:nvPr>
        </p:nvGraphicFramePr>
        <p:xfrm>
          <a:off x="2949576" y="4075217"/>
          <a:ext cx="40798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533840" imgH="457200" progId="Equation.3">
                  <p:embed/>
                </p:oleObj>
              </mc:Choice>
              <mc:Fallback>
                <p:oleObj name="公式" r:id="rId12" imgW="45338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6" y="4075217"/>
                        <a:ext cx="407987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73635"/>
              </p:ext>
            </p:extLst>
          </p:nvPr>
        </p:nvGraphicFramePr>
        <p:xfrm>
          <a:off x="2959100" y="4669632"/>
          <a:ext cx="56515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273720" imgH="469800" progId="Equation.3">
                  <p:embed/>
                </p:oleObj>
              </mc:Choice>
              <mc:Fallback>
                <p:oleObj name="公式" r:id="rId14" imgW="6273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669632"/>
                        <a:ext cx="56515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074244"/>
              </p:ext>
            </p:extLst>
          </p:nvPr>
        </p:nvGraphicFramePr>
        <p:xfrm>
          <a:off x="5561393" y="5166224"/>
          <a:ext cx="1729406" cy="9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54000" imgH="965160" progId="Equation.3">
                  <p:embed/>
                </p:oleObj>
              </mc:Choice>
              <mc:Fallback>
                <p:oleObj name="公式" r:id="rId16" imgW="185400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393" y="5166224"/>
                        <a:ext cx="1729406" cy="90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281497"/>
              </p:ext>
            </p:extLst>
          </p:nvPr>
        </p:nvGraphicFramePr>
        <p:xfrm>
          <a:off x="2900364" y="5391194"/>
          <a:ext cx="2547564" cy="407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844720" imgH="457200" progId="Equation.3">
                  <p:embed/>
                </p:oleObj>
              </mc:Choice>
              <mc:Fallback>
                <p:oleObj name="公式" r:id="rId18" imgW="2844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4" y="5391194"/>
                        <a:ext cx="2547564" cy="407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993262"/>
              </p:ext>
            </p:extLst>
          </p:nvPr>
        </p:nvGraphicFramePr>
        <p:xfrm>
          <a:off x="7464152" y="5183209"/>
          <a:ext cx="1860158" cy="88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31840" imgH="965160" progId="Equation.3">
                  <p:embed/>
                </p:oleObj>
              </mc:Choice>
              <mc:Fallback>
                <p:oleObj name="公式" r:id="rId20" imgW="20318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5183209"/>
                        <a:ext cx="1860158" cy="883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430811" y="828400"/>
            <a:ext cx="4211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隐函数的二阶导数计算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707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246173"/>
              </p:ext>
            </p:extLst>
          </p:nvPr>
        </p:nvGraphicFramePr>
        <p:xfrm>
          <a:off x="2977832" y="651198"/>
          <a:ext cx="6984049" cy="1661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685800" progId="Equation.DSMT4">
                  <p:embed/>
                </p:oleObj>
              </mc:Choice>
              <mc:Fallback>
                <p:oleObj name="Equation" r:id="rId2" imgW="28828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7832" y="651198"/>
                        <a:ext cx="6984049" cy="1661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Text Box 3"/>
          <p:cNvSpPr txBox="1">
            <a:spLocks noChangeArrowheads="1"/>
          </p:cNvSpPr>
          <p:nvPr/>
        </p:nvSpPr>
        <p:spPr bwMode="auto">
          <a:xfrm>
            <a:off x="2209800" y="700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2362128" y="2483644"/>
            <a:ext cx="64164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211973" name="Text Box 5"/>
          <p:cNvSpPr txBox="1">
            <a:spLocks noChangeArrowheads="1"/>
          </p:cNvSpPr>
          <p:nvPr/>
        </p:nvSpPr>
        <p:spPr bwMode="auto">
          <a:xfrm>
            <a:off x="3030456" y="2481590"/>
            <a:ext cx="304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两边取对数</a:t>
            </a:r>
          </a:p>
        </p:txBody>
      </p:sp>
      <p:graphicFrame>
        <p:nvGraphicFramePr>
          <p:cNvPr id="2119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68856"/>
              </p:ext>
            </p:extLst>
          </p:nvPr>
        </p:nvGraphicFramePr>
        <p:xfrm>
          <a:off x="5044000" y="2308938"/>
          <a:ext cx="2132119" cy="88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60440" imgH="939600" progId="Equation.3">
                  <p:embed/>
                </p:oleObj>
              </mc:Choice>
              <mc:Fallback>
                <p:oleObj name="公式" r:id="rId4" imgW="22604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000" y="2308938"/>
                        <a:ext cx="2132119" cy="886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501660"/>
              </p:ext>
            </p:extLst>
          </p:nvPr>
        </p:nvGraphicFramePr>
        <p:xfrm>
          <a:off x="7320136" y="2585318"/>
          <a:ext cx="2427455" cy="41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01640" imgH="431640" progId="Equation.3">
                  <p:embed/>
                </p:oleObj>
              </mc:Choice>
              <mc:Fallback>
                <p:oleObj name="公式" r:id="rId6" imgW="2501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6" y="2585318"/>
                        <a:ext cx="2427455" cy="41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323599"/>
              </p:ext>
            </p:extLst>
          </p:nvPr>
        </p:nvGraphicFramePr>
        <p:xfrm>
          <a:off x="2514599" y="3426037"/>
          <a:ext cx="3563857" cy="42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55720" imgH="419040" progId="Equation.3">
                  <p:embed/>
                </p:oleObj>
              </mc:Choice>
              <mc:Fallback>
                <p:oleObj name="公式" r:id="rId8" imgW="35557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599" y="3426037"/>
                        <a:ext cx="3563857" cy="420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049356"/>
              </p:ext>
            </p:extLst>
          </p:nvPr>
        </p:nvGraphicFramePr>
        <p:xfrm>
          <a:off x="6469857" y="3113880"/>
          <a:ext cx="1930151" cy="91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81080" imgH="939600" progId="Equation.3">
                  <p:embed/>
                </p:oleObj>
              </mc:Choice>
              <mc:Fallback>
                <p:oleObj name="公式" r:id="rId10" imgW="198108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857" y="3113880"/>
                        <a:ext cx="1930151" cy="915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316017"/>
              </p:ext>
            </p:extLst>
          </p:nvPr>
        </p:nvGraphicFramePr>
        <p:xfrm>
          <a:off x="2514599" y="3928039"/>
          <a:ext cx="4729335" cy="137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927320" imgH="1434960" progId="Equation.3">
                  <p:embed/>
                </p:oleObj>
              </mc:Choice>
              <mc:Fallback>
                <p:oleObj name="公式" r:id="rId12" imgW="4927320" imgH="1434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599" y="3928039"/>
                        <a:ext cx="4729335" cy="1377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161976"/>
              </p:ext>
            </p:extLst>
          </p:nvPr>
        </p:nvGraphicFramePr>
        <p:xfrm>
          <a:off x="3031391" y="5387421"/>
          <a:ext cx="4144728" cy="976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152600" imgH="977760" progId="Equation.3">
                  <p:embed/>
                </p:oleObj>
              </mc:Choice>
              <mc:Fallback>
                <p:oleObj name="公式" r:id="rId14" imgW="41526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1391" y="5387421"/>
                        <a:ext cx="4144728" cy="976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36909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2" grpId="0" autoUpdateAnimBg="0"/>
      <p:bldP spid="21197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6150" y="1037537"/>
            <a:ext cx="2438400" cy="803176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三、小结</a:t>
            </a:r>
            <a:endParaRPr lang="zh-CN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2514600" y="1981200"/>
            <a:ext cx="601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高阶导数的定义；</a:t>
            </a:r>
            <a:endParaRPr lang="zh-CN" altLang="en-US" sz="2800" b="1"/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514600" y="2667000"/>
            <a:ext cx="746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高阶导数的运算法则</a:t>
            </a:r>
            <a:r>
              <a:rPr lang="en-US" altLang="zh-CN" sz="3200" b="1"/>
              <a:t>(</a:t>
            </a:r>
            <a:r>
              <a:rPr lang="zh-CN" altLang="en-US" sz="3200" b="1"/>
              <a:t>莱布尼兹公式</a:t>
            </a:r>
            <a:r>
              <a:rPr lang="en-US" altLang="zh-CN" sz="3200" b="1"/>
              <a:t>);</a:t>
            </a:r>
            <a:endParaRPr lang="en-US" altLang="zh-CN" sz="2800" b="1"/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2590800" y="3352800"/>
            <a:ext cx="601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 dirty="0"/>
              <a:t>n</a:t>
            </a:r>
            <a:r>
              <a:rPr lang="zh-CN" altLang="en-US" sz="3200" b="1" dirty="0"/>
              <a:t>阶导数的求法</a:t>
            </a:r>
            <a:r>
              <a:rPr lang="en-US" altLang="zh-CN" sz="3200" b="1" dirty="0"/>
              <a:t>;</a:t>
            </a:r>
            <a:endParaRPr lang="en-US" altLang="zh-CN" sz="2800" b="1" dirty="0"/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2667000" y="4038601"/>
            <a:ext cx="2133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1.</a:t>
            </a:r>
            <a:r>
              <a:rPr lang="zh-CN" altLang="en-US" sz="3200" b="1" dirty="0"/>
              <a:t>直接法</a:t>
            </a:r>
            <a:r>
              <a:rPr lang="en-US" altLang="zh-CN" sz="3200" b="1" dirty="0"/>
              <a:t>;</a:t>
            </a:r>
            <a:endParaRPr lang="en-US" altLang="zh-CN" sz="3200" dirty="0"/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5181600" y="4052888"/>
            <a:ext cx="2133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2.</a:t>
            </a:r>
            <a:r>
              <a:rPr lang="zh-CN" altLang="en-US" sz="3200" b="1" dirty="0"/>
              <a:t>间接法</a:t>
            </a:r>
            <a:r>
              <a:rPr lang="en-US" altLang="zh-CN" sz="3200" b="1" dirty="0"/>
              <a:t>.</a:t>
            </a:r>
            <a:endParaRPr lang="en-US" altLang="zh-CN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589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autoUpdateAnimBg="0"/>
      <p:bldP spid="123908" grpId="0" autoUpdateAnimBg="0"/>
      <p:bldP spid="123909" grpId="0" autoUpdateAnimBg="0"/>
      <p:bldP spid="123910" grpId="0" autoUpdateAnimBg="0"/>
      <p:bldP spid="12391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3" name="Text Box 2"/>
          <p:cNvSpPr txBox="1">
            <a:spLocks noChangeArrowheads="1"/>
          </p:cNvSpPr>
          <p:nvPr/>
        </p:nvSpPr>
        <p:spPr bwMode="auto">
          <a:xfrm>
            <a:off x="2895600" y="1371600"/>
            <a:ext cx="160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chemeClr val="accent2"/>
                </a:solidFill>
                <a:ea typeface="黑体" pitchFamily="2" charset="-122"/>
              </a:rPr>
              <a:t>思考题</a:t>
            </a:r>
          </a:p>
        </p:txBody>
      </p:sp>
      <p:sp>
        <p:nvSpPr>
          <p:cNvPr id="83974" name="Text Box 3"/>
          <p:cNvSpPr txBox="1">
            <a:spLocks noChangeArrowheads="1"/>
          </p:cNvSpPr>
          <p:nvPr/>
        </p:nvSpPr>
        <p:spPr bwMode="auto">
          <a:xfrm>
            <a:off x="2819400" y="2514601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           连续，且                                      ，</a:t>
            </a:r>
          </a:p>
        </p:txBody>
      </p:sp>
      <p:graphicFrame>
        <p:nvGraphicFramePr>
          <p:cNvPr id="83970" name="Object 4"/>
          <p:cNvGraphicFramePr>
            <a:graphicFrameLocks noChangeAspect="1"/>
          </p:cNvGraphicFramePr>
          <p:nvPr/>
        </p:nvGraphicFramePr>
        <p:xfrm>
          <a:off x="3297238" y="2573338"/>
          <a:ext cx="8620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63280" imgH="431640" progId="Equation.3">
                  <p:embed/>
                </p:oleObj>
              </mc:Choice>
              <mc:Fallback>
                <p:oleObj name="公式" r:id="rId2" imgW="863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2573338"/>
                        <a:ext cx="86201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5"/>
          <p:cNvGraphicFramePr>
            <a:graphicFrameLocks noChangeAspect="1"/>
          </p:cNvGraphicFramePr>
          <p:nvPr/>
        </p:nvGraphicFramePr>
        <p:xfrm>
          <a:off x="5715000" y="2514601"/>
          <a:ext cx="31877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87440" imgH="495000" progId="Equation.3">
                  <p:embed/>
                </p:oleObj>
              </mc:Choice>
              <mc:Fallback>
                <p:oleObj name="公式" r:id="rId4" imgW="318744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514601"/>
                        <a:ext cx="31877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Text Box 6"/>
          <p:cNvSpPr txBox="1">
            <a:spLocks noChangeArrowheads="1"/>
          </p:cNvSpPr>
          <p:nvPr/>
        </p:nvSpPr>
        <p:spPr bwMode="auto">
          <a:xfrm>
            <a:off x="2819400" y="3214688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求            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83972" name="Object 7"/>
          <p:cNvGraphicFramePr>
            <a:graphicFrameLocks noChangeAspect="1"/>
          </p:cNvGraphicFramePr>
          <p:nvPr/>
        </p:nvGraphicFramePr>
        <p:xfrm>
          <a:off x="3276600" y="3303588"/>
          <a:ext cx="952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52200" imgH="431640" progId="Equation.3">
                  <p:embed/>
                </p:oleObj>
              </mc:Choice>
              <mc:Fallback>
                <p:oleObj name="公式" r:id="rId6" imgW="952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03588"/>
                        <a:ext cx="9525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978003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04" name="Text Box 2"/>
          <p:cNvSpPr txBox="1">
            <a:spLocks noChangeArrowheads="1"/>
          </p:cNvSpPr>
          <p:nvPr/>
        </p:nvSpPr>
        <p:spPr bwMode="auto">
          <a:xfrm>
            <a:off x="2362200" y="838200"/>
            <a:ext cx="259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a typeface="黑体" pitchFamily="2" charset="-122"/>
              </a:rPr>
              <a:t>思考题解答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438400" y="1647826"/>
            <a:ext cx="2520950" cy="519113"/>
            <a:chOff x="2540" y="1977"/>
            <a:chExt cx="1588" cy="327"/>
          </a:xfrm>
        </p:grpSpPr>
        <p:graphicFrame>
          <p:nvGraphicFramePr>
            <p:cNvPr id="85003" name="Object 4"/>
            <p:cNvGraphicFramePr>
              <a:graphicFrameLocks noChangeAspect="1"/>
            </p:cNvGraphicFramePr>
            <p:nvPr/>
          </p:nvGraphicFramePr>
          <p:xfrm>
            <a:off x="2540" y="2032"/>
            <a:ext cx="6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079280" imgH="406080" progId="Equation.3">
                    <p:embed/>
                  </p:oleObj>
                </mc:Choice>
                <mc:Fallback>
                  <p:oleObj name="公式" r:id="rId2" imgW="10792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2032"/>
                          <a:ext cx="6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10" name="Text Box 5"/>
            <p:cNvSpPr txBox="1">
              <a:spLocks noChangeArrowheads="1"/>
            </p:cNvSpPr>
            <p:nvPr/>
          </p:nvSpPr>
          <p:spPr bwMode="auto">
            <a:xfrm>
              <a:off x="3216" y="1977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可导</a:t>
              </a:r>
            </a:p>
          </p:txBody>
        </p:sp>
      </p:grpSp>
      <p:graphicFrame>
        <p:nvGraphicFramePr>
          <p:cNvPr id="125958" name="Object 6"/>
          <p:cNvGraphicFramePr>
            <a:graphicFrameLocks noChangeAspect="1"/>
          </p:cNvGraphicFramePr>
          <p:nvPr/>
        </p:nvGraphicFramePr>
        <p:xfrm>
          <a:off x="2438400" y="2333626"/>
          <a:ext cx="60325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032160" imgH="495000" progId="Equation.3">
                  <p:embed/>
                </p:oleObj>
              </mc:Choice>
              <mc:Fallback>
                <p:oleObj name="公式" r:id="rId4" imgW="603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333626"/>
                        <a:ext cx="60325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438400" y="3033713"/>
            <a:ext cx="3429000" cy="519112"/>
            <a:chOff x="768" y="2036"/>
            <a:chExt cx="2160" cy="327"/>
          </a:xfrm>
        </p:grpSpPr>
        <p:graphicFrame>
          <p:nvGraphicFramePr>
            <p:cNvPr id="85002" name="Object 8"/>
            <p:cNvGraphicFramePr>
              <a:graphicFrameLocks noChangeAspect="1"/>
            </p:cNvGraphicFramePr>
            <p:nvPr/>
          </p:nvGraphicFramePr>
          <p:xfrm>
            <a:off x="768" y="2072"/>
            <a:ext cx="77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31560" imgH="431640" progId="Equation.3">
                    <p:embed/>
                  </p:oleObj>
                </mc:Choice>
                <mc:Fallback>
                  <p:oleObj name="公式" r:id="rId6" imgW="1231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072"/>
                          <a:ext cx="77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9" name="Text Box 9"/>
            <p:cNvSpPr txBox="1">
              <a:spLocks noChangeArrowheads="1"/>
            </p:cNvSpPr>
            <p:nvPr/>
          </p:nvSpPr>
          <p:spPr bwMode="auto">
            <a:xfrm>
              <a:off x="1536" y="2036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不一定存在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72200" y="3032125"/>
            <a:ext cx="3200400" cy="533400"/>
            <a:chOff x="3120" y="2112"/>
            <a:chExt cx="2016" cy="336"/>
          </a:xfrm>
        </p:grpSpPr>
        <p:sp>
          <p:nvSpPr>
            <p:cNvPr id="85008" name="Text Box 11"/>
            <p:cNvSpPr txBox="1">
              <a:spLocks noChangeArrowheads="1"/>
            </p:cNvSpPr>
            <p:nvPr/>
          </p:nvSpPr>
          <p:spPr bwMode="auto">
            <a:xfrm>
              <a:off x="3120" y="2112"/>
              <a:ext cx="2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故用定义求</a:t>
              </a:r>
            </a:p>
          </p:txBody>
        </p:sp>
        <p:graphicFrame>
          <p:nvGraphicFramePr>
            <p:cNvPr id="85001" name="Object 12"/>
            <p:cNvGraphicFramePr>
              <a:graphicFrameLocks noChangeAspect="1"/>
            </p:cNvGraphicFramePr>
            <p:nvPr/>
          </p:nvGraphicFramePr>
          <p:xfrm>
            <a:off x="4320" y="2177"/>
            <a:ext cx="60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52200" imgH="431640" progId="Equation.3">
                    <p:embed/>
                  </p:oleObj>
                </mc:Choice>
                <mc:Fallback>
                  <p:oleObj name="公式" r:id="rId8" imgW="9522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177"/>
                          <a:ext cx="60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965" name="Object 13"/>
          <p:cNvGraphicFramePr>
            <a:graphicFrameLocks noChangeAspect="1"/>
          </p:cNvGraphicFramePr>
          <p:nvPr/>
        </p:nvGraphicFramePr>
        <p:xfrm>
          <a:off x="2438400" y="4010026"/>
          <a:ext cx="952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52200" imgH="431640" progId="Equation.3">
                  <p:embed/>
                </p:oleObj>
              </mc:Choice>
              <mc:Fallback>
                <p:oleObj name="公式" r:id="rId10" imgW="952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010026"/>
                        <a:ext cx="952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6" name="Object 14"/>
          <p:cNvGraphicFramePr>
            <a:graphicFrameLocks noChangeAspect="1"/>
          </p:cNvGraphicFramePr>
          <p:nvPr/>
        </p:nvGraphicFramePr>
        <p:xfrm>
          <a:off x="3429000" y="3781425"/>
          <a:ext cx="303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035160" imgH="888840" progId="Equation.3">
                  <p:embed/>
                </p:oleObj>
              </mc:Choice>
              <mc:Fallback>
                <p:oleObj name="公式" r:id="rId11" imgW="30351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781425"/>
                        <a:ext cx="3035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7" name="Object 15"/>
          <p:cNvGraphicFramePr>
            <a:graphicFrameLocks noChangeAspect="1"/>
          </p:cNvGraphicFramePr>
          <p:nvPr/>
        </p:nvGraphicFramePr>
        <p:xfrm>
          <a:off x="7086600" y="4010026"/>
          <a:ext cx="1460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60160" imgH="431640" progId="Equation.3">
                  <p:embed/>
                </p:oleObj>
              </mc:Choice>
              <mc:Fallback>
                <p:oleObj name="公式" r:id="rId13" imgW="1460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010026"/>
                        <a:ext cx="1460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8" name="Object 16"/>
          <p:cNvGraphicFramePr>
            <a:graphicFrameLocks noChangeAspect="1"/>
          </p:cNvGraphicFramePr>
          <p:nvPr/>
        </p:nvGraphicFramePr>
        <p:xfrm>
          <a:off x="2438400" y="4873625"/>
          <a:ext cx="182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28800" imgH="888840" progId="Equation.3">
                  <p:embed/>
                </p:oleObj>
              </mc:Choice>
              <mc:Fallback>
                <p:oleObj name="公式" r:id="rId15" imgW="18288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73625"/>
                        <a:ext cx="1828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9" name="Object 17"/>
          <p:cNvGraphicFramePr>
            <a:graphicFrameLocks noChangeAspect="1"/>
          </p:cNvGraphicFramePr>
          <p:nvPr/>
        </p:nvGraphicFramePr>
        <p:xfrm>
          <a:off x="4267200" y="5148263"/>
          <a:ext cx="42799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279680" imgH="583920" progId="Equation.3">
                  <p:embed/>
                </p:oleObj>
              </mc:Choice>
              <mc:Fallback>
                <p:oleObj name="公式" r:id="rId17" imgW="427968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148263"/>
                        <a:ext cx="42799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0" name="Object 18"/>
          <p:cNvGraphicFramePr>
            <a:graphicFrameLocks noChangeAspect="1"/>
          </p:cNvGraphicFramePr>
          <p:nvPr/>
        </p:nvGraphicFramePr>
        <p:xfrm>
          <a:off x="8610600" y="5237163"/>
          <a:ext cx="1244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244520" imgH="406080" progId="Equation.3">
                  <p:embed/>
                </p:oleObj>
              </mc:Choice>
              <mc:Fallback>
                <p:oleObj name="公式" r:id="rId19" imgW="12445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237163"/>
                        <a:ext cx="1244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80981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6466</TotalTime>
  <Words>367</Words>
  <Application>Microsoft Office PowerPoint</Application>
  <PresentationFormat>宽屏</PresentationFormat>
  <Paragraphs>121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PowerPoint 演示文稿</vt:lpstr>
      <vt:lpstr>一、高阶导数的定义</vt:lpstr>
      <vt:lpstr>PowerPoint 演示文稿</vt:lpstr>
      <vt:lpstr>二、 高阶导数求法举例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130</cp:revision>
  <dcterms:created xsi:type="dcterms:W3CDTF">2009-06-13T01:14:34Z</dcterms:created>
  <dcterms:modified xsi:type="dcterms:W3CDTF">2023-10-25T15:10:56Z</dcterms:modified>
</cp:coreProperties>
</file>