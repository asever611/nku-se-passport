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310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8" r:id="rId48"/>
    <p:sldId id="306" r:id="rId49"/>
    <p:sldId id="307" r:id="rId50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nzhuang" initials="W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72" d="100"/>
          <a:sy n="72" d="100"/>
        </p:scale>
        <p:origin x="180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ommentAuthors" Target="commentAuthor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2023/11/21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6333F5-A436-4377-A6CC-ED22F968BFAD}" type="datetime1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FCF648-DD24-4D31-8F1C-5E764D128CC1}" type="datetime1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4118F7-3C58-4407-94A9-5489F27A7197}" type="datetime1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99B0C8-AB65-43E8-BAFF-CD91D188EB8D}" type="datetime1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812E83-D1C4-4C17-9782-C413C0F0C43E}" type="datetime1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08D42D-2256-4D6F-89D3-91964965F5D7}" type="datetime1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35B1AE-DCD8-42D5-84CA-F872EF989DEF}" type="datetime1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4D3F7E-AD41-4AD4-AB53-3FADC921ACEF}" type="datetime1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84E991-9B52-4639-BF2C-FDAB63075ED1}" type="datetime1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F7AC6-09C6-447E-97AD-4DFE9540CF4D}" type="datetime1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923D60-0315-40DE-AE7D-7BE4A6B7214A}" type="datetime1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  <a14:imgEffect>
                      <a14:colorTemperature colorTemp="9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FC30BC4-6C85-41C9-96DF-8D1392233DCD}" type="datetime1">
              <a:rPr lang="zh-CN" altLang="en-US" smtClean="0"/>
              <a:t>2023/11/21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e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2.wmf"/><Relationship Id="rId21" Type="http://schemas.openxmlformats.org/officeDocument/2006/relationships/image" Target="../media/image11.e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9.emf"/><Relationship Id="rId25" Type="http://schemas.openxmlformats.org/officeDocument/2006/relationships/image" Target="../media/image13.e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emf"/><Relationship Id="rId24" Type="http://schemas.openxmlformats.org/officeDocument/2006/relationships/oleObject" Target="../embeddings/oleObject12.bin"/><Relationship Id="rId5" Type="http://schemas.openxmlformats.org/officeDocument/2006/relationships/image" Target="../media/image3.wmf"/><Relationship Id="rId15" Type="http://schemas.openxmlformats.org/officeDocument/2006/relationships/image" Target="../media/image8.emf"/><Relationship Id="rId23" Type="http://schemas.openxmlformats.org/officeDocument/2006/relationships/image" Target="../media/image12.e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0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19.wmf"/><Relationship Id="rId3" Type="http://schemas.openxmlformats.org/officeDocument/2006/relationships/image" Target="../media/image14.emf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18.bin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8.emf"/><Relationship Id="rId5" Type="http://schemas.openxmlformats.org/officeDocument/2006/relationships/image" Target="../media/image15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7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24.wmf"/><Relationship Id="rId18" Type="http://schemas.openxmlformats.org/officeDocument/2006/relationships/image" Target="../media/image26.wmf"/><Relationship Id="rId3" Type="http://schemas.openxmlformats.org/officeDocument/2006/relationships/image" Target="../media/image20.wmf"/><Relationship Id="rId21" Type="http://schemas.openxmlformats.org/officeDocument/2006/relationships/oleObject" Target="../embeddings/oleObject29.bin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24.bin"/><Relationship Id="rId17" Type="http://schemas.openxmlformats.org/officeDocument/2006/relationships/oleObject" Target="../embeddings/oleObject27.bin"/><Relationship Id="rId2" Type="http://schemas.openxmlformats.org/officeDocument/2006/relationships/oleObject" Target="../embeddings/oleObject19.bin"/><Relationship Id="rId16" Type="http://schemas.openxmlformats.org/officeDocument/2006/relationships/oleObject" Target="../embeddings/oleObject26.bin"/><Relationship Id="rId20" Type="http://schemas.openxmlformats.org/officeDocument/2006/relationships/image" Target="../media/image27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3.wmf"/><Relationship Id="rId5" Type="http://schemas.openxmlformats.org/officeDocument/2006/relationships/image" Target="../media/image16.wmf"/><Relationship Id="rId15" Type="http://schemas.openxmlformats.org/officeDocument/2006/relationships/image" Target="../media/image25.wmf"/><Relationship Id="rId23" Type="http://schemas.openxmlformats.org/officeDocument/2006/relationships/oleObject" Target="../embeddings/oleObject30.bin"/><Relationship Id="rId10" Type="http://schemas.openxmlformats.org/officeDocument/2006/relationships/oleObject" Target="../embeddings/oleObject23.bin"/><Relationship Id="rId19" Type="http://schemas.openxmlformats.org/officeDocument/2006/relationships/oleObject" Target="../embeddings/oleObject28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2.wmf"/><Relationship Id="rId14" Type="http://schemas.openxmlformats.org/officeDocument/2006/relationships/oleObject" Target="../embeddings/oleObject25.bin"/><Relationship Id="rId22" Type="http://schemas.openxmlformats.org/officeDocument/2006/relationships/image" Target="../media/image28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13" Type="http://schemas.openxmlformats.org/officeDocument/2006/relationships/image" Target="../media/image34.emf"/><Relationship Id="rId3" Type="http://schemas.openxmlformats.org/officeDocument/2006/relationships/image" Target="../media/image29.emf"/><Relationship Id="rId7" Type="http://schemas.openxmlformats.org/officeDocument/2006/relationships/image" Target="../media/image31.emf"/><Relationship Id="rId12" Type="http://schemas.openxmlformats.org/officeDocument/2006/relationships/oleObject" Target="../embeddings/oleObject36.bin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33.emf"/><Relationship Id="rId5" Type="http://schemas.openxmlformats.org/officeDocument/2006/relationships/image" Target="../media/image30.wmf"/><Relationship Id="rId10" Type="http://schemas.openxmlformats.org/officeDocument/2006/relationships/oleObject" Target="../embeddings/oleObject35.bin"/><Relationship Id="rId4" Type="http://schemas.openxmlformats.org/officeDocument/2006/relationships/oleObject" Target="../embeddings/oleObject32.bin"/><Relationship Id="rId9" Type="http://schemas.openxmlformats.org/officeDocument/2006/relationships/image" Target="../media/image32.emf"/><Relationship Id="rId14" Type="http://schemas.openxmlformats.org/officeDocument/2006/relationships/hyperlink" Target="../../../lf/&#32593;&#32476;&#35838;&#31243;&#35838;&#20214;&#65288;&#20449;&#24687;&#39640;&#25968;&#65289;/4-1.PPT#-1,25,&#31215;&#20998;&#31526;&#21495;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40.wmf"/><Relationship Id="rId3" Type="http://schemas.openxmlformats.org/officeDocument/2006/relationships/image" Target="../media/image35.wmf"/><Relationship Id="rId7" Type="http://schemas.openxmlformats.org/officeDocument/2006/relationships/image" Target="../media/image37.wmf"/><Relationship Id="rId12" Type="http://schemas.openxmlformats.org/officeDocument/2006/relationships/oleObject" Target="../embeddings/oleObject42.bin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39.wmf"/><Relationship Id="rId5" Type="http://schemas.openxmlformats.org/officeDocument/2006/relationships/image" Target="../media/image36.wmf"/><Relationship Id="rId10" Type="http://schemas.openxmlformats.org/officeDocument/2006/relationships/oleObject" Target="../embeddings/oleObject41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38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13" Type="http://schemas.openxmlformats.org/officeDocument/2006/relationships/image" Target="../media/image46.wmf"/><Relationship Id="rId3" Type="http://schemas.openxmlformats.org/officeDocument/2006/relationships/image" Target="../media/image41.wmf"/><Relationship Id="rId7" Type="http://schemas.openxmlformats.org/officeDocument/2006/relationships/image" Target="../media/image43.wmf"/><Relationship Id="rId12" Type="http://schemas.openxmlformats.org/officeDocument/2006/relationships/oleObject" Target="../embeddings/oleObject48.bin"/><Relationship Id="rId2" Type="http://schemas.openxmlformats.org/officeDocument/2006/relationships/oleObject" Target="../embeddings/oleObject4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45.wmf"/><Relationship Id="rId5" Type="http://schemas.openxmlformats.org/officeDocument/2006/relationships/image" Target="../media/image42.wmf"/><Relationship Id="rId15" Type="http://schemas.openxmlformats.org/officeDocument/2006/relationships/image" Target="../media/image47.wmf"/><Relationship Id="rId10" Type="http://schemas.openxmlformats.org/officeDocument/2006/relationships/oleObject" Target="../embeddings/oleObject47.bin"/><Relationship Id="rId4" Type="http://schemas.openxmlformats.org/officeDocument/2006/relationships/oleObject" Target="../embeddings/oleObject44.bin"/><Relationship Id="rId9" Type="http://schemas.openxmlformats.org/officeDocument/2006/relationships/image" Target="../media/image44.wmf"/><Relationship Id="rId14" Type="http://schemas.openxmlformats.org/officeDocument/2006/relationships/oleObject" Target="../embeddings/oleObject49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3" Type="http://schemas.openxmlformats.org/officeDocument/2006/relationships/image" Target="../media/image48.emf"/><Relationship Id="rId7" Type="http://schemas.openxmlformats.org/officeDocument/2006/relationships/image" Target="../media/image50.w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52.wmf"/><Relationship Id="rId5" Type="http://schemas.openxmlformats.org/officeDocument/2006/relationships/image" Target="../media/image49.wmf"/><Relationship Id="rId10" Type="http://schemas.openxmlformats.org/officeDocument/2006/relationships/oleObject" Target="../embeddings/oleObject54.bin"/><Relationship Id="rId4" Type="http://schemas.openxmlformats.org/officeDocument/2006/relationships/oleObject" Target="../embeddings/oleObject51.bin"/><Relationship Id="rId9" Type="http://schemas.openxmlformats.org/officeDocument/2006/relationships/image" Target="../media/image51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7" Type="http://schemas.openxmlformats.org/officeDocument/2006/relationships/image" Target="../media/image55.emf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7.bin"/><Relationship Id="rId5" Type="http://schemas.openxmlformats.org/officeDocument/2006/relationships/image" Target="../media/image54.emf"/><Relationship Id="rId4" Type="http://schemas.openxmlformats.org/officeDocument/2006/relationships/oleObject" Target="../embeddings/oleObject56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13" Type="http://schemas.openxmlformats.org/officeDocument/2006/relationships/image" Target="../media/image61.wmf"/><Relationship Id="rId18" Type="http://schemas.openxmlformats.org/officeDocument/2006/relationships/oleObject" Target="../embeddings/oleObject66.bin"/><Relationship Id="rId3" Type="http://schemas.openxmlformats.org/officeDocument/2006/relationships/image" Target="../media/image56.wmf"/><Relationship Id="rId7" Type="http://schemas.openxmlformats.org/officeDocument/2006/relationships/image" Target="../media/image58.wmf"/><Relationship Id="rId12" Type="http://schemas.openxmlformats.org/officeDocument/2006/relationships/oleObject" Target="../embeddings/oleObject63.bin"/><Relationship Id="rId17" Type="http://schemas.openxmlformats.org/officeDocument/2006/relationships/image" Target="../media/image63.wmf"/><Relationship Id="rId2" Type="http://schemas.openxmlformats.org/officeDocument/2006/relationships/oleObject" Target="../embeddings/oleObject58.bin"/><Relationship Id="rId16" Type="http://schemas.openxmlformats.org/officeDocument/2006/relationships/oleObject" Target="../embeddings/oleObject6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0.bin"/><Relationship Id="rId11" Type="http://schemas.openxmlformats.org/officeDocument/2006/relationships/image" Target="../media/image60.wmf"/><Relationship Id="rId5" Type="http://schemas.openxmlformats.org/officeDocument/2006/relationships/image" Target="../media/image57.emf"/><Relationship Id="rId15" Type="http://schemas.openxmlformats.org/officeDocument/2006/relationships/image" Target="../media/image62.wmf"/><Relationship Id="rId10" Type="http://schemas.openxmlformats.org/officeDocument/2006/relationships/oleObject" Target="../embeddings/oleObject62.bin"/><Relationship Id="rId19" Type="http://schemas.openxmlformats.org/officeDocument/2006/relationships/image" Target="../media/image64.wmf"/><Relationship Id="rId4" Type="http://schemas.openxmlformats.org/officeDocument/2006/relationships/oleObject" Target="../embeddings/oleObject59.bin"/><Relationship Id="rId9" Type="http://schemas.openxmlformats.org/officeDocument/2006/relationships/image" Target="../media/image59.wmf"/><Relationship Id="rId14" Type="http://schemas.openxmlformats.org/officeDocument/2006/relationships/oleObject" Target="../embeddings/oleObject64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.bin"/><Relationship Id="rId13" Type="http://schemas.openxmlformats.org/officeDocument/2006/relationships/image" Target="../media/image70.wmf"/><Relationship Id="rId18" Type="http://schemas.openxmlformats.org/officeDocument/2006/relationships/oleObject" Target="../embeddings/oleObject75.bin"/><Relationship Id="rId26" Type="http://schemas.openxmlformats.org/officeDocument/2006/relationships/oleObject" Target="../embeddings/oleObject79.bin"/><Relationship Id="rId3" Type="http://schemas.openxmlformats.org/officeDocument/2006/relationships/image" Target="../media/image65.wmf"/><Relationship Id="rId21" Type="http://schemas.openxmlformats.org/officeDocument/2006/relationships/image" Target="../media/image74.wmf"/><Relationship Id="rId7" Type="http://schemas.openxmlformats.org/officeDocument/2006/relationships/image" Target="../media/image67.wmf"/><Relationship Id="rId12" Type="http://schemas.openxmlformats.org/officeDocument/2006/relationships/oleObject" Target="../embeddings/oleObject72.bin"/><Relationship Id="rId17" Type="http://schemas.openxmlformats.org/officeDocument/2006/relationships/image" Target="../media/image72.wmf"/><Relationship Id="rId25" Type="http://schemas.openxmlformats.org/officeDocument/2006/relationships/image" Target="../media/image76.wmf"/><Relationship Id="rId2" Type="http://schemas.openxmlformats.org/officeDocument/2006/relationships/oleObject" Target="../embeddings/oleObject67.bin"/><Relationship Id="rId16" Type="http://schemas.openxmlformats.org/officeDocument/2006/relationships/oleObject" Target="../embeddings/oleObject74.bin"/><Relationship Id="rId20" Type="http://schemas.openxmlformats.org/officeDocument/2006/relationships/oleObject" Target="../embeddings/oleObject76.bin"/><Relationship Id="rId29" Type="http://schemas.openxmlformats.org/officeDocument/2006/relationships/image" Target="../media/image78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9.bin"/><Relationship Id="rId11" Type="http://schemas.openxmlformats.org/officeDocument/2006/relationships/image" Target="../media/image69.wmf"/><Relationship Id="rId24" Type="http://schemas.openxmlformats.org/officeDocument/2006/relationships/oleObject" Target="../embeddings/oleObject78.bin"/><Relationship Id="rId5" Type="http://schemas.openxmlformats.org/officeDocument/2006/relationships/image" Target="../media/image66.wmf"/><Relationship Id="rId15" Type="http://schemas.openxmlformats.org/officeDocument/2006/relationships/image" Target="../media/image71.wmf"/><Relationship Id="rId23" Type="http://schemas.openxmlformats.org/officeDocument/2006/relationships/image" Target="../media/image75.wmf"/><Relationship Id="rId28" Type="http://schemas.openxmlformats.org/officeDocument/2006/relationships/oleObject" Target="../embeddings/oleObject80.bin"/><Relationship Id="rId10" Type="http://schemas.openxmlformats.org/officeDocument/2006/relationships/oleObject" Target="../embeddings/oleObject71.bin"/><Relationship Id="rId19" Type="http://schemas.openxmlformats.org/officeDocument/2006/relationships/image" Target="../media/image73.wmf"/><Relationship Id="rId4" Type="http://schemas.openxmlformats.org/officeDocument/2006/relationships/oleObject" Target="../embeddings/oleObject68.bin"/><Relationship Id="rId9" Type="http://schemas.openxmlformats.org/officeDocument/2006/relationships/image" Target="../media/image68.wmf"/><Relationship Id="rId14" Type="http://schemas.openxmlformats.org/officeDocument/2006/relationships/oleObject" Target="../embeddings/oleObject73.bin"/><Relationship Id="rId22" Type="http://schemas.openxmlformats.org/officeDocument/2006/relationships/oleObject" Target="../embeddings/oleObject77.bin"/><Relationship Id="rId27" Type="http://schemas.openxmlformats.org/officeDocument/2006/relationships/image" Target="../media/image77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4.bin"/><Relationship Id="rId13" Type="http://schemas.openxmlformats.org/officeDocument/2006/relationships/image" Target="../media/image84.wmf"/><Relationship Id="rId18" Type="http://schemas.openxmlformats.org/officeDocument/2006/relationships/oleObject" Target="../embeddings/oleObject89.bin"/><Relationship Id="rId3" Type="http://schemas.openxmlformats.org/officeDocument/2006/relationships/image" Target="../media/image79.wmf"/><Relationship Id="rId21" Type="http://schemas.openxmlformats.org/officeDocument/2006/relationships/image" Target="../media/image88.wmf"/><Relationship Id="rId7" Type="http://schemas.openxmlformats.org/officeDocument/2006/relationships/image" Target="../media/image81.wmf"/><Relationship Id="rId12" Type="http://schemas.openxmlformats.org/officeDocument/2006/relationships/oleObject" Target="../embeddings/oleObject86.bin"/><Relationship Id="rId17" Type="http://schemas.openxmlformats.org/officeDocument/2006/relationships/image" Target="../media/image86.wmf"/><Relationship Id="rId25" Type="http://schemas.openxmlformats.org/officeDocument/2006/relationships/image" Target="../media/image90.wmf"/><Relationship Id="rId2" Type="http://schemas.openxmlformats.org/officeDocument/2006/relationships/oleObject" Target="../embeddings/oleObject81.bin"/><Relationship Id="rId16" Type="http://schemas.openxmlformats.org/officeDocument/2006/relationships/oleObject" Target="../embeddings/oleObject88.bin"/><Relationship Id="rId20" Type="http://schemas.openxmlformats.org/officeDocument/2006/relationships/oleObject" Target="../embeddings/oleObject9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3.bin"/><Relationship Id="rId11" Type="http://schemas.openxmlformats.org/officeDocument/2006/relationships/image" Target="../media/image83.wmf"/><Relationship Id="rId24" Type="http://schemas.openxmlformats.org/officeDocument/2006/relationships/oleObject" Target="../embeddings/oleObject92.bin"/><Relationship Id="rId5" Type="http://schemas.openxmlformats.org/officeDocument/2006/relationships/image" Target="../media/image80.wmf"/><Relationship Id="rId15" Type="http://schemas.openxmlformats.org/officeDocument/2006/relationships/image" Target="../media/image85.wmf"/><Relationship Id="rId23" Type="http://schemas.openxmlformats.org/officeDocument/2006/relationships/image" Target="../media/image89.wmf"/><Relationship Id="rId10" Type="http://schemas.openxmlformats.org/officeDocument/2006/relationships/oleObject" Target="../embeddings/oleObject85.bin"/><Relationship Id="rId19" Type="http://schemas.openxmlformats.org/officeDocument/2006/relationships/image" Target="../media/image87.wmf"/><Relationship Id="rId4" Type="http://schemas.openxmlformats.org/officeDocument/2006/relationships/oleObject" Target="../embeddings/oleObject82.bin"/><Relationship Id="rId9" Type="http://schemas.openxmlformats.org/officeDocument/2006/relationships/image" Target="../media/image82.wmf"/><Relationship Id="rId14" Type="http://schemas.openxmlformats.org/officeDocument/2006/relationships/oleObject" Target="../embeddings/oleObject87.bin"/><Relationship Id="rId22" Type="http://schemas.openxmlformats.org/officeDocument/2006/relationships/oleObject" Target="../embeddings/oleObject91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6.bin"/><Relationship Id="rId13" Type="http://schemas.openxmlformats.org/officeDocument/2006/relationships/image" Target="../media/image96.emf"/><Relationship Id="rId3" Type="http://schemas.openxmlformats.org/officeDocument/2006/relationships/image" Target="../media/image91.wmf"/><Relationship Id="rId7" Type="http://schemas.openxmlformats.org/officeDocument/2006/relationships/image" Target="../media/image93.wmf"/><Relationship Id="rId12" Type="http://schemas.openxmlformats.org/officeDocument/2006/relationships/oleObject" Target="../embeddings/oleObject98.bin"/><Relationship Id="rId2" Type="http://schemas.openxmlformats.org/officeDocument/2006/relationships/oleObject" Target="../embeddings/oleObject9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5.bin"/><Relationship Id="rId11" Type="http://schemas.openxmlformats.org/officeDocument/2006/relationships/image" Target="../media/image95.wmf"/><Relationship Id="rId5" Type="http://schemas.openxmlformats.org/officeDocument/2006/relationships/image" Target="../media/image92.wmf"/><Relationship Id="rId10" Type="http://schemas.openxmlformats.org/officeDocument/2006/relationships/oleObject" Target="../embeddings/oleObject97.bin"/><Relationship Id="rId4" Type="http://schemas.openxmlformats.org/officeDocument/2006/relationships/oleObject" Target="../embeddings/oleObject94.bin"/><Relationship Id="rId9" Type="http://schemas.openxmlformats.org/officeDocument/2006/relationships/image" Target="../media/image94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2.bin"/><Relationship Id="rId13" Type="http://schemas.openxmlformats.org/officeDocument/2006/relationships/image" Target="../media/image102.wmf"/><Relationship Id="rId3" Type="http://schemas.openxmlformats.org/officeDocument/2006/relationships/image" Target="../media/image97.wmf"/><Relationship Id="rId7" Type="http://schemas.openxmlformats.org/officeDocument/2006/relationships/image" Target="../media/image99.wmf"/><Relationship Id="rId12" Type="http://schemas.openxmlformats.org/officeDocument/2006/relationships/oleObject" Target="../embeddings/oleObject104.bin"/><Relationship Id="rId2" Type="http://schemas.openxmlformats.org/officeDocument/2006/relationships/oleObject" Target="../embeddings/oleObject99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01.bin"/><Relationship Id="rId11" Type="http://schemas.openxmlformats.org/officeDocument/2006/relationships/image" Target="../media/image101.wmf"/><Relationship Id="rId5" Type="http://schemas.openxmlformats.org/officeDocument/2006/relationships/image" Target="../media/image98.wmf"/><Relationship Id="rId10" Type="http://schemas.openxmlformats.org/officeDocument/2006/relationships/oleObject" Target="../embeddings/oleObject103.bin"/><Relationship Id="rId4" Type="http://schemas.openxmlformats.org/officeDocument/2006/relationships/oleObject" Target="../embeddings/oleObject100.bin"/><Relationship Id="rId9" Type="http://schemas.openxmlformats.org/officeDocument/2006/relationships/image" Target="../media/image100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8.bin"/><Relationship Id="rId13" Type="http://schemas.openxmlformats.org/officeDocument/2006/relationships/image" Target="../media/image108.wmf"/><Relationship Id="rId18" Type="http://schemas.openxmlformats.org/officeDocument/2006/relationships/oleObject" Target="../embeddings/oleObject113.bin"/><Relationship Id="rId3" Type="http://schemas.openxmlformats.org/officeDocument/2006/relationships/image" Target="../media/image103.wmf"/><Relationship Id="rId7" Type="http://schemas.openxmlformats.org/officeDocument/2006/relationships/image" Target="../media/image105.wmf"/><Relationship Id="rId12" Type="http://schemas.openxmlformats.org/officeDocument/2006/relationships/oleObject" Target="../embeddings/oleObject110.bin"/><Relationship Id="rId17" Type="http://schemas.openxmlformats.org/officeDocument/2006/relationships/image" Target="../media/image110.wmf"/><Relationship Id="rId2" Type="http://schemas.openxmlformats.org/officeDocument/2006/relationships/oleObject" Target="../embeddings/oleObject105.bin"/><Relationship Id="rId16" Type="http://schemas.openxmlformats.org/officeDocument/2006/relationships/oleObject" Target="../embeddings/oleObject11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7.bin"/><Relationship Id="rId11" Type="http://schemas.openxmlformats.org/officeDocument/2006/relationships/image" Target="../media/image107.wmf"/><Relationship Id="rId5" Type="http://schemas.openxmlformats.org/officeDocument/2006/relationships/image" Target="../media/image104.wmf"/><Relationship Id="rId15" Type="http://schemas.openxmlformats.org/officeDocument/2006/relationships/image" Target="../media/image109.wmf"/><Relationship Id="rId10" Type="http://schemas.openxmlformats.org/officeDocument/2006/relationships/oleObject" Target="../embeddings/oleObject109.bin"/><Relationship Id="rId19" Type="http://schemas.openxmlformats.org/officeDocument/2006/relationships/image" Target="../media/image111.emf"/><Relationship Id="rId4" Type="http://schemas.openxmlformats.org/officeDocument/2006/relationships/oleObject" Target="../embeddings/oleObject106.bin"/><Relationship Id="rId9" Type="http://schemas.openxmlformats.org/officeDocument/2006/relationships/image" Target="../media/image106.wmf"/><Relationship Id="rId14" Type="http://schemas.openxmlformats.org/officeDocument/2006/relationships/oleObject" Target="../embeddings/oleObject111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7.bin"/><Relationship Id="rId13" Type="http://schemas.openxmlformats.org/officeDocument/2006/relationships/image" Target="../media/image117.wmf"/><Relationship Id="rId3" Type="http://schemas.openxmlformats.org/officeDocument/2006/relationships/image" Target="../media/image112.wmf"/><Relationship Id="rId7" Type="http://schemas.openxmlformats.org/officeDocument/2006/relationships/image" Target="../media/image114.wmf"/><Relationship Id="rId12" Type="http://schemas.openxmlformats.org/officeDocument/2006/relationships/oleObject" Target="../embeddings/oleObject119.bin"/><Relationship Id="rId2" Type="http://schemas.openxmlformats.org/officeDocument/2006/relationships/oleObject" Target="../embeddings/oleObject11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6.bin"/><Relationship Id="rId11" Type="http://schemas.openxmlformats.org/officeDocument/2006/relationships/image" Target="../media/image116.wmf"/><Relationship Id="rId5" Type="http://schemas.openxmlformats.org/officeDocument/2006/relationships/image" Target="../media/image113.wmf"/><Relationship Id="rId10" Type="http://schemas.openxmlformats.org/officeDocument/2006/relationships/oleObject" Target="../embeddings/oleObject118.bin"/><Relationship Id="rId4" Type="http://schemas.openxmlformats.org/officeDocument/2006/relationships/oleObject" Target="../embeddings/oleObject115.bin"/><Relationship Id="rId9" Type="http://schemas.openxmlformats.org/officeDocument/2006/relationships/image" Target="../media/image115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3.bin"/><Relationship Id="rId3" Type="http://schemas.openxmlformats.org/officeDocument/2006/relationships/image" Target="../media/image118.wmf"/><Relationship Id="rId7" Type="http://schemas.openxmlformats.org/officeDocument/2006/relationships/image" Target="../media/image120.emf"/><Relationship Id="rId2" Type="http://schemas.openxmlformats.org/officeDocument/2006/relationships/oleObject" Target="../embeddings/oleObject12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2.bin"/><Relationship Id="rId11" Type="http://schemas.openxmlformats.org/officeDocument/2006/relationships/image" Target="../media/image122.wmf"/><Relationship Id="rId5" Type="http://schemas.openxmlformats.org/officeDocument/2006/relationships/image" Target="../media/image119.wmf"/><Relationship Id="rId10" Type="http://schemas.openxmlformats.org/officeDocument/2006/relationships/oleObject" Target="../embeddings/oleObject124.bin"/><Relationship Id="rId4" Type="http://schemas.openxmlformats.org/officeDocument/2006/relationships/oleObject" Target="../embeddings/oleObject121.bin"/><Relationship Id="rId9" Type="http://schemas.openxmlformats.org/officeDocument/2006/relationships/image" Target="../media/image121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8.bin"/><Relationship Id="rId3" Type="http://schemas.openxmlformats.org/officeDocument/2006/relationships/image" Target="../media/image123.wmf"/><Relationship Id="rId7" Type="http://schemas.openxmlformats.org/officeDocument/2006/relationships/image" Target="../media/image125.emf"/><Relationship Id="rId2" Type="http://schemas.openxmlformats.org/officeDocument/2006/relationships/oleObject" Target="../embeddings/oleObject12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7.bin"/><Relationship Id="rId11" Type="http://schemas.openxmlformats.org/officeDocument/2006/relationships/image" Target="../media/image127.wmf"/><Relationship Id="rId5" Type="http://schemas.openxmlformats.org/officeDocument/2006/relationships/image" Target="../media/image124.wmf"/><Relationship Id="rId10" Type="http://schemas.openxmlformats.org/officeDocument/2006/relationships/oleObject" Target="../embeddings/oleObject129.bin"/><Relationship Id="rId4" Type="http://schemas.openxmlformats.org/officeDocument/2006/relationships/oleObject" Target="../embeddings/oleObject126.bin"/><Relationship Id="rId9" Type="http://schemas.openxmlformats.org/officeDocument/2006/relationships/image" Target="../media/image126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3.bin"/><Relationship Id="rId3" Type="http://schemas.openxmlformats.org/officeDocument/2006/relationships/image" Target="../media/image128.wmf"/><Relationship Id="rId7" Type="http://schemas.openxmlformats.org/officeDocument/2006/relationships/image" Target="../media/image130.wmf"/><Relationship Id="rId2" Type="http://schemas.openxmlformats.org/officeDocument/2006/relationships/oleObject" Target="../embeddings/oleObject13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2.bin"/><Relationship Id="rId11" Type="http://schemas.openxmlformats.org/officeDocument/2006/relationships/image" Target="../media/image132.wmf"/><Relationship Id="rId5" Type="http://schemas.openxmlformats.org/officeDocument/2006/relationships/image" Target="../media/image129.wmf"/><Relationship Id="rId10" Type="http://schemas.openxmlformats.org/officeDocument/2006/relationships/oleObject" Target="../embeddings/oleObject134.bin"/><Relationship Id="rId4" Type="http://schemas.openxmlformats.org/officeDocument/2006/relationships/oleObject" Target="../embeddings/oleObject131.bin"/><Relationship Id="rId9" Type="http://schemas.openxmlformats.org/officeDocument/2006/relationships/image" Target="../media/image131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8.bin"/><Relationship Id="rId3" Type="http://schemas.openxmlformats.org/officeDocument/2006/relationships/image" Target="../media/image133.wmf"/><Relationship Id="rId7" Type="http://schemas.openxmlformats.org/officeDocument/2006/relationships/image" Target="../media/image135.wmf"/><Relationship Id="rId2" Type="http://schemas.openxmlformats.org/officeDocument/2006/relationships/oleObject" Target="../embeddings/oleObject13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7.bin"/><Relationship Id="rId11" Type="http://schemas.openxmlformats.org/officeDocument/2006/relationships/image" Target="../media/image137.wmf"/><Relationship Id="rId5" Type="http://schemas.openxmlformats.org/officeDocument/2006/relationships/image" Target="../media/image134.wmf"/><Relationship Id="rId10" Type="http://schemas.openxmlformats.org/officeDocument/2006/relationships/oleObject" Target="../embeddings/oleObject139.bin"/><Relationship Id="rId4" Type="http://schemas.openxmlformats.org/officeDocument/2006/relationships/oleObject" Target="../embeddings/oleObject136.bin"/><Relationship Id="rId9" Type="http://schemas.openxmlformats.org/officeDocument/2006/relationships/image" Target="../media/image136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3.bin"/><Relationship Id="rId3" Type="http://schemas.openxmlformats.org/officeDocument/2006/relationships/image" Target="../media/image138.wmf"/><Relationship Id="rId7" Type="http://schemas.openxmlformats.org/officeDocument/2006/relationships/image" Target="../media/image140.wmf"/><Relationship Id="rId2" Type="http://schemas.openxmlformats.org/officeDocument/2006/relationships/oleObject" Target="../embeddings/oleObject14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2.bin"/><Relationship Id="rId11" Type="http://schemas.openxmlformats.org/officeDocument/2006/relationships/image" Target="../media/image142.wmf"/><Relationship Id="rId5" Type="http://schemas.openxmlformats.org/officeDocument/2006/relationships/image" Target="../media/image139.wmf"/><Relationship Id="rId10" Type="http://schemas.openxmlformats.org/officeDocument/2006/relationships/oleObject" Target="../embeddings/oleObject144.bin"/><Relationship Id="rId4" Type="http://schemas.openxmlformats.org/officeDocument/2006/relationships/oleObject" Target="../embeddings/oleObject141.bin"/><Relationship Id="rId9" Type="http://schemas.openxmlformats.org/officeDocument/2006/relationships/image" Target="../media/image141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8.bin"/><Relationship Id="rId3" Type="http://schemas.openxmlformats.org/officeDocument/2006/relationships/image" Target="../media/image143.wmf"/><Relationship Id="rId7" Type="http://schemas.openxmlformats.org/officeDocument/2006/relationships/image" Target="../media/image145.wmf"/><Relationship Id="rId2" Type="http://schemas.openxmlformats.org/officeDocument/2006/relationships/oleObject" Target="../embeddings/oleObject14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7.bin"/><Relationship Id="rId5" Type="http://schemas.openxmlformats.org/officeDocument/2006/relationships/image" Target="../media/image144.wmf"/><Relationship Id="rId4" Type="http://schemas.openxmlformats.org/officeDocument/2006/relationships/oleObject" Target="../embeddings/oleObject146.bin"/><Relationship Id="rId9" Type="http://schemas.openxmlformats.org/officeDocument/2006/relationships/image" Target="../media/image146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2.bin"/><Relationship Id="rId13" Type="http://schemas.openxmlformats.org/officeDocument/2006/relationships/image" Target="../media/image152.wmf"/><Relationship Id="rId18" Type="http://schemas.openxmlformats.org/officeDocument/2006/relationships/oleObject" Target="../embeddings/oleObject157.bin"/><Relationship Id="rId3" Type="http://schemas.openxmlformats.org/officeDocument/2006/relationships/image" Target="../media/image147.wmf"/><Relationship Id="rId21" Type="http://schemas.openxmlformats.org/officeDocument/2006/relationships/oleObject" Target="../embeddings/oleObject159.bin"/><Relationship Id="rId7" Type="http://schemas.openxmlformats.org/officeDocument/2006/relationships/image" Target="../media/image149.wmf"/><Relationship Id="rId12" Type="http://schemas.openxmlformats.org/officeDocument/2006/relationships/oleObject" Target="../embeddings/oleObject154.bin"/><Relationship Id="rId17" Type="http://schemas.openxmlformats.org/officeDocument/2006/relationships/image" Target="../media/image154.wmf"/><Relationship Id="rId2" Type="http://schemas.openxmlformats.org/officeDocument/2006/relationships/oleObject" Target="../embeddings/oleObject149.bin"/><Relationship Id="rId16" Type="http://schemas.openxmlformats.org/officeDocument/2006/relationships/oleObject" Target="../embeddings/oleObject156.bin"/><Relationship Id="rId20" Type="http://schemas.openxmlformats.org/officeDocument/2006/relationships/oleObject" Target="../embeddings/oleObject15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1.bin"/><Relationship Id="rId11" Type="http://schemas.openxmlformats.org/officeDocument/2006/relationships/image" Target="../media/image151.wmf"/><Relationship Id="rId24" Type="http://schemas.openxmlformats.org/officeDocument/2006/relationships/image" Target="../media/image157.wmf"/><Relationship Id="rId5" Type="http://schemas.openxmlformats.org/officeDocument/2006/relationships/image" Target="../media/image148.wmf"/><Relationship Id="rId15" Type="http://schemas.openxmlformats.org/officeDocument/2006/relationships/image" Target="../media/image153.wmf"/><Relationship Id="rId23" Type="http://schemas.openxmlformats.org/officeDocument/2006/relationships/oleObject" Target="../embeddings/oleObject160.bin"/><Relationship Id="rId10" Type="http://schemas.openxmlformats.org/officeDocument/2006/relationships/oleObject" Target="../embeddings/oleObject153.bin"/><Relationship Id="rId19" Type="http://schemas.openxmlformats.org/officeDocument/2006/relationships/image" Target="../media/image155.wmf"/><Relationship Id="rId4" Type="http://schemas.openxmlformats.org/officeDocument/2006/relationships/oleObject" Target="../embeddings/oleObject150.bin"/><Relationship Id="rId9" Type="http://schemas.openxmlformats.org/officeDocument/2006/relationships/image" Target="../media/image150.wmf"/><Relationship Id="rId14" Type="http://schemas.openxmlformats.org/officeDocument/2006/relationships/oleObject" Target="../embeddings/oleObject155.bin"/><Relationship Id="rId22" Type="http://schemas.openxmlformats.org/officeDocument/2006/relationships/image" Target="../media/image156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4.bin"/><Relationship Id="rId13" Type="http://schemas.openxmlformats.org/officeDocument/2006/relationships/image" Target="../media/image163.wmf"/><Relationship Id="rId3" Type="http://schemas.openxmlformats.org/officeDocument/2006/relationships/image" Target="../media/image158.emf"/><Relationship Id="rId7" Type="http://schemas.openxmlformats.org/officeDocument/2006/relationships/image" Target="../media/image160.wmf"/><Relationship Id="rId12" Type="http://schemas.openxmlformats.org/officeDocument/2006/relationships/oleObject" Target="../embeddings/oleObject166.bin"/><Relationship Id="rId2" Type="http://schemas.openxmlformats.org/officeDocument/2006/relationships/oleObject" Target="../embeddings/oleObject16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3.bin"/><Relationship Id="rId11" Type="http://schemas.openxmlformats.org/officeDocument/2006/relationships/image" Target="../media/image162.wmf"/><Relationship Id="rId5" Type="http://schemas.openxmlformats.org/officeDocument/2006/relationships/image" Target="../media/image159.wmf"/><Relationship Id="rId15" Type="http://schemas.openxmlformats.org/officeDocument/2006/relationships/image" Target="../media/image164.wmf"/><Relationship Id="rId10" Type="http://schemas.openxmlformats.org/officeDocument/2006/relationships/oleObject" Target="../embeddings/oleObject165.bin"/><Relationship Id="rId4" Type="http://schemas.openxmlformats.org/officeDocument/2006/relationships/oleObject" Target="../embeddings/oleObject162.bin"/><Relationship Id="rId9" Type="http://schemas.openxmlformats.org/officeDocument/2006/relationships/image" Target="../media/image161.wmf"/><Relationship Id="rId14" Type="http://schemas.openxmlformats.org/officeDocument/2006/relationships/oleObject" Target="../embeddings/oleObject167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emf"/><Relationship Id="rId2" Type="http://schemas.openxmlformats.org/officeDocument/2006/relationships/oleObject" Target="../embeddings/oleObject168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6.emf"/><Relationship Id="rId4" Type="http://schemas.openxmlformats.org/officeDocument/2006/relationships/oleObject" Target="../embeddings/oleObject169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3.bin"/><Relationship Id="rId13" Type="http://schemas.openxmlformats.org/officeDocument/2006/relationships/oleObject" Target="../embeddings/oleObject176.bin"/><Relationship Id="rId18" Type="http://schemas.openxmlformats.org/officeDocument/2006/relationships/image" Target="../media/image174.wmf"/><Relationship Id="rId3" Type="http://schemas.openxmlformats.org/officeDocument/2006/relationships/image" Target="../media/image167.wmf"/><Relationship Id="rId7" Type="http://schemas.openxmlformats.org/officeDocument/2006/relationships/image" Target="../media/image169.wmf"/><Relationship Id="rId12" Type="http://schemas.openxmlformats.org/officeDocument/2006/relationships/image" Target="../media/image171.wmf"/><Relationship Id="rId17" Type="http://schemas.openxmlformats.org/officeDocument/2006/relationships/oleObject" Target="../embeddings/oleObject178.bin"/><Relationship Id="rId2" Type="http://schemas.openxmlformats.org/officeDocument/2006/relationships/oleObject" Target="../embeddings/oleObject170.bin"/><Relationship Id="rId16" Type="http://schemas.openxmlformats.org/officeDocument/2006/relationships/image" Target="../media/image173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2.bin"/><Relationship Id="rId11" Type="http://schemas.openxmlformats.org/officeDocument/2006/relationships/oleObject" Target="../embeddings/oleObject175.bin"/><Relationship Id="rId5" Type="http://schemas.openxmlformats.org/officeDocument/2006/relationships/image" Target="../media/image168.wmf"/><Relationship Id="rId15" Type="http://schemas.openxmlformats.org/officeDocument/2006/relationships/oleObject" Target="../embeddings/oleObject177.bin"/><Relationship Id="rId10" Type="http://schemas.openxmlformats.org/officeDocument/2006/relationships/oleObject" Target="../embeddings/oleObject174.bin"/><Relationship Id="rId4" Type="http://schemas.openxmlformats.org/officeDocument/2006/relationships/oleObject" Target="../embeddings/oleObject171.bin"/><Relationship Id="rId9" Type="http://schemas.openxmlformats.org/officeDocument/2006/relationships/image" Target="../media/image170.wmf"/><Relationship Id="rId14" Type="http://schemas.openxmlformats.org/officeDocument/2006/relationships/image" Target="../media/image172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2.bin"/><Relationship Id="rId13" Type="http://schemas.openxmlformats.org/officeDocument/2006/relationships/image" Target="../media/image180.wmf"/><Relationship Id="rId3" Type="http://schemas.openxmlformats.org/officeDocument/2006/relationships/image" Target="../media/image175.wmf"/><Relationship Id="rId7" Type="http://schemas.openxmlformats.org/officeDocument/2006/relationships/image" Target="../media/image177.wmf"/><Relationship Id="rId12" Type="http://schemas.openxmlformats.org/officeDocument/2006/relationships/oleObject" Target="../embeddings/oleObject184.bin"/><Relationship Id="rId2" Type="http://schemas.openxmlformats.org/officeDocument/2006/relationships/oleObject" Target="../embeddings/oleObject17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1.bin"/><Relationship Id="rId11" Type="http://schemas.openxmlformats.org/officeDocument/2006/relationships/image" Target="../media/image179.wmf"/><Relationship Id="rId5" Type="http://schemas.openxmlformats.org/officeDocument/2006/relationships/image" Target="../media/image176.wmf"/><Relationship Id="rId10" Type="http://schemas.openxmlformats.org/officeDocument/2006/relationships/oleObject" Target="../embeddings/oleObject183.bin"/><Relationship Id="rId4" Type="http://schemas.openxmlformats.org/officeDocument/2006/relationships/oleObject" Target="../embeddings/oleObject180.bin"/><Relationship Id="rId9" Type="http://schemas.openxmlformats.org/officeDocument/2006/relationships/image" Target="../media/image178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8.bin"/><Relationship Id="rId13" Type="http://schemas.openxmlformats.org/officeDocument/2006/relationships/image" Target="../media/image186.emf"/><Relationship Id="rId3" Type="http://schemas.openxmlformats.org/officeDocument/2006/relationships/image" Target="../media/image181.emf"/><Relationship Id="rId7" Type="http://schemas.openxmlformats.org/officeDocument/2006/relationships/image" Target="../media/image183.emf"/><Relationship Id="rId12" Type="http://schemas.openxmlformats.org/officeDocument/2006/relationships/oleObject" Target="../embeddings/oleObject190.bin"/><Relationship Id="rId2" Type="http://schemas.openxmlformats.org/officeDocument/2006/relationships/oleObject" Target="../embeddings/oleObject18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7.bin"/><Relationship Id="rId11" Type="http://schemas.openxmlformats.org/officeDocument/2006/relationships/image" Target="../media/image185.wmf"/><Relationship Id="rId5" Type="http://schemas.openxmlformats.org/officeDocument/2006/relationships/image" Target="../media/image182.emf"/><Relationship Id="rId15" Type="http://schemas.openxmlformats.org/officeDocument/2006/relationships/image" Target="../media/image187.emf"/><Relationship Id="rId10" Type="http://schemas.openxmlformats.org/officeDocument/2006/relationships/oleObject" Target="../embeddings/oleObject189.bin"/><Relationship Id="rId4" Type="http://schemas.openxmlformats.org/officeDocument/2006/relationships/oleObject" Target="../embeddings/oleObject186.bin"/><Relationship Id="rId9" Type="http://schemas.openxmlformats.org/officeDocument/2006/relationships/image" Target="../media/image184.wmf"/><Relationship Id="rId14" Type="http://schemas.openxmlformats.org/officeDocument/2006/relationships/oleObject" Target="../embeddings/oleObject191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5.bin"/><Relationship Id="rId13" Type="http://schemas.openxmlformats.org/officeDocument/2006/relationships/image" Target="../media/image193.wmf"/><Relationship Id="rId3" Type="http://schemas.openxmlformats.org/officeDocument/2006/relationships/image" Target="../media/image188.wmf"/><Relationship Id="rId7" Type="http://schemas.openxmlformats.org/officeDocument/2006/relationships/image" Target="../media/image190.wmf"/><Relationship Id="rId12" Type="http://schemas.openxmlformats.org/officeDocument/2006/relationships/oleObject" Target="../embeddings/oleObject197.bin"/><Relationship Id="rId2" Type="http://schemas.openxmlformats.org/officeDocument/2006/relationships/oleObject" Target="../embeddings/oleObject19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4.bin"/><Relationship Id="rId11" Type="http://schemas.openxmlformats.org/officeDocument/2006/relationships/image" Target="../media/image192.wmf"/><Relationship Id="rId5" Type="http://schemas.openxmlformats.org/officeDocument/2006/relationships/image" Target="../media/image189.wmf"/><Relationship Id="rId15" Type="http://schemas.openxmlformats.org/officeDocument/2006/relationships/image" Target="../media/image194.wmf"/><Relationship Id="rId10" Type="http://schemas.openxmlformats.org/officeDocument/2006/relationships/oleObject" Target="../embeddings/oleObject196.bin"/><Relationship Id="rId4" Type="http://schemas.openxmlformats.org/officeDocument/2006/relationships/oleObject" Target="../embeddings/oleObject193.bin"/><Relationship Id="rId9" Type="http://schemas.openxmlformats.org/officeDocument/2006/relationships/image" Target="../media/image191.wmf"/><Relationship Id="rId14" Type="http://schemas.openxmlformats.org/officeDocument/2006/relationships/oleObject" Target="../embeddings/oleObject198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2.bin"/><Relationship Id="rId13" Type="http://schemas.openxmlformats.org/officeDocument/2006/relationships/image" Target="../media/image199.wmf"/><Relationship Id="rId3" Type="http://schemas.openxmlformats.org/officeDocument/2006/relationships/image" Target="../media/image189.wmf"/><Relationship Id="rId7" Type="http://schemas.openxmlformats.org/officeDocument/2006/relationships/image" Target="../media/image196.wmf"/><Relationship Id="rId12" Type="http://schemas.openxmlformats.org/officeDocument/2006/relationships/oleObject" Target="../embeddings/oleObject204.bin"/><Relationship Id="rId17" Type="http://schemas.openxmlformats.org/officeDocument/2006/relationships/image" Target="../media/image201.wmf"/><Relationship Id="rId2" Type="http://schemas.openxmlformats.org/officeDocument/2006/relationships/oleObject" Target="../embeddings/oleObject199.bin"/><Relationship Id="rId16" Type="http://schemas.openxmlformats.org/officeDocument/2006/relationships/oleObject" Target="../embeddings/oleObject20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1.bin"/><Relationship Id="rId11" Type="http://schemas.openxmlformats.org/officeDocument/2006/relationships/image" Target="../media/image198.wmf"/><Relationship Id="rId5" Type="http://schemas.openxmlformats.org/officeDocument/2006/relationships/image" Target="../media/image195.wmf"/><Relationship Id="rId15" Type="http://schemas.openxmlformats.org/officeDocument/2006/relationships/image" Target="../media/image200.wmf"/><Relationship Id="rId10" Type="http://schemas.openxmlformats.org/officeDocument/2006/relationships/oleObject" Target="../embeddings/oleObject203.bin"/><Relationship Id="rId4" Type="http://schemas.openxmlformats.org/officeDocument/2006/relationships/oleObject" Target="../embeddings/oleObject200.bin"/><Relationship Id="rId9" Type="http://schemas.openxmlformats.org/officeDocument/2006/relationships/image" Target="../media/image197.wmf"/><Relationship Id="rId14" Type="http://schemas.openxmlformats.org/officeDocument/2006/relationships/oleObject" Target="../embeddings/oleObject205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0.bin"/><Relationship Id="rId13" Type="http://schemas.openxmlformats.org/officeDocument/2006/relationships/image" Target="../media/image205.wmf"/><Relationship Id="rId3" Type="http://schemas.openxmlformats.org/officeDocument/2006/relationships/image" Target="../media/image189.wmf"/><Relationship Id="rId7" Type="http://schemas.openxmlformats.org/officeDocument/2006/relationships/image" Target="../media/image202.wmf"/><Relationship Id="rId12" Type="http://schemas.openxmlformats.org/officeDocument/2006/relationships/oleObject" Target="../embeddings/oleObject212.bin"/><Relationship Id="rId17" Type="http://schemas.openxmlformats.org/officeDocument/2006/relationships/image" Target="../media/image206.wmf"/><Relationship Id="rId2" Type="http://schemas.openxmlformats.org/officeDocument/2006/relationships/oleObject" Target="../embeddings/oleObject207.bin"/><Relationship Id="rId16" Type="http://schemas.openxmlformats.org/officeDocument/2006/relationships/oleObject" Target="../embeddings/oleObject21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9.bin"/><Relationship Id="rId11" Type="http://schemas.openxmlformats.org/officeDocument/2006/relationships/image" Target="../media/image204.wmf"/><Relationship Id="rId5" Type="http://schemas.openxmlformats.org/officeDocument/2006/relationships/image" Target="../media/image195.wmf"/><Relationship Id="rId15" Type="http://schemas.openxmlformats.org/officeDocument/2006/relationships/image" Target="../media/image200.wmf"/><Relationship Id="rId10" Type="http://schemas.openxmlformats.org/officeDocument/2006/relationships/oleObject" Target="../embeddings/oleObject211.bin"/><Relationship Id="rId4" Type="http://schemas.openxmlformats.org/officeDocument/2006/relationships/oleObject" Target="../embeddings/oleObject208.bin"/><Relationship Id="rId9" Type="http://schemas.openxmlformats.org/officeDocument/2006/relationships/image" Target="../media/image203.wmf"/><Relationship Id="rId14" Type="http://schemas.openxmlformats.org/officeDocument/2006/relationships/oleObject" Target="../embeddings/oleObject213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8.bin"/><Relationship Id="rId13" Type="http://schemas.openxmlformats.org/officeDocument/2006/relationships/image" Target="../media/image212.wmf"/><Relationship Id="rId18" Type="http://schemas.openxmlformats.org/officeDocument/2006/relationships/oleObject" Target="../embeddings/oleObject223.bin"/><Relationship Id="rId3" Type="http://schemas.openxmlformats.org/officeDocument/2006/relationships/image" Target="../media/image207.wmf"/><Relationship Id="rId7" Type="http://schemas.openxmlformats.org/officeDocument/2006/relationships/image" Target="../media/image209.wmf"/><Relationship Id="rId12" Type="http://schemas.openxmlformats.org/officeDocument/2006/relationships/oleObject" Target="../embeddings/oleObject220.bin"/><Relationship Id="rId17" Type="http://schemas.openxmlformats.org/officeDocument/2006/relationships/image" Target="../media/image214.wmf"/><Relationship Id="rId2" Type="http://schemas.openxmlformats.org/officeDocument/2006/relationships/oleObject" Target="../embeddings/oleObject215.bin"/><Relationship Id="rId16" Type="http://schemas.openxmlformats.org/officeDocument/2006/relationships/oleObject" Target="../embeddings/oleObject22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7.bin"/><Relationship Id="rId11" Type="http://schemas.openxmlformats.org/officeDocument/2006/relationships/image" Target="../media/image211.wmf"/><Relationship Id="rId5" Type="http://schemas.openxmlformats.org/officeDocument/2006/relationships/image" Target="../media/image208.wmf"/><Relationship Id="rId15" Type="http://schemas.openxmlformats.org/officeDocument/2006/relationships/image" Target="../media/image213.wmf"/><Relationship Id="rId10" Type="http://schemas.openxmlformats.org/officeDocument/2006/relationships/oleObject" Target="../embeddings/oleObject219.bin"/><Relationship Id="rId19" Type="http://schemas.openxmlformats.org/officeDocument/2006/relationships/image" Target="../media/image215.wmf"/><Relationship Id="rId4" Type="http://schemas.openxmlformats.org/officeDocument/2006/relationships/oleObject" Target="../embeddings/oleObject216.bin"/><Relationship Id="rId9" Type="http://schemas.openxmlformats.org/officeDocument/2006/relationships/image" Target="../media/image210.wmf"/><Relationship Id="rId14" Type="http://schemas.openxmlformats.org/officeDocument/2006/relationships/oleObject" Target="../embeddings/oleObject221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7.bin"/><Relationship Id="rId13" Type="http://schemas.openxmlformats.org/officeDocument/2006/relationships/image" Target="../media/image221.wmf"/><Relationship Id="rId3" Type="http://schemas.openxmlformats.org/officeDocument/2006/relationships/image" Target="../media/image216.wmf"/><Relationship Id="rId7" Type="http://schemas.openxmlformats.org/officeDocument/2006/relationships/image" Target="../media/image218.wmf"/><Relationship Id="rId12" Type="http://schemas.openxmlformats.org/officeDocument/2006/relationships/oleObject" Target="../embeddings/oleObject229.bin"/><Relationship Id="rId17" Type="http://schemas.openxmlformats.org/officeDocument/2006/relationships/image" Target="../media/image222.wmf"/><Relationship Id="rId2" Type="http://schemas.openxmlformats.org/officeDocument/2006/relationships/oleObject" Target="../embeddings/oleObject224.bin"/><Relationship Id="rId16" Type="http://schemas.openxmlformats.org/officeDocument/2006/relationships/oleObject" Target="../embeddings/oleObject23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6.bin"/><Relationship Id="rId11" Type="http://schemas.openxmlformats.org/officeDocument/2006/relationships/image" Target="../media/image220.emf"/><Relationship Id="rId5" Type="http://schemas.openxmlformats.org/officeDocument/2006/relationships/image" Target="../media/image217.wmf"/><Relationship Id="rId15" Type="http://schemas.openxmlformats.org/officeDocument/2006/relationships/image" Target="../media/image212.wmf"/><Relationship Id="rId10" Type="http://schemas.openxmlformats.org/officeDocument/2006/relationships/oleObject" Target="../embeddings/oleObject228.bin"/><Relationship Id="rId4" Type="http://schemas.openxmlformats.org/officeDocument/2006/relationships/oleObject" Target="../embeddings/oleObject225.bin"/><Relationship Id="rId9" Type="http://schemas.openxmlformats.org/officeDocument/2006/relationships/image" Target="../media/image219.wmf"/><Relationship Id="rId14" Type="http://schemas.openxmlformats.org/officeDocument/2006/relationships/oleObject" Target="../embeddings/oleObject230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5.bin"/><Relationship Id="rId13" Type="http://schemas.openxmlformats.org/officeDocument/2006/relationships/image" Target="../media/image228.wmf"/><Relationship Id="rId3" Type="http://schemas.openxmlformats.org/officeDocument/2006/relationships/image" Target="../media/image223.wmf"/><Relationship Id="rId7" Type="http://schemas.openxmlformats.org/officeDocument/2006/relationships/image" Target="../media/image225.emf"/><Relationship Id="rId12" Type="http://schemas.openxmlformats.org/officeDocument/2006/relationships/oleObject" Target="../embeddings/oleObject237.bin"/><Relationship Id="rId2" Type="http://schemas.openxmlformats.org/officeDocument/2006/relationships/oleObject" Target="../embeddings/oleObject23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4.bin"/><Relationship Id="rId11" Type="http://schemas.openxmlformats.org/officeDocument/2006/relationships/image" Target="../media/image227.wmf"/><Relationship Id="rId5" Type="http://schemas.openxmlformats.org/officeDocument/2006/relationships/image" Target="../media/image224.wmf"/><Relationship Id="rId10" Type="http://schemas.openxmlformats.org/officeDocument/2006/relationships/oleObject" Target="../embeddings/oleObject236.bin"/><Relationship Id="rId4" Type="http://schemas.openxmlformats.org/officeDocument/2006/relationships/oleObject" Target="../embeddings/oleObject233.bin"/><Relationship Id="rId9" Type="http://schemas.openxmlformats.org/officeDocument/2006/relationships/image" Target="../media/image226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1.bin"/><Relationship Id="rId3" Type="http://schemas.openxmlformats.org/officeDocument/2006/relationships/image" Target="../media/image229.wmf"/><Relationship Id="rId7" Type="http://schemas.openxmlformats.org/officeDocument/2006/relationships/image" Target="../media/image231.wmf"/><Relationship Id="rId2" Type="http://schemas.openxmlformats.org/officeDocument/2006/relationships/oleObject" Target="../embeddings/oleObject23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0.bin"/><Relationship Id="rId11" Type="http://schemas.openxmlformats.org/officeDocument/2006/relationships/image" Target="../media/image233.wmf"/><Relationship Id="rId5" Type="http://schemas.openxmlformats.org/officeDocument/2006/relationships/image" Target="../media/image230.wmf"/><Relationship Id="rId10" Type="http://schemas.openxmlformats.org/officeDocument/2006/relationships/oleObject" Target="../embeddings/oleObject242.bin"/><Relationship Id="rId4" Type="http://schemas.openxmlformats.org/officeDocument/2006/relationships/oleObject" Target="../embeddings/oleObject239.bin"/><Relationship Id="rId9" Type="http://schemas.openxmlformats.org/officeDocument/2006/relationships/image" Target="../media/image232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6.bin"/><Relationship Id="rId13" Type="http://schemas.openxmlformats.org/officeDocument/2006/relationships/image" Target="../media/image239.wmf"/><Relationship Id="rId3" Type="http://schemas.openxmlformats.org/officeDocument/2006/relationships/image" Target="../media/image234.wmf"/><Relationship Id="rId7" Type="http://schemas.openxmlformats.org/officeDocument/2006/relationships/image" Target="../media/image236.emf"/><Relationship Id="rId12" Type="http://schemas.openxmlformats.org/officeDocument/2006/relationships/oleObject" Target="../embeddings/oleObject248.bin"/><Relationship Id="rId2" Type="http://schemas.openxmlformats.org/officeDocument/2006/relationships/oleObject" Target="../embeddings/oleObject24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5.bin"/><Relationship Id="rId11" Type="http://schemas.openxmlformats.org/officeDocument/2006/relationships/image" Target="../media/image238.wmf"/><Relationship Id="rId5" Type="http://schemas.openxmlformats.org/officeDocument/2006/relationships/image" Target="../media/image235.wmf"/><Relationship Id="rId10" Type="http://schemas.openxmlformats.org/officeDocument/2006/relationships/oleObject" Target="../embeddings/oleObject247.bin"/><Relationship Id="rId4" Type="http://schemas.openxmlformats.org/officeDocument/2006/relationships/oleObject" Target="../embeddings/oleObject244.bin"/><Relationship Id="rId9" Type="http://schemas.openxmlformats.org/officeDocument/2006/relationships/image" Target="../media/image237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2.bin"/><Relationship Id="rId13" Type="http://schemas.openxmlformats.org/officeDocument/2006/relationships/image" Target="../media/image245.wmf"/><Relationship Id="rId3" Type="http://schemas.openxmlformats.org/officeDocument/2006/relationships/image" Target="../media/image240.wmf"/><Relationship Id="rId7" Type="http://schemas.openxmlformats.org/officeDocument/2006/relationships/image" Target="../media/image242.emf"/><Relationship Id="rId12" Type="http://schemas.openxmlformats.org/officeDocument/2006/relationships/oleObject" Target="../embeddings/oleObject254.bin"/><Relationship Id="rId17" Type="http://schemas.openxmlformats.org/officeDocument/2006/relationships/image" Target="../media/image247.wmf"/><Relationship Id="rId2" Type="http://schemas.openxmlformats.org/officeDocument/2006/relationships/oleObject" Target="../embeddings/oleObject249.bin"/><Relationship Id="rId16" Type="http://schemas.openxmlformats.org/officeDocument/2006/relationships/oleObject" Target="../embeddings/oleObject25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1.bin"/><Relationship Id="rId11" Type="http://schemas.openxmlformats.org/officeDocument/2006/relationships/image" Target="../media/image244.wmf"/><Relationship Id="rId5" Type="http://schemas.openxmlformats.org/officeDocument/2006/relationships/image" Target="../media/image241.wmf"/><Relationship Id="rId15" Type="http://schemas.openxmlformats.org/officeDocument/2006/relationships/image" Target="../media/image246.wmf"/><Relationship Id="rId10" Type="http://schemas.openxmlformats.org/officeDocument/2006/relationships/oleObject" Target="../embeddings/oleObject253.bin"/><Relationship Id="rId4" Type="http://schemas.openxmlformats.org/officeDocument/2006/relationships/oleObject" Target="../embeddings/oleObject250.bin"/><Relationship Id="rId9" Type="http://schemas.openxmlformats.org/officeDocument/2006/relationships/image" Target="../media/image243.wmf"/><Relationship Id="rId14" Type="http://schemas.openxmlformats.org/officeDocument/2006/relationships/oleObject" Target="../embeddings/oleObject255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0.bin"/><Relationship Id="rId13" Type="http://schemas.openxmlformats.org/officeDocument/2006/relationships/image" Target="../media/image253.wmf"/><Relationship Id="rId3" Type="http://schemas.openxmlformats.org/officeDocument/2006/relationships/image" Target="../media/image248.wmf"/><Relationship Id="rId7" Type="http://schemas.openxmlformats.org/officeDocument/2006/relationships/image" Target="../media/image250.wmf"/><Relationship Id="rId12" Type="http://schemas.openxmlformats.org/officeDocument/2006/relationships/oleObject" Target="../embeddings/oleObject262.bin"/><Relationship Id="rId2" Type="http://schemas.openxmlformats.org/officeDocument/2006/relationships/oleObject" Target="../embeddings/oleObject25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9.bin"/><Relationship Id="rId11" Type="http://schemas.openxmlformats.org/officeDocument/2006/relationships/image" Target="../media/image252.wmf"/><Relationship Id="rId5" Type="http://schemas.openxmlformats.org/officeDocument/2006/relationships/image" Target="../media/image249.wmf"/><Relationship Id="rId10" Type="http://schemas.openxmlformats.org/officeDocument/2006/relationships/oleObject" Target="../embeddings/oleObject261.bin"/><Relationship Id="rId4" Type="http://schemas.openxmlformats.org/officeDocument/2006/relationships/oleObject" Target="../embeddings/oleObject258.bin"/><Relationship Id="rId9" Type="http://schemas.openxmlformats.org/officeDocument/2006/relationships/image" Target="../media/image251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6.bin"/><Relationship Id="rId13" Type="http://schemas.openxmlformats.org/officeDocument/2006/relationships/image" Target="../media/image259.wmf"/><Relationship Id="rId3" Type="http://schemas.openxmlformats.org/officeDocument/2006/relationships/image" Target="../media/image254.wmf"/><Relationship Id="rId7" Type="http://schemas.openxmlformats.org/officeDocument/2006/relationships/image" Target="../media/image256.wmf"/><Relationship Id="rId12" Type="http://schemas.openxmlformats.org/officeDocument/2006/relationships/oleObject" Target="../embeddings/oleObject268.bin"/><Relationship Id="rId2" Type="http://schemas.openxmlformats.org/officeDocument/2006/relationships/oleObject" Target="../embeddings/oleObject26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5.bin"/><Relationship Id="rId11" Type="http://schemas.openxmlformats.org/officeDocument/2006/relationships/image" Target="../media/image258.wmf"/><Relationship Id="rId5" Type="http://schemas.openxmlformats.org/officeDocument/2006/relationships/image" Target="../media/image255.wmf"/><Relationship Id="rId10" Type="http://schemas.openxmlformats.org/officeDocument/2006/relationships/oleObject" Target="../embeddings/oleObject267.bin"/><Relationship Id="rId4" Type="http://schemas.openxmlformats.org/officeDocument/2006/relationships/oleObject" Target="../embeddings/oleObject264.bin"/><Relationship Id="rId9" Type="http://schemas.openxmlformats.org/officeDocument/2006/relationships/image" Target="../media/image257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2.bin"/><Relationship Id="rId13" Type="http://schemas.openxmlformats.org/officeDocument/2006/relationships/image" Target="../media/image265.wmf"/><Relationship Id="rId3" Type="http://schemas.openxmlformats.org/officeDocument/2006/relationships/image" Target="../media/image260.wmf"/><Relationship Id="rId7" Type="http://schemas.openxmlformats.org/officeDocument/2006/relationships/image" Target="../media/image262.emf"/><Relationship Id="rId12" Type="http://schemas.openxmlformats.org/officeDocument/2006/relationships/oleObject" Target="../embeddings/oleObject274.bin"/><Relationship Id="rId17" Type="http://schemas.openxmlformats.org/officeDocument/2006/relationships/image" Target="../media/image267.wmf"/><Relationship Id="rId2" Type="http://schemas.openxmlformats.org/officeDocument/2006/relationships/oleObject" Target="../embeddings/oleObject269.bin"/><Relationship Id="rId16" Type="http://schemas.openxmlformats.org/officeDocument/2006/relationships/oleObject" Target="../embeddings/oleObject27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1.bin"/><Relationship Id="rId11" Type="http://schemas.openxmlformats.org/officeDocument/2006/relationships/image" Target="../media/image264.wmf"/><Relationship Id="rId5" Type="http://schemas.openxmlformats.org/officeDocument/2006/relationships/image" Target="../media/image261.wmf"/><Relationship Id="rId15" Type="http://schemas.openxmlformats.org/officeDocument/2006/relationships/image" Target="../media/image266.wmf"/><Relationship Id="rId10" Type="http://schemas.openxmlformats.org/officeDocument/2006/relationships/oleObject" Target="../embeddings/oleObject273.bin"/><Relationship Id="rId4" Type="http://schemas.openxmlformats.org/officeDocument/2006/relationships/oleObject" Target="../embeddings/oleObject270.bin"/><Relationship Id="rId9" Type="http://schemas.openxmlformats.org/officeDocument/2006/relationships/image" Target="../media/image263.wmf"/><Relationship Id="rId14" Type="http://schemas.openxmlformats.org/officeDocument/2006/relationships/oleObject" Target="../embeddings/oleObject275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0.bin"/><Relationship Id="rId13" Type="http://schemas.openxmlformats.org/officeDocument/2006/relationships/image" Target="../media/image273.wmf"/><Relationship Id="rId3" Type="http://schemas.openxmlformats.org/officeDocument/2006/relationships/image" Target="../media/image268.wmf"/><Relationship Id="rId7" Type="http://schemas.openxmlformats.org/officeDocument/2006/relationships/image" Target="../media/image270.emf"/><Relationship Id="rId12" Type="http://schemas.openxmlformats.org/officeDocument/2006/relationships/oleObject" Target="../embeddings/oleObject282.bin"/><Relationship Id="rId2" Type="http://schemas.openxmlformats.org/officeDocument/2006/relationships/oleObject" Target="../embeddings/oleObject27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9.bin"/><Relationship Id="rId11" Type="http://schemas.openxmlformats.org/officeDocument/2006/relationships/image" Target="../media/image272.wmf"/><Relationship Id="rId5" Type="http://schemas.openxmlformats.org/officeDocument/2006/relationships/image" Target="../media/image269.wmf"/><Relationship Id="rId15" Type="http://schemas.openxmlformats.org/officeDocument/2006/relationships/image" Target="../media/image274.wmf"/><Relationship Id="rId10" Type="http://schemas.openxmlformats.org/officeDocument/2006/relationships/oleObject" Target="../embeddings/oleObject281.bin"/><Relationship Id="rId4" Type="http://schemas.openxmlformats.org/officeDocument/2006/relationships/oleObject" Target="../embeddings/oleObject278.bin"/><Relationship Id="rId9" Type="http://schemas.openxmlformats.org/officeDocument/2006/relationships/image" Target="../media/image271.wmf"/><Relationship Id="rId14" Type="http://schemas.openxmlformats.org/officeDocument/2006/relationships/oleObject" Target="../embeddings/oleObject283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7.bin"/><Relationship Id="rId13" Type="http://schemas.openxmlformats.org/officeDocument/2006/relationships/image" Target="../media/image280.wmf"/><Relationship Id="rId3" Type="http://schemas.openxmlformats.org/officeDocument/2006/relationships/image" Target="../media/image275.wmf"/><Relationship Id="rId7" Type="http://schemas.openxmlformats.org/officeDocument/2006/relationships/image" Target="../media/image277.wmf"/><Relationship Id="rId12" Type="http://schemas.openxmlformats.org/officeDocument/2006/relationships/oleObject" Target="../embeddings/oleObject289.bin"/><Relationship Id="rId2" Type="http://schemas.openxmlformats.org/officeDocument/2006/relationships/oleObject" Target="../embeddings/oleObject28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6.bin"/><Relationship Id="rId11" Type="http://schemas.openxmlformats.org/officeDocument/2006/relationships/image" Target="../media/image279.wmf"/><Relationship Id="rId5" Type="http://schemas.openxmlformats.org/officeDocument/2006/relationships/image" Target="../media/image276.emf"/><Relationship Id="rId15" Type="http://schemas.openxmlformats.org/officeDocument/2006/relationships/image" Target="../media/image281.wmf"/><Relationship Id="rId10" Type="http://schemas.openxmlformats.org/officeDocument/2006/relationships/oleObject" Target="../embeddings/oleObject288.bin"/><Relationship Id="rId4" Type="http://schemas.openxmlformats.org/officeDocument/2006/relationships/oleObject" Target="../embeddings/oleObject285.bin"/><Relationship Id="rId9" Type="http://schemas.openxmlformats.org/officeDocument/2006/relationships/image" Target="../media/image278.wmf"/><Relationship Id="rId14" Type="http://schemas.openxmlformats.org/officeDocument/2006/relationships/oleObject" Target="../embeddings/oleObject290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4.bin"/><Relationship Id="rId13" Type="http://schemas.openxmlformats.org/officeDocument/2006/relationships/image" Target="../media/image287.wmf"/><Relationship Id="rId3" Type="http://schemas.openxmlformats.org/officeDocument/2006/relationships/image" Target="../media/image282.wmf"/><Relationship Id="rId7" Type="http://schemas.openxmlformats.org/officeDocument/2006/relationships/image" Target="../media/image284.wmf"/><Relationship Id="rId12" Type="http://schemas.openxmlformats.org/officeDocument/2006/relationships/oleObject" Target="../embeddings/oleObject296.bin"/><Relationship Id="rId17" Type="http://schemas.openxmlformats.org/officeDocument/2006/relationships/image" Target="../media/image289.wmf"/><Relationship Id="rId2" Type="http://schemas.openxmlformats.org/officeDocument/2006/relationships/oleObject" Target="../embeddings/oleObject291.bin"/><Relationship Id="rId16" Type="http://schemas.openxmlformats.org/officeDocument/2006/relationships/oleObject" Target="../embeddings/oleObject29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3.bin"/><Relationship Id="rId11" Type="http://schemas.openxmlformats.org/officeDocument/2006/relationships/image" Target="../media/image286.wmf"/><Relationship Id="rId5" Type="http://schemas.openxmlformats.org/officeDocument/2006/relationships/image" Target="../media/image283.wmf"/><Relationship Id="rId15" Type="http://schemas.openxmlformats.org/officeDocument/2006/relationships/image" Target="../media/image288.wmf"/><Relationship Id="rId10" Type="http://schemas.openxmlformats.org/officeDocument/2006/relationships/oleObject" Target="../embeddings/oleObject295.bin"/><Relationship Id="rId4" Type="http://schemas.openxmlformats.org/officeDocument/2006/relationships/oleObject" Target="../embeddings/oleObject292.bin"/><Relationship Id="rId9" Type="http://schemas.openxmlformats.org/officeDocument/2006/relationships/image" Target="../media/image285.emf"/><Relationship Id="rId14" Type="http://schemas.openxmlformats.org/officeDocument/2006/relationships/oleObject" Target="../embeddings/oleObject297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2.bin"/><Relationship Id="rId13" Type="http://schemas.openxmlformats.org/officeDocument/2006/relationships/image" Target="../media/image293.wmf"/><Relationship Id="rId18" Type="http://schemas.openxmlformats.org/officeDocument/2006/relationships/oleObject" Target="../embeddings/oleObject307.bin"/><Relationship Id="rId3" Type="http://schemas.openxmlformats.org/officeDocument/2006/relationships/image" Target="../media/image282.wmf"/><Relationship Id="rId21" Type="http://schemas.openxmlformats.org/officeDocument/2006/relationships/image" Target="../media/image297.wmf"/><Relationship Id="rId7" Type="http://schemas.openxmlformats.org/officeDocument/2006/relationships/image" Target="../media/image290.emf"/><Relationship Id="rId12" Type="http://schemas.openxmlformats.org/officeDocument/2006/relationships/oleObject" Target="../embeddings/oleObject304.bin"/><Relationship Id="rId17" Type="http://schemas.openxmlformats.org/officeDocument/2006/relationships/image" Target="../media/image295.wmf"/><Relationship Id="rId2" Type="http://schemas.openxmlformats.org/officeDocument/2006/relationships/oleObject" Target="../embeddings/oleObject299.bin"/><Relationship Id="rId16" Type="http://schemas.openxmlformats.org/officeDocument/2006/relationships/oleObject" Target="../embeddings/oleObject306.bin"/><Relationship Id="rId20" Type="http://schemas.openxmlformats.org/officeDocument/2006/relationships/oleObject" Target="../embeddings/oleObject30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1.bin"/><Relationship Id="rId11" Type="http://schemas.openxmlformats.org/officeDocument/2006/relationships/image" Target="../media/image292.emf"/><Relationship Id="rId5" Type="http://schemas.openxmlformats.org/officeDocument/2006/relationships/image" Target="../media/image284.wmf"/><Relationship Id="rId15" Type="http://schemas.openxmlformats.org/officeDocument/2006/relationships/image" Target="../media/image294.wmf"/><Relationship Id="rId23" Type="http://schemas.openxmlformats.org/officeDocument/2006/relationships/image" Target="../media/image298.wmf"/><Relationship Id="rId10" Type="http://schemas.openxmlformats.org/officeDocument/2006/relationships/oleObject" Target="../embeddings/oleObject303.bin"/><Relationship Id="rId19" Type="http://schemas.openxmlformats.org/officeDocument/2006/relationships/image" Target="../media/image296.wmf"/><Relationship Id="rId4" Type="http://schemas.openxmlformats.org/officeDocument/2006/relationships/oleObject" Target="../embeddings/oleObject300.bin"/><Relationship Id="rId9" Type="http://schemas.openxmlformats.org/officeDocument/2006/relationships/image" Target="../media/image291.wmf"/><Relationship Id="rId14" Type="http://schemas.openxmlformats.org/officeDocument/2006/relationships/oleObject" Target="../embeddings/oleObject305.bin"/><Relationship Id="rId22" Type="http://schemas.openxmlformats.org/officeDocument/2006/relationships/oleObject" Target="../embeddings/oleObject309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3.bin"/><Relationship Id="rId13" Type="http://schemas.openxmlformats.org/officeDocument/2006/relationships/image" Target="../media/image304.wmf"/><Relationship Id="rId3" Type="http://schemas.openxmlformats.org/officeDocument/2006/relationships/image" Target="../media/image299.wmf"/><Relationship Id="rId7" Type="http://schemas.openxmlformats.org/officeDocument/2006/relationships/image" Target="../media/image301.wmf"/><Relationship Id="rId12" Type="http://schemas.openxmlformats.org/officeDocument/2006/relationships/oleObject" Target="../embeddings/oleObject315.bin"/><Relationship Id="rId17" Type="http://schemas.openxmlformats.org/officeDocument/2006/relationships/image" Target="../media/image306.wmf"/><Relationship Id="rId2" Type="http://schemas.openxmlformats.org/officeDocument/2006/relationships/oleObject" Target="../embeddings/oleObject310.bin"/><Relationship Id="rId16" Type="http://schemas.openxmlformats.org/officeDocument/2006/relationships/oleObject" Target="../embeddings/oleObject31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12.bin"/><Relationship Id="rId11" Type="http://schemas.openxmlformats.org/officeDocument/2006/relationships/image" Target="../media/image303.wmf"/><Relationship Id="rId5" Type="http://schemas.openxmlformats.org/officeDocument/2006/relationships/image" Target="../media/image300.wmf"/><Relationship Id="rId15" Type="http://schemas.openxmlformats.org/officeDocument/2006/relationships/image" Target="../media/image305.wmf"/><Relationship Id="rId10" Type="http://schemas.openxmlformats.org/officeDocument/2006/relationships/oleObject" Target="../embeddings/oleObject314.bin"/><Relationship Id="rId4" Type="http://schemas.openxmlformats.org/officeDocument/2006/relationships/oleObject" Target="../embeddings/oleObject311.bin"/><Relationship Id="rId9" Type="http://schemas.openxmlformats.org/officeDocument/2006/relationships/image" Target="../media/image302.wmf"/><Relationship Id="rId14" Type="http://schemas.openxmlformats.org/officeDocument/2006/relationships/oleObject" Target="../embeddings/oleObject316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1.bin"/><Relationship Id="rId13" Type="http://schemas.openxmlformats.org/officeDocument/2006/relationships/image" Target="../media/image311.wmf"/><Relationship Id="rId3" Type="http://schemas.openxmlformats.org/officeDocument/2006/relationships/image" Target="../media/image307.wmf"/><Relationship Id="rId7" Type="http://schemas.openxmlformats.org/officeDocument/2006/relationships/image" Target="../media/image308.wmf"/><Relationship Id="rId12" Type="http://schemas.openxmlformats.org/officeDocument/2006/relationships/oleObject" Target="../embeddings/oleObject323.bin"/><Relationship Id="rId17" Type="http://schemas.openxmlformats.org/officeDocument/2006/relationships/image" Target="../media/image313.wmf"/><Relationship Id="rId2" Type="http://schemas.openxmlformats.org/officeDocument/2006/relationships/oleObject" Target="../embeddings/oleObject318.bin"/><Relationship Id="rId16" Type="http://schemas.openxmlformats.org/officeDocument/2006/relationships/oleObject" Target="../embeddings/oleObject32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0.bin"/><Relationship Id="rId11" Type="http://schemas.openxmlformats.org/officeDocument/2006/relationships/image" Target="../media/image310.wmf"/><Relationship Id="rId5" Type="http://schemas.openxmlformats.org/officeDocument/2006/relationships/image" Target="../media/image24.wmf"/><Relationship Id="rId15" Type="http://schemas.openxmlformats.org/officeDocument/2006/relationships/image" Target="../media/image312.wmf"/><Relationship Id="rId10" Type="http://schemas.openxmlformats.org/officeDocument/2006/relationships/oleObject" Target="../embeddings/oleObject322.bin"/><Relationship Id="rId4" Type="http://schemas.openxmlformats.org/officeDocument/2006/relationships/oleObject" Target="../embeddings/oleObject319.bin"/><Relationship Id="rId9" Type="http://schemas.openxmlformats.org/officeDocument/2006/relationships/image" Target="../media/image309.wmf"/><Relationship Id="rId14" Type="http://schemas.openxmlformats.org/officeDocument/2006/relationships/oleObject" Target="../embeddings/oleObject324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9.bin"/><Relationship Id="rId13" Type="http://schemas.openxmlformats.org/officeDocument/2006/relationships/image" Target="../media/image319.emf"/><Relationship Id="rId3" Type="http://schemas.openxmlformats.org/officeDocument/2006/relationships/image" Target="../media/image314.wmf"/><Relationship Id="rId7" Type="http://schemas.openxmlformats.org/officeDocument/2006/relationships/image" Target="../media/image316.emf"/><Relationship Id="rId12" Type="http://schemas.openxmlformats.org/officeDocument/2006/relationships/oleObject" Target="../embeddings/oleObject331.bin"/><Relationship Id="rId2" Type="http://schemas.openxmlformats.org/officeDocument/2006/relationships/oleObject" Target="../embeddings/oleObject32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8.bin"/><Relationship Id="rId11" Type="http://schemas.openxmlformats.org/officeDocument/2006/relationships/image" Target="../media/image318.wmf"/><Relationship Id="rId5" Type="http://schemas.openxmlformats.org/officeDocument/2006/relationships/image" Target="../media/image315.wmf"/><Relationship Id="rId10" Type="http://schemas.openxmlformats.org/officeDocument/2006/relationships/oleObject" Target="../embeddings/oleObject330.bin"/><Relationship Id="rId4" Type="http://schemas.openxmlformats.org/officeDocument/2006/relationships/oleObject" Target="../embeddings/oleObject327.bin"/><Relationship Id="rId9" Type="http://schemas.openxmlformats.org/officeDocument/2006/relationships/image" Target="../media/image31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575720" y="2420888"/>
            <a:ext cx="4608512" cy="1152128"/>
          </a:xfrm>
          <a:ln w="60325" cmpd="thickThin">
            <a:solidFill>
              <a:srgbClr val="FF0000"/>
            </a:solidFill>
          </a:ln>
        </p:spPr>
        <p:txBody>
          <a:bodyPr/>
          <a:lstStyle/>
          <a:p>
            <a:pPr eaLnBrk="1" hangingPunct="1"/>
            <a:r>
              <a:rPr lang="zh-CN" alt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第</a:t>
            </a:r>
            <a:r>
              <a:rPr lang="en-US" altLang="zh-CN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4</a:t>
            </a:r>
            <a:r>
              <a:rPr lang="zh-CN" alt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章  不定积分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8BE23-9125-4FCC-9C73-BD04F861CF2C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8323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647728" y="2636912"/>
            <a:ext cx="5037584" cy="866526"/>
          </a:xfrm>
          <a:ln w="57150" cmpd="thickThin">
            <a:solidFill>
              <a:srgbClr val="FF0000"/>
            </a:solidFill>
          </a:ln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§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原函数与不定积分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840416" y="404664"/>
            <a:ext cx="1532792" cy="584775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4</a:t>
            </a:r>
            <a:endParaRPr lang="zh-CN" altLang="en-US" sz="32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8BE23-9125-4FCC-9C73-BD04F861CF2C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0376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2036633" y="3814763"/>
            <a:ext cx="1339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</a:p>
        </p:txBody>
      </p:sp>
      <p:graphicFrame>
        <p:nvGraphicFramePr>
          <p:cNvPr id="71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0600386"/>
              </p:ext>
            </p:extLst>
          </p:nvPr>
        </p:nvGraphicFramePr>
        <p:xfrm>
          <a:off x="2806701" y="3815910"/>
          <a:ext cx="2630487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65160" imgH="203040" progId="Equation.DSMT4">
                  <p:embed/>
                </p:oleObj>
              </mc:Choice>
              <mc:Fallback>
                <p:oleObj name="Equation" r:id="rId2" imgW="965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6701" y="3815910"/>
                        <a:ext cx="2630487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0012070"/>
              </p:ext>
            </p:extLst>
          </p:nvPr>
        </p:nvGraphicFramePr>
        <p:xfrm>
          <a:off x="5583172" y="3739594"/>
          <a:ext cx="3933825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3694360" imgH="592752" progId="Word.Document.8">
                  <p:embed/>
                </p:oleObj>
              </mc:Choice>
              <mc:Fallback>
                <p:oleObj name="文档" r:id="rId4" imgW="3694360" imgH="59275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3172" y="3739594"/>
                        <a:ext cx="3933825" cy="62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7369375"/>
              </p:ext>
            </p:extLst>
          </p:nvPr>
        </p:nvGraphicFramePr>
        <p:xfrm>
          <a:off x="2649843" y="4211080"/>
          <a:ext cx="3033712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9720" imgH="406080" progId="Equation.DSMT4">
                  <p:embed/>
                </p:oleObj>
              </mc:Choice>
              <mc:Fallback>
                <p:oleObj name="Equation" r:id="rId6" imgW="12697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9843" y="4211080"/>
                        <a:ext cx="3033712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701091"/>
              </p:ext>
            </p:extLst>
          </p:nvPr>
        </p:nvGraphicFramePr>
        <p:xfrm>
          <a:off x="2688547" y="4993647"/>
          <a:ext cx="5487988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8" imgW="5495590" imgH="1020084" progId="Word.Document.8">
                  <p:embed/>
                </p:oleObj>
              </mc:Choice>
              <mc:Fallback>
                <p:oleObj name="文档" r:id="rId8" imgW="5495590" imgH="102008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8547" y="4993647"/>
                        <a:ext cx="5487988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75" name="Group 7"/>
          <p:cNvGrpSpPr>
            <a:grpSpLocks/>
          </p:cNvGrpSpPr>
          <p:nvPr/>
        </p:nvGrpSpPr>
        <p:grpSpPr bwMode="auto">
          <a:xfrm>
            <a:off x="1966912" y="1299607"/>
            <a:ext cx="8010525" cy="2559049"/>
            <a:chOff x="520" y="824"/>
            <a:chExt cx="5046" cy="1612"/>
          </a:xfrm>
        </p:grpSpPr>
        <p:graphicFrame>
          <p:nvGraphicFramePr>
            <p:cNvPr id="4105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7235527"/>
                </p:ext>
              </p:extLst>
            </p:nvPr>
          </p:nvGraphicFramePr>
          <p:xfrm>
            <a:off x="1339" y="824"/>
            <a:ext cx="2230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10" imgW="3591988" imgH="620662" progId="Word.Document.8">
                    <p:embed/>
                  </p:oleObj>
                </mc:Choice>
                <mc:Fallback>
                  <p:oleObj name="Document" r:id="rId10" imgW="3591988" imgH="620662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9" y="824"/>
                          <a:ext cx="2230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6" name="Text Box 9"/>
            <p:cNvSpPr txBox="1">
              <a:spLocks noChangeArrowheads="1"/>
            </p:cNvSpPr>
            <p:nvPr/>
          </p:nvSpPr>
          <p:spPr bwMode="auto">
            <a:xfrm>
              <a:off x="520" y="842"/>
              <a:ext cx="8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定义：</a:t>
              </a:r>
            </a:p>
          </p:txBody>
        </p:sp>
        <p:graphicFrame>
          <p:nvGraphicFramePr>
            <p:cNvPr id="4107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1748841"/>
                </p:ext>
              </p:extLst>
            </p:nvPr>
          </p:nvGraphicFramePr>
          <p:xfrm>
            <a:off x="3252" y="824"/>
            <a:ext cx="1981" cy="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12" imgW="3140874" imgH="666744" progId="Word.Document.8">
                    <p:embed/>
                  </p:oleObj>
                </mc:Choice>
                <mc:Fallback>
                  <p:oleObj name="Document" r:id="rId12" imgW="3140874" imgH="666744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2" y="824"/>
                          <a:ext cx="1981" cy="4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8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3021871"/>
                </p:ext>
              </p:extLst>
            </p:nvPr>
          </p:nvGraphicFramePr>
          <p:xfrm>
            <a:off x="2100" y="1200"/>
            <a:ext cx="1513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14" imgW="2403179" imgH="601582" progId="Word.Document.8">
                    <p:embed/>
                  </p:oleObj>
                </mc:Choice>
                <mc:Fallback>
                  <p:oleObj name="Document" r:id="rId14" imgW="2403179" imgH="601582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0" y="1200"/>
                          <a:ext cx="1513" cy="3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9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1606716"/>
                </p:ext>
              </p:extLst>
            </p:nvPr>
          </p:nvGraphicFramePr>
          <p:xfrm>
            <a:off x="3194" y="1200"/>
            <a:ext cx="2103" cy="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16" imgW="3328448" imgH="594381" progId="Word.Document.8">
                    <p:embed/>
                  </p:oleObj>
                </mc:Choice>
                <mc:Fallback>
                  <p:oleObj name="Document" r:id="rId16" imgW="3328448" imgH="594381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4" y="1200"/>
                          <a:ext cx="2103" cy="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0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8110005"/>
                </p:ext>
              </p:extLst>
            </p:nvPr>
          </p:nvGraphicFramePr>
          <p:xfrm>
            <a:off x="574" y="1578"/>
            <a:ext cx="2296" cy="4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18" imgW="3649592" imgH="638303" progId="Word.Document.8">
                    <p:embed/>
                  </p:oleObj>
                </mc:Choice>
                <mc:Fallback>
                  <p:oleObj name="Document" r:id="rId18" imgW="3649592" imgH="638303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4" y="1578"/>
                          <a:ext cx="2296" cy="4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1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413417"/>
                </p:ext>
              </p:extLst>
            </p:nvPr>
          </p:nvGraphicFramePr>
          <p:xfrm>
            <a:off x="2623" y="1580"/>
            <a:ext cx="2943" cy="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20" imgW="4697990" imgH="666744" progId="Word.Document.8">
                    <p:embed/>
                  </p:oleObj>
                </mc:Choice>
                <mc:Fallback>
                  <p:oleObj name="Document" r:id="rId20" imgW="4697990" imgH="666744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3" y="1580"/>
                          <a:ext cx="2943" cy="4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2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891725"/>
                </p:ext>
              </p:extLst>
            </p:nvPr>
          </p:nvGraphicFramePr>
          <p:xfrm>
            <a:off x="572" y="1200"/>
            <a:ext cx="1781" cy="4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22" imgW="2844212" imgH="666744" progId="Word.Document.8">
                    <p:embed/>
                  </p:oleObj>
                </mc:Choice>
                <mc:Fallback>
                  <p:oleObj name="Document" r:id="rId22" imgW="2844212" imgH="666744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2" y="1200"/>
                          <a:ext cx="1781" cy="4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3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1439154"/>
                </p:ext>
              </p:extLst>
            </p:nvPr>
          </p:nvGraphicFramePr>
          <p:xfrm>
            <a:off x="565" y="2002"/>
            <a:ext cx="3341" cy="4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24" imgW="5330558" imgH="698425" progId="Word.Document.8">
                    <p:embed/>
                  </p:oleObj>
                </mc:Choice>
                <mc:Fallback>
                  <p:oleObj name="Document" r:id="rId24" imgW="5330558" imgH="698425" progId="Word.Document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5" y="2002"/>
                          <a:ext cx="3341" cy="4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04" name="Rectangle 17"/>
          <p:cNvSpPr>
            <a:spLocks noGrp="1" noChangeArrowheads="1"/>
          </p:cNvSpPr>
          <p:nvPr>
            <p:ph type="title"/>
          </p:nvPr>
        </p:nvSpPr>
        <p:spPr>
          <a:xfrm>
            <a:off x="2939183" y="524670"/>
            <a:ext cx="6065985" cy="734218"/>
          </a:xfrm>
        </p:spPr>
        <p:txBody>
          <a:bodyPr/>
          <a:lstStyle/>
          <a:p>
            <a:pPr algn="l" eaLnBrk="1" hangingPunct="1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1.1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原函数与不定积分的概念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812430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2362200" y="685800"/>
            <a:ext cx="3505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原函数存在定理：</a:t>
            </a:r>
          </a:p>
        </p:txBody>
      </p:sp>
      <p:graphicFrame>
        <p:nvGraphicFramePr>
          <p:cNvPr id="81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1419071"/>
              </p:ext>
            </p:extLst>
          </p:nvPr>
        </p:nvGraphicFramePr>
        <p:xfrm>
          <a:off x="2617788" y="1325563"/>
          <a:ext cx="5662612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07963" imgH="473057" progId="Word.Document.8">
                  <p:embed/>
                </p:oleObj>
              </mc:Choice>
              <mc:Fallback>
                <p:oleObj name="Document" r:id="rId2" imgW="5407963" imgH="47305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7788" y="1325563"/>
                        <a:ext cx="5662612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2438400" y="3089276"/>
            <a:ext cx="617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简言之：</a:t>
            </a:r>
            <a:r>
              <a:rPr kumimoji="1" lang="zh-CN" altLang="en-US" sz="2800" b="1" u="sng" dirty="0">
                <a:latin typeface="Times New Roman" panose="02020603050405020304" pitchFamily="18" charset="0"/>
              </a:rPr>
              <a:t>连续函数一定有原函数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2382838" y="3733801"/>
            <a:ext cx="16557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问题：</a:t>
            </a:r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3429000" y="3733801"/>
            <a:ext cx="563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(1)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原函数是否唯一？</a:t>
            </a:r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2286000" y="489108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</a:p>
        </p:txBody>
      </p:sp>
      <p:graphicFrame>
        <p:nvGraphicFramePr>
          <p:cNvPr id="8200" name="Object 8"/>
          <p:cNvGraphicFramePr>
            <a:graphicFrameLocks noChangeAspect="1"/>
          </p:cNvGraphicFramePr>
          <p:nvPr/>
        </p:nvGraphicFramePr>
        <p:xfrm>
          <a:off x="3000376" y="4941889"/>
          <a:ext cx="2447925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965200" imgH="203200" progId="Equation.3">
                  <p:embed/>
                </p:oleObj>
              </mc:Choice>
              <mc:Fallback>
                <p:oleObj name="公式" r:id="rId4" imgW="9652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6" y="4941889"/>
                        <a:ext cx="2447925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01" name="Group 9"/>
          <p:cNvGrpSpPr>
            <a:grpSpLocks/>
          </p:cNvGrpSpPr>
          <p:nvPr/>
        </p:nvGrpSpPr>
        <p:grpSpPr bwMode="auto">
          <a:xfrm>
            <a:off x="5867401" y="5500688"/>
            <a:ext cx="3324225" cy="519112"/>
            <a:chOff x="2928" y="3744"/>
            <a:chExt cx="1776" cy="327"/>
          </a:xfrm>
        </p:grpSpPr>
        <p:sp>
          <p:nvSpPr>
            <p:cNvPr id="5134" name="Text Box 10"/>
            <p:cNvSpPr txBox="1">
              <a:spLocks noChangeArrowheads="1"/>
            </p:cNvSpPr>
            <p:nvPr/>
          </p:nvSpPr>
          <p:spPr bwMode="auto">
            <a:xfrm>
              <a:off x="2928" y="3744"/>
              <a:ext cx="17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latin typeface="Times New Roman" panose="02020603050405020304" pitchFamily="18" charset="0"/>
                </a:rPr>
                <a:t>（   为任意常数）</a:t>
              </a:r>
            </a:p>
          </p:txBody>
        </p:sp>
        <p:graphicFrame>
          <p:nvGraphicFramePr>
            <p:cNvPr id="5135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76012026"/>
                </p:ext>
              </p:extLst>
            </p:nvPr>
          </p:nvGraphicFramePr>
          <p:xfrm>
            <a:off x="3142" y="3803"/>
            <a:ext cx="199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317362" imgH="330057" progId="Equation.3">
                    <p:embed/>
                  </p:oleObj>
                </mc:Choice>
                <mc:Fallback>
                  <p:oleObj name="公式" r:id="rId6" imgW="317362" imgH="3300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2" y="3803"/>
                          <a:ext cx="199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20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26654"/>
              </p:ext>
            </p:extLst>
          </p:nvPr>
        </p:nvGraphicFramePr>
        <p:xfrm>
          <a:off x="2516188" y="1946275"/>
          <a:ext cx="62579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6346308" imgH="473028" progId="Word.Document.8">
                  <p:embed/>
                </p:oleObj>
              </mc:Choice>
              <mc:Fallback>
                <p:oleObj name="Document" r:id="rId8" imgW="6346308" imgH="47302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6188" y="1946275"/>
                        <a:ext cx="6257925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603480"/>
              </p:ext>
            </p:extLst>
          </p:nvPr>
        </p:nvGraphicFramePr>
        <p:xfrm>
          <a:off x="2516188" y="2508250"/>
          <a:ext cx="53784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5406163" imgH="477737" progId="Word.Document.8">
                  <p:embed/>
                </p:oleObj>
              </mc:Choice>
              <mc:Fallback>
                <p:oleObj name="Document" r:id="rId10" imgW="5406163" imgH="47773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6188" y="2508250"/>
                        <a:ext cx="537845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6" name="Text Box 14"/>
          <p:cNvSpPr txBox="1">
            <a:spLocks noChangeArrowheads="1"/>
          </p:cNvSpPr>
          <p:nvPr/>
        </p:nvSpPr>
        <p:spPr bwMode="auto">
          <a:xfrm>
            <a:off x="3429000" y="4267201"/>
            <a:ext cx="670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(2)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若不唯一它们之间有什么联系？</a:t>
            </a:r>
          </a:p>
        </p:txBody>
      </p:sp>
      <p:graphicFrame>
        <p:nvGraphicFramePr>
          <p:cNvPr id="8207" name="Object 15"/>
          <p:cNvGraphicFramePr>
            <a:graphicFrameLocks noChangeAspect="1"/>
          </p:cNvGraphicFramePr>
          <p:nvPr/>
        </p:nvGraphicFramePr>
        <p:xfrm>
          <a:off x="5727700" y="4970464"/>
          <a:ext cx="306070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206500" imgH="203200" progId="Equation.3">
                  <p:embed/>
                </p:oleObj>
              </mc:Choice>
              <mc:Fallback>
                <p:oleObj name="公式" r:id="rId12" imgW="12065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700" y="4970464"/>
                        <a:ext cx="3060700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588994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autoUpdateAnimBg="0"/>
      <p:bldP spid="8197" grpId="0" autoUpdateAnimBg="0"/>
      <p:bldP spid="8198" grpId="0" autoUpdateAnimBg="0"/>
      <p:bldP spid="8199" grpId="0" autoUpdateAnimBg="0"/>
      <p:bldP spid="8206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2349500" y="765175"/>
            <a:ext cx="457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关于原函数的说明：</a:t>
            </a:r>
          </a:p>
        </p:txBody>
      </p:sp>
      <p:grpSp>
        <p:nvGrpSpPr>
          <p:cNvPr id="9219" name="Group 3"/>
          <p:cNvGrpSpPr>
            <a:grpSpLocks/>
          </p:cNvGrpSpPr>
          <p:nvPr/>
        </p:nvGrpSpPr>
        <p:grpSpPr bwMode="auto">
          <a:xfrm>
            <a:off x="2641600" y="1590676"/>
            <a:ext cx="7543800" cy="519113"/>
            <a:chOff x="844" y="1338"/>
            <a:chExt cx="4752" cy="327"/>
          </a:xfrm>
        </p:grpSpPr>
        <p:sp>
          <p:nvSpPr>
            <p:cNvPr id="6166" name="Text Box 4"/>
            <p:cNvSpPr txBox="1">
              <a:spLocks noChangeArrowheads="1"/>
            </p:cNvSpPr>
            <p:nvPr/>
          </p:nvSpPr>
          <p:spPr bwMode="auto">
            <a:xfrm>
              <a:off x="844" y="1338"/>
              <a:ext cx="47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 dirty="0">
                  <a:latin typeface="Times New Roman" panose="02020603050405020304" pitchFamily="18" charset="0"/>
                </a:rPr>
                <a:t>(1)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若                         ，则对于任意常数     ，</a:t>
              </a:r>
            </a:p>
          </p:txBody>
        </p:sp>
        <p:graphicFrame>
          <p:nvGraphicFramePr>
            <p:cNvPr id="6167" name="Object 5"/>
            <p:cNvGraphicFramePr>
              <a:graphicFrameLocks noChangeAspect="1"/>
            </p:cNvGraphicFramePr>
            <p:nvPr/>
          </p:nvGraphicFramePr>
          <p:xfrm>
            <a:off x="1440" y="1383"/>
            <a:ext cx="1344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133600" imgH="431800" progId="Equation.3">
                    <p:embed/>
                  </p:oleObj>
                </mc:Choice>
                <mc:Fallback>
                  <p:oleObj name="公式" r:id="rId2" imgW="2133600" imgH="431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1383"/>
                          <a:ext cx="1344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8" name="Object 6"/>
            <p:cNvGraphicFramePr>
              <a:graphicFrameLocks noChangeAspect="1"/>
            </p:cNvGraphicFramePr>
            <p:nvPr/>
          </p:nvGraphicFramePr>
          <p:xfrm>
            <a:off x="4656" y="1423"/>
            <a:ext cx="199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317362" imgH="330057" progId="Equation.3">
                    <p:embed/>
                  </p:oleObj>
                </mc:Choice>
                <mc:Fallback>
                  <p:oleObj name="公式" r:id="rId4" imgW="317362" imgH="3300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1423"/>
                          <a:ext cx="199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223" name="Object 7"/>
          <p:cNvGraphicFramePr>
            <a:graphicFrameLocks noChangeAspect="1"/>
          </p:cNvGraphicFramePr>
          <p:nvPr/>
        </p:nvGraphicFramePr>
        <p:xfrm>
          <a:off x="3263901" y="2195513"/>
          <a:ext cx="5383213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5068257" imgH="592752" progId="Word.Document.8">
                  <p:embed/>
                </p:oleObj>
              </mc:Choice>
              <mc:Fallback>
                <p:oleObj name="文档" r:id="rId6" imgW="5068257" imgH="59275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901" y="2195513"/>
                        <a:ext cx="5383213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24" name="Group 8"/>
          <p:cNvGrpSpPr>
            <a:grpSpLocks/>
          </p:cNvGrpSpPr>
          <p:nvPr/>
        </p:nvGrpSpPr>
        <p:grpSpPr bwMode="auto">
          <a:xfrm>
            <a:off x="2579689" y="3009901"/>
            <a:ext cx="7605713" cy="519113"/>
            <a:chOff x="665" y="1896"/>
            <a:chExt cx="4791" cy="327"/>
          </a:xfrm>
        </p:grpSpPr>
        <p:sp>
          <p:nvSpPr>
            <p:cNvPr id="6162" name="Text Box 9"/>
            <p:cNvSpPr txBox="1">
              <a:spLocks noChangeArrowheads="1"/>
            </p:cNvSpPr>
            <p:nvPr/>
          </p:nvSpPr>
          <p:spPr bwMode="auto">
            <a:xfrm>
              <a:off x="665" y="1896"/>
              <a:ext cx="47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 dirty="0">
                  <a:latin typeface="Times New Roman" panose="02020603050405020304" pitchFamily="18" charset="0"/>
                </a:rPr>
                <a:t>(2)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若           和          都是           的原函数，</a:t>
              </a:r>
            </a:p>
          </p:txBody>
        </p:sp>
        <p:graphicFrame>
          <p:nvGraphicFramePr>
            <p:cNvPr id="6163" name="Object 10"/>
            <p:cNvGraphicFramePr>
              <a:graphicFrameLocks noChangeAspect="1"/>
            </p:cNvGraphicFramePr>
            <p:nvPr/>
          </p:nvGraphicFramePr>
          <p:xfrm>
            <a:off x="1296" y="1948"/>
            <a:ext cx="536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850531" imgH="406224" progId="Equation.3">
                    <p:embed/>
                  </p:oleObj>
                </mc:Choice>
                <mc:Fallback>
                  <p:oleObj name="公式" r:id="rId8" imgW="850531" imgH="406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1948"/>
                          <a:ext cx="536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4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2892082"/>
                </p:ext>
              </p:extLst>
            </p:nvPr>
          </p:nvGraphicFramePr>
          <p:xfrm>
            <a:off x="2124" y="1944"/>
            <a:ext cx="520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825142" imgH="406224" progId="Equation.3">
                    <p:embed/>
                  </p:oleObj>
                </mc:Choice>
                <mc:Fallback>
                  <p:oleObj name="公式" r:id="rId10" imgW="825142" imgH="406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4" y="1944"/>
                          <a:ext cx="520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5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3302315"/>
                </p:ext>
              </p:extLst>
            </p:nvPr>
          </p:nvGraphicFramePr>
          <p:xfrm>
            <a:off x="3136" y="1948"/>
            <a:ext cx="528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837836" imgH="406224" progId="Equation.3">
                    <p:embed/>
                  </p:oleObj>
                </mc:Choice>
                <mc:Fallback>
                  <p:oleObj name="公式" r:id="rId12" imgW="837836" imgH="406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6" y="1948"/>
                          <a:ext cx="528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229" name="Group 13"/>
          <p:cNvGrpSpPr>
            <a:grpSpLocks/>
          </p:cNvGrpSpPr>
          <p:nvPr/>
        </p:nvGrpSpPr>
        <p:grpSpPr bwMode="auto">
          <a:xfrm>
            <a:off x="3149600" y="3581401"/>
            <a:ext cx="6762750" cy="519113"/>
            <a:chOff x="1024" y="2256"/>
            <a:chExt cx="4260" cy="327"/>
          </a:xfrm>
        </p:grpSpPr>
        <p:sp>
          <p:nvSpPr>
            <p:cNvPr id="6158" name="Text Box 14"/>
            <p:cNvSpPr txBox="1">
              <a:spLocks noChangeArrowheads="1"/>
            </p:cNvSpPr>
            <p:nvPr/>
          </p:nvSpPr>
          <p:spPr bwMode="auto">
            <a:xfrm>
              <a:off x="1024" y="2256"/>
              <a:ext cx="7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则</a:t>
              </a:r>
            </a:p>
          </p:txBody>
        </p:sp>
        <p:graphicFrame>
          <p:nvGraphicFramePr>
            <p:cNvPr id="6159" name="Object 15"/>
            <p:cNvGraphicFramePr>
              <a:graphicFrameLocks noChangeAspect="1"/>
            </p:cNvGraphicFramePr>
            <p:nvPr/>
          </p:nvGraphicFramePr>
          <p:xfrm>
            <a:off x="1408" y="2328"/>
            <a:ext cx="1672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654300" imgH="406400" progId="Equation.3">
                    <p:embed/>
                  </p:oleObj>
                </mc:Choice>
                <mc:Fallback>
                  <p:oleObj name="公式" r:id="rId14" imgW="2654300" imgH="406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8" y="2328"/>
                          <a:ext cx="1672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60" name="Text Box 16"/>
            <p:cNvSpPr txBox="1">
              <a:spLocks noChangeArrowheads="1"/>
            </p:cNvSpPr>
            <p:nvPr/>
          </p:nvSpPr>
          <p:spPr bwMode="auto">
            <a:xfrm>
              <a:off x="3280" y="2256"/>
              <a:ext cx="200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（   为任意常数）</a:t>
              </a:r>
            </a:p>
          </p:txBody>
        </p:sp>
        <p:graphicFrame>
          <p:nvGraphicFramePr>
            <p:cNvPr id="6161" name="Object 17"/>
            <p:cNvGraphicFramePr>
              <a:graphicFrameLocks noChangeAspect="1"/>
            </p:cNvGraphicFramePr>
            <p:nvPr/>
          </p:nvGraphicFramePr>
          <p:xfrm>
            <a:off x="3548" y="2324"/>
            <a:ext cx="199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317362" imgH="330057" progId="Equation.3">
                    <p:embed/>
                  </p:oleObj>
                </mc:Choice>
                <mc:Fallback>
                  <p:oleObj name="公式" r:id="rId16" imgW="317362" imgH="3300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8" y="2324"/>
                          <a:ext cx="199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34" name="Text Box 18"/>
          <p:cNvSpPr txBox="1">
            <a:spLocks noChangeArrowheads="1"/>
          </p:cNvSpPr>
          <p:nvPr/>
        </p:nvSpPr>
        <p:spPr bwMode="auto">
          <a:xfrm>
            <a:off x="2368550" y="4267201"/>
            <a:ext cx="1060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</a:t>
            </a:r>
          </a:p>
        </p:txBody>
      </p:sp>
      <p:graphicFrame>
        <p:nvGraphicFramePr>
          <p:cNvPr id="923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1048095"/>
              </p:ext>
            </p:extLst>
          </p:nvPr>
        </p:nvGraphicFramePr>
        <p:xfrm>
          <a:off x="3263901" y="4313238"/>
          <a:ext cx="5297487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197080" imgH="203040" progId="Equation.DSMT4">
                  <p:embed/>
                </p:oleObj>
              </mc:Choice>
              <mc:Fallback>
                <p:oleObj name="Equation" r:id="rId17" imgW="2197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901" y="4313238"/>
                        <a:ext cx="5297487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6" name="Object 20"/>
          <p:cNvGraphicFramePr>
            <a:graphicFrameLocks noChangeAspect="1"/>
          </p:cNvGraphicFramePr>
          <p:nvPr/>
        </p:nvGraphicFramePr>
        <p:xfrm>
          <a:off x="3797300" y="4941888"/>
          <a:ext cx="28575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2857500" imgH="406400" progId="Equation.3">
                  <p:embed/>
                </p:oleObj>
              </mc:Choice>
              <mc:Fallback>
                <p:oleObj name="公式" r:id="rId19" imgW="28575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7300" y="4941888"/>
                        <a:ext cx="28575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7" name="Object 21"/>
          <p:cNvGraphicFramePr>
            <a:graphicFrameLocks noChangeAspect="1"/>
          </p:cNvGraphicFramePr>
          <p:nvPr/>
        </p:nvGraphicFramePr>
        <p:xfrm>
          <a:off x="3302000" y="5538788"/>
          <a:ext cx="32385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3238500" imgH="406400" progId="Equation.3">
                  <p:embed/>
                </p:oleObj>
              </mc:Choice>
              <mc:Fallback>
                <p:oleObj name="公式" r:id="rId21" imgW="32385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0" y="5538788"/>
                        <a:ext cx="32385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38" name="Group 22"/>
          <p:cNvGrpSpPr>
            <a:grpSpLocks/>
          </p:cNvGrpSpPr>
          <p:nvPr/>
        </p:nvGrpSpPr>
        <p:grpSpPr bwMode="auto">
          <a:xfrm>
            <a:off x="6731001" y="5411788"/>
            <a:ext cx="3109913" cy="519112"/>
            <a:chOff x="2928" y="3744"/>
            <a:chExt cx="1776" cy="327"/>
          </a:xfrm>
        </p:grpSpPr>
        <p:sp>
          <p:nvSpPr>
            <p:cNvPr id="6156" name="Text Box 23"/>
            <p:cNvSpPr txBox="1">
              <a:spLocks noChangeArrowheads="1"/>
            </p:cNvSpPr>
            <p:nvPr/>
          </p:nvSpPr>
          <p:spPr bwMode="auto">
            <a:xfrm>
              <a:off x="2928" y="3744"/>
              <a:ext cx="17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（   为任意常数）</a:t>
              </a:r>
            </a:p>
          </p:txBody>
        </p:sp>
        <p:graphicFrame>
          <p:nvGraphicFramePr>
            <p:cNvPr id="6157" name="Object 24"/>
            <p:cNvGraphicFramePr>
              <a:graphicFrameLocks noChangeAspect="1"/>
            </p:cNvGraphicFramePr>
            <p:nvPr/>
          </p:nvGraphicFramePr>
          <p:xfrm>
            <a:off x="3196" y="3812"/>
            <a:ext cx="199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317362" imgH="330057" progId="Equation.3">
                    <p:embed/>
                  </p:oleObj>
                </mc:Choice>
                <mc:Fallback>
                  <p:oleObj name="公式" r:id="rId23" imgW="317362" imgH="3300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6" y="3812"/>
                          <a:ext cx="199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024279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4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7423150" y="3689350"/>
            <a:ext cx="641350" cy="2406650"/>
            <a:chOff x="3716" y="2324"/>
            <a:chExt cx="404" cy="1516"/>
          </a:xfrm>
        </p:grpSpPr>
        <p:sp>
          <p:nvSpPr>
            <p:cNvPr id="7191" name="Rectangle 3"/>
            <p:cNvSpPr>
              <a:spLocks noChangeArrowheads="1"/>
            </p:cNvSpPr>
            <p:nvPr/>
          </p:nvSpPr>
          <p:spPr bwMode="auto">
            <a:xfrm>
              <a:off x="3716" y="2324"/>
              <a:ext cx="384" cy="336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CC66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7192" name="Text Box 4"/>
            <p:cNvSpPr txBox="1">
              <a:spLocks noChangeArrowheads="1"/>
            </p:cNvSpPr>
            <p:nvPr/>
          </p:nvSpPr>
          <p:spPr bwMode="auto">
            <a:xfrm>
              <a:off x="3732" y="2736"/>
              <a:ext cx="388" cy="1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任意常数</a:t>
              </a:r>
            </a:p>
          </p:txBody>
        </p:sp>
      </p:grpSp>
      <p:grpSp>
        <p:nvGrpSpPr>
          <p:cNvPr id="10245" name="Group 5"/>
          <p:cNvGrpSpPr>
            <a:grpSpLocks/>
          </p:cNvGrpSpPr>
          <p:nvPr/>
        </p:nvGrpSpPr>
        <p:grpSpPr bwMode="auto">
          <a:xfrm>
            <a:off x="3575050" y="3581400"/>
            <a:ext cx="615949" cy="2133600"/>
            <a:chOff x="1292" y="2256"/>
            <a:chExt cx="388" cy="1344"/>
          </a:xfrm>
        </p:grpSpPr>
        <p:sp>
          <p:nvSpPr>
            <p:cNvPr id="7189" name="Rectangle 6"/>
            <p:cNvSpPr>
              <a:spLocks noChangeArrowheads="1"/>
            </p:cNvSpPr>
            <p:nvPr/>
          </p:nvSpPr>
          <p:spPr bwMode="auto">
            <a:xfrm>
              <a:off x="1344" y="2256"/>
              <a:ext cx="240" cy="576"/>
            </a:xfrm>
            <a:prstGeom prst="rect">
              <a:avLst/>
            </a:prstGeom>
            <a:solidFill>
              <a:srgbClr val="CCFF66"/>
            </a:solidFill>
            <a:ln w="9525">
              <a:solidFill>
                <a:srgbClr val="CC66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7190" name="Text Box 7"/>
            <p:cNvSpPr txBox="1">
              <a:spLocks noChangeArrowheads="1"/>
            </p:cNvSpPr>
            <p:nvPr/>
          </p:nvSpPr>
          <p:spPr bwMode="auto">
            <a:xfrm>
              <a:off x="1292" y="2832"/>
              <a:ext cx="388" cy="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积分号</a:t>
              </a:r>
            </a:p>
          </p:txBody>
        </p:sp>
      </p:grpSp>
      <p:grpSp>
        <p:nvGrpSpPr>
          <p:cNvPr id="10248" name="Group 8"/>
          <p:cNvGrpSpPr>
            <a:grpSpLocks/>
          </p:cNvGrpSpPr>
          <p:nvPr/>
        </p:nvGrpSpPr>
        <p:grpSpPr bwMode="auto">
          <a:xfrm>
            <a:off x="4038600" y="3657600"/>
            <a:ext cx="990600" cy="2209800"/>
            <a:chOff x="1584" y="2304"/>
            <a:chExt cx="624" cy="1392"/>
          </a:xfrm>
        </p:grpSpPr>
        <p:sp>
          <p:nvSpPr>
            <p:cNvPr id="7187" name="Rectangle 9"/>
            <p:cNvSpPr>
              <a:spLocks noChangeArrowheads="1"/>
            </p:cNvSpPr>
            <p:nvPr/>
          </p:nvSpPr>
          <p:spPr bwMode="auto">
            <a:xfrm>
              <a:off x="1584" y="2304"/>
              <a:ext cx="624" cy="432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rgbClr val="CC66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7188" name="Text Box 10"/>
            <p:cNvSpPr txBox="1">
              <a:spLocks noChangeArrowheads="1"/>
            </p:cNvSpPr>
            <p:nvPr/>
          </p:nvSpPr>
          <p:spPr bwMode="auto">
            <a:xfrm>
              <a:off x="1725" y="2736"/>
              <a:ext cx="388" cy="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被积函数</a:t>
              </a:r>
            </a:p>
          </p:txBody>
        </p:sp>
      </p:grpSp>
      <p:sp>
        <p:nvSpPr>
          <p:cNvPr id="7173" name="Text Box 11"/>
          <p:cNvSpPr txBox="1">
            <a:spLocks noChangeArrowheads="1"/>
          </p:cNvSpPr>
          <p:nvPr/>
        </p:nvSpPr>
        <p:spPr bwMode="auto">
          <a:xfrm>
            <a:off x="2743200" y="865189"/>
            <a:ext cx="364083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不定积分的定义：</a:t>
            </a:r>
          </a:p>
        </p:txBody>
      </p:sp>
      <p:graphicFrame>
        <p:nvGraphicFramePr>
          <p:cNvPr id="1025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5761293"/>
              </p:ext>
            </p:extLst>
          </p:nvPr>
        </p:nvGraphicFramePr>
        <p:xfrm>
          <a:off x="3514725" y="1535113"/>
          <a:ext cx="2332038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2349175" imgH="703465" progId="Word.Document.8">
                  <p:embed/>
                </p:oleObj>
              </mc:Choice>
              <mc:Fallback>
                <p:oleObj name="Document" r:id="rId2" imgW="2349175" imgH="70346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4725" y="1535113"/>
                        <a:ext cx="2332038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3" name="Object 13"/>
          <p:cNvGraphicFramePr>
            <a:graphicFrameLocks noChangeAspect="1"/>
          </p:cNvGraphicFramePr>
          <p:nvPr/>
        </p:nvGraphicFramePr>
        <p:xfrm>
          <a:off x="3733800" y="3657601"/>
          <a:ext cx="4197350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289300" imgH="571500" progId="Equation.3">
                  <p:embed/>
                </p:oleObj>
              </mc:Choice>
              <mc:Fallback>
                <p:oleObj name="公式" r:id="rId4" imgW="32893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657601"/>
                        <a:ext cx="4197350" cy="72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54" name="Group 14"/>
          <p:cNvGrpSpPr>
            <a:grpSpLocks/>
          </p:cNvGrpSpPr>
          <p:nvPr/>
        </p:nvGrpSpPr>
        <p:grpSpPr bwMode="auto">
          <a:xfrm>
            <a:off x="4038600" y="3733800"/>
            <a:ext cx="1676400" cy="2514600"/>
            <a:chOff x="1584" y="2352"/>
            <a:chExt cx="1056" cy="1584"/>
          </a:xfrm>
        </p:grpSpPr>
        <p:sp>
          <p:nvSpPr>
            <p:cNvPr id="7185" name="Rectangle 15"/>
            <p:cNvSpPr>
              <a:spLocks noChangeArrowheads="1"/>
            </p:cNvSpPr>
            <p:nvPr/>
          </p:nvSpPr>
          <p:spPr bwMode="auto">
            <a:xfrm>
              <a:off x="1584" y="2352"/>
              <a:ext cx="1008" cy="336"/>
            </a:xfrm>
            <a:prstGeom prst="rect">
              <a:avLst/>
            </a:prstGeom>
            <a:noFill/>
            <a:ln w="3810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7186" name="Text Box 16"/>
            <p:cNvSpPr txBox="1">
              <a:spLocks noChangeArrowheads="1"/>
            </p:cNvSpPr>
            <p:nvPr/>
          </p:nvSpPr>
          <p:spPr bwMode="auto">
            <a:xfrm>
              <a:off x="2252" y="2688"/>
              <a:ext cx="388" cy="1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被积表达式</a:t>
              </a:r>
            </a:p>
          </p:txBody>
        </p:sp>
      </p:grpSp>
      <p:grpSp>
        <p:nvGrpSpPr>
          <p:cNvPr id="10257" name="Group 17"/>
          <p:cNvGrpSpPr>
            <a:grpSpLocks/>
          </p:cNvGrpSpPr>
          <p:nvPr/>
        </p:nvGrpSpPr>
        <p:grpSpPr bwMode="auto">
          <a:xfrm>
            <a:off x="5521325" y="4114800"/>
            <a:ext cx="1144588" cy="1981200"/>
            <a:chOff x="2544" y="2592"/>
            <a:chExt cx="721" cy="1248"/>
          </a:xfrm>
        </p:grpSpPr>
        <p:sp>
          <p:nvSpPr>
            <p:cNvPr id="7183" name="Text Box 18"/>
            <p:cNvSpPr txBox="1">
              <a:spLocks noChangeArrowheads="1"/>
            </p:cNvSpPr>
            <p:nvPr/>
          </p:nvSpPr>
          <p:spPr bwMode="auto">
            <a:xfrm>
              <a:off x="2877" y="2832"/>
              <a:ext cx="388" cy="1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积分变量</a:t>
              </a:r>
            </a:p>
          </p:txBody>
        </p:sp>
        <p:sp>
          <p:nvSpPr>
            <p:cNvPr id="7184" name="Line 19"/>
            <p:cNvSpPr>
              <a:spLocks noChangeShapeType="1"/>
            </p:cNvSpPr>
            <p:nvPr/>
          </p:nvSpPr>
          <p:spPr bwMode="auto">
            <a:xfrm>
              <a:off x="2544" y="2592"/>
              <a:ext cx="480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0260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0139235"/>
              </p:ext>
            </p:extLst>
          </p:nvPr>
        </p:nvGraphicFramePr>
        <p:xfrm>
          <a:off x="5519738" y="1535113"/>
          <a:ext cx="3935412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4066863" imgH="781228" progId="Word.Document.8">
                  <p:embed/>
                </p:oleObj>
              </mc:Choice>
              <mc:Fallback>
                <p:oleObj name="Document" r:id="rId6" imgW="4066863" imgH="78122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738" y="1535113"/>
                        <a:ext cx="3935412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1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3887993"/>
              </p:ext>
            </p:extLst>
          </p:nvPr>
        </p:nvGraphicFramePr>
        <p:xfrm>
          <a:off x="2827338" y="2089150"/>
          <a:ext cx="291147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2931339" imgH="725426" progId="Word.Document.8">
                  <p:embed/>
                </p:oleObj>
              </mc:Choice>
              <mc:Fallback>
                <p:oleObj name="Document" r:id="rId8" imgW="2931339" imgH="72542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7338" y="2089150"/>
                        <a:ext cx="2911475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3537161"/>
              </p:ext>
            </p:extLst>
          </p:nvPr>
        </p:nvGraphicFramePr>
        <p:xfrm>
          <a:off x="5329238" y="2090739"/>
          <a:ext cx="4265612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4287920" imgH="744507" progId="Word.Document.8">
                  <p:embed/>
                </p:oleObj>
              </mc:Choice>
              <mc:Fallback>
                <p:oleObj name="Document" r:id="rId10" imgW="4287920" imgH="74450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9238" y="2090739"/>
                        <a:ext cx="4265612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6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8907597"/>
              </p:ext>
            </p:extLst>
          </p:nvPr>
        </p:nvGraphicFramePr>
        <p:xfrm>
          <a:off x="2828926" y="2733676"/>
          <a:ext cx="4595813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4619505" imgH="684385" progId="Word.Document.8">
                  <p:embed/>
                </p:oleObj>
              </mc:Choice>
              <mc:Fallback>
                <p:oleObj name="Document" r:id="rId12" imgW="4619505" imgH="68438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8926" y="2733676"/>
                        <a:ext cx="4595813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2" name="Oval 24">
            <a:hlinkClick r:id="rId14" action="ppaction://hlinkpres?slideindex=25&amp;slidetitle=积分符号"/>
          </p:cNvPr>
          <p:cNvSpPr>
            <a:spLocks noChangeArrowheads="1"/>
          </p:cNvSpPr>
          <p:nvPr/>
        </p:nvSpPr>
        <p:spPr bwMode="auto">
          <a:xfrm>
            <a:off x="3575051" y="4437064"/>
            <a:ext cx="576263" cy="1368425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801869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0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2819400" y="990601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</a:t>
            </a:r>
          </a:p>
        </p:txBody>
      </p:sp>
      <p:graphicFrame>
        <p:nvGraphicFramePr>
          <p:cNvPr id="81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593148"/>
              </p:ext>
            </p:extLst>
          </p:nvPr>
        </p:nvGraphicFramePr>
        <p:xfrm>
          <a:off x="4219645" y="864896"/>
          <a:ext cx="1273036" cy="770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400" imgH="291960" progId="Equation.DSMT4">
                  <p:embed/>
                </p:oleObj>
              </mc:Choice>
              <mc:Fallback>
                <p:oleObj name="Equation" r:id="rId2" imgW="4824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9645" y="864896"/>
                        <a:ext cx="1273036" cy="7705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2819400" y="1905001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1269" name="Object 5"/>
          <p:cNvGraphicFramePr>
            <a:graphicFrameLocks noChangeAspect="1"/>
          </p:cNvGraphicFramePr>
          <p:nvPr/>
        </p:nvGraphicFramePr>
        <p:xfrm>
          <a:off x="3517901" y="1628775"/>
          <a:ext cx="2232025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50531" imgH="418918" progId="Equation.3">
                  <p:embed/>
                </p:oleObj>
              </mc:Choice>
              <mc:Fallback>
                <p:oleObj name="公式" r:id="rId4" imgW="850531" imgH="418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901" y="1628775"/>
                        <a:ext cx="2232025" cy="1100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6"/>
          <p:cNvGraphicFramePr>
            <a:graphicFrameLocks noChangeAspect="1"/>
          </p:cNvGraphicFramePr>
          <p:nvPr/>
        </p:nvGraphicFramePr>
        <p:xfrm>
          <a:off x="5975350" y="1727200"/>
          <a:ext cx="28829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882900" imgH="927100" progId="Equation.3">
                  <p:embed/>
                </p:oleObj>
              </mc:Choice>
              <mc:Fallback>
                <p:oleObj name="公式" r:id="rId6" imgW="28829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5350" y="1727200"/>
                        <a:ext cx="28829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2819400" y="4129088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pSp>
        <p:nvGrpSpPr>
          <p:cNvPr id="11272" name="Group 8"/>
          <p:cNvGrpSpPr>
            <a:grpSpLocks/>
          </p:cNvGrpSpPr>
          <p:nvPr/>
        </p:nvGrpSpPr>
        <p:grpSpPr bwMode="auto">
          <a:xfrm>
            <a:off x="2798763" y="2971804"/>
            <a:ext cx="3136901" cy="1006476"/>
            <a:chOff x="816" y="1872"/>
            <a:chExt cx="1976" cy="634"/>
          </a:xfrm>
        </p:grpSpPr>
        <p:sp>
          <p:nvSpPr>
            <p:cNvPr id="8203" name="Text Box 9"/>
            <p:cNvSpPr txBox="1">
              <a:spLocks noChangeArrowheads="1"/>
            </p:cNvSpPr>
            <p:nvPr/>
          </p:nvSpPr>
          <p:spPr bwMode="auto">
            <a:xfrm>
              <a:off x="816" y="2025"/>
              <a:ext cx="12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panose="02010600030101010101" pitchFamily="2" charset="-122"/>
                </a:rPr>
                <a:t>例</a:t>
              </a:r>
              <a:r>
                <a:rPr kumimoji="1" lang="en-US" altLang="zh-C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kumimoji="1" lang="en-US" altLang="zh-C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</a:rPr>
                <a:t>   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求</a:t>
              </a:r>
            </a:p>
          </p:txBody>
        </p:sp>
        <p:graphicFrame>
          <p:nvGraphicFramePr>
            <p:cNvPr id="8204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3442198"/>
                </p:ext>
              </p:extLst>
            </p:nvPr>
          </p:nvGraphicFramePr>
          <p:xfrm>
            <a:off x="1643" y="1872"/>
            <a:ext cx="1149" cy="6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736560" imgH="406080" progId="Equation.DSMT4">
                    <p:embed/>
                  </p:oleObj>
                </mc:Choice>
                <mc:Fallback>
                  <p:oleObj name="Equation" r:id="rId8" imgW="736560" imgH="406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3" y="1872"/>
                          <a:ext cx="1149" cy="6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275" name="Object 11"/>
          <p:cNvGraphicFramePr>
            <a:graphicFrameLocks noChangeAspect="1"/>
          </p:cNvGraphicFramePr>
          <p:nvPr/>
        </p:nvGraphicFramePr>
        <p:xfrm>
          <a:off x="3575050" y="3889375"/>
          <a:ext cx="4033838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574117" imgH="406224" progId="Equation.3">
                  <p:embed/>
                </p:oleObj>
              </mc:Choice>
              <mc:Fallback>
                <p:oleObj name="公式" r:id="rId10" imgW="1574117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3889375"/>
                        <a:ext cx="4033838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6" name="Object 12"/>
          <p:cNvGraphicFramePr>
            <a:graphicFrameLocks noChangeAspect="1"/>
          </p:cNvGraphicFramePr>
          <p:nvPr/>
        </p:nvGraphicFramePr>
        <p:xfrm>
          <a:off x="3587750" y="4953000"/>
          <a:ext cx="4660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660900" imgH="889000" progId="Equation.3">
                  <p:embed/>
                </p:oleObj>
              </mc:Choice>
              <mc:Fallback>
                <p:oleObj name="公式" r:id="rId12" imgW="46609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7750" y="4953000"/>
                        <a:ext cx="46609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156118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autoUpdateAnimBg="0"/>
      <p:bldP spid="11271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2286000" y="765175"/>
            <a:ext cx="7848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设曲线通过点（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），且其上任一点处的切线斜率等于这点横坐标的两倍，求此曲线方程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2286000" y="1919288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3124200" y="1905001"/>
            <a:ext cx="449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设曲线方程为</a:t>
            </a:r>
          </a:p>
        </p:txBody>
      </p:sp>
      <p:graphicFrame>
        <p:nvGraphicFramePr>
          <p:cNvPr id="12293" name="Object 5"/>
          <p:cNvGraphicFramePr>
            <a:graphicFrameLocks noChangeAspect="1"/>
          </p:cNvGraphicFramePr>
          <p:nvPr/>
        </p:nvGraphicFramePr>
        <p:xfrm>
          <a:off x="5359400" y="1993901"/>
          <a:ext cx="15494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48728" imgH="406224" progId="Equation.3">
                  <p:embed/>
                </p:oleObj>
              </mc:Choice>
              <mc:Fallback>
                <p:oleObj name="公式" r:id="rId2" imgW="1548728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9400" y="1993901"/>
                        <a:ext cx="15494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3124200" y="2667001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根据题意知</a:t>
            </a:r>
          </a:p>
        </p:txBody>
      </p:sp>
      <p:graphicFrame>
        <p:nvGraphicFramePr>
          <p:cNvPr id="12295" name="Object 7"/>
          <p:cNvGraphicFramePr>
            <a:graphicFrameLocks noChangeAspect="1"/>
          </p:cNvGraphicFramePr>
          <p:nvPr/>
        </p:nvGraphicFramePr>
        <p:xfrm>
          <a:off x="5257800" y="2514600"/>
          <a:ext cx="1371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71600" imgH="889000" progId="Equation.3">
                  <p:embed/>
                </p:oleObj>
              </mc:Choice>
              <mc:Fallback>
                <p:oleObj name="公式" r:id="rId4" imgW="13716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514600"/>
                        <a:ext cx="1371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8"/>
          <p:cNvGraphicFramePr>
            <a:graphicFrameLocks noChangeAspect="1"/>
          </p:cNvGraphicFramePr>
          <p:nvPr/>
        </p:nvGraphicFramePr>
        <p:xfrm>
          <a:off x="3263900" y="3457575"/>
          <a:ext cx="4700588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4696064" imgH="620322" progId="Word.Document.8">
                  <p:embed/>
                </p:oleObj>
              </mc:Choice>
              <mc:Fallback>
                <p:oleObj name="文档" r:id="rId6" imgW="4696064" imgH="62032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3900" y="3457575"/>
                        <a:ext cx="4700588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Object 9"/>
          <p:cNvGraphicFramePr>
            <a:graphicFrameLocks noChangeAspect="1"/>
          </p:cNvGraphicFramePr>
          <p:nvPr/>
        </p:nvGraphicFramePr>
        <p:xfrm>
          <a:off x="3244850" y="4160838"/>
          <a:ext cx="290830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908300" imgH="635000" progId="Equation.3">
                  <p:embed/>
                </p:oleObj>
              </mc:Choice>
              <mc:Fallback>
                <p:oleObj name="公式" r:id="rId8" imgW="29083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4850" y="4160838"/>
                        <a:ext cx="2908300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8" name="Object 10"/>
          <p:cNvGraphicFramePr>
            <a:graphicFrameLocks noChangeAspect="1"/>
          </p:cNvGraphicFramePr>
          <p:nvPr/>
        </p:nvGraphicFramePr>
        <p:xfrm>
          <a:off x="6699250" y="4152901"/>
          <a:ext cx="26670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667000" imgH="482600" progId="Equation.3">
                  <p:embed/>
                </p:oleObj>
              </mc:Choice>
              <mc:Fallback>
                <p:oleObj name="公式" r:id="rId10" imgW="26670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0" y="4152901"/>
                        <a:ext cx="26670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9" name="Rectangle 11"/>
          <p:cNvSpPr>
            <a:spLocks noChangeArrowheads="1"/>
          </p:cNvSpPr>
          <p:nvPr/>
        </p:nvSpPr>
        <p:spPr bwMode="auto">
          <a:xfrm>
            <a:off x="3124200" y="4891088"/>
            <a:ext cx="37898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由曲线通过点（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，</a:t>
            </a:r>
            <a:r>
              <a:rPr kumimoji="1" lang="en-US" altLang="zh-CN" sz="2800" b="1"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</a:t>
            </a:r>
          </a:p>
        </p:txBody>
      </p:sp>
      <p:graphicFrame>
        <p:nvGraphicFramePr>
          <p:cNvPr id="12300" name="Object 12"/>
          <p:cNvGraphicFramePr>
            <a:graphicFrameLocks noChangeAspect="1"/>
          </p:cNvGraphicFramePr>
          <p:nvPr/>
        </p:nvGraphicFramePr>
        <p:xfrm>
          <a:off x="6737350" y="4954588"/>
          <a:ext cx="14097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409088" imgH="393529" progId="Equation.3">
                  <p:embed/>
                </p:oleObj>
              </mc:Choice>
              <mc:Fallback>
                <p:oleObj name="公式" r:id="rId12" imgW="1409088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7350" y="4954588"/>
                        <a:ext cx="14097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1" name="Rectangle 13"/>
          <p:cNvSpPr>
            <a:spLocks noChangeArrowheads="1"/>
          </p:cNvSpPr>
          <p:nvPr/>
        </p:nvSpPr>
        <p:spPr bwMode="auto">
          <a:xfrm>
            <a:off x="3124200" y="5500688"/>
            <a:ext cx="2687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所求曲线方程为</a:t>
            </a:r>
          </a:p>
        </p:txBody>
      </p:sp>
      <p:graphicFrame>
        <p:nvGraphicFramePr>
          <p:cNvPr id="12302" name="Object 14"/>
          <p:cNvGraphicFramePr>
            <a:graphicFrameLocks noChangeAspect="1"/>
          </p:cNvGraphicFramePr>
          <p:nvPr/>
        </p:nvGraphicFramePr>
        <p:xfrm>
          <a:off x="5734050" y="5513388"/>
          <a:ext cx="166370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663700" imgH="482600" progId="Equation.3">
                  <p:embed/>
                </p:oleObj>
              </mc:Choice>
              <mc:Fallback>
                <p:oleObj name="公式" r:id="rId14" imgW="16637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4050" y="5513388"/>
                        <a:ext cx="1663700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319969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autoUpdateAnimBg="0"/>
      <p:bldP spid="12292" grpId="0" autoUpdateAnimBg="0"/>
      <p:bldP spid="12294" grpId="0" autoUpdateAnimBg="0"/>
      <p:bldP spid="12299" grpId="0" autoUpdateAnimBg="0"/>
      <p:bldP spid="12301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1528070"/>
              </p:ext>
            </p:extLst>
          </p:nvPr>
        </p:nvGraphicFramePr>
        <p:xfrm>
          <a:off x="2432050" y="990600"/>
          <a:ext cx="790257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944765" imgH="703422" progId="Word.Document.8">
                  <p:embed/>
                </p:oleObj>
              </mc:Choice>
              <mc:Fallback>
                <p:oleObj name="Document" r:id="rId2" imgW="7944765" imgH="70342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50" y="990600"/>
                        <a:ext cx="7902575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2311400" y="1676401"/>
            <a:ext cx="632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显然，求不定积分得到一积分曲线族</a:t>
            </a:r>
            <a:r>
              <a:rPr kumimoji="1"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2311400" y="2362201"/>
            <a:ext cx="426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由不定积分的定义，可知</a:t>
            </a:r>
          </a:p>
        </p:txBody>
      </p:sp>
      <p:graphicFrame>
        <p:nvGraphicFramePr>
          <p:cNvPr id="133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7547045"/>
              </p:ext>
            </p:extLst>
          </p:nvPr>
        </p:nvGraphicFramePr>
        <p:xfrm>
          <a:off x="6248400" y="3115968"/>
          <a:ext cx="3302000" cy="6592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594100" imgH="635000" progId="Equation.3">
                  <p:embed/>
                </p:oleObj>
              </mc:Choice>
              <mc:Fallback>
                <p:oleObj name="公式" r:id="rId4" imgW="35941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3115968"/>
                        <a:ext cx="3302000" cy="6592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6"/>
          <p:cNvGraphicFramePr>
            <a:graphicFrameLocks noChangeAspect="1"/>
          </p:cNvGraphicFramePr>
          <p:nvPr/>
        </p:nvGraphicFramePr>
        <p:xfrm>
          <a:off x="2393950" y="4098926"/>
          <a:ext cx="35052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505200" imgH="635000" progId="Equation.3">
                  <p:embed/>
                </p:oleObj>
              </mc:Choice>
              <mc:Fallback>
                <p:oleObj name="公式" r:id="rId6" imgW="35052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950" y="4098926"/>
                        <a:ext cx="350520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7"/>
          <p:cNvGraphicFramePr>
            <a:graphicFrameLocks noChangeAspect="1"/>
          </p:cNvGraphicFramePr>
          <p:nvPr/>
        </p:nvGraphicFramePr>
        <p:xfrm>
          <a:off x="6362700" y="4098926"/>
          <a:ext cx="31877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187700" imgH="635000" progId="Equation.3">
                  <p:embed/>
                </p:oleObj>
              </mc:Choice>
              <mc:Fallback>
                <p:oleObj name="公式" r:id="rId8" imgW="31877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2700" y="4098926"/>
                        <a:ext cx="318770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5E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0" name="Text Box 8"/>
          <p:cNvSpPr txBox="1">
            <a:spLocks noChangeArrowheads="1"/>
          </p:cNvSpPr>
          <p:nvPr/>
        </p:nvSpPr>
        <p:spPr bwMode="auto">
          <a:xfrm>
            <a:off x="2374900" y="5022851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结论：</a:t>
            </a:r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3365500" y="5043488"/>
            <a:ext cx="678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 sz="2800" b="1" dirty="0">
                <a:latin typeface="Times New Roman" pitchFamily="18" charset="0"/>
              </a:rPr>
              <a:t>微分运算与求不定积分的运算是</a:t>
            </a:r>
            <a:r>
              <a:rPr kumimoji="1"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互逆</a:t>
            </a:r>
            <a:r>
              <a:rPr kumimoji="1" lang="zh-CN" altLang="en-US" sz="2800" b="1" dirty="0">
                <a:latin typeface="Times New Roman" pitchFamily="18" charset="0"/>
              </a:rPr>
              <a:t>的</a:t>
            </a:r>
            <a:r>
              <a:rPr kumimoji="1" lang="en-US" altLang="zh-CN" sz="2800" b="1" dirty="0">
                <a:latin typeface="Times New Roman" pitchFamily="18" charset="0"/>
              </a:rPr>
              <a:t>.</a:t>
            </a:r>
          </a:p>
        </p:txBody>
      </p:sp>
      <p:graphicFrame>
        <p:nvGraphicFramePr>
          <p:cNvPr id="13322" name="Object 10"/>
          <p:cNvGraphicFramePr>
            <a:graphicFrameLocks noChangeAspect="1"/>
          </p:cNvGraphicFramePr>
          <p:nvPr/>
        </p:nvGraphicFramePr>
        <p:xfrm>
          <a:off x="2351089" y="2895601"/>
          <a:ext cx="3241675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422400" imgH="406400" progId="Equation.3">
                  <p:embed/>
                </p:oleObj>
              </mc:Choice>
              <mc:Fallback>
                <p:oleObj name="公式" r:id="rId10" imgW="14224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2895601"/>
                        <a:ext cx="3241675" cy="104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138802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autoUpdateAnimBg="0"/>
      <p:bldP spid="13316" grpId="0" autoUpdateAnimBg="0"/>
      <p:bldP spid="13320" grpId="0" autoUpdateAnimBg="0"/>
      <p:bldP spid="13321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514600" y="2062163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CC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实例</a:t>
            </a:r>
          </a:p>
        </p:txBody>
      </p:sp>
      <p:graphicFrame>
        <p:nvGraphicFramePr>
          <p:cNvPr id="14339" name="Object 3"/>
          <p:cNvGraphicFramePr>
            <a:graphicFrameLocks noChangeAspect="1"/>
          </p:cNvGraphicFramePr>
          <p:nvPr/>
        </p:nvGraphicFramePr>
        <p:xfrm>
          <a:off x="3581400" y="1676400"/>
          <a:ext cx="21463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24115" imgH="1200034" progId="Equation.3">
                  <p:embed/>
                </p:oleObj>
              </mc:Choice>
              <mc:Fallback>
                <p:oleObj name="公式" r:id="rId2" imgW="2124115" imgH="12000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676400"/>
                        <a:ext cx="21463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5E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66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4"/>
          <p:cNvGraphicFramePr>
            <a:graphicFrameLocks noChangeAspect="1"/>
          </p:cNvGraphicFramePr>
          <p:nvPr/>
        </p:nvGraphicFramePr>
        <p:xfrm>
          <a:off x="5930900" y="1893888"/>
          <a:ext cx="3378200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362285" imgH="981088" progId="Equation.3">
                  <p:embed/>
                </p:oleObj>
              </mc:Choice>
              <mc:Fallback>
                <p:oleObj name="公式" r:id="rId4" imgW="3362285" imgH="98108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0900" y="1893888"/>
                        <a:ext cx="3378200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5E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66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2514600" y="3656013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CC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启示</a:t>
            </a:r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3581400" y="3656013"/>
            <a:ext cx="571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能否根据求导公式得出积分公式？</a:t>
            </a:r>
          </a:p>
        </p:txBody>
      </p:sp>
      <p:sp>
        <p:nvSpPr>
          <p:cNvPr id="14343" name="Text Box 7"/>
          <p:cNvSpPr txBox="1">
            <a:spLocks noChangeArrowheads="1"/>
          </p:cNvSpPr>
          <p:nvPr/>
        </p:nvSpPr>
        <p:spPr bwMode="auto">
          <a:xfrm>
            <a:off x="2514600" y="4651376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CC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结论</a:t>
            </a:r>
          </a:p>
        </p:txBody>
      </p:sp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3619500" y="4633913"/>
            <a:ext cx="6248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既然积分运算和微分运算是互逆的，因此可以根据求导公式得出积分公式</a:t>
            </a:r>
            <a:r>
              <a:rPr kumimoji="1"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4345" name="Object 9"/>
          <p:cNvGraphicFramePr>
            <a:graphicFrameLocks noChangeAspect="1"/>
          </p:cNvGraphicFramePr>
          <p:nvPr/>
        </p:nvGraphicFramePr>
        <p:xfrm>
          <a:off x="7797800" y="3024188"/>
          <a:ext cx="13462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323885" imgH="390628" progId="Equation.3">
                  <p:embed/>
                </p:oleObj>
              </mc:Choice>
              <mc:Fallback>
                <p:oleObj name="公式" r:id="rId6" imgW="1323885" imgH="3906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7800" y="3024188"/>
                        <a:ext cx="13462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4" name="Rectangle 10"/>
          <p:cNvSpPr>
            <a:spLocks noGrp="1" noChangeArrowheads="1"/>
          </p:cNvSpPr>
          <p:nvPr>
            <p:ph type="title"/>
          </p:nvPr>
        </p:nvSpPr>
        <p:spPr>
          <a:xfrm>
            <a:off x="2262436" y="814785"/>
            <a:ext cx="3833564" cy="669529"/>
          </a:xfrm>
        </p:spPr>
        <p:txBody>
          <a:bodyPr/>
          <a:lstStyle/>
          <a:p>
            <a:pPr algn="l" eaLnBrk="1" hangingPunct="1"/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1.2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</a:rPr>
              <a:t> 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基本积分表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863008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75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autoUpdateAnimBg="0"/>
      <p:bldP spid="14341" grpId="0" autoUpdateAnimBg="0"/>
      <p:bldP spid="14342" grpId="0" autoUpdateAnimBg="0"/>
      <p:bldP spid="14343" grpId="0" autoUpdateAnimBg="0"/>
      <p:bldP spid="14344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 flipH="1">
            <a:off x="2274095" y="806143"/>
            <a:ext cx="679450" cy="29654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基本积分表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sym typeface="Monotype Sorts" pitchFamily="2" charset="2"/>
              </a:rPr>
              <a:t>(1)</a:t>
            </a:r>
          </a:p>
        </p:txBody>
      </p:sp>
      <p:grpSp>
        <p:nvGrpSpPr>
          <p:cNvPr id="15363" name="Group 3"/>
          <p:cNvGrpSpPr>
            <a:grpSpLocks/>
          </p:cNvGrpSpPr>
          <p:nvPr/>
        </p:nvGrpSpPr>
        <p:grpSpPr bwMode="auto">
          <a:xfrm>
            <a:off x="3232150" y="730250"/>
            <a:ext cx="5289550" cy="596900"/>
            <a:chOff x="1076" y="460"/>
            <a:chExt cx="3332" cy="376"/>
          </a:xfrm>
        </p:grpSpPr>
        <p:graphicFrame>
          <p:nvGraphicFramePr>
            <p:cNvPr id="12301" name="Object 4"/>
            <p:cNvGraphicFramePr>
              <a:graphicFrameLocks noChangeAspect="1"/>
            </p:cNvGraphicFramePr>
            <p:nvPr/>
          </p:nvGraphicFramePr>
          <p:xfrm>
            <a:off x="1076" y="476"/>
            <a:ext cx="2360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3746500" imgH="571500" progId="Equation.3">
                    <p:embed/>
                  </p:oleObj>
                </mc:Choice>
                <mc:Fallback>
                  <p:oleObj name="公式" r:id="rId2" imgW="3746500" imgH="5715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6" y="476"/>
                          <a:ext cx="2360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2" name="Text Box 5"/>
            <p:cNvSpPr txBox="1">
              <a:spLocks noChangeArrowheads="1"/>
            </p:cNvSpPr>
            <p:nvPr/>
          </p:nvSpPr>
          <p:spPr bwMode="auto">
            <a:xfrm>
              <a:off x="3352" y="460"/>
              <a:ext cx="105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是常数</a:t>
              </a:r>
              <a:r>
                <a:rPr kumimoji="1" lang="en-US" altLang="zh-CN" sz="2800" b="1">
                  <a:latin typeface="Times New Roman" panose="02020603050405020304" pitchFamily="18" charset="0"/>
                </a:rPr>
                <a:t>);</a:t>
              </a:r>
            </a:p>
          </p:txBody>
        </p:sp>
      </p:grpSp>
      <p:graphicFrame>
        <p:nvGraphicFramePr>
          <p:cNvPr id="15366" name="Object 6"/>
          <p:cNvGraphicFramePr>
            <a:graphicFrameLocks noChangeAspect="1"/>
          </p:cNvGraphicFramePr>
          <p:nvPr/>
        </p:nvGraphicFramePr>
        <p:xfrm>
          <a:off x="3194050" y="1295401"/>
          <a:ext cx="537210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353144" imgH="981088" progId="Equation.3">
                  <p:embed/>
                </p:oleObj>
              </mc:Choice>
              <mc:Fallback>
                <p:oleObj name="公式" r:id="rId4" imgW="5353144" imgH="98108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4050" y="1295401"/>
                        <a:ext cx="5372100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5E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66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7"/>
          <p:cNvGraphicFramePr>
            <a:graphicFrameLocks noChangeAspect="1"/>
          </p:cNvGraphicFramePr>
          <p:nvPr/>
        </p:nvGraphicFramePr>
        <p:xfrm>
          <a:off x="3176589" y="2190751"/>
          <a:ext cx="3538537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447172" imgH="406224" progId="Equation.3">
                  <p:embed/>
                </p:oleObj>
              </mc:Choice>
              <mc:Fallback>
                <p:oleObj name="公式" r:id="rId6" imgW="1447172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6589" y="2190751"/>
                        <a:ext cx="3538537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3558343" y="3149551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CC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说明：</a:t>
            </a:r>
          </a:p>
        </p:txBody>
      </p:sp>
      <p:graphicFrame>
        <p:nvGraphicFramePr>
          <p:cNvPr id="15369" name="Object 9"/>
          <p:cNvGraphicFramePr>
            <a:graphicFrameLocks noChangeAspect="1"/>
          </p:cNvGraphicFramePr>
          <p:nvPr/>
        </p:nvGraphicFramePr>
        <p:xfrm>
          <a:off x="5029200" y="3192463"/>
          <a:ext cx="14986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497950" imgH="406224" progId="Equation.3">
                  <p:embed/>
                </p:oleObj>
              </mc:Choice>
              <mc:Fallback>
                <p:oleObj name="公式" r:id="rId8" imgW="1497950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192463"/>
                        <a:ext cx="14986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0" name="Object 10"/>
          <p:cNvGraphicFramePr>
            <a:graphicFrameLocks noChangeAspect="1"/>
          </p:cNvGraphicFramePr>
          <p:nvPr/>
        </p:nvGraphicFramePr>
        <p:xfrm>
          <a:off x="6572250" y="2892425"/>
          <a:ext cx="2400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400300" imgH="889000" progId="Equation.3">
                  <p:embed/>
                </p:oleObj>
              </mc:Choice>
              <mc:Fallback>
                <p:oleObj name="公式" r:id="rId10" imgW="24003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0" y="2892425"/>
                        <a:ext cx="24003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1" name="Object 11"/>
          <p:cNvGraphicFramePr>
            <a:graphicFrameLocks noChangeAspect="1"/>
          </p:cNvGraphicFramePr>
          <p:nvPr/>
        </p:nvGraphicFramePr>
        <p:xfrm>
          <a:off x="3651250" y="3979863"/>
          <a:ext cx="27940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794000" imgH="431800" progId="Equation.3">
                  <p:embed/>
                </p:oleObj>
              </mc:Choice>
              <mc:Fallback>
                <p:oleObj name="公式" r:id="rId12" imgW="27940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250" y="3979863"/>
                        <a:ext cx="27940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2" name="Object 12"/>
          <p:cNvGraphicFramePr>
            <a:graphicFrameLocks noChangeAspect="1"/>
          </p:cNvGraphicFramePr>
          <p:nvPr/>
        </p:nvGraphicFramePr>
        <p:xfrm>
          <a:off x="6540500" y="3705225"/>
          <a:ext cx="2222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222500" imgH="889000" progId="Equation.3">
                  <p:embed/>
                </p:oleObj>
              </mc:Choice>
              <mc:Fallback>
                <p:oleObj name="公式" r:id="rId14" imgW="22225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500" y="3705225"/>
                        <a:ext cx="22225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3" name="Object 13"/>
          <p:cNvGraphicFramePr>
            <a:graphicFrameLocks noChangeAspect="1"/>
          </p:cNvGraphicFramePr>
          <p:nvPr/>
        </p:nvGraphicFramePr>
        <p:xfrm>
          <a:off x="3225800" y="4587875"/>
          <a:ext cx="3327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327400" imgH="889000" progId="Equation.3">
                  <p:embed/>
                </p:oleObj>
              </mc:Choice>
              <mc:Fallback>
                <p:oleObj name="公式" r:id="rId16" imgW="33274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800" y="4587875"/>
                        <a:ext cx="33274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4" name="Object 14"/>
          <p:cNvGraphicFramePr>
            <a:graphicFrameLocks noChangeAspect="1"/>
          </p:cNvGraphicFramePr>
          <p:nvPr/>
        </p:nvGraphicFramePr>
        <p:xfrm>
          <a:off x="6934200" y="4600575"/>
          <a:ext cx="2971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971800" imgH="889000" progId="Equation.3">
                  <p:embed/>
                </p:oleObj>
              </mc:Choice>
              <mc:Fallback>
                <p:oleObj name="公式" r:id="rId18" imgW="29718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4600575"/>
                        <a:ext cx="29718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891202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8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3067050" y="787400"/>
          <a:ext cx="2667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667000" imgH="889000" progId="Equation.3">
                  <p:embed/>
                </p:oleObj>
              </mc:Choice>
              <mc:Fallback>
                <p:oleObj name="公式" r:id="rId2" imgW="26670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7050" y="787400"/>
                        <a:ext cx="2667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3"/>
          <p:cNvGraphicFramePr>
            <a:graphicFrameLocks noChangeAspect="1"/>
          </p:cNvGraphicFramePr>
          <p:nvPr/>
        </p:nvGraphicFramePr>
        <p:xfrm>
          <a:off x="5765800" y="1031876"/>
          <a:ext cx="20828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082800" imgH="393700" progId="Equation.3">
                  <p:embed/>
                </p:oleObj>
              </mc:Choice>
              <mc:Fallback>
                <p:oleObj name="公式" r:id="rId4" imgW="2082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5800" y="1031876"/>
                        <a:ext cx="20828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3060700" y="1663700"/>
          <a:ext cx="29337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933700" imgH="939800" progId="Equation.3">
                  <p:embed/>
                </p:oleObj>
              </mc:Choice>
              <mc:Fallback>
                <p:oleObj name="公式" r:id="rId6" imgW="29337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0700" y="1663700"/>
                        <a:ext cx="29337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5"/>
          <p:cNvGraphicFramePr>
            <a:graphicFrameLocks noChangeAspect="1"/>
          </p:cNvGraphicFramePr>
          <p:nvPr/>
        </p:nvGraphicFramePr>
        <p:xfrm>
          <a:off x="6038850" y="1925638"/>
          <a:ext cx="20320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032000" imgH="393700" progId="Equation.3">
                  <p:embed/>
                </p:oleObj>
              </mc:Choice>
              <mc:Fallback>
                <p:oleObj name="公式" r:id="rId8" imgW="20320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1925638"/>
                        <a:ext cx="20320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6"/>
          <p:cNvGraphicFramePr>
            <a:graphicFrameLocks noChangeAspect="1"/>
          </p:cNvGraphicFramePr>
          <p:nvPr/>
        </p:nvGraphicFramePr>
        <p:xfrm>
          <a:off x="3054350" y="2730500"/>
          <a:ext cx="2514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514600" imgH="571500" progId="Equation.3">
                  <p:embed/>
                </p:oleObj>
              </mc:Choice>
              <mc:Fallback>
                <p:oleObj name="公式" r:id="rId10" imgW="25146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4350" y="2730500"/>
                        <a:ext cx="2514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7"/>
          <p:cNvGraphicFramePr>
            <a:graphicFrameLocks noChangeAspect="1"/>
          </p:cNvGraphicFramePr>
          <p:nvPr/>
        </p:nvGraphicFramePr>
        <p:xfrm>
          <a:off x="5603875" y="2803526"/>
          <a:ext cx="15113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511300" imgH="393700" progId="Equation.3">
                  <p:embed/>
                </p:oleObj>
              </mc:Choice>
              <mc:Fallback>
                <p:oleObj name="公式" r:id="rId12" imgW="15113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3875" y="2803526"/>
                        <a:ext cx="15113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Object 8"/>
          <p:cNvGraphicFramePr>
            <a:graphicFrameLocks noChangeAspect="1"/>
          </p:cNvGraphicFramePr>
          <p:nvPr/>
        </p:nvGraphicFramePr>
        <p:xfrm>
          <a:off x="3035300" y="3492500"/>
          <a:ext cx="2489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489200" imgH="571500" progId="Equation.3">
                  <p:embed/>
                </p:oleObj>
              </mc:Choice>
              <mc:Fallback>
                <p:oleObj name="公式" r:id="rId14" imgW="24892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5300" y="3492500"/>
                        <a:ext cx="24892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Object 9"/>
          <p:cNvGraphicFramePr>
            <a:graphicFrameLocks noChangeAspect="1"/>
          </p:cNvGraphicFramePr>
          <p:nvPr/>
        </p:nvGraphicFramePr>
        <p:xfrm>
          <a:off x="5518150" y="3586163"/>
          <a:ext cx="18288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828800" imgH="393700" progId="Equation.3">
                  <p:embed/>
                </p:oleObj>
              </mc:Choice>
              <mc:Fallback>
                <p:oleObj name="公式" r:id="rId16" imgW="1828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8150" y="3586163"/>
                        <a:ext cx="18288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Object 10"/>
          <p:cNvGraphicFramePr>
            <a:graphicFrameLocks noChangeAspect="1"/>
          </p:cNvGraphicFramePr>
          <p:nvPr/>
        </p:nvGraphicFramePr>
        <p:xfrm>
          <a:off x="3054350" y="4064000"/>
          <a:ext cx="2324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324100" imgH="889000" progId="Equation.3">
                  <p:embed/>
                </p:oleObj>
              </mc:Choice>
              <mc:Fallback>
                <p:oleObj name="公式" r:id="rId18" imgW="23241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4350" y="4064000"/>
                        <a:ext cx="23241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5" name="Object 11"/>
          <p:cNvGraphicFramePr>
            <a:graphicFrameLocks noChangeAspect="1"/>
          </p:cNvGraphicFramePr>
          <p:nvPr/>
        </p:nvGraphicFramePr>
        <p:xfrm>
          <a:off x="5384800" y="4260850"/>
          <a:ext cx="1854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854200" imgH="571500" progId="Equation.3">
                  <p:embed/>
                </p:oleObj>
              </mc:Choice>
              <mc:Fallback>
                <p:oleObj name="公式" r:id="rId20" imgW="18542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4800" y="4260850"/>
                        <a:ext cx="18542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6" name="Object 12"/>
          <p:cNvGraphicFramePr>
            <a:graphicFrameLocks noChangeAspect="1"/>
          </p:cNvGraphicFramePr>
          <p:nvPr/>
        </p:nvGraphicFramePr>
        <p:xfrm>
          <a:off x="7239000" y="4354513"/>
          <a:ext cx="15748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574800" imgH="393700" progId="Equation.3">
                  <p:embed/>
                </p:oleObj>
              </mc:Choice>
              <mc:Fallback>
                <p:oleObj name="公式" r:id="rId22" imgW="1574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4354513"/>
                        <a:ext cx="15748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7" name="Object 13"/>
          <p:cNvGraphicFramePr>
            <a:graphicFrameLocks noChangeAspect="1"/>
          </p:cNvGraphicFramePr>
          <p:nvPr/>
        </p:nvGraphicFramePr>
        <p:xfrm>
          <a:off x="3022600" y="5086350"/>
          <a:ext cx="2286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2286000" imgH="889000" progId="Equation.3">
                  <p:embed/>
                </p:oleObj>
              </mc:Choice>
              <mc:Fallback>
                <p:oleObj name="公式" r:id="rId24" imgW="22860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600" y="5086350"/>
                        <a:ext cx="2286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8" name="Object 14"/>
          <p:cNvGraphicFramePr>
            <a:graphicFrameLocks noChangeAspect="1"/>
          </p:cNvGraphicFramePr>
          <p:nvPr/>
        </p:nvGraphicFramePr>
        <p:xfrm>
          <a:off x="5334000" y="5283200"/>
          <a:ext cx="1854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854200" imgH="571500" progId="Equation.3">
                  <p:embed/>
                </p:oleObj>
              </mc:Choice>
              <mc:Fallback>
                <p:oleObj name="公式" r:id="rId26" imgW="18542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5283200"/>
                        <a:ext cx="18542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9" name="Object 15"/>
          <p:cNvGraphicFramePr>
            <a:graphicFrameLocks noChangeAspect="1"/>
          </p:cNvGraphicFramePr>
          <p:nvPr/>
        </p:nvGraphicFramePr>
        <p:xfrm>
          <a:off x="7170738" y="5356226"/>
          <a:ext cx="18161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815312" imgH="393529" progId="Equation.3">
                  <p:embed/>
                </p:oleObj>
              </mc:Choice>
              <mc:Fallback>
                <p:oleObj name="公式" r:id="rId28" imgW="1815312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0738" y="5356226"/>
                        <a:ext cx="18161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38330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3838679"/>
              </p:ext>
            </p:extLst>
          </p:nvPr>
        </p:nvGraphicFramePr>
        <p:xfrm>
          <a:off x="3048125" y="1006513"/>
          <a:ext cx="3512840" cy="7025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60160" imgH="291960" progId="Equation.DSMT4">
                  <p:embed/>
                </p:oleObj>
              </mc:Choice>
              <mc:Fallback>
                <p:oleObj name="Equation" r:id="rId2" imgW="146016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125" y="1006513"/>
                        <a:ext cx="3512840" cy="7025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3"/>
          <p:cNvGraphicFramePr>
            <a:graphicFrameLocks noChangeAspect="1"/>
          </p:cNvGraphicFramePr>
          <p:nvPr/>
        </p:nvGraphicFramePr>
        <p:xfrm>
          <a:off x="6584950" y="1133476"/>
          <a:ext cx="15113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11300" imgH="393700" progId="Equation.3">
                  <p:embed/>
                </p:oleObj>
              </mc:Choice>
              <mc:Fallback>
                <p:oleObj name="公式" r:id="rId4" imgW="15113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4950" y="1133476"/>
                        <a:ext cx="15113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8576221"/>
              </p:ext>
            </p:extLst>
          </p:nvPr>
        </p:nvGraphicFramePr>
        <p:xfrm>
          <a:off x="3014664" y="1827214"/>
          <a:ext cx="3479800" cy="704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34960" imgH="291960" progId="Equation.DSMT4">
                  <p:embed/>
                </p:oleObj>
              </mc:Choice>
              <mc:Fallback>
                <p:oleObj name="Equation" r:id="rId6" imgW="143496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4664" y="1827214"/>
                        <a:ext cx="3479800" cy="7044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5"/>
          <p:cNvGraphicFramePr>
            <a:graphicFrameLocks noChangeAspect="1"/>
          </p:cNvGraphicFramePr>
          <p:nvPr/>
        </p:nvGraphicFramePr>
        <p:xfrm>
          <a:off x="6511925" y="1990726"/>
          <a:ext cx="18034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803400" imgH="393700" progId="Equation.3">
                  <p:embed/>
                </p:oleObj>
              </mc:Choice>
              <mc:Fallback>
                <p:oleObj name="公式" r:id="rId8" imgW="18034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1925" y="1990726"/>
                        <a:ext cx="18034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6"/>
          <p:cNvGraphicFramePr>
            <a:graphicFrameLocks noChangeAspect="1"/>
          </p:cNvGraphicFramePr>
          <p:nvPr/>
        </p:nvGraphicFramePr>
        <p:xfrm>
          <a:off x="3048000" y="2743200"/>
          <a:ext cx="22733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273300" imgH="571500" progId="Equation.3">
                  <p:embed/>
                </p:oleObj>
              </mc:Choice>
              <mc:Fallback>
                <p:oleObj name="公式" r:id="rId10" imgW="22733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743200"/>
                        <a:ext cx="22733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Object 7"/>
          <p:cNvGraphicFramePr>
            <a:graphicFrameLocks noChangeAspect="1"/>
          </p:cNvGraphicFramePr>
          <p:nvPr/>
        </p:nvGraphicFramePr>
        <p:xfrm>
          <a:off x="5310188" y="2759075"/>
          <a:ext cx="1130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129810" imgH="469696" progId="Equation.3">
                  <p:embed/>
                </p:oleObj>
              </mc:Choice>
              <mc:Fallback>
                <p:oleObj name="公式" r:id="rId12" imgW="1129810" imgH="46969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0188" y="2759075"/>
                        <a:ext cx="1130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8"/>
          <p:cNvGraphicFramePr>
            <a:graphicFrameLocks noChangeAspect="1"/>
          </p:cNvGraphicFramePr>
          <p:nvPr/>
        </p:nvGraphicFramePr>
        <p:xfrm>
          <a:off x="3048000" y="3543300"/>
          <a:ext cx="22987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298700" imgH="571500" progId="Equation.3">
                  <p:embed/>
                </p:oleObj>
              </mc:Choice>
              <mc:Fallback>
                <p:oleObj name="公式" r:id="rId14" imgW="22987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543300"/>
                        <a:ext cx="22987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9"/>
          <p:cNvGraphicFramePr>
            <a:graphicFrameLocks noChangeAspect="1"/>
          </p:cNvGraphicFramePr>
          <p:nvPr/>
        </p:nvGraphicFramePr>
        <p:xfrm>
          <a:off x="5365750" y="3317875"/>
          <a:ext cx="1346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346200" imgH="927100" progId="Equation.3">
                  <p:embed/>
                </p:oleObj>
              </mc:Choice>
              <mc:Fallback>
                <p:oleObj name="公式" r:id="rId16" imgW="13462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5750" y="3317875"/>
                        <a:ext cx="13462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8" name="Object 10"/>
          <p:cNvGraphicFramePr>
            <a:graphicFrameLocks noChangeAspect="1"/>
          </p:cNvGraphicFramePr>
          <p:nvPr/>
        </p:nvGraphicFramePr>
        <p:xfrm>
          <a:off x="3027364" y="4322764"/>
          <a:ext cx="2536825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66800" imgH="292100" progId="Equation.DSMT4">
                  <p:embed/>
                </p:oleObj>
              </mc:Choice>
              <mc:Fallback>
                <p:oleObj name="Equation" r:id="rId18" imgW="10668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7364" y="4322764"/>
                        <a:ext cx="2536825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Object 11"/>
          <p:cNvGraphicFramePr>
            <a:graphicFrameLocks noChangeAspect="1"/>
          </p:cNvGraphicFramePr>
          <p:nvPr/>
        </p:nvGraphicFramePr>
        <p:xfrm>
          <a:off x="5568951" y="4432301"/>
          <a:ext cx="14192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96641" imgH="203112" progId="Equation.DSMT4">
                  <p:embed/>
                </p:oleObj>
              </mc:Choice>
              <mc:Fallback>
                <p:oleObj name="Equation" r:id="rId20" imgW="596641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8951" y="4432301"/>
                        <a:ext cx="14192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0" name="Object 12"/>
          <p:cNvGraphicFramePr>
            <a:graphicFrameLocks noChangeAspect="1"/>
          </p:cNvGraphicFramePr>
          <p:nvPr/>
        </p:nvGraphicFramePr>
        <p:xfrm>
          <a:off x="3014664" y="5046664"/>
          <a:ext cx="2566987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079032" imgH="291973" progId="Equation.DSMT4">
                  <p:embed/>
                </p:oleObj>
              </mc:Choice>
              <mc:Fallback>
                <p:oleObj name="Equation" r:id="rId22" imgW="1079032" imgH="2919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4664" y="5046664"/>
                        <a:ext cx="2566987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1" name="Object 13"/>
          <p:cNvGraphicFramePr>
            <a:graphicFrameLocks noChangeAspect="1"/>
          </p:cNvGraphicFramePr>
          <p:nvPr/>
        </p:nvGraphicFramePr>
        <p:xfrm>
          <a:off x="5548314" y="5167314"/>
          <a:ext cx="141922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596641" imgH="177723" progId="Equation.DSMT4">
                  <p:embed/>
                </p:oleObj>
              </mc:Choice>
              <mc:Fallback>
                <p:oleObj name="Equation" r:id="rId24" imgW="596641" imgH="17772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8314" y="5167314"/>
                        <a:ext cx="141922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840702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2425700" y="1066801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1"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求积分</a:t>
            </a:r>
          </a:p>
        </p:txBody>
      </p:sp>
      <p:graphicFrame>
        <p:nvGraphicFramePr>
          <p:cNvPr id="153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1544104"/>
              </p:ext>
            </p:extLst>
          </p:nvPr>
        </p:nvGraphicFramePr>
        <p:xfrm>
          <a:off x="4415346" y="1001474"/>
          <a:ext cx="1659508" cy="693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400" imgH="291960" progId="Equation.DSMT4">
                  <p:embed/>
                </p:oleObj>
              </mc:Choice>
              <mc:Fallback>
                <p:oleObj name="Equation" r:id="rId2" imgW="6984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5346" y="1001474"/>
                        <a:ext cx="1659508" cy="6939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2425700" y="198120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8437" name="Object 5"/>
          <p:cNvGraphicFramePr>
            <a:graphicFrameLocks noChangeAspect="1"/>
          </p:cNvGraphicFramePr>
          <p:nvPr/>
        </p:nvGraphicFramePr>
        <p:xfrm>
          <a:off x="3340100" y="1981200"/>
          <a:ext cx="15367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36700" imgH="571500" progId="Equation.3">
                  <p:embed/>
                </p:oleObj>
              </mc:Choice>
              <mc:Fallback>
                <p:oleObj name="公式" r:id="rId4" imgW="15367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0100" y="1981200"/>
                        <a:ext cx="15367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6"/>
          <p:cNvGraphicFramePr>
            <a:graphicFrameLocks noChangeAspect="1"/>
          </p:cNvGraphicFramePr>
          <p:nvPr/>
        </p:nvGraphicFramePr>
        <p:xfrm>
          <a:off x="4940300" y="1733550"/>
          <a:ext cx="1333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333500" imgH="825500" progId="Equation.3">
                  <p:embed/>
                </p:oleObj>
              </mc:Choice>
              <mc:Fallback>
                <p:oleObj name="公式" r:id="rId6" imgW="13335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0300" y="1733550"/>
                        <a:ext cx="13335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Object 7"/>
          <p:cNvGraphicFramePr>
            <a:graphicFrameLocks noChangeAspect="1"/>
          </p:cNvGraphicFramePr>
          <p:nvPr/>
        </p:nvGraphicFramePr>
        <p:xfrm>
          <a:off x="3365500" y="3517900"/>
          <a:ext cx="1727200" cy="16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727200" imgH="1663700" progId="Equation.3">
                  <p:embed/>
                </p:oleObj>
              </mc:Choice>
              <mc:Fallback>
                <p:oleObj name="公式" r:id="rId8" imgW="1727200" imgH="166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5500" y="3517900"/>
                        <a:ext cx="1727200" cy="166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Object 8"/>
          <p:cNvGraphicFramePr>
            <a:graphicFrameLocks noChangeAspect="1"/>
          </p:cNvGraphicFramePr>
          <p:nvPr/>
        </p:nvGraphicFramePr>
        <p:xfrm>
          <a:off x="5130800" y="3784600"/>
          <a:ext cx="17272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727200" imgH="939800" progId="Equation.3">
                  <p:embed/>
                </p:oleObj>
              </mc:Choice>
              <mc:Fallback>
                <p:oleObj name="公式" r:id="rId10" imgW="17272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0800" y="3784600"/>
                        <a:ext cx="17272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1" name="Text Box 9"/>
          <p:cNvSpPr txBox="1">
            <a:spLocks noChangeArrowheads="1"/>
          </p:cNvSpPr>
          <p:nvPr/>
        </p:nvSpPr>
        <p:spPr bwMode="auto">
          <a:xfrm>
            <a:off x="3505200" y="2822576"/>
            <a:ext cx="3962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根据积分公式（</a:t>
            </a:r>
            <a:r>
              <a:rPr kumimoji="1" lang="en-US" altLang="zh-CN" sz="2800" b="1"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）</a:t>
            </a:r>
          </a:p>
        </p:txBody>
      </p:sp>
      <p:graphicFrame>
        <p:nvGraphicFramePr>
          <p:cNvPr id="18442" name="Object 10"/>
          <p:cNvGraphicFramePr>
            <a:graphicFrameLocks noChangeAspect="1"/>
          </p:cNvGraphicFramePr>
          <p:nvPr/>
        </p:nvGraphicFramePr>
        <p:xfrm>
          <a:off x="6553200" y="2579688"/>
          <a:ext cx="2895600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876456" imgH="981088" progId="Equation.3">
                  <p:embed/>
                </p:oleObj>
              </mc:Choice>
              <mc:Fallback>
                <p:oleObj name="公式" r:id="rId12" imgW="2876456" imgH="98108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579688"/>
                        <a:ext cx="2895600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5E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66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3" name="Line 11"/>
          <p:cNvSpPr>
            <a:spLocks noChangeShapeType="1"/>
          </p:cNvSpPr>
          <p:nvPr/>
        </p:nvSpPr>
        <p:spPr bwMode="auto">
          <a:xfrm>
            <a:off x="3492500" y="2590800"/>
            <a:ext cx="0" cy="1600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815522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autoUpdateAnimBg="0"/>
      <p:bldP spid="18441" grpId="0" autoUpdateAnimBg="0"/>
      <p:bldP spid="1844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2208214" y="1711326"/>
          <a:ext cx="4110037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835400" imgH="571500" progId="Equation.3">
                  <p:embed/>
                </p:oleObj>
              </mc:Choice>
              <mc:Fallback>
                <p:oleObj name="公式" r:id="rId2" imgW="38354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1711326"/>
                        <a:ext cx="4110037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6311900" y="1722438"/>
          <a:ext cx="328930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289300" imgH="635000" progId="Equation.3">
                  <p:embed/>
                </p:oleObj>
              </mc:Choice>
              <mc:Fallback>
                <p:oleObj name="公式" r:id="rId4" imgW="32893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1900" y="1722438"/>
                        <a:ext cx="3289300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2362200" y="25908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证</a:t>
            </a:r>
          </a:p>
        </p:txBody>
      </p:sp>
      <p:graphicFrame>
        <p:nvGraphicFramePr>
          <p:cNvPr id="19461" name="Object 5"/>
          <p:cNvGraphicFramePr>
            <a:graphicFrameLocks noChangeAspect="1"/>
          </p:cNvGraphicFramePr>
          <p:nvPr/>
        </p:nvGraphicFramePr>
        <p:xfrm>
          <a:off x="3071814" y="2520951"/>
          <a:ext cx="392747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562100" imgH="292100" progId="Equation.3">
                  <p:embed/>
                </p:oleObj>
              </mc:Choice>
              <mc:Fallback>
                <p:oleObj name="公式" r:id="rId6" imgW="15621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4" y="2520951"/>
                        <a:ext cx="3927475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6"/>
          <p:cNvGraphicFramePr>
            <a:graphicFrameLocks noChangeAspect="1"/>
          </p:cNvGraphicFramePr>
          <p:nvPr/>
        </p:nvGraphicFramePr>
        <p:xfrm>
          <a:off x="3000375" y="3373439"/>
          <a:ext cx="4248150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88367" imgH="291973" progId="Equation.3">
                  <p:embed/>
                </p:oleObj>
              </mc:Choice>
              <mc:Fallback>
                <p:oleObj name="公式" r:id="rId8" imgW="1688367" imgH="2919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3373439"/>
                        <a:ext cx="4248150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7"/>
          <p:cNvGraphicFramePr>
            <a:graphicFrameLocks noChangeAspect="1"/>
          </p:cNvGraphicFramePr>
          <p:nvPr/>
        </p:nvGraphicFramePr>
        <p:xfrm>
          <a:off x="7219950" y="3563938"/>
          <a:ext cx="2376488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323092" imgH="406224" progId="Equation.3">
                  <p:embed/>
                </p:oleObj>
              </mc:Choice>
              <mc:Fallback>
                <p:oleObj name="公式" r:id="rId10" imgW="2323092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9950" y="3563938"/>
                        <a:ext cx="2376488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64" name="Group 8"/>
          <p:cNvGrpSpPr>
            <a:grpSpLocks/>
          </p:cNvGrpSpPr>
          <p:nvPr/>
        </p:nvGrpSpPr>
        <p:grpSpPr bwMode="auto">
          <a:xfrm>
            <a:off x="3276600" y="4267201"/>
            <a:ext cx="2590800" cy="519113"/>
            <a:chOff x="1104" y="2784"/>
            <a:chExt cx="1632" cy="327"/>
          </a:xfrm>
        </p:grpSpPr>
        <p:graphicFrame>
          <p:nvGraphicFramePr>
            <p:cNvPr id="16395" name="Object 9"/>
            <p:cNvGraphicFramePr>
              <a:graphicFrameLocks noChangeAspect="1"/>
            </p:cNvGraphicFramePr>
            <p:nvPr/>
          </p:nvGraphicFramePr>
          <p:xfrm>
            <a:off x="1104" y="2880"/>
            <a:ext cx="167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66469" imgH="241091" progId="Equation.3">
                    <p:embed/>
                  </p:oleObj>
                </mc:Choice>
                <mc:Fallback>
                  <p:oleObj name="公式" r:id="rId12" imgW="266469" imgH="24109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2880"/>
                          <a:ext cx="167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96" name="Text Box 10"/>
            <p:cNvSpPr txBox="1">
              <a:spLocks noChangeArrowheads="1"/>
            </p:cNvSpPr>
            <p:nvPr/>
          </p:nvSpPr>
          <p:spPr bwMode="auto">
            <a:xfrm>
              <a:off x="1344" y="2784"/>
              <a:ext cx="13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等式成立</a:t>
              </a:r>
              <a:r>
                <a:rPr kumimoji="1" lang="en-US" altLang="zh-CN" sz="2800" b="1">
                  <a:latin typeface="Times New Roman" panose="02020603050405020304" pitchFamily="18" charset="0"/>
                </a:rPr>
                <a:t>.</a:t>
              </a:r>
            </a:p>
          </p:txBody>
        </p:sp>
      </p:grpSp>
      <p:sp>
        <p:nvSpPr>
          <p:cNvPr id="19467" name="Text Box 11"/>
          <p:cNvSpPr txBox="1">
            <a:spLocks noChangeArrowheads="1"/>
          </p:cNvSpPr>
          <p:nvPr/>
        </p:nvSpPr>
        <p:spPr bwMode="auto">
          <a:xfrm>
            <a:off x="2438400" y="5110163"/>
            <a:ext cx="739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99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0099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（此性质可推广到有限多个函数之和的情况）</a:t>
            </a:r>
          </a:p>
        </p:txBody>
      </p:sp>
      <p:sp>
        <p:nvSpPr>
          <p:cNvPr id="16394" name="Rectangle 12"/>
          <p:cNvSpPr>
            <a:spLocks noGrp="1" noChangeArrowheads="1"/>
          </p:cNvSpPr>
          <p:nvPr>
            <p:ph type="title"/>
          </p:nvPr>
        </p:nvSpPr>
        <p:spPr>
          <a:xfrm>
            <a:off x="1990405" y="599281"/>
            <a:ext cx="5256584" cy="986633"/>
          </a:xfrm>
        </p:spPr>
        <p:txBody>
          <a:bodyPr/>
          <a:lstStyle/>
          <a:p>
            <a:pPr algn="l" eaLnBrk="1" hangingPunct="1"/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三、 不定积分的性质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652621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5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autoUpdateAnimBg="0"/>
      <p:bldP spid="19467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2"/>
          <p:cNvGraphicFramePr>
            <a:graphicFrameLocks noChangeAspect="1"/>
          </p:cNvGraphicFramePr>
          <p:nvPr/>
        </p:nvGraphicFramePr>
        <p:xfrm>
          <a:off x="2514600" y="1143000"/>
          <a:ext cx="26797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679700" imgH="571500" progId="Equation.3">
                  <p:embed/>
                </p:oleObj>
              </mc:Choice>
              <mc:Fallback>
                <p:oleObj name="公式" r:id="rId2" imgW="26797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143000"/>
                        <a:ext cx="26797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3"/>
          <p:cNvGraphicFramePr>
            <a:graphicFrameLocks noChangeAspect="1"/>
          </p:cNvGraphicFramePr>
          <p:nvPr/>
        </p:nvGraphicFramePr>
        <p:xfrm>
          <a:off x="5232400" y="1112838"/>
          <a:ext cx="177800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77229" imgH="634725" progId="Equation.3">
                  <p:embed/>
                </p:oleObj>
              </mc:Choice>
              <mc:Fallback>
                <p:oleObj name="公式" r:id="rId4" imgW="1777229" imgH="6347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1112838"/>
                        <a:ext cx="1778000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4"/>
          <p:cNvGraphicFramePr>
            <a:graphicFrameLocks noChangeAspect="1"/>
          </p:cNvGraphicFramePr>
          <p:nvPr/>
        </p:nvGraphicFramePr>
        <p:xfrm>
          <a:off x="5715000" y="1736726"/>
          <a:ext cx="347345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3161343" imgH="592752" progId="Word.Document.8">
                  <p:embed/>
                </p:oleObj>
              </mc:Choice>
              <mc:Fallback>
                <p:oleObj name="文档" r:id="rId6" imgW="3161343" imgH="59275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1736726"/>
                        <a:ext cx="3473450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2438400" y="2667001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求积分</a:t>
            </a:r>
          </a:p>
        </p:txBody>
      </p:sp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2438400" y="3519488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204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0482147"/>
              </p:ext>
            </p:extLst>
          </p:nvPr>
        </p:nvGraphicFramePr>
        <p:xfrm>
          <a:off x="4511824" y="2384632"/>
          <a:ext cx="3600400" cy="1086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73120" imgH="444240" progId="Equation.DSMT4">
                  <p:embed/>
                </p:oleObj>
              </mc:Choice>
              <mc:Fallback>
                <p:oleObj name="Equation" r:id="rId8" imgW="14731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824" y="2384632"/>
                        <a:ext cx="3600400" cy="10863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8"/>
          <p:cNvGraphicFramePr>
            <a:graphicFrameLocks noChangeAspect="1"/>
          </p:cNvGraphicFramePr>
          <p:nvPr/>
        </p:nvGraphicFramePr>
        <p:xfrm>
          <a:off x="3200400" y="3352800"/>
          <a:ext cx="34036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403600" imgH="939800" progId="Equation.3">
                  <p:embed/>
                </p:oleObj>
              </mc:Choice>
              <mc:Fallback>
                <p:oleObj name="公式" r:id="rId10" imgW="34036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352800"/>
                        <a:ext cx="34036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9" name="Object 9"/>
          <p:cNvGraphicFramePr>
            <a:graphicFrameLocks noChangeAspect="1"/>
          </p:cNvGraphicFramePr>
          <p:nvPr/>
        </p:nvGraphicFramePr>
        <p:xfrm>
          <a:off x="3162300" y="4343400"/>
          <a:ext cx="44577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457700" imgH="939800" progId="Equation.3">
                  <p:embed/>
                </p:oleObj>
              </mc:Choice>
              <mc:Fallback>
                <p:oleObj name="公式" r:id="rId12" imgW="44577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300" y="4343400"/>
                        <a:ext cx="44577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0" name="Object 10"/>
          <p:cNvGraphicFramePr>
            <a:graphicFrameLocks noChangeAspect="1"/>
          </p:cNvGraphicFramePr>
          <p:nvPr/>
        </p:nvGraphicFramePr>
        <p:xfrm>
          <a:off x="3168650" y="5486400"/>
          <a:ext cx="1892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892300" imgH="330200" progId="Equation.3">
                  <p:embed/>
                </p:oleObj>
              </mc:Choice>
              <mc:Fallback>
                <p:oleObj name="公式" r:id="rId14" imgW="18923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8650" y="5486400"/>
                        <a:ext cx="18923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1" name="Object 11"/>
          <p:cNvGraphicFramePr>
            <a:graphicFrameLocks noChangeAspect="1"/>
          </p:cNvGraphicFramePr>
          <p:nvPr/>
        </p:nvGraphicFramePr>
        <p:xfrm>
          <a:off x="5048250" y="5492750"/>
          <a:ext cx="1816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816100" imgH="330200" progId="Equation.3">
                  <p:embed/>
                </p:oleObj>
              </mc:Choice>
              <mc:Fallback>
                <p:oleObj name="公式" r:id="rId16" imgW="18161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8250" y="5492750"/>
                        <a:ext cx="18161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2" name="Object 12"/>
          <p:cNvGraphicFramePr>
            <a:graphicFrameLocks noChangeAspect="1"/>
          </p:cNvGraphicFramePr>
          <p:nvPr/>
        </p:nvGraphicFramePr>
        <p:xfrm>
          <a:off x="6889750" y="5486400"/>
          <a:ext cx="609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590630" imgH="314171" progId="Equation.3">
                  <p:embed/>
                </p:oleObj>
              </mc:Choice>
              <mc:Fallback>
                <p:oleObj name="公式" r:id="rId18" imgW="590630" imgH="31417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9750" y="5486400"/>
                        <a:ext cx="6096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648004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" grpId="0" autoUpdateAnimBg="0"/>
      <p:bldP spid="20486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2590800" y="1219201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求积分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2590800" y="2441576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84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538943"/>
              </p:ext>
            </p:extLst>
          </p:nvPr>
        </p:nvGraphicFramePr>
        <p:xfrm>
          <a:off x="4727848" y="957261"/>
          <a:ext cx="2214860" cy="1033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52200" imgH="444240" progId="Equation.DSMT4">
                  <p:embed/>
                </p:oleObj>
              </mc:Choice>
              <mc:Fallback>
                <p:oleObj name="Equation" r:id="rId2" imgW="9522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848" y="957261"/>
                        <a:ext cx="2214860" cy="10336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3429000" y="2198688"/>
          <a:ext cx="2146300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146300" imgH="1003300" progId="Equation.3">
                  <p:embed/>
                </p:oleObj>
              </mc:Choice>
              <mc:Fallback>
                <p:oleObj name="公式" r:id="rId4" imgW="2146300" imgH="1003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198688"/>
                        <a:ext cx="2146300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6"/>
          <p:cNvGraphicFramePr>
            <a:graphicFrameLocks noChangeAspect="1"/>
          </p:cNvGraphicFramePr>
          <p:nvPr/>
        </p:nvGraphicFramePr>
        <p:xfrm>
          <a:off x="5715000" y="2198688"/>
          <a:ext cx="2717800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717800" imgH="1003300" progId="Equation.3">
                  <p:embed/>
                </p:oleObj>
              </mc:Choice>
              <mc:Fallback>
                <p:oleObj name="公式" r:id="rId6" imgW="2717800" imgH="1003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198688"/>
                        <a:ext cx="2717800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7"/>
          <p:cNvGraphicFramePr>
            <a:graphicFrameLocks noChangeAspect="1"/>
          </p:cNvGraphicFramePr>
          <p:nvPr/>
        </p:nvGraphicFramePr>
        <p:xfrm>
          <a:off x="3162300" y="3454400"/>
          <a:ext cx="2857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857500" imgH="965200" progId="Equation.3">
                  <p:embed/>
                </p:oleObj>
              </mc:Choice>
              <mc:Fallback>
                <p:oleObj name="公式" r:id="rId8" imgW="28575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300" y="3454400"/>
                        <a:ext cx="28575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Object 8"/>
          <p:cNvGraphicFramePr>
            <a:graphicFrameLocks noChangeAspect="1"/>
          </p:cNvGraphicFramePr>
          <p:nvPr/>
        </p:nvGraphicFramePr>
        <p:xfrm>
          <a:off x="6108700" y="3492500"/>
          <a:ext cx="3124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124200" imgH="889000" progId="Equation.3">
                  <p:embed/>
                </p:oleObj>
              </mc:Choice>
              <mc:Fallback>
                <p:oleObj name="公式" r:id="rId10" imgW="31242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8700" y="3492500"/>
                        <a:ext cx="31242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3134543"/>
              </p:ext>
            </p:extLst>
          </p:nvPr>
        </p:nvGraphicFramePr>
        <p:xfrm>
          <a:off x="3162300" y="4797152"/>
          <a:ext cx="3555280" cy="486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85720" imgH="203040" progId="Equation.DSMT4">
                  <p:embed/>
                </p:oleObj>
              </mc:Choice>
              <mc:Fallback>
                <p:oleObj name="Equation" r:id="rId12" imgW="1485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300" y="4797152"/>
                        <a:ext cx="3555280" cy="4861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10561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2438400" y="1109663"/>
            <a:ext cx="281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求积分</a:t>
            </a: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2438400" y="2332038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94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9214140"/>
              </p:ext>
            </p:extLst>
          </p:nvPr>
        </p:nvGraphicFramePr>
        <p:xfrm>
          <a:off x="4410472" y="911980"/>
          <a:ext cx="2304256" cy="1047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77760" imgH="444240" progId="Equation.DSMT4">
                  <p:embed/>
                </p:oleObj>
              </mc:Choice>
              <mc:Fallback>
                <p:oleObj name="Equation" r:id="rId2" imgW="9777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0472" y="911980"/>
                        <a:ext cx="2304256" cy="10473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5"/>
          <p:cNvGraphicFramePr>
            <a:graphicFrameLocks noChangeAspect="1"/>
          </p:cNvGraphicFramePr>
          <p:nvPr/>
        </p:nvGraphicFramePr>
        <p:xfrm>
          <a:off x="3276600" y="2082801"/>
          <a:ext cx="222250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222500" imgH="1003300" progId="Equation.3">
                  <p:embed/>
                </p:oleObj>
              </mc:Choice>
              <mc:Fallback>
                <p:oleObj name="公式" r:id="rId4" imgW="2222500" imgH="1003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082801"/>
                        <a:ext cx="2222500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6"/>
          <p:cNvGraphicFramePr>
            <a:graphicFrameLocks noChangeAspect="1"/>
          </p:cNvGraphicFramePr>
          <p:nvPr/>
        </p:nvGraphicFramePr>
        <p:xfrm>
          <a:off x="5562600" y="2114551"/>
          <a:ext cx="261620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600227" imgH="981088" progId="Equation.3">
                  <p:embed/>
                </p:oleObj>
              </mc:Choice>
              <mc:Fallback>
                <p:oleObj name="公式" r:id="rId6" imgW="2600227" imgH="98108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2114551"/>
                        <a:ext cx="2616200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7"/>
          <p:cNvGraphicFramePr>
            <a:graphicFrameLocks noChangeAspect="1"/>
          </p:cNvGraphicFramePr>
          <p:nvPr/>
        </p:nvGraphicFramePr>
        <p:xfrm>
          <a:off x="3048000" y="3357563"/>
          <a:ext cx="3225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225800" imgH="889000" progId="Equation.3">
                  <p:embed/>
                </p:oleObj>
              </mc:Choice>
              <mc:Fallback>
                <p:oleObj name="公式" r:id="rId8" imgW="32258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357563"/>
                        <a:ext cx="32258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Object 8"/>
          <p:cNvGraphicFramePr>
            <a:graphicFrameLocks noChangeAspect="1"/>
          </p:cNvGraphicFramePr>
          <p:nvPr/>
        </p:nvGraphicFramePr>
        <p:xfrm>
          <a:off x="2997200" y="4445000"/>
          <a:ext cx="3276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276600" imgH="889000" progId="Equation.3">
                  <p:embed/>
                </p:oleObj>
              </mc:Choice>
              <mc:Fallback>
                <p:oleObj name="公式" r:id="rId10" imgW="32766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7200" y="4445000"/>
                        <a:ext cx="3276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7" name="Oval 9"/>
          <p:cNvSpPr>
            <a:spLocks noChangeArrowheads="1"/>
          </p:cNvSpPr>
          <p:nvPr/>
        </p:nvSpPr>
        <p:spPr bwMode="auto">
          <a:xfrm>
            <a:off x="4151784" y="5275263"/>
            <a:ext cx="5791200" cy="873125"/>
          </a:xfrm>
          <a:prstGeom prst="ellipse">
            <a:avLst/>
          </a:prstGeom>
          <a:solidFill>
            <a:srgbClr val="FF00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</a:rPr>
              <a:t>拆项积分是一种有效的积分方法！</a:t>
            </a:r>
            <a:endParaRPr kumimoji="1"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529224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autoUpdateAnimBg="0"/>
      <p:bldP spid="22537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2590800" y="1109663"/>
            <a:ext cx="281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求积分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2590800" y="2332038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204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9808397"/>
              </p:ext>
            </p:extLst>
          </p:nvPr>
        </p:nvGraphicFramePr>
        <p:xfrm>
          <a:off x="4683521" y="934484"/>
          <a:ext cx="2381141" cy="989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77760" imgH="406080" progId="Equation.DSMT4">
                  <p:embed/>
                </p:oleObj>
              </mc:Choice>
              <mc:Fallback>
                <p:oleObj name="Equation" r:id="rId2" imgW="977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521" y="934484"/>
                        <a:ext cx="2381141" cy="9895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5"/>
          <p:cNvGraphicFramePr>
            <a:graphicFrameLocks noChangeAspect="1"/>
          </p:cNvGraphicFramePr>
          <p:nvPr/>
        </p:nvGraphicFramePr>
        <p:xfrm>
          <a:off x="3581400" y="2133600"/>
          <a:ext cx="2184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184400" imgH="889000" progId="Equation.3">
                  <p:embed/>
                </p:oleObj>
              </mc:Choice>
              <mc:Fallback>
                <p:oleObj name="公式" r:id="rId4" imgW="21844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133600"/>
                        <a:ext cx="21844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6"/>
          <p:cNvGraphicFramePr>
            <a:graphicFrameLocks noChangeAspect="1"/>
          </p:cNvGraphicFramePr>
          <p:nvPr/>
        </p:nvGraphicFramePr>
        <p:xfrm>
          <a:off x="5835650" y="2165350"/>
          <a:ext cx="3187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171771" imgH="866749" progId="Equation.3">
                  <p:embed/>
                </p:oleObj>
              </mc:Choice>
              <mc:Fallback>
                <p:oleObj name="公式" r:id="rId6" imgW="3171771" imgH="8667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5650" y="2165350"/>
                        <a:ext cx="31877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7"/>
          <p:cNvGraphicFramePr>
            <a:graphicFrameLocks noChangeAspect="1"/>
          </p:cNvGraphicFramePr>
          <p:nvPr/>
        </p:nvGraphicFramePr>
        <p:xfrm>
          <a:off x="3505200" y="3378200"/>
          <a:ext cx="2209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209800" imgH="889000" progId="Equation.3">
                  <p:embed/>
                </p:oleObj>
              </mc:Choice>
              <mc:Fallback>
                <p:oleObj name="公式" r:id="rId8" imgW="22098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378200"/>
                        <a:ext cx="22098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8"/>
          <p:cNvGraphicFramePr>
            <a:graphicFrameLocks noChangeAspect="1"/>
          </p:cNvGraphicFramePr>
          <p:nvPr/>
        </p:nvGraphicFramePr>
        <p:xfrm>
          <a:off x="5695950" y="3397250"/>
          <a:ext cx="2120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120900" imgH="889000" progId="Equation.3">
                  <p:embed/>
                </p:oleObj>
              </mc:Choice>
              <mc:Fallback>
                <p:oleObj name="公式" r:id="rId10" imgW="21209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5950" y="3397250"/>
                        <a:ext cx="21209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1" name="Text Box 9"/>
          <p:cNvSpPr txBox="1">
            <a:spLocks noChangeArrowheads="1"/>
          </p:cNvSpPr>
          <p:nvPr/>
        </p:nvSpPr>
        <p:spPr bwMode="auto">
          <a:xfrm>
            <a:off x="2590800" y="4495801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CC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说明：</a:t>
            </a:r>
          </a:p>
        </p:txBody>
      </p:sp>
      <p:sp>
        <p:nvSpPr>
          <p:cNvPr id="23562" name="Text Box 10"/>
          <p:cNvSpPr txBox="1">
            <a:spLocks noChangeArrowheads="1"/>
          </p:cNvSpPr>
          <p:nvPr/>
        </p:nvSpPr>
        <p:spPr bwMode="auto">
          <a:xfrm>
            <a:off x="3797426" y="4495801"/>
            <a:ext cx="653447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以上几例中的被积函数都需要进行恒等变形，才能使用基本积分表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908330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autoUpdateAnimBg="0"/>
      <p:bldP spid="23561" grpId="0" autoUpdateAnimBg="0"/>
      <p:bldP spid="23562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2590800" y="1109663"/>
            <a:ext cx="281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求积分</a:t>
            </a:r>
          </a:p>
        </p:txBody>
      </p:sp>
      <p:graphicFrame>
        <p:nvGraphicFramePr>
          <p:cNvPr id="21507" name="Object 3"/>
          <p:cNvGraphicFramePr>
            <a:graphicFrameLocks noChangeAspect="1"/>
          </p:cNvGraphicFramePr>
          <p:nvPr/>
        </p:nvGraphicFramePr>
        <p:xfrm>
          <a:off x="4511675" y="1050925"/>
          <a:ext cx="1728788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23586" imgH="291973" progId="Equation.3">
                  <p:embed/>
                </p:oleObj>
              </mc:Choice>
              <mc:Fallback>
                <p:oleObj name="公式" r:id="rId2" imgW="723586" imgH="2919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5" y="1050925"/>
                        <a:ext cx="1728788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2590800" y="2332038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24581" name="Object 5"/>
          <p:cNvGraphicFramePr>
            <a:graphicFrameLocks noChangeAspect="1"/>
          </p:cNvGraphicFramePr>
          <p:nvPr/>
        </p:nvGraphicFramePr>
        <p:xfrm>
          <a:off x="3403600" y="2276475"/>
          <a:ext cx="1638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85800" imgH="292100" progId="Equation.3">
                  <p:embed/>
                </p:oleObj>
              </mc:Choice>
              <mc:Fallback>
                <p:oleObj name="公式" r:id="rId4" imgW="6858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3600" y="2276475"/>
                        <a:ext cx="16383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6"/>
          <p:cNvGraphicFramePr>
            <a:graphicFrameLocks noChangeAspect="1"/>
          </p:cNvGraphicFramePr>
          <p:nvPr/>
        </p:nvGraphicFramePr>
        <p:xfrm>
          <a:off x="5026026" y="2292350"/>
          <a:ext cx="2640013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104900" imgH="292100" progId="Equation.3">
                  <p:embed/>
                </p:oleObj>
              </mc:Choice>
              <mc:Fallback>
                <p:oleObj name="公式" r:id="rId6" imgW="11049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6026" y="2292350"/>
                        <a:ext cx="2640013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7"/>
          <p:cNvGraphicFramePr>
            <a:graphicFrameLocks noChangeAspect="1"/>
          </p:cNvGraphicFramePr>
          <p:nvPr/>
        </p:nvGraphicFramePr>
        <p:xfrm>
          <a:off x="3287714" y="3141663"/>
          <a:ext cx="282257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180588" imgH="291973" progId="Equation.3">
                  <p:embed/>
                </p:oleObj>
              </mc:Choice>
              <mc:Fallback>
                <p:oleObj name="公式" r:id="rId8" imgW="1180588" imgH="2919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4" y="3141663"/>
                        <a:ext cx="282257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8"/>
          <p:cNvGraphicFramePr>
            <a:graphicFrameLocks noChangeAspect="1"/>
          </p:cNvGraphicFramePr>
          <p:nvPr/>
        </p:nvGraphicFramePr>
        <p:xfrm>
          <a:off x="3287713" y="4076700"/>
          <a:ext cx="23368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977476" imgH="177723" progId="Equation.3">
                  <p:embed/>
                </p:oleObj>
              </mc:Choice>
              <mc:Fallback>
                <p:oleObj name="公式" r:id="rId10" imgW="977476" imgH="17772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3" y="4076700"/>
                        <a:ext cx="23368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8415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2446337" y="1163223"/>
            <a:ext cx="281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求积分</a:t>
            </a:r>
          </a:p>
        </p:txBody>
      </p:sp>
      <p:graphicFrame>
        <p:nvGraphicFramePr>
          <p:cNvPr id="225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7649253"/>
              </p:ext>
            </p:extLst>
          </p:nvPr>
        </p:nvGraphicFramePr>
        <p:xfrm>
          <a:off x="4705350" y="906675"/>
          <a:ext cx="1789113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48975" imgH="406224" progId="Equation.3">
                  <p:embed/>
                </p:oleObj>
              </mc:Choice>
              <mc:Fallback>
                <p:oleObj name="公式" r:id="rId2" imgW="748975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5350" y="906675"/>
                        <a:ext cx="1789113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2351584" y="2201479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978122"/>
              </p:ext>
            </p:extLst>
          </p:nvPr>
        </p:nvGraphicFramePr>
        <p:xfrm>
          <a:off x="3006725" y="1955840"/>
          <a:ext cx="1698625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10891" imgH="406224" progId="Equation.3">
                  <p:embed/>
                </p:oleObj>
              </mc:Choice>
              <mc:Fallback>
                <p:oleObj name="公式" r:id="rId4" imgW="710891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6725" y="1955840"/>
                        <a:ext cx="1698625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988597"/>
              </p:ext>
            </p:extLst>
          </p:nvPr>
        </p:nvGraphicFramePr>
        <p:xfrm>
          <a:off x="4705350" y="1983739"/>
          <a:ext cx="2790825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167893" imgH="406224" progId="Equation.3">
                  <p:embed/>
                </p:oleObj>
              </mc:Choice>
              <mc:Fallback>
                <p:oleObj name="公式" r:id="rId6" imgW="1167893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5350" y="1983739"/>
                        <a:ext cx="2790825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2431101"/>
              </p:ext>
            </p:extLst>
          </p:nvPr>
        </p:nvGraphicFramePr>
        <p:xfrm>
          <a:off x="2976563" y="3005005"/>
          <a:ext cx="312420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307532" imgH="406224" progId="Equation.3">
                  <p:embed/>
                </p:oleObj>
              </mc:Choice>
              <mc:Fallback>
                <p:oleObj name="公式" r:id="rId8" imgW="1307532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6563" y="3005005"/>
                        <a:ext cx="3124200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0598977"/>
              </p:ext>
            </p:extLst>
          </p:nvPr>
        </p:nvGraphicFramePr>
        <p:xfrm>
          <a:off x="2976563" y="3933056"/>
          <a:ext cx="2790825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167893" imgH="406224" progId="Equation.3">
                  <p:embed/>
                </p:oleObj>
              </mc:Choice>
              <mc:Fallback>
                <p:oleObj name="公式" r:id="rId10" imgW="1167893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6563" y="3933056"/>
                        <a:ext cx="2790825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9992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2384836" y="1032596"/>
            <a:ext cx="281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求积分</a:t>
            </a:r>
          </a:p>
        </p:txBody>
      </p:sp>
      <p:graphicFrame>
        <p:nvGraphicFramePr>
          <p:cNvPr id="235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800626"/>
              </p:ext>
            </p:extLst>
          </p:nvPr>
        </p:nvGraphicFramePr>
        <p:xfrm>
          <a:off x="4583832" y="783100"/>
          <a:ext cx="2879725" cy="1427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06500" imgH="596900" progId="Equation.3">
                  <p:embed/>
                </p:oleObj>
              </mc:Choice>
              <mc:Fallback>
                <p:oleObj name="公式" r:id="rId2" imgW="12065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832" y="783100"/>
                        <a:ext cx="2879725" cy="1427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2384836" y="2470045"/>
            <a:ext cx="567439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266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7117668"/>
              </p:ext>
            </p:extLst>
          </p:nvPr>
        </p:nvGraphicFramePr>
        <p:xfrm>
          <a:off x="3108669" y="2205038"/>
          <a:ext cx="2789238" cy="1427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68400" imgH="596900" progId="Equation.3">
                  <p:embed/>
                </p:oleObj>
              </mc:Choice>
              <mc:Fallback>
                <p:oleObj name="公式" r:id="rId4" imgW="11684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8669" y="2205038"/>
                        <a:ext cx="2789238" cy="1427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0460938"/>
              </p:ext>
            </p:extLst>
          </p:nvPr>
        </p:nvGraphicFramePr>
        <p:xfrm>
          <a:off x="5897907" y="2215485"/>
          <a:ext cx="2303463" cy="1427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65200" imgH="596900" progId="Equation.3">
                  <p:embed/>
                </p:oleObj>
              </mc:Choice>
              <mc:Fallback>
                <p:oleObj name="公式" r:id="rId6" imgW="9652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7907" y="2215485"/>
                        <a:ext cx="2303463" cy="1427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4239764"/>
              </p:ext>
            </p:extLst>
          </p:nvPr>
        </p:nvGraphicFramePr>
        <p:xfrm>
          <a:off x="2952275" y="3783013"/>
          <a:ext cx="2062162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863225" imgH="291973" progId="Equation.3">
                  <p:embed/>
                </p:oleObj>
              </mc:Choice>
              <mc:Fallback>
                <p:oleObj name="公式" r:id="rId8" imgW="863225" imgH="2919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275" y="3783013"/>
                        <a:ext cx="2062162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9349335"/>
              </p:ext>
            </p:extLst>
          </p:nvPr>
        </p:nvGraphicFramePr>
        <p:xfrm>
          <a:off x="2959536" y="4688186"/>
          <a:ext cx="218281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914003" imgH="177723" progId="Equation.3">
                  <p:embed/>
                </p:oleObj>
              </mc:Choice>
              <mc:Fallback>
                <p:oleObj name="公式" r:id="rId10" imgW="914003" imgH="17772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536" y="4688186"/>
                        <a:ext cx="2182812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3927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55579"/>
              </p:ext>
            </p:extLst>
          </p:nvPr>
        </p:nvGraphicFramePr>
        <p:xfrm>
          <a:off x="3503712" y="933450"/>
          <a:ext cx="244792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79032" imgH="406224" progId="Equation.DSMT4">
                  <p:embed/>
                </p:oleObj>
              </mc:Choice>
              <mc:Fallback>
                <p:oleObj name="Equation" r:id="rId2" imgW="1079032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712" y="933450"/>
                        <a:ext cx="2447925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8191754"/>
              </p:ext>
            </p:extLst>
          </p:nvPr>
        </p:nvGraphicFramePr>
        <p:xfrm>
          <a:off x="2208213" y="2420888"/>
          <a:ext cx="3886200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3000" imgH="393700" progId="Equation.3">
                  <p:embed/>
                </p:oleObj>
              </mc:Choice>
              <mc:Fallback>
                <p:oleObj name="Equation" r:id="rId4" imgW="11430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2420888"/>
                        <a:ext cx="3886200" cy="11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1485385"/>
              </p:ext>
            </p:extLst>
          </p:nvPr>
        </p:nvGraphicFramePr>
        <p:xfrm>
          <a:off x="6094413" y="2482800"/>
          <a:ext cx="40386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7000" imgH="368300" progId="Equation.3">
                  <p:embed/>
                </p:oleObj>
              </mc:Choice>
              <mc:Fallback>
                <p:oleObj name="Equation" r:id="rId6" imgW="13970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4413" y="2482800"/>
                        <a:ext cx="40386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6044693"/>
              </p:ext>
            </p:extLst>
          </p:nvPr>
        </p:nvGraphicFramePr>
        <p:xfrm>
          <a:off x="2208213" y="4005064"/>
          <a:ext cx="334803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54100" imgH="152400" progId="Equation.3">
                  <p:embed/>
                </p:oleObj>
              </mc:Choice>
              <mc:Fallback>
                <p:oleObj name="Equation" r:id="rId8" imgW="1054100" imgH="15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4005064"/>
                        <a:ext cx="3348037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2218291" y="1195099"/>
            <a:ext cx="100700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例</a:t>
            </a:r>
            <a:r>
              <a:rPr kumimoji="1"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21595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5088552"/>
              </p:ext>
            </p:extLst>
          </p:nvPr>
        </p:nvGraphicFramePr>
        <p:xfrm>
          <a:off x="2557084" y="586895"/>
          <a:ext cx="1555750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85800" imgH="291960" progId="Equation.DSMT4">
                  <p:embed/>
                </p:oleObj>
              </mc:Choice>
              <mc:Fallback>
                <p:oleObj name="Equation" r:id="rId2" imgW="685800" imgH="291960" progId="Equation.DSMT4">
                  <p:embed/>
                  <p:pic>
                    <p:nvPicPr>
                      <p:cNvPr id="276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7084" y="586895"/>
                        <a:ext cx="1555750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8696471"/>
              </p:ext>
            </p:extLst>
          </p:nvPr>
        </p:nvGraphicFramePr>
        <p:xfrm>
          <a:off x="4242618" y="2110651"/>
          <a:ext cx="6142026" cy="13842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55520" imgH="495000" progId="Equation.DSMT4">
                  <p:embed/>
                </p:oleObj>
              </mc:Choice>
              <mc:Fallback>
                <p:oleObj name="Equation" r:id="rId4" imgW="1955520" imgH="495000" progId="Equation.DSMT4">
                  <p:embed/>
                  <p:pic>
                    <p:nvPicPr>
                      <p:cNvPr id="276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2618" y="2110651"/>
                        <a:ext cx="6142026" cy="13842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6085970"/>
              </p:ext>
            </p:extLst>
          </p:nvPr>
        </p:nvGraphicFramePr>
        <p:xfrm>
          <a:off x="1458038" y="4669831"/>
          <a:ext cx="977453" cy="490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6080" imgH="203040" progId="Equation.DSMT4">
                  <p:embed/>
                </p:oleObj>
              </mc:Choice>
              <mc:Fallback>
                <p:oleObj name="Equation" r:id="rId6" imgW="406080" imgH="203040" progId="Equation.DSMT4">
                  <p:embed/>
                  <p:pic>
                    <p:nvPicPr>
                      <p:cNvPr id="276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8038" y="4669831"/>
                        <a:ext cx="977453" cy="4900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0080480"/>
              </p:ext>
            </p:extLst>
          </p:nvPr>
        </p:nvGraphicFramePr>
        <p:xfrm>
          <a:off x="1400076" y="3557688"/>
          <a:ext cx="207083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88840" imgH="215640" progId="Equation.DSMT4">
                  <p:embed/>
                </p:oleObj>
              </mc:Choice>
              <mc:Fallback>
                <p:oleObj name="Equation" r:id="rId8" imgW="888840" imgH="215640" progId="Equation.DSMT4">
                  <p:embed/>
                  <p:pic>
                    <p:nvPicPr>
                      <p:cNvPr id="276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0076" y="3557688"/>
                        <a:ext cx="2070830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1491605" y="686683"/>
            <a:ext cx="100700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例</a:t>
            </a:r>
            <a:r>
              <a:rPr kumimoji="1" lang="en-US" altLang="zh-CN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13</a:t>
            </a:r>
            <a:endParaRPr kumimoji="1" lang="en-US" altLang="zh-CN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</a:endParaRPr>
          </a:p>
        </p:txBody>
      </p:sp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91FFA940-5406-445A-9471-302C621420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7852305"/>
              </p:ext>
            </p:extLst>
          </p:nvPr>
        </p:nvGraphicFramePr>
        <p:xfrm>
          <a:off x="2557084" y="994049"/>
          <a:ext cx="7281912" cy="1340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73040" imgH="469800" progId="Equation.DSMT4">
                  <p:embed/>
                </p:oleObj>
              </mc:Choice>
              <mc:Fallback>
                <p:oleObj name="Equation" r:id="rId10" imgW="2273040" imgH="469800" progId="Equation.DSMT4">
                  <p:embed/>
                  <p:pic>
                    <p:nvPicPr>
                      <p:cNvPr id="276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7084" y="994049"/>
                        <a:ext cx="7281912" cy="13400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917782B2-9288-43FD-9804-2D65B224BFCE}"/>
              </a:ext>
            </a:extLst>
          </p:cNvPr>
          <p:cNvSpPr txBox="1"/>
          <p:nvPr/>
        </p:nvSpPr>
        <p:spPr>
          <a:xfrm>
            <a:off x="1343472" y="140303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/>
              <a:t>由于</a:t>
            </a:r>
          </a:p>
        </p:txBody>
      </p:sp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9E845F97-2323-48B3-B6AB-C77AF6169E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9820114"/>
              </p:ext>
            </p:extLst>
          </p:nvPr>
        </p:nvGraphicFramePr>
        <p:xfrm>
          <a:off x="2591916" y="2387671"/>
          <a:ext cx="1555750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85800" imgH="291960" progId="Equation.DSMT4">
                  <p:embed/>
                </p:oleObj>
              </mc:Choice>
              <mc:Fallback>
                <p:oleObj name="Equation" r:id="rId12" imgW="685800" imgH="291960" progId="Equation.DSMT4">
                  <p:embed/>
                  <p:pic>
                    <p:nvPicPr>
                      <p:cNvPr id="276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1916" y="2387671"/>
                        <a:ext cx="1555750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">
            <a:extLst>
              <a:ext uri="{FF2B5EF4-FFF2-40B4-BE49-F238E27FC236}">
                <a16:creationId xmlns:a16="http://schemas.microsoft.com/office/drawing/2014/main" id="{55D0CABD-8810-4F33-80F6-711C869A19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4940407"/>
              </p:ext>
            </p:extLst>
          </p:nvPr>
        </p:nvGraphicFramePr>
        <p:xfrm>
          <a:off x="1400076" y="2525754"/>
          <a:ext cx="112395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95000" imgH="203040" progId="Equation.DSMT4">
                  <p:embed/>
                </p:oleObj>
              </mc:Choice>
              <mc:Fallback>
                <p:oleObj name="Equation" r:id="rId14" imgW="495000" imgH="203040" progId="Equation.DSMT4">
                  <p:embed/>
                  <p:pic>
                    <p:nvPicPr>
                      <p:cNvPr id="276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0076" y="2525754"/>
                        <a:ext cx="1123950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">
            <a:extLst>
              <a:ext uri="{FF2B5EF4-FFF2-40B4-BE49-F238E27FC236}">
                <a16:creationId xmlns:a16="http://schemas.microsoft.com/office/drawing/2014/main" id="{1D8E31C4-E92B-4EE2-8E4B-AEAB3BA0B3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787803"/>
              </p:ext>
            </p:extLst>
          </p:nvPr>
        </p:nvGraphicFramePr>
        <p:xfrm>
          <a:off x="3493379" y="3557688"/>
          <a:ext cx="4910137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184120" imgH="279360" progId="Equation.DSMT4">
                  <p:embed/>
                </p:oleObj>
              </mc:Choice>
              <mc:Fallback>
                <p:oleObj name="Equation" r:id="rId16" imgW="2184120" imgH="279360" progId="Equation.DSMT4">
                  <p:embed/>
                  <p:pic>
                    <p:nvPicPr>
                      <p:cNvPr id="276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3379" y="3557688"/>
                        <a:ext cx="4910137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">
            <a:extLst>
              <a:ext uri="{FF2B5EF4-FFF2-40B4-BE49-F238E27FC236}">
                <a16:creationId xmlns:a16="http://schemas.microsoft.com/office/drawing/2014/main" id="{C8ED3C5E-B2D9-4CF8-B28B-CE5000C3D2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701172"/>
              </p:ext>
            </p:extLst>
          </p:nvPr>
        </p:nvGraphicFramePr>
        <p:xfrm>
          <a:off x="8544272" y="3536024"/>
          <a:ext cx="2333625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28520" imgH="228600" progId="Equation.DSMT4">
                  <p:embed/>
                </p:oleObj>
              </mc:Choice>
              <mc:Fallback>
                <p:oleObj name="Equation" r:id="rId18" imgW="1028520" imgH="228600" progId="Equation.DSMT4">
                  <p:embed/>
                  <p:pic>
                    <p:nvPicPr>
                      <p:cNvPr id="276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4272" y="3536024"/>
                        <a:ext cx="2333625" cy="62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">
            <a:extLst>
              <a:ext uri="{FF2B5EF4-FFF2-40B4-BE49-F238E27FC236}">
                <a16:creationId xmlns:a16="http://schemas.microsoft.com/office/drawing/2014/main" id="{846638A3-6457-46E7-93CD-276B50EDC3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1591278"/>
              </p:ext>
            </p:extLst>
          </p:nvPr>
        </p:nvGraphicFramePr>
        <p:xfrm>
          <a:off x="2621700" y="4509531"/>
          <a:ext cx="1555750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85800" imgH="291960" progId="Equation.DSMT4">
                  <p:embed/>
                </p:oleObj>
              </mc:Choice>
              <mc:Fallback>
                <p:oleObj name="Equation" r:id="rId20" imgW="685800" imgH="291960" progId="Equation.DSMT4">
                  <p:embed/>
                  <p:pic>
                    <p:nvPicPr>
                      <p:cNvPr id="10" name="Object 2">
                        <a:extLst>
                          <a:ext uri="{FF2B5EF4-FFF2-40B4-BE49-F238E27FC236}">
                            <a16:creationId xmlns:a16="http://schemas.microsoft.com/office/drawing/2014/main" id="{9E845F97-2323-48B3-B6AB-C77AF6169E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1700" y="4509531"/>
                        <a:ext cx="1555750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">
            <a:extLst>
              <a:ext uri="{FF2B5EF4-FFF2-40B4-BE49-F238E27FC236}">
                <a16:creationId xmlns:a16="http://schemas.microsoft.com/office/drawing/2014/main" id="{B58A61A1-322E-4E1E-88EA-5DCDDB888A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3874967"/>
              </p:ext>
            </p:extLst>
          </p:nvPr>
        </p:nvGraphicFramePr>
        <p:xfrm>
          <a:off x="4256434" y="4222705"/>
          <a:ext cx="6621463" cy="138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108160" imgH="495000" progId="Equation.DSMT4">
                  <p:embed/>
                </p:oleObj>
              </mc:Choice>
              <mc:Fallback>
                <p:oleObj name="Equation" r:id="rId21" imgW="2108160" imgH="495000" progId="Equation.DSMT4">
                  <p:embed/>
                  <p:pic>
                    <p:nvPicPr>
                      <p:cNvPr id="276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6434" y="4222705"/>
                        <a:ext cx="6621463" cy="1384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">
            <a:extLst>
              <a:ext uri="{FF2B5EF4-FFF2-40B4-BE49-F238E27FC236}">
                <a16:creationId xmlns:a16="http://schemas.microsoft.com/office/drawing/2014/main" id="{48E84BE3-0FDD-4D57-9375-D2A6728448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8184243"/>
              </p:ext>
            </p:extLst>
          </p:nvPr>
        </p:nvGraphicFramePr>
        <p:xfrm>
          <a:off x="2855640" y="5733256"/>
          <a:ext cx="169862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749160" imgH="291960" progId="Equation.DSMT4">
                  <p:embed/>
                </p:oleObj>
              </mc:Choice>
              <mc:Fallback>
                <p:oleObj name="Equation" r:id="rId23" imgW="749160" imgH="291960" progId="Equation.DSMT4">
                  <p:embed/>
                  <p:pic>
                    <p:nvPicPr>
                      <p:cNvPr id="276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640" y="5733256"/>
                        <a:ext cx="1698625" cy="7969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921721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2524876"/>
              </p:ext>
            </p:extLst>
          </p:nvPr>
        </p:nvGraphicFramePr>
        <p:xfrm>
          <a:off x="2279576" y="709589"/>
          <a:ext cx="7307263" cy="202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36343" imgH="2038267" progId="Word.Document.8">
                  <p:embed/>
                </p:oleObj>
              </mc:Choice>
              <mc:Fallback>
                <p:oleObj name="Document" r:id="rId2" imgW="7336343" imgH="203826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709589"/>
                        <a:ext cx="7307263" cy="202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2226135" y="2701326"/>
            <a:ext cx="50385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286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7589087"/>
              </p:ext>
            </p:extLst>
          </p:nvPr>
        </p:nvGraphicFramePr>
        <p:xfrm>
          <a:off x="3130550" y="2499278"/>
          <a:ext cx="3530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530600" imgH="889000" progId="Equation.3">
                  <p:embed/>
                </p:oleObj>
              </mc:Choice>
              <mc:Fallback>
                <p:oleObj name="公式" r:id="rId4" imgW="35306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0550" y="2499278"/>
                        <a:ext cx="3530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8759304"/>
              </p:ext>
            </p:extLst>
          </p:nvPr>
        </p:nvGraphicFramePr>
        <p:xfrm>
          <a:off x="3070225" y="3429385"/>
          <a:ext cx="4249738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88367" imgH="291973" progId="Equation.DSMT4">
                  <p:embed/>
                </p:oleObj>
              </mc:Choice>
              <mc:Fallback>
                <p:oleObj name="Equation" r:id="rId6" imgW="1688367" imgH="2919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0225" y="3429385"/>
                        <a:ext cx="4249738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2378032"/>
              </p:ext>
            </p:extLst>
          </p:nvPr>
        </p:nvGraphicFramePr>
        <p:xfrm>
          <a:off x="4210844" y="4220753"/>
          <a:ext cx="30099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009900" imgH="393700" progId="Equation.3">
                  <p:embed/>
                </p:oleObj>
              </mc:Choice>
              <mc:Fallback>
                <p:oleObj name="公式" r:id="rId8" imgW="30099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0844" y="4220753"/>
                        <a:ext cx="30099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8944666"/>
              </p:ext>
            </p:extLst>
          </p:nvPr>
        </p:nvGraphicFramePr>
        <p:xfrm>
          <a:off x="3226594" y="4797425"/>
          <a:ext cx="19685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968500" imgH="406400" progId="Equation.3">
                  <p:embed/>
                </p:oleObj>
              </mc:Choice>
              <mc:Fallback>
                <p:oleObj name="公式" r:id="rId10" imgW="19685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6594" y="4797425"/>
                        <a:ext cx="19685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2238864"/>
              </p:ext>
            </p:extLst>
          </p:nvPr>
        </p:nvGraphicFramePr>
        <p:xfrm>
          <a:off x="6023992" y="4853781"/>
          <a:ext cx="15748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574117" imgH="406224" progId="Equation.3">
                  <p:embed/>
                </p:oleObj>
              </mc:Choice>
              <mc:Fallback>
                <p:oleObj name="公式" r:id="rId12" imgW="1574117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3992" y="4853781"/>
                        <a:ext cx="15748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1" name="Text Box 9"/>
          <p:cNvSpPr txBox="1">
            <a:spLocks noChangeArrowheads="1"/>
          </p:cNvSpPr>
          <p:nvPr/>
        </p:nvSpPr>
        <p:spPr bwMode="auto">
          <a:xfrm>
            <a:off x="3130550" y="5302249"/>
            <a:ext cx="327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所求曲线方程为</a:t>
            </a:r>
          </a:p>
        </p:txBody>
      </p:sp>
      <p:graphicFrame>
        <p:nvGraphicFramePr>
          <p:cNvPr id="2868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1246690"/>
              </p:ext>
            </p:extLst>
          </p:nvPr>
        </p:nvGraphicFramePr>
        <p:xfrm>
          <a:off x="6237660" y="5386387"/>
          <a:ext cx="32131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213100" imgH="406400" progId="Equation.3">
                  <p:embed/>
                </p:oleObj>
              </mc:Choice>
              <mc:Fallback>
                <p:oleObj name="公式" r:id="rId14" imgW="32131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7660" y="5386387"/>
                        <a:ext cx="32131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2226135" y="755778"/>
            <a:ext cx="9044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kern="1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kern="1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14</a:t>
            </a:r>
            <a:endParaRPr lang="zh-CN" alt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138080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autoUpdateAnimBg="0"/>
      <p:bldP spid="28681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2819400" y="2971800"/>
            <a:ext cx="6629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>
                <a:latin typeface="Times New Roman" panose="02020603050405020304" pitchFamily="18" charset="0"/>
              </a:rPr>
              <a:t>基本积分表</a:t>
            </a:r>
            <a:r>
              <a:rPr kumimoji="1" lang="en-US" altLang="zh-CN" sz="3600" b="1">
                <a:solidFill>
                  <a:srgbClr val="151226"/>
                </a:solidFill>
                <a:latin typeface="Times New Roman" panose="02020603050405020304" pitchFamily="18" charset="0"/>
                <a:sym typeface="Monotype Sorts" pitchFamily="2" charset="2"/>
              </a:rPr>
              <a:t>(1)</a:t>
            </a: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2806700" y="4419600"/>
            <a:ext cx="6629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>
                <a:latin typeface="Times New Roman" panose="02020603050405020304" pitchFamily="18" charset="0"/>
              </a:rPr>
              <a:t>不定积分的性质</a:t>
            </a:r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2730500" y="1524000"/>
            <a:ext cx="6629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</a:rPr>
              <a:t> </a:t>
            </a:r>
            <a:r>
              <a:rPr kumimoji="1" lang="zh-CN" altLang="en-US" b="1">
                <a:latin typeface="Times New Roman" panose="02020603050405020304" pitchFamily="18" charset="0"/>
              </a:rPr>
              <a:t>原函数的概念：</a:t>
            </a:r>
          </a:p>
        </p:txBody>
      </p:sp>
      <p:graphicFrame>
        <p:nvGraphicFramePr>
          <p:cNvPr id="29701" name="Object 5"/>
          <p:cNvGraphicFramePr>
            <a:graphicFrameLocks noChangeAspect="1"/>
          </p:cNvGraphicFramePr>
          <p:nvPr/>
        </p:nvGraphicFramePr>
        <p:xfrm>
          <a:off x="5626100" y="1641476"/>
          <a:ext cx="21336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14398" imgH="409742" progId="Equation.3">
                  <p:embed/>
                </p:oleObj>
              </mc:Choice>
              <mc:Fallback>
                <p:oleObj name="公式" r:id="rId2" imgW="2114398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6100" y="1641476"/>
                        <a:ext cx="21336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" name="Rectangle 6"/>
          <p:cNvSpPr>
            <a:spLocks noChangeArrowheads="1"/>
          </p:cNvSpPr>
          <p:nvPr/>
        </p:nvSpPr>
        <p:spPr bwMode="auto">
          <a:xfrm>
            <a:off x="2806700" y="2239964"/>
            <a:ext cx="34607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latin typeface="Times New Roman" panose="02020603050405020304" pitchFamily="18" charset="0"/>
              </a:rPr>
              <a:t>不定积分的概念：</a:t>
            </a:r>
          </a:p>
        </p:txBody>
      </p:sp>
      <p:graphicFrame>
        <p:nvGraphicFramePr>
          <p:cNvPr id="29703" name="Object 7"/>
          <p:cNvGraphicFramePr>
            <a:graphicFrameLocks noChangeAspect="1"/>
          </p:cNvGraphicFramePr>
          <p:nvPr/>
        </p:nvGraphicFramePr>
        <p:xfrm>
          <a:off x="5994400" y="2286000"/>
          <a:ext cx="32893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267202" imgH="552579" progId="Equation.3">
                  <p:embed/>
                </p:oleObj>
              </mc:Choice>
              <mc:Fallback>
                <p:oleObj name="公式" r:id="rId4" imgW="3267202" imgH="5525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4400" y="2286000"/>
                        <a:ext cx="32893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4" name="Rectangle 8"/>
          <p:cNvSpPr>
            <a:spLocks noChangeArrowheads="1"/>
          </p:cNvSpPr>
          <p:nvPr/>
        </p:nvSpPr>
        <p:spPr bwMode="auto">
          <a:xfrm>
            <a:off x="2784475" y="3611564"/>
            <a:ext cx="50990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>
                <a:latin typeface="Times New Roman" panose="02020603050405020304" pitchFamily="18" charset="0"/>
              </a:rPr>
              <a:t>求微分与求积分的互逆关系</a:t>
            </a:r>
          </a:p>
        </p:txBody>
      </p:sp>
      <p:sp>
        <p:nvSpPr>
          <p:cNvPr id="26633" name="Rectangle 9"/>
          <p:cNvSpPr>
            <a:spLocks noGrp="1" noChangeArrowheads="1"/>
          </p:cNvSpPr>
          <p:nvPr>
            <p:ph type="title"/>
          </p:nvPr>
        </p:nvSpPr>
        <p:spPr>
          <a:xfrm>
            <a:off x="3132919" y="490538"/>
            <a:ext cx="2808312" cy="850900"/>
          </a:xfrm>
        </p:spPr>
        <p:txBody>
          <a:bodyPr/>
          <a:lstStyle/>
          <a:p>
            <a:pPr algn="l" eaLnBrk="1" hangingPunct="1"/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四、 小结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7150-5C3E-4439-B216-5F65A4C7C309}" type="slidenum">
              <a:rPr lang="zh-CN" altLang="en-US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088227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autoUpdateAnimBg="0"/>
      <p:bldP spid="29699" grpId="0" autoUpdateAnimBg="0"/>
      <p:bldP spid="29700" grpId="0" autoUpdateAnimBg="0"/>
      <p:bldP spid="29702" grpId="0" autoUpdateAnimBg="0"/>
      <p:bldP spid="29704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4151784" y="2636912"/>
            <a:ext cx="4392488" cy="2525117"/>
          </a:xfrm>
        </p:spPr>
        <p:txBody>
          <a:bodyPr/>
          <a:lstStyle/>
          <a:p>
            <a:pPr algn="l" eaLnBrk="1" hangingPunct="1"/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</a:t>
            </a:r>
            <a:r>
              <a:rPr lang="zh-CN" altLang="en-US" sz="3200" b="1" dirty="0"/>
              <a:t>、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第一换元法</a:t>
            </a:r>
          </a:p>
          <a:p>
            <a:pPr algn="l" eaLnBrk="1" hangingPunct="1"/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</a:t>
            </a:r>
            <a:r>
              <a:rPr lang="zh-CN" altLang="en-US" sz="3200" b="1" dirty="0"/>
              <a:t>、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第二换元法</a:t>
            </a:r>
          </a:p>
          <a:p>
            <a:pPr algn="l" eaLnBrk="1" hangingPunct="1"/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</a:t>
            </a:r>
            <a:r>
              <a:rPr lang="zh-CN" altLang="en-US" sz="3200" b="1" dirty="0"/>
              <a:t>、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分部积分法</a:t>
            </a:r>
          </a:p>
          <a:p>
            <a:pPr algn="l" eaLnBrk="1" hangingPunct="1"/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2.4</a:t>
            </a:r>
            <a:r>
              <a:rPr lang="zh-CN" altLang="en-US" sz="3200" b="1" dirty="0"/>
              <a:t>、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有理函数积分法</a:t>
            </a:r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295800" y="1484784"/>
            <a:ext cx="3527747" cy="863624"/>
          </a:xfrm>
          <a:ln w="57150" cmpd="thickThin">
            <a:solidFill>
              <a:srgbClr val="FF0000"/>
            </a:solidFill>
          </a:ln>
        </p:spPr>
        <p:txBody>
          <a:bodyPr/>
          <a:lstStyle/>
          <a:p>
            <a:pPr eaLnBrk="1" hangingPunct="1"/>
            <a:r>
              <a:rPr lang="en-US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§</a:t>
            </a:r>
            <a:r>
              <a:rPr lang="en-US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积分法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840416" y="404664"/>
            <a:ext cx="1532792" cy="584775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4</a:t>
            </a:r>
            <a:endParaRPr lang="zh-CN" altLang="en-US" sz="32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8BE23-9125-4FCC-9C73-BD04F861CF2C}" type="slidenum">
              <a:rPr lang="zh-CN" altLang="en-US" smtClean="0"/>
              <a:pPr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30840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2495550" y="2430552"/>
            <a:ext cx="1771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CC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问题</a:t>
            </a:r>
          </a:p>
        </p:txBody>
      </p:sp>
      <p:graphicFrame>
        <p:nvGraphicFramePr>
          <p:cNvPr id="317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2175379"/>
              </p:ext>
            </p:extLst>
          </p:nvPr>
        </p:nvGraphicFramePr>
        <p:xfrm>
          <a:off x="3863752" y="2433330"/>
          <a:ext cx="1600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00200" imgH="571500" progId="Equation.3">
                  <p:embed/>
                </p:oleObj>
              </mc:Choice>
              <mc:Fallback>
                <p:oleObj name="公式" r:id="rId2" imgW="16002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752" y="2433330"/>
                        <a:ext cx="16002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0976037"/>
              </p:ext>
            </p:extLst>
          </p:nvPr>
        </p:nvGraphicFramePr>
        <p:xfrm>
          <a:off x="5591969" y="2530478"/>
          <a:ext cx="20066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005729" imgH="393529" progId="Equation.3">
                  <p:embed/>
                </p:oleObj>
              </mc:Choice>
              <mc:Fallback>
                <p:oleObj name="公式" r:id="rId4" imgW="2005729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969" y="2530478"/>
                        <a:ext cx="20066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9" name="WordArt 5"/>
          <p:cNvSpPr>
            <a:spLocks noChangeArrowheads="1" noChangeShapeType="1" noTextEdit="1"/>
          </p:cNvSpPr>
          <p:nvPr/>
        </p:nvSpPr>
        <p:spPr bwMode="auto">
          <a:xfrm>
            <a:off x="5639156" y="2515783"/>
            <a:ext cx="152400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 dirty="0">
                <a:ln w="19050">
                  <a:solidFill>
                    <a:srgbClr val="3366FF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31750" name="Text Box 6"/>
          <p:cNvSpPr txBox="1">
            <a:spLocks noChangeArrowheads="1"/>
          </p:cNvSpPr>
          <p:nvPr/>
        </p:nvSpPr>
        <p:spPr bwMode="auto">
          <a:xfrm>
            <a:off x="2419350" y="3255681"/>
            <a:ext cx="2152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CC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解决方法</a:t>
            </a:r>
          </a:p>
        </p:txBody>
      </p:sp>
      <p:sp>
        <p:nvSpPr>
          <p:cNvPr id="31751" name="Text Box 7"/>
          <p:cNvSpPr txBox="1">
            <a:spLocks noChangeArrowheads="1"/>
          </p:cNvSpPr>
          <p:nvPr/>
        </p:nvSpPr>
        <p:spPr bwMode="auto">
          <a:xfrm>
            <a:off x="4267200" y="3275014"/>
            <a:ext cx="579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利用复合函数，设置中间变量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1752" name="Text Box 8"/>
          <p:cNvSpPr txBox="1">
            <a:spLocks noChangeArrowheads="1"/>
          </p:cNvSpPr>
          <p:nvPr/>
        </p:nvSpPr>
        <p:spPr bwMode="auto">
          <a:xfrm>
            <a:off x="2430463" y="4012407"/>
            <a:ext cx="1619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CC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过程</a:t>
            </a:r>
          </a:p>
        </p:txBody>
      </p:sp>
      <p:sp>
        <p:nvSpPr>
          <p:cNvPr id="31753" name="Text Box 9"/>
          <p:cNvSpPr txBox="1">
            <a:spLocks noChangeArrowheads="1"/>
          </p:cNvSpPr>
          <p:nvPr/>
        </p:nvSpPr>
        <p:spPr bwMode="auto">
          <a:xfrm>
            <a:off x="3662363" y="4012407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令</a:t>
            </a:r>
          </a:p>
        </p:txBody>
      </p:sp>
      <p:graphicFrame>
        <p:nvGraphicFramePr>
          <p:cNvPr id="3175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7696886"/>
              </p:ext>
            </p:extLst>
          </p:nvPr>
        </p:nvGraphicFramePr>
        <p:xfrm>
          <a:off x="4267200" y="4106864"/>
          <a:ext cx="990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90170" imgH="330057" progId="Equation.3">
                  <p:embed/>
                </p:oleObj>
              </mc:Choice>
              <mc:Fallback>
                <p:oleObj name="公式" r:id="rId6" imgW="990170" imgH="3300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106864"/>
                        <a:ext cx="9906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9623823"/>
              </p:ext>
            </p:extLst>
          </p:nvPr>
        </p:nvGraphicFramePr>
        <p:xfrm>
          <a:off x="5305425" y="3839190"/>
          <a:ext cx="1943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43100" imgH="889000" progId="Equation.3">
                  <p:embed/>
                </p:oleObj>
              </mc:Choice>
              <mc:Fallback>
                <p:oleObj name="公式" r:id="rId8" imgW="19431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5425" y="3839190"/>
                        <a:ext cx="19431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6" name="Object 12"/>
          <p:cNvGraphicFramePr>
            <a:graphicFrameLocks noChangeAspect="1"/>
          </p:cNvGraphicFramePr>
          <p:nvPr/>
        </p:nvGraphicFramePr>
        <p:xfrm>
          <a:off x="2419350" y="4940300"/>
          <a:ext cx="1600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600200" imgH="571500" progId="Equation.3">
                  <p:embed/>
                </p:oleObj>
              </mc:Choice>
              <mc:Fallback>
                <p:oleObj name="公式" r:id="rId10" imgW="16002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9350" y="4940300"/>
                        <a:ext cx="16002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7" name="Object 13"/>
          <p:cNvGraphicFramePr>
            <a:graphicFrameLocks noChangeAspect="1"/>
          </p:cNvGraphicFramePr>
          <p:nvPr/>
        </p:nvGraphicFramePr>
        <p:xfrm>
          <a:off x="4070350" y="4749800"/>
          <a:ext cx="1778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778000" imgH="889000" progId="Equation.3">
                  <p:embed/>
                </p:oleObj>
              </mc:Choice>
              <mc:Fallback>
                <p:oleObj name="公式" r:id="rId11" imgW="17780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0350" y="4749800"/>
                        <a:ext cx="1778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8" name="Object 14"/>
          <p:cNvGraphicFramePr>
            <a:graphicFrameLocks noChangeAspect="1"/>
          </p:cNvGraphicFramePr>
          <p:nvPr/>
        </p:nvGraphicFramePr>
        <p:xfrm>
          <a:off x="5848350" y="4718050"/>
          <a:ext cx="1866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866900" imgH="889000" progId="Equation.3">
                  <p:embed/>
                </p:oleObj>
              </mc:Choice>
              <mc:Fallback>
                <p:oleObj name="公式" r:id="rId13" imgW="18669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8350" y="4718050"/>
                        <a:ext cx="18669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9" name="Object 15"/>
          <p:cNvGraphicFramePr>
            <a:graphicFrameLocks noChangeAspect="1"/>
          </p:cNvGraphicFramePr>
          <p:nvPr/>
        </p:nvGraphicFramePr>
        <p:xfrm>
          <a:off x="7670800" y="4718050"/>
          <a:ext cx="2260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260600" imgH="889000" progId="Equation.DSMT4">
                  <p:embed/>
                </p:oleObj>
              </mc:Choice>
              <mc:Fallback>
                <p:oleObj name="Equation" r:id="rId15" imgW="2260600" imgH="889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0800" y="4718050"/>
                        <a:ext cx="2260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8" name="Rectangle 16"/>
          <p:cNvSpPr>
            <a:spLocks noGrp="1" noChangeArrowheads="1"/>
          </p:cNvSpPr>
          <p:nvPr>
            <p:ph type="title"/>
          </p:nvPr>
        </p:nvSpPr>
        <p:spPr>
          <a:xfrm>
            <a:off x="2495550" y="581414"/>
            <a:ext cx="4241601" cy="818454"/>
          </a:xfrm>
        </p:spPr>
        <p:txBody>
          <a:bodyPr/>
          <a:lstStyle/>
          <a:p>
            <a:pPr algn="l" eaLnBrk="1" hangingPunct="1"/>
            <a:r>
              <a:rPr lang="en-US" altLang="zh-C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2.1</a:t>
            </a:r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zh-CN" alt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第一换元法</a:t>
            </a:r>
          </a:p>
        </p:txBody>
      </p:sp>
      <p:graphicFrame>
        <p:nvGraphicFramePr>
          <p:cNvPr id="31761" name="Object 17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8664663"/>
              </p:ext>
            </p:extLst>
          </p:nvPr>
        </p:nvGraphicFramePr>
        <p:xfrm>
          <a:off x="3849688" y="1494324"/>
          <a:ext cx="3313112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320227" imgH="291973" progId="Equation.DSMT4">
                  <p:embed/>
                </p:oleObj>
              </mc:Choice>
              <mc:Fallback>
                <p:oleObj name="Equation" r:id="rId17" imgW="1320227" imgH="2919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9688" y="1494324"/>
                        <a:ext cx="3313112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2" name="Text Box 18"/>
          <p:cNvSpPr txBox="1">
            <a:spLocks noChangeArrowheads="1"/>
          </p:cNvSpPr>
          <p:nvPr/>
        </p:nvSpPr>
        <p:spPr bwMode="auto">
          <a:xfrm>
            <a:off x="2509684" y="1622181"/>
            <a:ext cx="1771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CC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已知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1AFB-9D3F-4C35-906A-8E91BE352314}" type="slidenum">
              <a:rPr lang="zh-CN" altLang="en-US" smtClean="0"/>
              <a:pPr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736344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autoUpdateAnimBg="0"/>
      <p:bldP spid="31749" grpId="0" animBg="1"/>
      <p:bldP spid="31750" grpId="0" autoUpdateAnimBg="0"/>
      <p:bldP spid="31751" grpId="0" autoUpdateAnimBg="0"/>
      <p:bldP spid="31752" grpId="0" autoUpdateAnimBg="0"/>
      <p:bldP spid="31753" grpId="0" autoUpdateAnimBg="0"/>
      <p:bldP spid="31762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2362200" y="1004888"/>
            <a:ext cx="3810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 dirty="0">
                <a:latin typeface="Times New Roman" panose="02020603050405020304" pitchFamily="18" charset="0"/>
              </a:rPr>
              <a:t>在一般情况下：</a:t>
            </a:r>
          </a:p>
        </p:txBody>
      </p:sp>
      <p:grpSp>
        <p:nvGrpSpPr>
          <p:cNvPr id="29699" name="Group 3"/>
          <p:cNvGrpSpPr>
            <a:grpSpLocks/>
          </p:cNvGrpSpPr>
          <p:nvPr/>
        </p:nvGrpSpPr>
        <p:grpSpPr bwMode="auto">
          <a:xfrm>
            <a:off x="2362200" y="1600201"/>
            <a:ext cx="6767513" cy="642938"/>
            <a:chOff x="528" y="1104"/>
            <a:chExt cx="4263" cy="405"/>
          </a:xfrm>
        </p:grpSpPr>
        <p:sp>
          <p:nvSpPr>
            <p:cNvPr id="29708" name="Text Box 4"/>
            <p:cNvSpPr txBox="1">
              <a:spLocks noChangeArrowheads="1"/>
            </p:cNvSpPr>
            <p:nvPr/>
          </p:nvSpPr>
          <p:spPr bwMode="auto">
            <a:xfrm>
              <a:off x="528" y="1104"/>
              <a:ext cx="432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b="1" dirty="0">
                  <a:latin typeface="Times New Roman" panose="02020603050405020304" pitchFamily="18" charset="0"/>
                </a:rPr>
                <a:t>设</a:t>
              </a:r>
            </a:p>
          </p:txBody>
        </p:sp>
        <p:graphicFrame>
          <p:nvGraphicFramePr>
            <p:cNvPr id="29709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208733"/>
                </p:ext>
              </p:extLst>
            </p:nvPr>
          </p:nvGraphicFramePr>
          <p:xfrm>
            <a:off x="926" y="1179"/>
            <a:ext cx="1368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2171700" imgH="431800" progId="Equation.3">
                    <p:embed/>
                  </p:oleObj>
                </mc:Choice>
                <mc:Fallback>
                  <p:oleObj name="公式" r:id="rId2" imgW="2171700" imgH="431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6" y="1179"/>
                          <a:ext cx="1368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0" name="Text Box 6"/>
            <p:cNvSpPr txBox="1">
              <a:spLocks noChangeArrowheads="1"/>
            </p:cNvSpPr>
            <p:nvPr/>
          </p:nvSpPr>
          <p:spPr bwMode="auto">
            <a:xfrm>
              <a:off x="2294" y="1127"/>
              <a:ext cx="528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b="1" dirty="0">
                  <a:latin typeface="Times New Roman" panose="02020603050405020304" pitchFamily="18" charset="0"/>
                </a:rPr>
                <a:t>则</a:t>
              </a:r>
            </a:p>
          </p:txBody>
        </p:sp>
        <p:graphicFrame>
          <p:nvGraphicFramePr>
            <p:cNvPr id="29711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2241832"/>
                </p:ext>
              </p:extLst>
            </p:nvPr>
          </p:nvGraphicFramePr>
          <p:xfrm>
            <a:off x="2679" y="1110"/>
            <a:ext cx="2112" cy="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3352800" imgH="635000" progId="Equation.3">
                    <p:embed/>
                  </p:oleObj>
                </mc:Choice>
                <mc:Fallback>
                  <p:oleObj name="公式" r:id="rId4" imgW="3352800" imgH="635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9" y="1110"/>
                          <a:ext cx="2112" cy="3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776" name="Group 8"/>
          <p:cNvGrpSpPr>
            <a:grpSpLocks/>
          </p:cNvGrpSpPr>
          <p:nvPr/>
        </p:nvGrpSpPr>
        <p:grpSpPr bwMode="auto">
          <a:xfrm>
            <a:off x="2381250" y="2438403"/>
            <a:ext cx="4095750" cy="596901"/>
            <a:chOff x="672" y="1536"/>
            <a:chExt cx="2580" cy="376"/>
          </a:xfrm>
        </p:grpSpPr>
        <p:sp>
          <p:nvSpPr>
            <p:cNvPr id="29705" name="Text Box 9"/>
            <p:cNvSpPr txBox="1">
              <a:spLocks noChangeArrowheads="1"/>
            </p:cNvSpPr>
            <p:nvPr/>
          </p:nvSpPr>
          <p:spPr bwMode="auto">
            <a:xfrm>
              <a:off x="672" y="1536"/>
              <a:ext cx="86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b="1" dirty="0">
                  <a:latin typeface="Times New Roman" panose="02020603050405020304" pitchFamily="18" charset="0"/>
                </a:rPr>
                <a:t>如果</a:t>
              </a:r>
            </a:p>
          </p:txBody>
        </p:sp>
        <p:graphicFrame>
          <p:nvGraphicFramePr>
            <p:cNvPr id="29706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2190848"/>
                </p:ext>
              </p:extLst>
            </p:nvPr>
          </p:nvGraphicFramePr>
          <p:xfrm>
            <a:off x="1302" y="1612"/>
            <a:ext cx="880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396394" imgH="406224" progId="Equation.3">
                    <p:embed/>
                  </p:oleObj>
                </mc:Choice>
                <mc:Fallback>
                  <p:oleObj name="公式" r:id="rId6" imgW="1396394" imgH="406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2" y="1612"/>
                          <a:ext cx="880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07" name="Text Box 11"/>
            <p:cNvSpPr txBox="1">
              <a:spLocks noChangeArrowheads="1"/>
            </p:cNvSpPr>
            <p:nvPr/>
          </p:nvSpPr>
          <p:spPr bwMode="auto">
            <a:xfrm>
              <a:off x="2004" y="1544"/>
              <a:ext cx="1248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b="1" dirty="0">
                  <a:latin typeface="Times New Roman" panose="02020603050405020304" pitchFamily="18" charset="0"/>
                </a:rPr>
                <a:t>（可微）</a:t>
              </a:r>
            </a:p>
          </p:txBody>
        </p:sp>
      </p:grpSp>
      <p:graphicFrame>
        <p:nvGraphicFramePr>
          <p:cNvPr id="32780" name="Object 12"/>
          <p:cNvGraphicFramePr>
            <a:graphicFrameLocks noChangeAspect="1"/>
          </p:cNvGraphicFramePr>
          <p:nvPr/>
        </p:nvGraphicFramePr>
        <p:xfrm>
          <a:off x="2424114" y="3213100"/>
          <a:ext cx="3311525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20227" imgH="203112" progId="Equation.DSMT4">
                  <p:embed/>
                </p:oleObj>
              </mc:Choice>
              <mc:Fallback>
                <p:oleObj name="Equation" r:id="rId8" imgW="1320227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3213100"/>
                        <a:ext cx="3311525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1" name="Object 13"/>
          <p:cNvGraphicFramePr>
            <a:graphicFrameLocks noChangeAspect="1"/>
          </p:cNvGraphicFramePr>
          <p:nvPr/>
        </p:nvGraphicFramePr>
        <p:xfrm>
          <a:off x="2424114" y="3849689"/>
          <a:ext cx="6264275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01900" imgH="292100" progId="Equation.DSMT4">
                  <p:embed/>
                </p:oleObj>
              </mc:Choice>
              <mc:Fallback>
                <p:oleObj name="Equation" r:id="rId10" imgW="25019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3849689"/>
                        <a:ext cx="6264275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2" name="Object 14"/>
          <p:cNvGraphicFramePr>
            <a:graphicFrameLocks noChangeAspect="1"/>
          </p:cNvGraphicFramePr>
          <p:nvPr/>
        </p:nvGraphicFramePr>
        <p:xfrm>
          <a:off x="2495550" y="4797425"/>
          <a:ext cx="2743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743200" imgH="571500" progId="Equation.3">
                  <p:embed/>
                </p:oleObj>
              </mc:Choice>
              <mc:Fallback>
                <p:oleObj name="公式" r:id="rId12" imgW="27432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4797425"/>
                        <a:ext cx="27432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3" name="Text Box 15"/>
          <p:cNvSpPr txBox="1">
            <a:spLocks noChangeArrowheads="1"/>
          </p:cNvSpPr>
          <p:nvPr/>
        </p:nvSpPr>
        <p:spPr bwMode="auto">
          <a:xfrm>
            <a:off x="5912103" y="4849812"/>
            <a:ext cx="4038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 dirty="0">
                <a:latin typeface="Times New Roman" panose="02020603050405020304" pitchFamily="18" charset="0"/>
              </a:rPr>
              <a:t>由此可得换元法定理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42337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83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6037979"/>
              </p:ext>
            </p:extLst>
          </p:nvPr>
        </p:nvGraphicFramePr>
        <p:xfrm>
          <a:off x="3783013" y="788988"/>
          <a:ext cx="375920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784242" imgH="662064" progId="Word.Document.8">
                  <p:embed/>
                </p:oleObj>
              </mc:Choice>
              <mc:Fallback>
                <p:oleObj name="Document" r:id="rId2" imgW="3784242" imgH="66206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3013" y="788988"/>
                        <a:ext cx="3759200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3" name="Object 3"/>
          <p:cNvGraphicFramePr>
            <a:graphicFrameLocks noChangeAspect="1"/>
          </p:cNvGraphicFramePr>
          <p:nvPr/>
        </p:nvGraphicFramePr>
        <p:xfrm>
          <a:off x="3429000" y="2133600"/>
          <a:ext cx="3073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057601" imgH="552579" progId="Equation.3">
                  <p:embed/>
                </p:oleObj>
              </mc:Choice>
              <mc:Fallback>
                <p:oleObj name="公式" r:id="rId4" imgW="3057601" imgH="5525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133600"/>
                        <a:ext cx="3073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4" name="Object 4"/>
          <p:cNvGraphicFramePr>
            <a:graphicFrameLocks noChangeAspect="1"/>
          </p:cNvGraphicFramePr>
          <p:nvPr/>
        </p:nvGraphicFramePr>
        <p:xfrm>
          <a:off x="6629400" y="2133600"/>
          <a:ext cx="2438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419430" imgH="552579" progId="Equation.3">
                  <p:embed/>
                </p:oleObj>
              </mc:Choice>
              <mc:Fallback>
                <p:oleObj name="公式" r:id="rId6" imgW="2419430" imgH="5525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2133600"/>
                        <a:ext cx="2438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4724400" y="2895601"/>
            <a:ext cx="487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CC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第一类换元公式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凑微分法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3798" name="Text Box 6"/>
          <p:cNvSpPr txBox="1">
            <a:spLocks noChangeArrowheads="1"/>
          </p:cNvSpPr>
          <p:nvPr/>
        </p:nvSpPr>
        <p:spPr bwMode="auto">
          <a:xfrm>
            <a:off x="2376488" y="3581401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CC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说明</a:t>
            </a:r>
          </a:p>
        </p:txBody>
      </p:sp>
      <p:sp>
        <p:nvSpPr>
          <p:cNvPr id="33799" name="Text Box 7"/>
          <p:cNvSpPr txBox="1">
            <a:spLocks noChangeArrowheads="1"/>
          </p:cNvSpPr>
          <p:nvPr/>
        </p:nvSpPr>
        <p:spPr bwMode="auto">
          <a:xfrm>
            <a:off x="3429000" y="3581401"/>
            <a:ext cx="4323184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使用此公式的关键在于将</a:t>
            </a:r>
          </a:p>
        </p:txBody>
      </p:sp>
      <p:graphicFrame>
        <p:nvGraphicFramePr>
          <p:cNvPr id="33800" name="Object 8"/>
          <p:cNvGraphicFramePr>
            <a:graphicFrameLocks noChangeAspect="1"/>
          </p:cNvGraphicFramePr>
          <p:nvPr/>
        </p:nvGraphicFramePr>
        <p:xfrm>
          <a:off x="3505200" y="4337050"/>
          <a:ext cx="13843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384300" imgH="571500" progId="Equation.3">
                  <p:embed/>
                </p:oleObj>
              </mc:Choice>
              <mc:Fallback>
                <p:oleObj name="公式" r:id="rId8" imgW="13843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337050"/>
                        <a:ext cx="13843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1" name="Text Box 9"/>
          <p:cNvSpPr txBox="1">
            <a:spLocks noChangeArrowheads="1"/>
          </p:cNvSpPr>
          <p:nvPr/>
        </p:nvSpPr>
        <p:spPr bwMode="auto">
          <a:xfrm>
            <a:off x="4953000" y="4343401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化为</a:t>
            </a:r>
          </a:p>
        </p:txBody>
      </p:sp>
      <p:graphicFrame>
        <p:nvGraphicFramePr>
          <p:cNvPr id="33802" name="Object 10"/>
          <p:cNvGraphicFramePr>
            <a:graphicFrameLocks noChangeAspect="1"/>
          </p:cNvGraphicFramePr>
          <p:nvPr/>
        </p:nvGraphicFramePr>
        <p:xfrm>
          <a:off x="5753100" y="4313238"/>
          <a:ext cx="284480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844800" imgH="635000" progId="Equation.3">
                  <p:embed/>
                </p:oleObj>
              </mc:Choice>
              <mc:Fallback>
                <p:oleObj name="公式" r:id="rId10" imgW="28448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3100" y="4313238"/>
                        <a:ext cx="2844800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3" name="Text Box 11"/>
          <p:cNvSpPr txBox="1">
            <a:spLocks noChangeArrowheads="1"/>
          </p:cNvSpPr>
          <p:nvPr/>
        </p:nvSpPr>
        <p:spPr bwMode="auto">
          <a:xfrm>
            <a:off x="3429000" y="5029201"/>
            <a:ext cx="541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观察重点不同，所得结论不同</a:t>
            </a:r>
            <a:r>
              <a:rPr kumimoji="1"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3073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7419394"/>
              </p:ext>
            </p:extLst>
          </p:nvPr>
        </p:nvGraphicFramePr>
        <p:xfrm>
          <a:off x="6911975" y="788988"/>
          <a:ext cx="2995613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3011265" imgH="601582" progId="Word.Document.8">
                  <p:embed/>
                </p:oleObj>
              </mc:Choice>
              <mc:Fallback>
                <p:oleObj name="Document" r:id="rId12" imgW="3011265" imgH="60158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1975" y="788988"/>
                        <a:ext cx="2995613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3679387"/>
              </p:ext>
            </p:extLst>
          </p:nvPr>
        </p:nvGraphicFramePr>
        <p:xfrm>
          <a:off x="2441575" y="1468438"/>
          <a:ext cx="292735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4" imgW="3024586" imgH="615982" progId="Word.Document.8">
                  <p:embed/>
                </p:oleObj>
              </mc:Choice>
              <mc:Fallback>
                <p:oleObj name="Document" r:id="rId14" imgW="3024586" imgH="61598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1575" y="1468438"/>
                        <a:ext cx="2927350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4" name="Text Box 14"/>
          <p:cNvSpPr txBox="1">
            <a:spLocks noChangeArrowheads="1"/>
          </p:cNvSpPr>
          <p:nvPr/>
        </p:nvSpPr>
        <p:spPr bwMode="auto">
          <a:xfrm>
            <a:off x="2393950" y="804863"/>
            <a:ext cx="1644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定理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016638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7" grpId="0" autoUpdateAnimBg="0"/>
      <p:bldP spid="33798" grpId="0" autoUpdateAnimBg="0"/>
      <p:bldP spid="33799" grpId="0" autoUpdateAnimBg="0"/>
      <p:bldP spid="33801" grpId="0" autoUpdateAnimBg="0"/>
      <p:bldP spid="33803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2514600" y="762001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</a:t>
            </a:r>
          </a:p>
        </p:txBody>
      </p:sp>
      <p:graphicFrame>
        <p:nvGraphicFramePr>
          <p:cNvPr id="317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7911250"/>
              </p:ext>
            </p:extLst>
          </p:nvPr>
        </p:nvGraphicFramePr>
        <p:xfrm>
          <a:off x="3943350" y="736371"/>
          <a:ext cx="167640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75673" imgH="634725" progId="Equation.3">
                  <p:embed/>
                </p:oleObj>
              </mc:Choice>
              <mc:Fallback>
                <p:oleObj name="公式" r:id="rId2" imgW="1675673" imgH="6347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3350" y="736371"/>
                        <a:ext cx="1676400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2514600" y="1524001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（一）</a:t>
            </a:r>
          </a:p>
        </p:txBody>
      </p:sp>
      <p:graphicFrame>
        <p:nvGraphicFramePr>
          <p:cNvPr id="34821" name="Object 5"/>
          <p:cNvGraphicFramePr>
            <a:graphicFrameLocks noChangeAspect="1"/>
          </p:cNvGraphicFramePr>
          <p:nvPr/>
        </p:nvGraphicFramePr>
        <p:xfrm>
          <a:off x="4114800" y="1562100"/>
          <a:ext cx="15621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62100" imgH="571500" progId="Equation.3">
                  <p:embed/>
                </p:oleObj>
              </mc:Choice>
              <mc:Fallback>
                <p:oleObj name="公式" r:id="rId4" imgW="15621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562100"/>
                        <a:ext cx="15621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2" name="Object 6"/>
          <p:cNvGraphicFramePr>
            <a:graphicFrameLocks noChangeAspect="1"/>
          </p:cNvGraphicFramePr>
          <p:nvPr/>
        </p:nvGraphicFramePr>
        <p:xfrm>
          <a:off x="5734050" y="1371600"/>
          <a:ext cx="2667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667000" imgH="889000" progId="Equation.3">
                  <p:embed/>
                </p:oleObj>
              </mc:Choice>
              <mc:Fallback>
                <p:oleObj name="公式" r:id="rId6" imgW="26670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4050" y="1371600"/>
                        <a:ext cx="2667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3" name="Object 7"/>
          <p:cNvGraphicFramePr>
            <a:graphicFrameLocks noChangeAspect="1"/>
          </p:cNvGraphicFramePr>
          <p:nvPr/>
        </p:nvGraphicFramePr>
        <p:xfrm>
          <a:off x="3000375" y="3419476"/>
          <a:ext cx="234950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52087" imgH="406224" progId="Equation.DSMT4">
                  <p:embed/>
                </p:oleObj>
              </mc:Choice>
              <mc:Fallback>
                <p:oleObj name="Equation" r:id="rId8" imgW="952087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3419476"/>
                        <a:ext cx="2349500" cy="1001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1006435"/>
              </p:ext>
            </p:extLst>
          </p:nvPr>
        </p:nvGraphicFramePr>
        <p:xfrm>
          <a:off x="4308027" y="2424115"/>
          <a:ext cx="172720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10891" imgH="406224" progId="Equation.DSMT4">
                  <p:embed/>
                </p:oleObj>
              </mc:Choice>
              <mc:Fallback>
                <p:oleObj name="Equation" r:id="rId10" imgW="710891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8027" y="2424115"/>
                        <a:ext cx="1727200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0509289"/>
              </p:ext>
            </p:extLst>
          </p:nvPr>
        </p:nvGraphicFramePr>
        <p:xfrm>
          <a:off x="3065216" y="2514600"/>
          <a:ext cx="1223963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22030" imgH="266584" progId="Equation.DSMT4">
                  <p:embed/>
                </p:oleObj>
              </mc:Choice>
              <mc:Fallback>
                <p:oleObj name="Equation" r:id="rId12" imgW="622030" imgH="2665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5216" y="2514600"/>
                        <a:ext cx="1223963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6" name="Object 10"/>
          <p:cNvGraphicFramePr>
            <a:graphicFrameLocks noChangeAspect="1"/>
          </p:cNvGraphicFramePr>
          <p:nvPr/>
        </p:nvGraphicFramePr>
        <p:xfrm>
          <a:off x="3057526" y="4538664"/>
          <a:ext cx="2447925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40948" imgH="406224" progId="Equation.DSMT4">
                  <p:embed/>
                </p:oleObj>
              </mc:Choice>
              <mc:Fallback>
                <p:oleObj name="Equation" r:id="rId14" imgW="1040948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526" y="4538664"/>
                        <a:ext cx="2447925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226191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0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2456964" y="1143270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（二）</a:t>
            </a:r>
          </a:p>
        </p:txBody>
      </p:sp>
      <p:graphicFrame>
        <p:nvGraphicFramePr>
          <p:cNvPr id="358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2430193"/>
              </p:ext>
            </p:extLst>
          </p:nvPr>
        </p:nvGraphicFramePr>
        <p:xfrm>
          <a:off x="4108758" y="1113632"/>
          <a:ext cx="15621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62100" imgH="571500" progId="Equation.3">
                  <p:embed/>
                </p:oleObj>
              </mc:Choice>
              <mc:Fallback>
                <p:oleObj name="公式" r:id="rId2" imgW="15621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8758" y="1113632"/>
                        <a:ext cx="15621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1703920"/>
              </p:ext>
            </p:extLst>
          </p:nvPr>
        </p:nvGraphicFramePr>
        <p:xfrm>
          <a:off x="5808663" y="1113632"/>
          <a:ext cx="26797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679700" imgH="571500" progId="Equation.3">
                  <p:embed/>
                </p:oleObj>
              </mc:Choice>
              <mc:Fallback>
                <p:oleObj name="公式" r:id="rId4" imgW="26797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8663" y="1113632"/>
                        <a:ext cx="26797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3664247"/>
              </p:ext>
            </p:extLst>
          </p:nvPr>
        </p:nvGraphicFramePr>
        <p:xfrm>
          <a:off x="2846473" y="2524869"/>
          <a:ext cx="27051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705100" imgH="571500" progId="Equation.3">
                  <p:embed/>
                </p:oleObj>
              </mc:Choice>
              <mc:Fallback>
                <p:oleObj name="公式" r:id="rId6" imgW="27051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6473" y="2524869"/>
                        <a:ext cx="27051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2156315"/>
              </p:ext>
            </p:extLst>
          </p:nvPr>
        </p:nvGraphicFramePr>
        <p:xfrm>
          <a:off x="2846798" y="4797152"/>
          <a:ext cx="2233612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27100" imgH="228600" progId="Equation.DSMT4">
                  <p:embed/>
                </p:oleObj>
              </mc:Choice>
              <mc:Fallback>
                <p:oleObj name="Equation" r:id="rId8" imgW="9271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6798" y="4797152"/>
                        <a:ext cx="2233612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9066865"/>
              </p:ext>
            </p:extLst>
          </p:nvPr>
        </p:nvGraphicFramePr>
        <p:xfrm>
          <a:off x="2819400" y="1719161"/>
          <a:ext cx="3171825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44600" imgH="292100" progId="Equation.DSMT4">
                  <p:embed/>
                </p:oleObj>
              </mc:Choice>
              <mc:Fallback>
                <p:oleObj name="Equation" r:id="rId10" imgW="12446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719161"/>
                        <a:ext cx="3171825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3672375"/>
              </p:ext>
            </p:extLst>
          </p:nvPr>
        </p:nvGraphicFramePr>
        <p:xfrm>
          <a:off x="2774951" y="3368488"/>
          <a:ext cx="1449387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36280" imgH="266584" progId="Equation.DSMT4">
                  <p:embed/>
                </p:oleObj>
              </mc:Choice>
              <mc:Fallback>
                <p:oleObj name="Equation" r:id="rId12" imgW="736280" imgH="2665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4951" y="3368488"/>
                        <a:ext cx="1449387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9903092"/>
              </p:ext>
            </p:extLst>
          </p:nvPr>
        </p:nvGraphicFramePr>
        <p:xfrm>
          <a:off x="4294188" y="3411436"/>
          <a:ext cx="155733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96900" imgH="292100" progId="Equation.DSMT4">
                  <p:embed/>
                </p:oleObj>
              </mc:Choice>
              <mc:Fallback>
                <p:oleObj name="Equation" r:id="rId14" imgW="5969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4188" y="3411436"/>
                        <a:ext cx="1557338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0269274"/>
              </p:ext>
            </p:extLst>
          </p:nvPr>
        </p:nvGraphicFramePr>
        <p:xfrm>
          <a:off x="2846798" y="4130402"/>
          <a:ext cx="1490662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71252" imgH="203112" progId="Equation.DSMT4">
                  <p:embed/>
                </p:oleObj>
              </mc:Choice>
              <mc:Fallback>
                <p:oleObj name="Equation" r:id="rId16" imgW="571252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6798" y="4130402"/>
                        <a:ext cx="1490662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1" name="Line 11"/>
          <p:cNvSpPr>
            <a:spLocks noChangeShapeType="1"/>
          </p:cNvSpPr>
          <p:nvPr/>
        </p:nvSpPr>
        <p:spPr bwMode="auto">
          <a:xfrm>
            <a:off x="4406900" y="2348880"/>
            <a:ext cx="1584325" cy="0"/>
          </a:xfrm>
          <a:prstGeom prst="line">
            <a:avLst/>
          </a:prstGeom>
          <a:noFill/>
          <a:ln w="28575">
            <a:solidFill>
              <a:srgbClr val="CC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852" name="Line 12"/>
          <p:cNvSpPr>
            <a:spLocks noChangeShapeType="1"/>
          </p:cNvSpPr>
          <p:nvPr/>
        </p:nvSpPr>
        <p:spPr bwMode="auto">
          <a:xfrm>
            <a:off x="4337460" y="3096369"/>
            <a:ext cx="1223962" cy="0"/>
          </a:xfrm>
          <a:prstGeom prst="line">
            <a:avLst/>
          </a:prstGeom>
          <a:noFill/>
          <a:ln w="28575">
            <a:solidFill>
              <a:srgbClr val="CC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8422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 autoUpdateAnimBg="0"/>
      <p:bldP spid="35851" grpId="0" animBg="1"/>
      <p:bldP spid="3585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2423592" y="1291650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（三）</a:t>
            </a:r>
          </a:p>
        </p:txBody>
      </p:sp>
      <p:graphicFrame>
        <p:nvGraphicFramePr>
          <p:cNvPr id="368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6393743"/>
              </p:ext>
            </p:extLst>
          </p:nvPr>
        </p:nvGraphicFramePr>
        <p:xfrm>
          <a:off x="3992564" y="1291650"/>
          <a:ext cx="15621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62100" imgH="571500" progId="Equation.3">
                  <p:embed/>
                </p:oleObj>
              </mc:Choice>
              <mc:Fallback>
                <p:oleObj name="公式" r:id="rId2" imgW="15621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2564" y="1291650"/>
                        <a:ext cx="15621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4827384"/>
              </p:ext>
            </p:extLst>
          </p:nvPr>
        </p:nvGraphicFramePr>
        <p:xfrm>
          <a:off x="5663952" y="1315472"/>
          <a:ext cx="26797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679700" imgH="571500" progId="Equation.3">
                  <p:embed/>
                </p:oleObj>
              </mc:Choice>
              <mc:Fallback>
                <p:oleObj name="公式" r:id="rId4" imgW="26797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3952" y="1315472"/>
                        <a:ext cx="26797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6663538"/>
              </p:ext>
            </p:extLst>
          </p:nvPr>
        </p:nvGraphicFramePr>
        <p:xfrm>
          <a:off x="3160716" y="2774224"/>
          <a:ext cx="2997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997200" imgH="571500" progId="Equation.3">
                  <p:embed/>
                </p:oleObj>
              </mc:Choice>
              <mc:Fallback>
                <p:oleObj name="公式" r:id="rId6" imgW="29972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0716" y="2774224"/>
                        <a:ext cx="29972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0355640"/>
              </p:ext>
            </p:extLst>
          </p:nvPr>
        </p:nvGraphicFramePr>
        <p:xfrm>
          <a:off x="3094041" y="5000165"/>
          <a:ext cx="2517979" cy="559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28700" imgH="228600" progId="Equation.DSMT4">
                  <p:embed/>
                </p:oleObj>
              </mc:Choice>
              <mc:Fallback>
                <p:oleObj name="Equation" r:id="rId8" imgW="10287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4041" y="5000165"/>
                        <a:ext cx="2517979" cy="5590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0036125"/>
              </p:ext>
            </p:extLst>
          </p:nvPr>
        </p:nvGraphicFramePr>
        <p:xfrm>
          <a:off x="3160716" y="1959912"/>
          <a:ext cx="337820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71600" imgH="292100" progId="Equation.DSMT4">
                  <p:embed/>
                </p:oleObj>
              </mc:Choice>
              <mc:Fallback>
                <p:oleObj name="Equation" r:id="rId10" imgW="13716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0716" y="1959912"/>
                        <a:ext cx="3378200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4681851"/>
              </p:ext>
            </p:extLst>
          </p:nvPr>
        </p:nvGraphicFramePr>
        <p:xfrm>
          <a:off x="3116264" y="3539248"/>
          <a:ext cx="150018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61669" imgH="266584" progId="Equation.DSMT4">
                  <p:embed/>
                </p:oleObj>
              </mc:Choice>
              <mc:Fallback>
                <p:oleObj name="Equation" r:id="rId12" imgW="761669" imgH="2665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264" y="3539248"/>
                        <a:ext cx="1500188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3194672"/>
              </p:ext>
            </p:extLst>
          </p:nvPr>
        </p:nvGraphicFramePr>
        <p:xfrm>
          <a:off x="4622870" y="3578740"/>
          <a:ext cx="1416300" cy="692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96900" imgH="292100" progId="Equation.DSMT4">
                  <p:embed/>
                </p:oleObj>
              </mc:Choice>
              <mc:Fallback>
                <p:oleObj name="Equation" r:id="rId14" imgW="596900" imgH="292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2870" y="3578740"/>
                        <a:ext cx="1416300" cy="6929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9358672"/>
              </p:ext>
            </p:extLst>
          </p:nvPr>
        </p:nvGraphicFramePr>
        <p:xfrm>
          <a:off x="3094041" y="4296139"/>
          <a:ext cx="1633807" cy="491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72808" imgH="203112" progId="Equation.DSMT4">
                  <p:embed/>
                </p:oleObj>
              </mc:Choice>
              <mc:Fallback>
                <p:oleObj name="Equation" r:id="rId16" imgW="672808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4041" y="4296139"/>
                        <a:ext cx="1633807" cy="4919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1657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2431026" y="1041319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</a:t>
            </a:r>
          </a:p>
        </p:txBody>
      </p:sp>
      <p:graphicFrame>
        <p:nvGraphicFramePr>
          <p:cNvPr id="348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6578077"/>
              </p:ext>
            </p:extLst>
          </p:nvPr>
        </p:nvGraphicFramePr>
        <p:xfrm>
          <a:off x="3918872" y="827230"/>
          <a:ext cx="1727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27200" imgH="889000" progId="Equation.3">
                  <p:embed/>
                </p:oleObj>
              </mc:Choice>
              <mc:Fallback>
                <p:oleObj name="公式" r:id="rId2" imgW="17272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8872" y="827230"/>
                        <a:ext cx="17272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2460625" y="2157555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378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7837903"/>
              </p:ext>
            </p:extLst>
          </p:nvPr>
        </p:nvGraphicFramePr>
        <p:xfrm>
          <a:off x="3407990" y="1923744"/>
          <a:ext cx="4483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483100" imgH="889000" progId="Equation.3">
                  <p:embed/>
                </p:oleObj>
              </mc:Choice>
              <mc:Fallback>
                <p:oleObj name="公式" r:id="rId4" imgW="44831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7990" y="1923744"/>
                        <a:ext cx="44831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3896568"/>
              </p:ext>
            </p:extLst>
          </p:nvPr>
        </p:nvGraphicFramePr>
        <p:xfrm>
          <a:off x="3257550" y="3059702"/>
          <a:ext cx="1625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25600" imgH="889000" progId="Equation.3">
                  <p:embed/>
                </p:oleObj>
              </mc:Choice>
              <mc:Fallback>
                <p:oleObj name="公式" r:id="rId6" imgW="16256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7550" y="3059702"/>
                        <a:ext cx="1625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5917649"/>
              </p:ext>
            </p:extLst>
          </p:nvPr>
        </p:nvGraphicFramePr>
        <p:xfrm>
          <a:off x="5015880" y="3076627"/>
          <a:ext cx="3746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746500" imgH="889000" progId="Equation.3">
                  <p:embed/>
                </p:oleObj>
              </mc:Choice>
              <mc:Fallback>
                <p:oleObj name="公式" r:id="rId8" imgW="37465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5880" y="3076627"/>
                        <a:ext cx="37465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8823645"/>
              </p:ext>
            </p:extLst>
          </p:nvPr>
        </p:nvGraphicFramePr>
        <p:xfrm>
          <a:off x="3244850" y="4121150"/>
          <a:ext cx="1422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422400" imgH="889000" progId="Equation.3">
                  <p:embed/>
                </p:oleObj>
              </mc:Choice>
              <mc:Fallback>
                <p:oleObj name="公式" r:id="rId10" imgW="14224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4850" y="4121150"/>
                        <a:ext cx="14224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8270393"/>
              </p:ext>
            </p:extLst>
          </p:nvPr>
        </p:nvGraphicFramePr>
        <p:xfrm>
          <a:off x="4744372" y="4110601"/>
          <a:ext cx="1803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803400" imgH="889000" progId="Equation.3">
                  <p:embed/>
                </p:oleObj>
              </mc:Choice>
              <mc:Fallback>
                <p:oleObj name="公式" r:id="rId12" imgW="18034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4372" y="4110601"/>
                        <a:ext cx="18034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7062640"/>
              </p:ext>
            </p:extLst>
          </p:nvPr>
        </p:nvGraphicFramePr>
        <p:xfrm>
          <a:off x="6606698" y="4121150"/>
          <a:ext cx="2895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895600" imgH="889000" progId="Equation.3">
                  <p:embed/>
                </p:oleObj>
              </mc:Choice>
              <mc:Fallback>
                <p:oleObj name="公式" r:id="rId14" imgW="28956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6698" y="4121150"/>
                        <a:ext cx="2895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9" name="Object 11"/>
          <p:cNvGraphicFramePr>
            <a:graphicFrameLocks noChangeAspect="1"/>
          </p:cNvGraphicFramePr>
          <p:nvPr/>
        </p:nvGraphicFramePr>
        <p:xfrm>
          <a:off x="4070350" y="5289550"/>
          <a:ext cx="21463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146300" imgH="571500" progId="Equation.3">
                  <p:embed/>
                </p:oleObj>
              </mc:Choice>
              <mc:Fallback>
                <p:oleObj name="公式" r:id="rId16" imgW="21463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0350" y="5289550"/>
                        <a:ext cx="21463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0" name="Object 12"/>
          <p:cNvGraphicFramePr>
            <a:graphicFrameLocks noChangeAspect="1"/>
          </p:cNvGraphicFramePr>
          <p:nvPr/>
        </p:nvGraphicFramePr>
        <p:xfrm>
          <a:off x="6242050" y="5105400"/>
          <a:ext cx="3022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022600" imgH="889000" progId="Equation.3">
                  <p:embed/>
                </p:oleObj>
              </mc:Choice>
              <mc:Fallback>
                <p:oleObj name="公式" r:id="rId18" imgW="30226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2050" y="5105400"/>
                        <a:ext cx="3022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1" name="Text Box 13"/>
          <p:cNvSpPr txBox="1">
            <a:spLocks noChangeArrowheads="1"/>
          </p:cNvSpPr>
          <p:nvPr/>
        </p:nvSpPr>
        <p:spPr bwMode="auto">
          <a:xfrm>
            <a:off x="2482850" y="5272088"/>
            <a:ext cx="1784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CC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一般地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336999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 autoUpdateAnimBg="0"/>
      <p:bldP spid="37901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2438400" y="928688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</a:t>
            </a:r>
          </a:p>
        </p:txBody>
      </p:sp>
      <p:graphicFrame>
        <p:nvGraphicFramePr>
          <p:cNvPr id="35843" name="Object 3"/>
          <p:cNvGraphicFramePr>
            <a:graphicFrameLocks noChangeAspect="1"/>
          </p:cNvGraphicFramePr>
          <p:nvPr/>
        </p:nvGraphicFramePr>
        <p:xfrm>
          <a:off x="3810000" y="717550"/>
          <a:ext cx="2590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590800" imgH="965200" progId="Equation.3">
                  <p:embed/>
                </p:oleObj>
              </mc:Choice>
              <mc:Fallback>
                <p:oleObj name="公式" r:id="rId2" imgW="25908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717550"/>
                        <a:ext cx="25908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2482850" y="1995488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38917" name="Object 5"/>
          <p:cNvGraphicFramePr>
            <a:graphicFrameLocks noChangeAspect="1"/>
          </p:cNvGraphicFramePr>
          <p:nvPr/>
        </p:nvGraphicFramePr>
        <p:xfrm>
          <a:off x="3327400" y="1828800"/>
          <a:ext cx="24892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489200" imgH="965200" progId="Equation.3">
                  <p:embed/>
                </p:oleObj>
              </mc:Choice>
              <mc:Fallback>
                <p:oleObj name="公式" r:id="rId4" imgW="24892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400" y="1828800"/>
                        <a:ext cx="24892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8" name="Object 6"/>
          <p:cNvGraphicFramePr>
            <a:graphicFrameLocks noChangeAspect="1"/>
          </p:cNvGraphicFramePr>
          <p:nvPr/>
        </p:nvGraphicFramePr>
        <p:xfrm>
          <a:off x="5842000" y="1892300"/>
          <a:ext cx="2971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971800" imgH="889000" progId="Equation.3">
                  <p:embed/>
                </p:oleObj>
              </mc:Choice>
              <mc:Fallback>
                <p:oleObj name="公式" r:id="rId6" imgW="29718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0" y="1892300"/>
                        <a:ext cx="29718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9" name="Object 7"/>
          <p:cNvGraphicFramePr>
            <a:graphicFrameLocks noChangeAspect="1"/>
          </p:cNvGraphicFramePr>
          <p:nvPr/>
        </p:nvGraphicFramePr>
        <p:xfrm>
          <a:off x="3314700" y="2997200"/>
          <a:ext cx="3975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975100" imgH="889000" progId="Equation.3">
                  <p:embed/>
                </p:oleObj>
              </mc:Choice>
              <mc:Fallback>
                <p:oleObj name="公式" r:id="rId8" imgW="39751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0" y="2997200"/>
                        <a:ext cx="39751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0" name="Object 8"/>
          <p:cNvGraphicFramePr>
            <a:graphicFrameLocks noChangeAspect="1"/>
          </p:cNvGraphicFramePr>
          <p:nvPr/>
        </p:nvGraphicFramePr>
        <p:xfrm>
          <a:off x="4165600" y="4165600"/>
          <a:ext cx="1968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952686" imgH="314171" progId="Equation.3">
                  <p:embed/>
                </p:oleObj>
              </mc:Choice>
              <mc:Fallback>
                <p:oleObj name="公式" r:id="rId10" imgW="1952686" imgH="31417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5600" y="4165600"/>
                        <a:ext cx="19685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1" name="Line 9"/>
          <p:cNvSpPr>
            <a:spLocks noChangeShapeType="1"/>
          </p:cNvSpPr>
          <p:nvPr/>
        </p:nvSpPr>
        <p:spPr bwMode="auto">
          <a:xfrm>
            <a:off x="3479800" y="3581400"/>
            <a:ext cx="0" cy="1524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8922" name="Object 10"/>
          <p:cNvGraphicFramePr>
            <a:graphicFrameLocks noChangeAspect="1"/>
          </p:cNvGraphicFramePr>
          <p:nvPr/>
        </p:nvGraphicFramePr>
        <p:xfrm>
          <a:off x="3327400" y="4724400"/>
          <a:ext cx="1485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485900" imgH="889000" progId="Equation.3">
                  <p:embed/>
                </p:oleObj>
              </mc:Choice>
              <mc:Fallback>
                <p:oleObj name="公式" r:id="rId12" imgW="14859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400" y="4724400"/>
                        <a:ext cx="14859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3" name="Object 11"/>
          <p:cNvGraphicFramePr>
            <a:graphicFrameLocks noChangeAspect="1"/>
          </p:cNvGraphicFramePr>
          <p:nvPr/>
        </p:nvGraphicFramePr>
        <p:xfrm>
          <a:off x="4940300" y="4749800"/>
          <a:ext cx="1803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803400" imgH="889000" progId="Equation.3">
                  <p:embed/>
                </p:oleObj>
              </mc:Choice>
              <mc:Fallback>
                <p:oleObj name="公式" r:id="rId14" imgW="18034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0300" y="4749800"/>
                        <a:ext cx="18034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4" name="Object 12"/>
          <p:cNvGraphicFramePr>
            <a:graphicFrameLocks noChangeAspect="1"/>
          </p:cNvGraphicFramePr>
          <p:nvPr/>
        </p:nvGraphicFramePr>
        <p:xfrm>
          <a:off x="6750050" y="4800600"/>
          <a:ext cx="3251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251200" imgH="889000" progId="Equation.3">
                  <p:embed/>
                </p:oleObj>
              </mc:Choice>
              <mc:Fallback>
                <p:oleObj name="公式" r:id="rId16" imgW="32512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0050" y="4800600"/>
                        <a:ext cx="32512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552796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8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6" grpId="0" autoUpdateAnimBg="0"/>
      <p:bldP spid="3892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2590800" y="947738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</a:t>
            </a:r>
          </a:p>
        </p:txBody>
      </p:sp>
      <p:graphicFrame>
        <p:nvGraphicFramePr>
          <p:cNvPr id="36867" name="Object 3"/>
          <p:cNvGraphicFramePr>
            <a:graphicFrameLocks noChangeAspect="1"/>
          </p:cNvGraphicFramePr>
          <p:nvPr/>
        </p:nvGraphicFramePr>
        <p:xfrm>
          <a:off x="3848100" y="762000"/>
          <a:ext cx="19177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17700" imgH="965200" progId="Equation.3">
                  <p:embed/>
                </p:oleObj>
              </mc:Choice>
              <mc:Fallback>
                <p:oleObj name="公式" r:id="rId2" imgW="19177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8100" y="762000"/>
                        <a:ext cx="19177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2590800" y="2014538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39941" name="Object 5"/>
          <p:cNvGraphicFramePr>
            <a:graphicFrameLocks noChangeAspect="1"/>
          </p:cNvGraphicFramePr>
          <p:nvPr/>
        </p:nvGraphicFramePr>
        <p:xfrm>
          <a:off x="3429000" y="1828800"/>
          <a:ext cx="18161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816100" imgH="965200" progId="Equation.3">
                  <p:embed/>
                </p:oleObj>
              </mc:Choice>
              <mc:Fallback>
                <p:oleObj name="公式" r:id="rId4" imgW="18161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828800"/>
                        <a:ext cx="18161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6"/>
          <p:cNvGraphicFramePr>
            <a:graphicFrameLocks noChangeAspect="1"/>
          </p:cNvGraphicFramePr>
          <p:nvPr/>
        </p:nvGraphicFramePr>
        <p:xfrm>
          <a:off x="5334000" y="1828800"/>
          <a:ext cx="21971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181373" imgH="942859" progId="Equation.3">
                  <p:embed/>
                </p:oleObj>
              </mc:Choice>
              <mc:Fallback>
                <p:oleObj name="公式" r:id="rId6" imgW="2181373" imgH="94285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828800"/>
                        <a:ext cx="21971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7"/>
          <p:cNvGraphicFramePr>
            <a:graphicFrameLocks noChangeAspect="1"/>
          </p:cNvGraphicFramePr>
          <p:nvPr/>
        </p:nvGraphicFramePr>
        <p:xfrm>
          <a:off x="3403600" y="2870200"/>
          <a:ext cx="4749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749800" imgH="965200" progId="Equation.3">
                  <p:embed/>
                </p:oleObj>
              </mc:Choice>
              <mc:Fallback>
                <p:oleObj name="公式" r:id="rId8" imgW="47498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3600" y="2870200"/>
                        <a:ext cx="47498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Object 8"/>
          <p:cNvGraphicFramePr>
            <a:graphicFrameLocks noChangeAspect="1"/>
          </p:cNvGraphicFramePr>
          <p:nvPr/>
        </p:nvGraphicFramePr>
        <p:xfrm>
          <a:off x="3429000" y="3911600"/>
          <a:ext cx="4622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622800" imgH="965200" progId="Equation.3">
                  <p:embed/>
                </p:oleObj>
              </mc:Choice>
              <mc:Fallback>
                <p:oleObj name="公式" r:id="rId10" imgW="46228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911600"/>
                        <a:ext cx="46228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5" name="Object 9"/>
          <p:cNvGraphicFramePr>
            <a:graphicFrameLocks noChangeAspect="1"/>
          </p:cNvGraphicFramePr>
          <p:nvPr/>
        </p:nvGraphicFramePr>
        <p:xfrm>
          <a:off x="3384550" y="4953000"/>
          <a:ext cx="3860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860800" imgH="965200" progId="Equation.3">
                  <p:embed/>
                </p:oleObj>
              </mc:Choice>
              <mc:Fallback>
                <p:oleObj name="公式" r:id="rId12" imgW="38608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4550" y="4953000"/>
                        <a:ext cx="38608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185350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2819400" y="1125538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</a:t>
            </a:r>
          </a:p>
        </p:txBody>
      </p:sp>
      <p:graphicFrame>
        <p:nvGraphicFramePr>
          <p:cNvPr id="37891" name="Object 3"/>
          <p:cNvGraphicFramePr>
            <a:graphicFrameLocks noChangeAspect="1"/>
          </p:cNvGraphicFramePr>
          <p:nvPr/>
        </p:nvGraphicFramePr>
        <p:xfrm>
          <a:off x="4025900" y="977900"/>
          <a:ext cx="1866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66900" imgH="889000" progId="Equation.3">
                  <p:embed/>
                </p:oleObj>
              </mc:Choice>
              <mc:Fallback>
                <p:oleObj name="公式" r:id="rId2" imgW="18669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5900" y="977900"/>
                        <a:ext cx="18669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2895600" y="2192338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40965" name="Object 5"/>
          <p:cNvGraphicFramePr>
            <a:graphicFrameLocks noChangeAspect="1"/>
          </p:cNvGraphicFramePr>
          <p:nvPr/>
        </p:nvGraphicFramePr>
        <p:xfrm>
          <a:off x="3657600" y="2006600"/>
          <a:ext cx="1765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65300" imgH="889000" progId="Equation.3">
                  <p:embed/>
                </p:oleObj>
              </mc:Choice>
              <mc:Fallback>
                <p:oleObj name="公式" r:id="rId4" imgW="17653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006600"/>
                        <a:ext cx="17653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6"/>
          <p:cNvGraphicFramePr>
            <a:graphicFrameLocks noChangeAspect="1"/>
          </p:cNvGraphicFramePr>
          <p:nvPr/>
        </p:nvGraphicFramePr>
        <p:xfrm>
          <a:off x="5486400" y="2012950"/>
          <a:ext cx="2438400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438400" imgH="1435100" progId="Equation.3">
                  <p:embed/>
                </p:oleObj>
              </mc:Choice>
              <mc:Fallback>
                <p:oleObj name="公式" r:id="rId6" imgW="2438400" imgH="1435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012950"/>
                        <a:ext cx="2438400" cy="143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7" name="Object 7"/>
          <p:cNvGraphicFramePr>
            <a:graphicFrameLocks noChangeAspect="1"/>
          </p:cNvGraphicFramePr>
          <p:nvPr/>
        </p:nvGraphicFramePr>
        <p:xfrm>
          <a:off x="3302000" y="3657600"/>
          <a:ext cx="30226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022600" imgH="1524000" progId="Equation.3">
                  <p:embed/>
                </p:oleObj>
              </mc:Choice>
              <mc:Fallback>
                <p:oleObj name="公式" r:id="rId8" imgW="3022600" imgH="152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0" y="3657600"/>
                        <a:ext cx="30226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8" name="Object 8"/>
          <p:cNvGraphicFramePr>
            <a:graphicFrameLocks noChangeAspect="1"/>
          </p:cNvGraphicFramePr>
          <p:nvPr/>
        </p:nvGraphicFramePr>
        <p:xfrm>
          <a:off x="6394450" y="3683000"/>
          <a:ext cx="2679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679700" imgH="889000" progId="Equation.3">
                  <p:embed/>
                </p:oleObj>
              </mc:Choice>
              <mc:Fallback>
                <p:oleObj name="公式" r:id="rId10" imgW="26797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4450" y="3683000"/>
                        <a:ext cx="26797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486425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2514600" y="1125538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</a:t>
            </a:r>
          </a:p>
        </p:txBody>
      </p:sp>
      <p:graphicFrame>
        <p:nvGraphicFramePr>
          <p:cNvPr id="389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3652148"/>
              </p:ext>
            </p:extLst>
          </p:nvPr>
        </p:nvGraphicFramePr>
        <p:xfrm>
          <a:off x="3863752" y="895350"/>
          <a:ext cx="2667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667000" imgH="889000" progId="Equation.3">
                  <p:embed/>
                </p:oleObj>
              </mc:Choice>
              <mc:Fallback>
                <p:oleObj name="公式" r:id="rId2" imgW="26670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752" y="895350"/>
                        <a:ext cx="2667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2559050" y="2192338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41989" name="Object 5"/>
          <p:cNvGraphicFramePr>
            <a:graphicFrameLocks noChangeAspect="1"/>
          </p:cNvGraphicFramePr>
          <p:nvPr/>
        </p:nvGraphicFramePr>
        <p:xfrm>
          <a:off x="3276600" y="2057400"/>
          <a:ext cx="2552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552700" imgH="889000" progId="Equation.3">
                  <p:embed/>
                </p:oleObj>
              </mc:Choice>
              <mc:Fallback>
                <p:oleObj name="公式" r:id="rId4" imgW="25527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057400"/>
                        <a:ext cx="25527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0" name="Object 6"/>
          <p:cNvGraphicFramePr>
            <a:graphicFrameLocks noChangeAspect="1"/>
          </p:cNvGraphicFramePr>
          <p:nvPr/>
        </p:nvGraphicFramePr>
        <p:xfrm>
          <a:off x="5943600" y="2082800"/>
          <a:ext cx="2692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676572" imgH="942859" progId="Equation.3">
                  <p:embed/>
                </p:oleObj>
              </mc:Choice>
              <mc:Fallback>
                <p:oleObj name="公式" r:id="rId6" imgW="2676572" imgH="94285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082800"/>
                        <a:ext cx="26924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1" name="Object 7"/>
          <p:cNvGraphicFramePr>
            <a:graphicFrameLocks noChangeAspect="1"/>
          </p:cNvGraphicFramePr>
          <p:nvPr/>
        </p:nvGraphicFramePr>
        <p:xfrm>
          <a:off x="2971800" y="3365500"/>
          <a:ext cx="32258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225800" imgH="1511300" progId="Equation.3">
                  <p:embed/>
                </p:oleObj>
              </mc:Choice>
              <mc:Fallback>
                <p:oleObj name="公式" r:id="rId8" imgW="3225800" imgH="151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365500"/>
                        <a:ext cx="32258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2" name="Object 8"/>
          <p:cNvGraphicFramePr>
            <a:graphicFrameLocks noChangeAspect="1"/>
          </p:cNvGraphicFramePr>
          <p:nvPr/>
        </p:nvGraphicFramePr>
        <p:xfrm>
          <a:off x="6178550" y="3346450"/>
          <a:ext cx="40767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076700" imgH="1524000" progId="Equation.3">
                  <p:embed/>
                </p:oleObj>
              </mc:Choice>
              <mc:Fallback>
                <p:oleObj name="公式" r:id="rId10" imgW="4076700" imgH="152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8550" y="3346450"/>
                        <a:ext cx="40767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819534"/>
              </p:ext>
            </p:extLst>
          </p:nvPr>
        </p:nvGraphicFramePr>
        <p:xfrm>
          <a:off x="2971800" y="5013176"/>
          <a:ext cx="3200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200400" imgH="889000" progId="Equation.3">
                  <p:embed/>
                </p:oleObj>
              </mc:Choice>
              <mc:Fallback>
                <p:oleObj name="公式" r:id="rId12" imgW="32004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5013176"/>
                        <a:ext cx="32004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193032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3216787" y="809225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</a:t>
            </a:r>
          </a:p>
        </p:txBody>
      </p:sp>
      <p:graphicFrame>
        <p:nvGraphicFramePr>
          <p:cNvPr id="399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5124809"/>
              </p:ext>
            </p:extLst>
          </p:nvPr>
        </p:nvGraphicFramePr>
        <p:xfrm>
          <a:off x="4949816" y="574968"/>
          <a:ext cx="1625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25600" imgH="889000" progId="Equation.3">
                  <p:embed/>
                </p:oleObj>
              </mc:Choice>
              <mc:Fallback>
                <p:oleObj name="公式" r:id="rId2" imgW="16256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9816" y="574968"/>
                        <a:ext cx="1625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3221989" y="1873432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430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5118145"/>
              </p:ext>
            </p:extLst>
          </p:nvPr>
        </p:nvGraphicFramePr>
        <p:xfrm>
          <a:off x="4321687" y="1680521"/>
          <a:ext cx="1524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24000" imgH="889000" progId="Equation.3">
                  <p:embed/>
                </p:oleObj>
              </mc:Choice>
              <mc:Fallback>
                <p:oleObj name="公式" r:id="rId4" imgW="15240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1687" y="1680521"/>
                        <a:ext cx="1524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3751152"/>
              </p:ext>
            </p:extLst>
          </p:nvPr>
        </p:nvGraphicFramePr>
        <p:xfrm>
          <a:off x="5951984" y="1641806"/>
          <a:ext cx="25527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533599" imgH="904978" progId="Equation.3">
                  <p:embed/>
                </p:oleObj>
              </mc:Choice>
              <mc:Fallback>
                <p:oleObj name="公式" r:id="rId6" imgW="2533599" imgH="90497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984" y="1641806"/>
                        <a:ext cx="25527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3004515"/>
              </p:ext>
            </p:extLst>
          </p:nvPr>
        </p:nvGraphicFramePr>
        <p:xfrm>
          <a:off x="3724787" y="2640393"/>
          <a:ext cx="27178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717800" imgH="1054100" progId="Equation.3">
                  <p:embed/>
                </p:oleObj>
              </mc:Choice>
              <mc:Fallback>
                <p:oleObj name="公式" r:id="rId8" imgW="2717800" imgH="1054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4787" y="2640393"/>
                        <a:ext cx="27178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0675286"/>
              </p:ext>
            </p:extLst>
          </p:nvPr>
        </p:nvGraphicFramePr>
        <p:xfrm>
          <a:off x="6534150" y="2656616"/>
          <a:ext cx="2730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730500" imgH="927100" progId="Equation.3">
                  <p:embed/>
                </p:oleObj>
              </mc:Choice>
              <mc:Fallback>
                <p:oleObj name="公式" r:id="rId10" imgW="27305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4150" y="2656616"/>
                        <a:ext cx="27305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567962"/>
              </p:ext>
            </p:extLst>
          </p:nvPr>
        </p:nvGraphicFramePr>
        <p:xfrm>
          <a:off x="3679189" y="4586289"/>
          <a:ext cx="3708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708400" imgH="889000" progId="Equation.3">
                  <p:embed/>
                </p:oleObj>
              </mc:Choice>
              <mc:Fallback>
                <p:oleObj name="公式" r:id="rId12" imgW="37084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9189" y="4586289"/>
                        <a:ext cx="37084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2740022"/>
              </p:ext>
            </p:extLst>
          </p:nvPr>
        </p:nvGraphicFramePr>
        <p:xfrm>
          <a:off x="3686175" y="5546263"/>
          <a:ext cx="312420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124200" imgH="482600" progId="Equation.3">
                  <p:embed/>
                </p:oleObj>
              </mc:Choice>
              <mc:Fallback>
                <p:oleObj name="公式" r:id="rId14" imgW="31242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6175" y="5546263"/>
                        <a:ext cx="3124200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1059670"/>
              </p:ext>
            </p:extLst>
          </p:nvPr>
        </p:nvGraphicFramePr>
        <p:xfrm>
          <a:off x="3686175" y="3583716"/>
          <a:ext cx="3168650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358310" imgH="406224" progId="Equation.3">
                  <p:embed/>
                </p:oleObj>
              </mc:Choice>
              <mc:Fallback>
                <p:oleObj name="公式" r:id="rId16" imgW="1358310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6175" y="3583716"/>
                        <a:ext cx="3168650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619660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2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2531831" y="1343821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</a:t>
            </a:r>
          </a:p>
        </p:txBody>
      </p:sp>
      <p:graphicFrame>
        <p:nvGraphicFramePr>
          <p:cNvPr id="409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8632854"/>
              </p:ext>
            </p:extLst>
          </p:nvPr>
        </p:nvGraphicFramePr>
        <p:xfrm>
          <a:off x="4121820" y="1096963"/>
          <a:ext cx="25781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578100" imgH="939800" progId="Equation.3">
                  <p:embed/>
                </p:oleObj>
              </mc:Choice>
              <mc:Fallback>
                <p:oleObj name="公式" r:id="rId2" imgW="25781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1820" y="1096963"/>
                        <a:ext cx="25781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2511635" y="2475590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440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6444583"/>
              </p:ext>
            </p:extLst>
          </p:nvPr>
        </p:nvGraphicFramePr>
        <p:xfrm>
          <a:off x="3315370" y="2233497"/>
          <a:ext cx="338455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71600" imgH="406400" progId="Equation.DSMT4">
                  <p:embed/>
                </p:oleObj>
              </mc:Choice>
              <mc:Fallback>
                <p:oleObj name="Equation" r:id="rId4" imgW="13716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5370" y="2233497"/>
                        <a:ext cx="338455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4838909"/>
              </p:ext>
            </p:extLst>
          </p:nvPr>
        </p:nvGraphicFramePr>
        <p:xfrm>
          <a:off x="3315370" y="3393961"/>
          <a:ext cx="30734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073400" imgH="952500" progId="Equation.3">
                  <p:embed/>
                </p:oleObj>
              </mc:Choice>
              <mc:Fallback>
                <p:oleObj name="公式" r:id="rId6" imgW="30734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5370" y="3393961"/>
                        <a:ext cx="30734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5931318"/>
              </p:ext>
            </p:extLst>
          </p:nvPr>
        </p:nvGraphicFramePr>
        <p:xfrm>
          <a:off x="3575720" y="4581128"/>
          <a:ext cx="25527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552700" imgH="952500" progId="Equation.3">
                  <p:embed/>
                </p:oleObj>
              </mc:Choice>
              <mc:Fallback>
                <p:oleObj name="公式" r:id="rId8" imgW="25527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720" y="4581128"/>
                        <a:ext cx="25527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9368638"/>
              </p:ext>
            </p:extLst>
          </p:nvPr>
        </p:nvGraphicFramePr>
        <p:xfrm>
          <a:off x="6292850" y="4567124"/>
          <a:ext cx="17272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727200" imgH="660400" progId="Equation.3">
                  <p:embed/>
                </p:oleObj>
              </mc:Choice>
              <mc:Fallback>
                <p:oleObj name="公式" r:id="rId10" imgW="1727200" imgH="66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2850" y="4567124"/>
                        <a:ext cx="17272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9134815"/>
              </p:ext>
            </p:extLst>
          </p:nvPr>
        </p:nvGraphicFramePr>
        <p:xfrm>
          <a:off x="6507956" y="3322523"/>
          <a:ext cx="3024187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193800" imgH="431800" progId="Equation.3">
                  <p:embed/>
                </p:oleObj>
              </mc:Choice>
              <mc:Fallback>
                <p:oleObj name="公式" r:id="rId12" imgW="11938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7956" y="3322523"/>
                        <a:ext cx="3024187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706681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6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2781300" y="526753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9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</a:t>
            </a:r>
          </a:p>
        </p:txBody>
      </p:sp>
      <p:graphicFrame>
        <p:nvGraphicFramePr>
          <p:cNvPr id="419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1146735"/>
              </p:ext>
            </p:extLst>
          </p:nvPr>
        </p:nvGraphicFramePr>
        <p:xfrm>
          <a:off x="4252529" y="280988"/>
          <a:ext cx="35687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568700" imgH="901700" progId="Equation.3">
                  <p:embed/>
                </p:oleObj>
              </mc:Choice>
              <mc:Fallback>
                <p:oleObj name="公式" r:id="rId2" imgW="35687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2529" y="280988"/>
                        <a:ext cx="35687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2382838" y="1497013"/>
            <a:ext cx="160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原式</a:t>
            </a:r>
          </a:p>
        </p:txBody>
      </p:sp>
      <p:graphicFrame>
        <p:nvGraphicFramePr>
          <p:cNvPr id="45061" name="Object 5"/>
          <p:cNvGraphicFramePr>
            <a:graphicFrameLocks noChangeAspect="1"/>
          </p:cNvGraphicFramePr>
          <p:nvPr/>
        </p:nvGraphicFramePr>
        <p:xfrm>
          <a:off x="3162300" y="1306513"/>
          <a:ext cx="6897688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048500" imgH="990600" progId="Equation.3">
                  <p:embed/>
                </p:oleObj>
              </mc:Choice>
              <mc:Fallback>
                <p:oleObj name="公式" r:id="rId4" imgW="7048500" imgH="990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300" y="1306513"/>
                        <a:ext cx="6897688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2" name="Object 6"/>
          <p:cNvGraphicFramePr>
            <a:graphicFrameLocks noChangeAspect="1"/>
          </p:cNvGraphicFramePr>
          <p:nvPr/>
        </p:nvGraphicFramePr>
        <p:xfrm>
          <a:off x="2514600" y="3273425"/>
          <a:ext cx="4953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953000" imgH="889000" progId="Equation.3">
                  <p:embed/>
                </p:oleObj>
              </mc:Choice>
              <mc:Fallback>
                <p:oleObj name="公式" r:id="rId6" imgW="49530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273425"/>
                        <a:ext cx="4953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3" name="Object 7"/>
          <p:cNvGraphicFramePr>
            <a:graphicFrameLocks noChangeAspect="1"/>
          </p:cNvGraphicFramePr>
          <p:nvPr/>
        </p:nvGraphicFramePr>
        <p:xfrm>
          <a:off x="2501900" y="4292600"/>
          <a:ext cx="711358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112000" imgH="901700" progId="Equation.3">
                  <p:embed/>
                </p:oleObj>
              </mc:Choice>
              <mc:Fallback>
                <p:oleObj name="公式" r:id="rId8" imgW="71120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4292600"/>
                        <a:ext cx="7113588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4" name="Object 8"/>
          <p:cNvGraphicFramePr>
            <a:graphicFrameLocks noChangeAspect="1"/>
          </p:cNvGraphicFramePr>
          <p:nvPr/>
        </p:nvGraphicFramePr>
        <p:xfrm>
          <a:off x="2476500" y="5229225"/>
          <a:ext cx="5500688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499100" imgH="889000" progId="Equation.3">
                  <p:embed/>
                </p:oleObj>
              </mc:Choice>
              <mc:Fallback>
                <p:oleObj name="公式" r:id="rId10" imgW="54991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0" y="5229225"/>
                        <a:ext cx="5500688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5" name="Object 9"/>
          <p:cNvGraphicFramePr>
            <a:graphicFrameLocks noChangeAspect="1"/>
          </p:cNvGraphicFramePr>
          <p:nvPr/>
        </p:nvGraphicFramePr>
        <p:xfrm>
          <a:off x="2495550" y="2349500"/>
          <a:ext cx="3600450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74800" imgH="431800" progId="Equation.DSMT4">
                  <p:embed/>
                </p:oleObj>
              </mc:Choice>
              <mc:Fallback>
                <p:oleObj name="Equation" r:id="rId12" imgW="15748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2349500"/>
                        <a:ext cx="3600450" cy="98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437160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2917478" y="515938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</a:t>
            </a:r>
          </a:p>
        </p:txBody>
      </p:sp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2351088" y="1508126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430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9051376"/>
              </p:ext>
            </p:extLst>
          </p:nvPr>
        </p:nvGraphicFramePr>
        <p:xfrm>
          <a:off x="4560888" y="278608"/>
          <a:ext cx="2095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95500" imgH="889000" progId="Equation.3">
                  <p:embed/>
                </p:oleObj>
              </mc:Choice>
              <mc:Fallback>
                <p:oleObj name="公式" r:id="rId2" imgW="20955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0888" y="278608"/>
                        <a:ext cx="20955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Object 5"/>
          <p:cNvGraphicFramePr>
            <a:graphicFrameLocks noChangeAspect="1"/>
          </p:cNvGraphicFramePr>
          <p:nvPr/>
        </p:nvGraphicFramePr>
        <p:xfrm>
          <a:off x="3113088" y="1341438"/>
          <a:ext cx="1993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93900" imgH="889000" progId="Equation.3">
                  <p:embed/>
                </p:oleObj>
              </mc:Choice>
              <mc:Fallback>
                <p:oleObj name="公式" r:id="rId4" imgW="19939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3088" y="1341438"/>
                        <a:ext cx="19939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6" name="Object 6"/>
          <p:cNvGraphicFramePr>
            <a:graphicFrameLocks noChangeAspect="1"/>
          </p:cNvGraphicFramePr>
          <p:nvPr/>
        </p:nvGraphicFramePr>
        <p:xfrm>
          <a:off x="5164138" y="1366838"/>
          <a:ext cx="4089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067085" imgH="942859" progId="Equation.3">
                  <p:embed/>
                </p:oleObj>
              </mc:Choice>
              <mc:Fallback>
                <p:oleObj name="公式" r:id="rId6" imgW="4067085" imgH="94285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4138" y="1366838"/>
                        <a:ext cx="40894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7" name="Object 7"/>
          <p:cNvGraphicFramePr>
            <a:graphicFrameLocks noChangeAspect="1"/>
          </p:cNvGraphicFramePr>
          <p:nvPr/>
        </p:nvGraphicFramePr>
        <p:xfrm>
          <a:off x="2960688" y="2425700"/>
          <a:ext cx="2451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451100" imgH="889000" progId="Equation.3">
                  <p:embed/>
                </p:oleObj>
              </mc:Choice>
              <mc:Fallback>
                <p:oleObj name="公式" r:id="rId8" imgW="24511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0688" y="2425700"/>
                        <a:ext cx="24511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8" name="Object 8"/>
          <p:cNvGraphicFramePr>
            <a:graphicFrameLocks noChangeAspect="1"/>
          </p:cNvGraphicFramePr>
          <p:nvPr/>
        </p:nvGraphicFramePr>
        <p:xfrm>
          <a:off x="5475288" y="2444750"/>
          <a:ext cx="2286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286000" imgH="889000" progId="Equation.3">
                  <p:embed/>
                </p:oleObj>
              </mc:Choice>
              <mc:Fallback>
                <p:oleObj name="公式" r:id="rId10" imgW="22860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5288" y="2444750"/>
                        <a:ext cx="2286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9" name="Object 9"/>
          <p:cNvGraphicFramePr>
            <a:graphicFrameLocks noChangeAspect="1"/>
          </p:cNvGraphicFramePr>
          <p:nvPr/>
        </p:nvGraphicFramePr>
        <p:xfrm>
          <a:off x="2986088" y="4387850"/>
          <a:ext cx="4622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622800" imgH="889000" progId="Equation.3">
                  <p:embed/>
                </p:oleObj>
              </mc:Choice>
              <mc:Fallback>
                <p:oleObj name="公式" r:id="rId12" imgW="46228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6088" y="4387850"/>
                        <a:ext cx="46228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0264697"/>
              </p:ext>
            </p:extLst>
          </p:nvPr>
        </p:nvGraphicFramePr>
        <p:xfrm>
          <a:off x="2960688" y="5322887"/>
          <a:ext cx="3213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213100" imgH="889000" progId="Equation.3">
                  <p:embed/>
                </p:oleObj>
              </mc:Choice>
              <mc:Fallback>
                <p:oleObj name="公式" r:id="rId14" imgW="32131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0688" y="5322887"/>
                        <a:ext cx="32131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1" name="Object 11"/>
          <p:cNvGraphicFramePr>
            <a:graphicFrameLocks noChangeAspect="1"/>
          </p:cNvGraphicFramePr>
          <p:nvPr/>
        </p:nvGraphicFramePr>
        <p:xfrm>
          <a:off x="2927350" y="3382963"/>
          <a:ext cx="3805238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12900" imgH="406400" progId="Equation.DSMT4">
                  <p:embed/>
                </p:oleObj>
              </mc:Choice>
              <mc:Fallback>
                <p:oleObj name="Equation" r:id="rId16" imgW="16129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3382963"/>
                        <a:ext cx="3805238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683061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3016250" y="525464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</a:t>
            </a:r>
          </a:p>
        </p:txBody>
      </p:sp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2406650" y="1196976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440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980313"/>
              </p:ext>
            </p:extLst>
          </p:nvPr>
        </p:nvGraphicFramePr>
        <p:xfrm>
          <a:off x="4667250" y="514352"/>
          <a:ext cx="276860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68600" imgH="635000" progId="Equation.3">
                  <p:embed/>
                </p:oleObj>
              </mc:Choice>
              <mc:Fallback>
                <p:oleObj name="公式" r:id="rId2" imgW="27686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0" y="514352"/>
                        <a:ext cx="2768600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5"/>
          <p:cNvGraphicFramePr>
            <a:graphicFrameLocks noChangeAspect="1"/>
          </p:cNvGraphicFramePr>
          <p:nvPr/>
        </p:nvGraphicFramePr>
        <p:xfrm>
          <a:off x="3016250" y="1235075"/>
          <a:ext cx="2667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667000" imgH="571500" progId="Equation.3">
                  <p:embed/>
                </p:oleObj>
              </mc:Choice>
              <mc:Fallback>
                <p:oleObj name="公式" r:id="rId4" imgW="26670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250" y="1235075"/>
                        <a:ext cx="26670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0" name="Object 6"/>
          <p:cNvGraphicFramePr>
            <a:graphicFrameLocks noChangeAspect="1"/>
          </p:cNvGraphicFramePr>
          <p:nvPr/>
        </p:nvGraphicFramePr>
        <p:xfrm>
          <a:off x="2711450" y="1952625"/>
          <a:ext cx="3810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790856" imgH="552579" progId="Equation.3">
                  <p:embed/>
                </p:oleObj>
              </mc:Choice>
              <mc:Fallback>
                <p:oleObj name="公式" r:id="rId6" imgW="3790856" imgH="5525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1952625"/>
                        <a:ext cx="38100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1" name="Object 7"/>
          <p:cNvGraphicFramePr>
            <a:graphicFrameLocks noChangeAspect="1"/>
          </p:cNvGraphicFramePr>
          <p:nvPr/>
        </p:nvGraphicFramePr>
        <p:xfrm>
          <a:off x="2711450" y="2689225"/>
          <a:ext cx="4724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724400" imgH="571500" progId="Equation.3">
                  <p:embed/>
                </p:oleObj>
              </mc:Choice>
              <mc:Fallback>
                <p:oleObj name="公式" r:id="rId8" imgW="47244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2689225"/>
                        <a:ext cx="4724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2" name="Object 8"/>
          <p:cNvGraphicFramePr>
            <a:graphicFrameLocks noChangeAspect="1"/>
          </p:cNvGraphicFramePr>
          <p:nvPr/>
        </p:nvGraphicFramePr>
        <p:xfrm>
          <a:off x="2711450" y="3413125"/>
          <a:ext cx="569118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689600" imgH="571500" progId="Equation.3">
                  <p:embed/>
                </p:oleObj>
              </mc:Choice>
              <mc:Fallback>
                <p:oleObj name="公式" r:id="rId10" imgW="56896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3413125"/>
                        <a:ext cx="5691188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3" name="Object 9"/>
          <p:cNvGraphicFramePr>
            <a:graphicFrameLocks noChangeAspect="1"/>
          </p:cNvGraphicFramePr>
          <p:nvPr/>
        </p:nvGraphicFramePr>
        <p:xfrm>
          <a:off x="2673350" y="4124325"/>
          <a:ext cx="5232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232400" imgH="889000" progId="Equation.3">
                  <p:embed/>
                </p:oleObj>
              </mc:Choice>
              <mc:Fallback>
                <p:oleObj name="公式" r:id="rId12" imgW="52324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3350" y="4124325"/>
                        <a:ext cx="52324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4" name="Text Box 10"/>
          <p:cNvSpPr txBox="1">
            <a:spLocks noChangeArrowheads="1"/>
          </p:cNvSpPr>
          <p:nvPr/>
        </p:nvSpPr>
        <p:spPr bwMode="auto">
          <a:xfrm>
            <a:off x="2673350" y="5147852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CC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说明</a:t>
            </a:r>
          </a:p>
        </p:txBody>
      </p:sp>
      <p:sp>
        <p:nvSpPr>
          <p:cNvPr id="47115" name="Text Box 11"/>
          <p:cNvSpPr txBox="1">
            <a:spLocks noChangeArrowheads="1"/>
          </p:cNvSpPr>
          <p:nvPr/>
        </p:nvSpPr>
        <p:spPr bwMode="auto">
          <a:xfrm>
            <a:off x="2651656" y="5147852"/>
            <a:ext cx="687667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          当被积函数是三角函数相乘时，拆开奇次项去凑微分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47116" name="Object 12"/>
          <p:cNvGraphicFramePr>
            <a:graphicFrameLocks noChangeAspect="1"/>
          </p:cNvGraphicFramePr>
          <p:nvPr/>
        </p:nvGraphicFramePr>
        <p:xfrm>
          <a:off x="5721351" y="1166813"/>
          <a:ext cx="3878263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37589" imgH="291973" progId="Equation.DSMT4">
                  <p:embed/>
                </p:oleObj>
              </mc:Choice>
              <mc:Fallback>
                <p:oleObj name="Equation" r:id="rId14" imgW="1637589" imgH="2919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1351" y="1166813"/>
                        <a:ext cx="3878263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241583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75"/>
                                        <p:tgtEl>
                                          <p:spTgt spid="4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autoUpdateAnimBg="0"/>
      <p:bldP spid="47114" grpId="0" autoUpdateAnimBg="0"/>
      <p:bldP spid="47115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2476500" y="973138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12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</a:t>
            </a:r>
          </a:p>
        </p:txBody>
      </p:sp>
      <p:sp>
        <p:nvSpPr>
          <p:cNvPr id="48131" name="Text Box 3"/>
          <p:cNvSpPr txBox="1">
            <a:spLocks noChangeArrowheads="1"/>
          </p:cNvSpPr>
          <p:nvPr/>
        </p:nvSpPr>
        <p:spPr bwMode="auto">
          <a:xfrm>
            <a:off x="2476500" y="178435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45060" name="Object 4"/>
          <p:cNvGraphicFramePr>
            <a:graphicFrameLocks noChangeAspect="1"/>
          </p:cNvGraphicFramePr>
          <p:nvPr/>
        </p:nvGraphicFramePr>
        <p:xfrm>
          <a:off x="3890963" y="936626"/>
          <a:ext cx="27178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17800" imgH="635000" progId="Equation.3">
                  <p:embed/>
                </p:oleObj>
              </mc:Choice>
              <mc:Fallback>
                <p:oleObj name="公式" r:id="rId2" imgW="2717800" imgH="63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0963" y="936626"/>
                        <a:ext cx="271780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3" name="Object 5" descr="大纸屑"/>
          <p:cNvGraphicFramePr>
            <a:graphicFrameLocks noChangeAspect="1"/>
          </p:cNvGraphicFramePr>
          <p:nvPr/>
        </p:nvGraphicFramePr>
        <p:xfrm>
          <a:off x="3105150" y="1625600"/>
          <a:ext cx="6402388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381714" imgH="866749" progId="Equation.3">
                  <p:embed/>
                </p:oleObj>
              </mc:Choice>
              <mc:Fallback>
                <p:oleObj name="公式" r:id="rId4" imgW="6381714" imgH="8667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5150" y="1625600"/>
                        <a:ext cx="6402388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pattFill prst="lgConfetti">
                              <a:fgClr>
                                <a:srgbClr val="66FFFF"/>
                              </a:fgClr>
                              <a:bgClr>
                                <a:srgbClr val="FFFFFF"/>
                              </a:bgClr>
                            </a:patt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7081622"/>
              </p:ext>
            </p:extLst>
          </p:nvPr>
        </p:nvGraphicFramePr>
        <p:xfrm>
          <a:off x="3105150" y="2456246"/>
          <a:ext cx="5105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105400" imgH="889000" progId="Equation.3">
                  <p:embed/>
                </p:oleObj>
              </mc:Choice>
              <mc:Fallback>
                <p:oleObj name="公式" r:id="rId6" imgW="51054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5150" y="2456246"/>
                        <a:ext cx="51054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9237191"/>
              </p:ext>
            </p:extLst>
          </p:nvPr>
        </p:nvGraphicFramePr>
        <p:xfrm>
          <a:off x="2783632" y="3310416"/>
          <a:ext cx="622458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223000" imgH="889000" progId="Equation.3">
                  <p:embed/>
                </p:oleObj>
              </mc:Choice>
              <mc:Fallback>
                <p:oleObj name="公式" r:id="rId8" imgW="62230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2" y="3310416"/>
                        <a:ext cx="6224587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2192303"/>
              </p:ext>
            </p:extLst>
          </p:nvPr>
        </p:nvGraphicFramePr>
        <p:xfrm>
          <a:off x="3215680" y="4223232"/>
          <a:ext cx="3771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771900" imgH="889000" progId="Equation.3">
                  <p:embed/>
                </p:oleObj>
              </mc:Choice>
              <mc:Fallback>
                <p:oleObj name="公式" r:id="rId10" imgW="37719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0" y="4223232"/>
                        <a:ext cx="37719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6027582"/>
              </p:ext>
            </p:extLst>
          </p:nvPr>
        </p:nvGraphicFramePr>
        <p:xfrm>
          <a:off x="2783632" y="5301208"/>
          <a:ext cx="2947988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95280" imgH="291960" progId="Equation.DSMT4">
                  <p:embed/>
                </p:oleObj>
              </mc:Choice>
              <mc:Fallback>
                <p:oleObj name="Equation" r:id="rId12" imgW="129528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2" y="5301208"/>
                        <a:ext cx="2947988" cy="663575"/>
                      </a:xfrm>
                      <a:prstGeom prst="rect">
                        <a:avLst/>
                      </a:prstGeom>
                      <a:noFill/>
                      <a:ln w="15875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4135541"/>
              </p:ext>
            </p:extLst>
          </p:nvPr>
        </p:nvGraphicFramePr>
        <p:xfrm>
          <a:off x="6023992" y="5301208"/>
          <a:ext cx="2880320" cy="6389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07880" imgH="291960" progId="Equation.DSMT4">
                  <p:embed/>
                </p:oleObj>
              </mc:Choice>
              <mc:Fallback>
                <p:oleObj name="Equation" r:id="rId14" imgW="130788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3992" y="5301208"/>
                        <a:ext cx="2880320" cy="638939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674740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2109194" y="997888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13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</a:t>
            </a:r>
          </a:p>
        </p:txBody>
      </p:sp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2146300" y="1805232"/>
            <a:ext cx="13574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 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一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)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49156" name="Object 4"/>
          <p:cNvGraphicFramePr>
            <a:graphicFrameLocks noChangeAspect="1"/>
          </p:cNvGraphicFramePr>
          <p:nvPr/>
        </p:nvGraphicFramePr>
        <p:xfrm>
          <a:off x="5257800" y="1631950"/>
          <a:ext cx="1752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52600" imgH="889000" progId="Equation.3">
                  <p:embed/>
                </p:oleObj>
              </mc:Choice>
              <mc:Fallback>
                <p:oleObj name="公式" r:id="rId2" imgW="17526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1631950"/>
                        <a:ext cx="1752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4842282"/>
              </p:ext>
            </p:extLst>
          </p:nvPr>
        </p:nvGraphicFramePr>
        <p:xfrm>
          <a:off x="3591399" y="956773"/>
          <a:ext cx="148590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85255" imgH="634725" progId="Equation.3">
                  <p:embed/>
                </p:oleObj>
              </mc:Choice>
              <mc:Fallback>
                <p:oleObj name="公式" r:id="rId4" imgW="1485255" imgH="6347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1399" y="956773"/>
                        <a:ext cx="1485900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8" name="Object 6"/>
          <p:cNvGraphicFramePr>
            <a:graphicFrameLocks noChangeAspect="1"/>
          </p:cNvGraphicFramePr>
          <p:nvPr/>
        </p:nvGraphicFramePr>
        <p:xfrm>
          <a:off x="3886200" y="1790700"/>
          <a:ext cx="13843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384300" imgH="571500" progId="Equation.3">
                  <p:embed/>
                </p:oleObj>
              </mc:Choice>
              <mc:Fallback>
                <p:oleObj name="公式" r:id="rId6" imgW="13843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790700"/>
                        <a:ext cx="13843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9" name="Object 7"/>
          <p:cNvGraphicFramePr>
            <a:graphicFrameLocks noChangeAspect="1"/>
          </p:cNvGraphicFramePr>
          <p:nvPr/>
        </p:nvGraphicFramePr>
        <p:xfrm>
          <a:off x="7010400" y="1612900"/>
          <a:ext cx="28448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828914" imgH="1342871" progId="Equation.3">
                  <p:embed/>
                </p:oleObj>
              </mc:Choice>
              <mc:Fallback>
                <p:oleObj name="公式" r:id="rId8" imgW="2828914" imgH="134287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1612900"/>
                        <a:ext cx="2844800" cy="135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8984593"/>
              </p:ext>
            </p:extLst>
          </p:nvPr>
        </p:nvGraphicFramePr>
        <p:xfrm>
          <a:off x="2905599" y="3013607"/>
          <a:ext cx="3916892" cy="166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12800" imgH="685800" progId="Equation.DSMT4">
                  <p:embed/>
                </p:oleObj>
              </mc:Choice>
              <mc:Fallback>
                <p:oleObj name="Equation" r:id="rId10" imgW="16128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599" y="3013607"/>
                        <a:ext cx="3916892" cy="166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1071345"/>
              </p:ext>
            </p:extLst>
          </p:nvPr>
        </p:nvGraphicFramePr>
        <p:xfrm>
          <a:off x="6834188" y="2972808"/>
          <a:ext cx="3021012" cy="1450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69720" imgH="609480" progId="Equation.DSMT4">
                  <p:embed/>
                </p:oleObj>
              </mc:Choice>
              <mc:Fallback>
                <p:oleObj name="Equation" r:id="rId12" imgW="126972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4188" y="2972808"/>
                        <a:ext cx="3021012" cy="14500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992047"/>
              </p:ext>
            </p:extLst>
          </p:nvPr>
        </p:nvGraphicFramePr>
        <p:xfrm>
          <a:off x="2783632" y="4533656"/>
          <a:ext cx="2451970" cy="1129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65160" imgH="444240" progId="Equation.DSMT4">
                  <p:embed/>
                </p:oleObj>
              </mc:Choice>
              <mc:Fallback>
                <p:oleObj name="Equation" r:id="rId14" imgW="9651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2" y="4533656"/>
                        <a:ext cx="2451970" cy="11291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2546521"/>
              </p:ext>
            </p:extLst>
          </p:nvPr>
        </p:nvGraphicFramePr>
        <p:xfrm>
          <a:off x="5159896" y="4852599"/>
          <a:ext cx="37311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60160" imgH="203040" progId="Equation.DSMT4">
                  <p:embed/>
                </p:oleObj>
              </mc:Choice>
              <mc:Fallback>
                <p:oleObj name="Equation" r:id="rId16" imgW="1460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896" y="4852599"/>
                        <a:ext cx="373112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4" name="Text Box 12"/>
          <p:cNvSpPr txBox="1">
            <a:spLocks noChangeArrowheads="1"/>
          </p:cNvSpPr>
          <p:nvPr/>
        </p:nvSpPr>
        <p:spPr bwMode="auto">
          <a:xfrm>
            <a:off x="4953000" y="5486401"/>
            <a:ext cx="445536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kumimoji="1" lang="zh-CN" altLang="en-US" sz="2800" b="1" dirty="0">
                <a:solidFill>
                  <a:schemeClr val="accent2"/>
                </a:solidFill>
                <a:latin typeface="宋体" panose="02010600030101010101" pitchFamily="2" charset="-122"/>
              </a:rPr>
              <a:t>使用了三角函数恒等变形</a:t>
            </a:r>
            <a:r>
              <a:rPr kumimoji="1"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endParaRPr kumimoji="1" lang="zh-CN" altLang="en-US" sz="2800" b="1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505799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9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autoUpdateAnimBg="0"/>
      <p:bldP spid="49164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2360408" y="731838"/>
            <a:ext cx="143469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 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二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)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471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0346273"/>
              </p:ext>
            </p:extLst>
          </p:nvPr>
        </p:nvGraphicFramePr>
        <p:xfrm>
          <a:off x="5339370" y="470694"/>
          <a:ext cx="1752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52600" imgH="889000" progId="Equation.3">
                  <p:embed/>
                </p:oleObj>
              </mc:Choice>
              <mc:Fallback>
                <p:oleObj name="公式" r:id="rId2" imgW="17526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9370" y="470694"/>
                        <a:ext cx="1752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1607726"/>
              </p:ext>
            </p:extLst>
          </p:nvPr>
        </p:nvGraphicFramePr>
        <p:xfrm>
          <a:off x="3875088" y="671512"/>
          <a:ext cx="13843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84300" imgH="571500" progId="Equation.3">
                  <p:embed/>
                </p:oleObj>
              </mc:Choice>
              <mc:Fallback>
                <p:oleObj name="公式" r:id="rId4" imgW="13843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5088" y="671512"/>
                        <a:ext cx="13843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0133582"/>
              </p:ext>
            </p:extLst>
          </p:nvPr>
        </p:nvGraphicFramePr>
        <p:xfrm>
          <a:off x="7113588" y="496888"/>
          <a:ext cx="1917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895428" imgH="866749" progId="Equation.3">
                  <p:embed/>
                </p:oleObj>
              </mc:Choice>
              <mc:Fallback>
                <p:oleObj name="公式" r:id="rId6" imgW="1895428" imgH="86674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3588" y="496888"/>
                        <a:ext cx="19177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5816425"/>
              </p:ext>
            </p:extLst>
          </p:nvPr>
        </p:nvGraphicFramePr>
        <p:xfrm>
          <a:off x="3138488" y="1412875"/>
          <a:ext cx="3556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56000" imgH="889000" progId="Equation.DSMT4">
                  <p:embed/>
                </p:oleObj>
              </mc:Choice>
              <mc:Fallback>
                <p:oleObj name="Equation" r:id="rId8" imgW="3556000" imgH="889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8488" y="1412875"/>
                        <a:ext cx="3556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5920881"/>
              </p:ext>
            </p:extLst>
          </p:nvPr>
        </p:nvGraphicFramePr>
        <p:xfrm>
          <a:off x="7091970" y="1799829"/>
          <a:ext cx="1409700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390513" imgH="238061" progId="Equation.3">
                  <p:embed/>
                </p:oleObj>
              </mc:Choice>
              <mc:Fallback>
                <p:oleObj name="公式" r:id="rId10" imgW="1390513" imgH="23806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1970" y="1799829"/>
                        <a:ext cx="1409700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962210"/>
              </p:ext>
            </p:extLst>
          </p:nvPr>
        </p:nvGraphicFramePr>
        <p:xfrm>
          <a:off x="3125788" y="2524125"/>
          <a:ext cx="2133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33600" imgH="889000" progId="Equation.DSMT4">
                  <p:embed/>
                </p:oleObj>
              </mc:Choice>
              <mc:Fallback>
                <p:oleObj name="Equation" r:id="rId12" imgW="2133600" imgH="889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5788" y="2524125"/>
                        <a:ext cx="2133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5" name="Object 9"/>
          <p:cNvGraphicFramePr>
            <a:graphicFrameLocks noChangeAspect="1"/>
          </p:cNvGraphicFramePr>
          <p:nvPr/>
        </p:nvGraphicFramePr>
        <p:xfrm>
          <a:off x="5322888" y="2492375"/>
          <a:ext cx="3708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708400" imgH="965200" progId="Equation.3">
                  <p:embed/>
                </p:oleObj>
              </mc:Choice>
              <mc:Fallback>
                <p:oleObj name="公式" r:id="rId14" imgW="37084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2888" y="2492375"/>
                        <a:ext cx="37084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6198858"/>
              </p:ext>
            </p:extLst>
          </p:nvPr>
        </p:nvGraphicFramePr>
        <p:xfrm>
          <a:off x="3077757" y="3640137"/>
          <a:ext cx="2738496" cy="115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54080" imgH="444240" progId="Equation.DSMT4">
                  <p:embed/>
                </p:oleObj>
              </mc:Choice>
              <mc:Fallback>
                <p:oleObj name="Equation" r:id="rId16" imgW="10540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7757" y="3640137"/>
                        <a:ext cx="2738496" cy="1154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2067050"/>
              </p:ext>
            </p:extLst>
          </p:nvPr>
        </p:nvGraphicFramePr>
        <p:xfrm>
          <a:off x="5732463" y="3648075"/>
          <a:ext cx="3400425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84200" imgH="444240" progId="Equation.DSMT4">
                  <p:embed/>
                </p:oleObj>
              </mc:Choice>
              <mc:Fallback>
                <p:oleObj name="Equation" r:id="rId18" imgW="13842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2463" y="3648075"/>
                        <a:ext cx="3400425" cy="1090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8" name="Text Box 12"/>
          <p:cNvSpPr txBox="1">
            <a:spLocks noChangeArrowheads="1"/>
          </p:cNvSpPr>
          <p:nvPr/>
        </p:nvSpPr>
        <p:spPr bwMode="auto">
          <a:xfrm>
            <a:off x="2255559" y="5467611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</a:rPr>
              <a:t>类似地可推出</a:t>
            </a:r>
          </a:p>
        </p:txBody>
      </p:sp>
      <p:graphicFrame>
        <p:nvGraphicFramePr>
          <p:cNvPr id="5018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615650"/>
              </p:ext>
            </p:extLst>
          </p:nvPr>
        </p:nvGraphicFramePr>
        <p:xfrm>
          <a:off x="4582661" y="5380039"/>
          <a:ext cx="5401772" cy="76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070000" imgH="291960" progId="Equation.DSMT4">
                  <p:embed/>
                </p:oleObj>
              </mc:Choice>
              <mc:Fallback>
                <p:oleObj name="Equation" r:id="rId20" imgW="20700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2661" y="5380039"/>
                        <a:ext cx="5401772" cy="762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8198946"/>
              </p:ext>
            </p:extLst>
          </p:nvPr>
        </p:nvGraphicFramePr>
        <p:xfrm>
          <a:off x="3138488" y="4862513"/>
          <a:ext cx="378460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460160" imgH="203040" progId="Equation.DSMT4">
                  <p:embed/>
                </p:oleObj>
              </mc:Choice>
              <mc:Fallback>
                <p:oleObj name="Equation" r:id="rId22" imgW="1460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8488" y="4862513"/>
                        <a:ext cx="3784600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196839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0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0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0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8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03511" y="725512"/>
            <a:ext cx="1003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95965" y="725512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求积分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3198729"/>
              </p:ext>
            </p:extLst>
          </p:nvPr>
        </p:nvGraphicFramePr>
        <p:xfrm>
          <a:off x="3935760" y="645004"/>
          <a:ext cx="1569442" cy="65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400" imgH="291960" progId="Equation.DSMT4">
                  <p:embed/>
                </p:oleObj>
              </mc:Choice>
              <mc:Fallback>
                <p:oleObj name="Equation" r:id="rId2" imgW="69840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35760" y="645004"/>
                        <a:ext cx="1569442" cy="656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661673" y="141277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4940320"/>
              </p:ext>
            </p:extLst>
          </p:nvPr>
        </p:nvGraphicFramePr>
        <p:xfrm>
          <a:off x="2423592" y="1346567"/>
          <a:ext cx="4762500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20760" imgH="291960" progId="Equation.DSMT4">
                  <p:embed/>
                </p:oleObj>
              </mc:Choice>
              <mc:Fallback>
                <p:oleObj name="Equation" r:id="rId4" imgW="212076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23592" y="1346567"/>
                        <a:ext cx="4762500" cy="655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5826565"/>
              </p:ext>
            </p:extLst>
          </p:nvPr>
        </p:nvGraphicFramePr>
        <p:xfrm>
          <a:off x="2282997" y="2002205"/>
          <a:ext cx="5043690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73040" imgH="291960" progId="Equation.DSMT4">
                  <p:embed/>
                </p:oleObj>
              </mc:Choice>
              <mc:Fallback>
                <p:oleObj name="Equation" r:id="rId6" imgW="227304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82997" y="2002205"/>
                        <a:ext cx="5043690" cy="6480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0150342"/>
              </p:ext>
            </p:extLst>
          </p:nvPr>
        </p:nvGraphicFramePr>
        <p:xfrm>
          <a:off x="2282997" y="2708830"/>
          <a:ext cx="4184077" cy="654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66600" imgH="291960" progId="Equation.DSMT4">
                  <p:embed/>
                </p:oleObj>
              </mc:Choice>
              <mc:Fallback>
                <p:oleObj name="Equation" r:id="rId8" imgW="186660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282997" y="2708830"/>
                        <a:ext cx="4184077" cy="6546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7682646"/>
              </p:ext>
            </p:extLst>
          </p:nvPr>
        </p:nvGraphicFramePr>
        <p:xfrm>
          <a:off x="2276819" y="3371892"/>
          <a:ext cx="3537393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63560" imgH="406080" progId="Equation.DSMT4">
                  <p:embed/>
                </p:oleObj>
              </mc:Choice>
              <mc:Fallback>
                <p:oleObj name="Equation" r:id="rId10" imgW="16635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276819" y="3371892"/>
                        <a:ext cx="3537393" cy="864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699788" y="428123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练习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2883168" y="4178198"/>
            <a:ext cx="5244067" cy="671513"/>
            <a:chOff x="2707313" y="4208886"/>
            <a:chExt cx="5244067" cy="671513"/>
          </a:xfrm>
        </p:grpSpPr>
        <p:sp>
          <p:nvSpPr>
            <p:cNvPr id="11" name="文本框 10"/>
            <p:cNvSpPr txBox="1"/>
            <p:nvPr/>
          </p:nvSpPr>
          <p:spPr>
            <a:xfrm>
              <a:off x="2707313" y="4283033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设</a:t>
              </a:r>
            </a:p>
          </p:txBody>
        </p:sp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64923960"/>
                </p:ext>
              </p:extLst>
            </p:nvPr>
          </p:nvGraphicFramePr>
          <p:xfrm>
            <a:off x="3223805" y="4208886"/>
            <a:ext cx="4727575" cy="671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057400" imgH="291960" progId="Equation.DSMT4">
                    <p:embed/>
                  </p:oleObj>
                </mc:Choice>
                <mc:Fallback>
                  <p:oleObj name="Equation" r:id="rId12" imgW="2057400" imgH="291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223805" y="4208886"/>
                          <a:ext cx="4727575" cy="6715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4603766"/>
              </p:ext>
            </p:extLst>
          </p:nvPr>
        </p:nvGraphicFramePr>
        <p:xfrm>
          <a:off x="1699788" y="5045381"/>
          <a:ext cx="2403592" cy="521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54080" imgH="228600" progId="Equation.DSMT4">
                  <p:embed/>
                </p:oleObj>
              </mc:Choice>
              <mc:Fallback>
                <p:oleObj name="Equation" r:id="rId14" imgW="10540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699788" y="5045381"/>
                        <a:ext cx="2403592" cy="5212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5504985"/>
              </p:ext>
            </p:extLst>
          </p:nvPr>
        </p:nvGraphicFramePr>
        <p:xfrm>
          <a:off x="5087888" y="5050705"/>
          <a:ext cx="1824414" cy="521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99920" imgH="228600" progId="Equation.DSMT4">
                  <p:embed/>
                </p:oleObj>
              </mc:Choice>
              <mc:Fallback>
                <p:oleObj name="Equation" r:id="rId16" imgW="7999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087888" y="5050705"/>
                        <a:ext cx="1824414" cy="521261"/>
                      </a:xfrm>
                      <a:prstGeom prst="rect">
                        <a:avLst/>
                      </a:prstGeom>
                      <a:ln w="1587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5066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/>
          <p:cNvSpPr txBox="1">
            <a:spLocks noChangeArrowheads="1"/>
          </p:cNvSpPr>
          <p:nvPr/>
        </p:nvSpPr>
        <p:spPr bwMode="auto">
          <a:xfrm>
            <a:off x="2476500" y="1899443"/>
            <a:ext cx="595164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pSp>
        <p:nvGrpSpPr>
          <p:cNvPr id="48131" name="Group 3"/>
          <p:cNvGrpSpPr>
            <a:grpSpLocks/>
          </p:cNvGrpSpPr>
          <p:nvPr/>
        </p:nvGrpSpPr>
        <p:grpSpPr bwMode="auto">
          <a:xfrm>
            <a:off x="2476500" y="1125538"/>
            <a:ext cx="6781800" cy="519112"/>
            <a:chOff x="672" y="709"/>
            <a:chExt cx="4272" cy="327"/>
          </a:xfrm>
        </p:grpSpPr>
        <p:sp>
          <p:nvSpPr>
            <p:cNvPr id="48140" name="Text Box 4"/>
            <p:cNvSpPr txBox="1">
              <a:spLocks noChangeArrowheads="1"/>
            </p:cNvSpPr>
            <p:nvPr/>
          </p:nvSpPr>
          <p:spPr bwMode="auto">
            <a:xfrm>
              <a:off x="672" y="709"/>
              <a:ext cx="4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例</a:t>
              </a:r>
              <a:r>
                <a:rPr kumimoji="1"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15</a:t>
              </a:r>
              <a:r>
                <a:rPr kumimoji="1"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  </a:t>
              </a:r>
              <a:r>
                <a:rPr kumimoji="1" lang="zh-CN" altLang="en-US" sz="2800" b="1" dirty="0">
                  <a:latin typeface="Times New Roman" panose="02020603050405020304" pitchFamily="18" charset="0"/>
                </a:rPr>
                <a:t>设                                     求          </a:t>
              </a:r>
              <a:r>
                <a:rPr kumimoji="1" lang="en-US" altLang="zh-CN" sz="2800" b="1" dirty="0">
                  <a:latin typeface="Times New Roman" panose="02020603050405020304" pitchFamily="18" charset="0"/>
                </a:rPr>
                <a:t>.</a:t>
              </a:r>
            </a:p>
          </p:txBody>
        </p:sp>
        <p:graphicFrame>
          <p:nvGraphicFramePr>
            <p:cNvPr id="48141" name="Object 5"/>
            <p:cNvGraphicFramePr>
              <a:graphicFrameLocks noChangeAspect="1"/>
            </p:cNvGraphicFramePr>
            <p:nvPr/>
          </p:nvGraphicFramePr>
          <p:xfrm>
            <a:off x="1632" y="720"/>
            <a:ext cx="1896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3009900" imgH="495300" progId="Equation.3">
                    <p:embed/>
                  </p:oleObj>
                </mc:Choice>
                <mc:Fallback>
                  <p:oleObj name="公式" r:id="rId2" imgW="3009900" imgH="495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720"/>
                          <a:ext cx="1896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42" name="Object 6"/>
            <p:cNvGraphicFramePr>
              <a:graphicFrameLocks noChangeAspect="1"/>
            </p:cNvGraphicFramePr>
            <p:nvPr/>
          </p:nvGraphicFramePr>
          <p:xfrm>
            <a:off x="3888" y="768"/>
            <a:ext cx="528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837836" imgH="406224" progId="Equation.3">
                    <p:embed/>
                  </p:oleObj>
                </mc:Choice>
                <mc:Fallback>
                  <p:oleObj name="公式" r:id="rId4" imgW="837836" imgH="4062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768"/>
                          <a:ext cx="528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207" name="Group 7"/>
          <p:cNvGrpSpPr>
            <a:grpSpLocks/>
          </p:cNvGrpSpPr>
          <p:nvPr/>
        </p:nvGrpSpPr>
        <p:grpSpPr bwMode="auto">
          <a:xfrm>
            <a:off x="3390900" y="1919288"/>
            <a:ext cx="2070100" cy="519112"/>
            <a:chOff x="1104" y="1113"/>
            <a:chExt cx="1304" cy="327"/>
          </a:xfrm>
        </p:grpSpPr>
        <p:sp>
          <p:nvSpPr>
            <p:cNvPr id="48138" name="Text Box 8"/>
            <p:cNvSpPr txBox="1">
              <a:spLocks noChangeArrowheads="1"/>
            </p:cNvSpPr>
            <p:nvPr/>
          </p:nvSpPr>
          <p:spPr bwMode="auto">
            <a:xfrm>
              <a:off x="1104" y="1113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latin typeface="Times New Roman" panose="02020603050405020304" pitchFamily="18" charset="0"/>
                </a:rPr>
                <a:t>令</a:t>
              </a:r>
            </a:p>
          </p:txBody>
        </p:sp>
        <p:graphicFrame>
          <p:nvGraphicFramePr>
            <p:cNvPr id="48139" name="Object 9"/>
            <p:cNvGraphicFramePr>
              <a:graphicFrameLocks noChangeAspect="1"/>
            </p:cNvGraphicFramePr>
            <p:nvPr/>
          </p:nvGraphicFramePr>
          <p:xfrm>
            <a:off x="1440" y="1132"/>
            <a:ext cx="96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536700" imgH="419100" progId="Equation.3">
                    <p:embed/>
                  </p:oleObj>
                </mc:Choice>
                <mc:Fallback>
                  <p:oleObj name="公式" r:id="rId6" imgW="15367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1132"/>
                          <a:ext cx="968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210" name="Object 10"/>
          <p:cNvGraphicFramePr>
            <a:graphicFrameLocks noChangeAspect="1"/>
          </p:cNvGraphicFramePr>
          <p:nvPr/>
        </p:nvGraphicFramePr>
        <p:xfrm>
          <a:off x="5670550" y="1987551"/>
          <a:ext cx="29083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908300" imgH="482600" progId="Equation.3">
                  <p:embed/>
                </p:oleObj>
              </mc:Choice>
              <mc:Fallback>
                <p:oleObj name="公式" r:id="rId8" imgW="29083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0550" y="1987551"/>
                        <a:ext cx="29083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1" name="Object 11"/>
          <p:cNvGraphicFramePr>
            <a:graphicFrameLocks noChangeAspect="1"/>
          </p:cNvGraphicFramePr>
          <p:nvPr/>
        </p:nvGraphicFramePr>
        <p:xfrm>
          <a:off x="3492500" y="2819401"/>
          <a:ext cx="21082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108200" imgH="431800" progId="Equation.3">
                  <p:embed/>
                </p:oleObj>
              </mc:Choice>
              <mc:Fallback>
                <p:oleObj name="公式" r:id="rId10" imgW="2108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2819401"/>
                        <a:ext cx="21082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2" name="Object 12"/>
          <p:cNvGraphicFramePr>
            <a:graphicFrameLocks noChangeAspect="1"/>
          </p:cNvGraphicFramePr>
          <p:nvPr/>
        </p:nvGraphicFramePr>
        <p:xfrm>
          <a:off x="3432176" y="3457576"/>
          <a:ext cx="2735263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67893" imgH="291973" progId="Equation.DSMT4">
                  <p:embed/>
                </p:oleObj>
              </mc:Choice>
              <mc:Fallback>
                <p:oleObj name="Equation" r:id="rId12" imgW="1167893" imgH="2919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6" y="3457576"/>
                        <a:ext cx="2735263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3" name="Object 13"/>
          <p:cNvGraphicFramePr>
            <a:graphicFrameLocks noChangeAspect="1"/>
          </p:cNvGraphicFramePr>
          <p:nvPr/>
        </p:nvGraphicFramePr>
        <p:xfrm>
          <a:off x="6184900" y="3349625"/>
          <a:ext cx="2260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260600" imgH="889000" progId="Equation.3">
                  <p:embed/>
                </p:oleObj>
              </mc:Choice>
              <mc:Fallback>
                <p:oleObj name="公式" r:id="rId14" imgW="22606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349625"/>
                        <a:ext cx="2260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4" name="Object 14"/>
          <p:cNvGraphicFramePr>
            <a:graphicFrameLocks noChangeAspect="1"/>
          </p:cNvGraphicFramePr>
          <p:nvPr/>
        </p:nvGraphicFramePr>
        <p:xfrm>
          <a:off x="3422650" y="4343400"/>
          <a:ext cx="3187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187700" imgH="889000" progId="Equation.3">
                  <p:embed/>
                </p:oleObj>
              </mc:Choice>
              <mc:Fallback>
                <p:oleObj name="公式" r:id="rId16" imgW="31877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2650" y="4343400"/>
                        <a:ext cx="31877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701757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2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2175569" y="743745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16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求</a:t>
            </a:r>
          </a:p>
        </p:txBody>
      </p:sp>
      <p:sp>
        <p:nvSpPr>
          <p:cNvPr id="52227" name="Text Box 3"/>
          <p:cNvSpPr txBox="1">
            <a:spLocks noChangeArrowheads="1"/>
          </p:cNvSpPr>
          <p:nvPr/>
        </p:nvSpPr>
        <p:spPr bwMode="auto">
          <a:xfrm>
            <a:off x="2135188" y="1958976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</a:p>
        </p:txBody>
      </p:sp>
      <p:graphicFrame>
        <p:nvGraphicFramePr>
          <p:cNvPr id="491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9063858"/>
              </p:ext>
            </p:extLst>
          </p:nvPr>
        </p:nvGraphicFramePr>
        <p:xfrm>
          <a:off x="3719736" y="414338"/>
          <a:ext cx="32766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276600" imgH="1358900" progId="Equation.3">
                  <p:embed/>
                </p:oleObj>
              </mc:Choice>
              <mc:Fallback>
                <p:oleObj name="公式" r:id="rId2" imgW="3276600" imgH="1358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736" y="414338"/>
                        <a:ext cx="3276600" cy="135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0626236"/>
              </p:ext>
            </p:extLst>
          </p:nvPr>
        </p:nvGraphicFramePr>
        <p:xfrm>
          <a:off x="2622712" y="1738314"/>
          <a:ext cx="3406452" cy="1496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58640" imgH="596880" progId="Equation.DSMT4">
                  <p:embed/>
                </p:oleObj>
              </mc:Choice>
              <mc:Fallback>
                <p:oleObj name="Equation" r:id="rId4" imgW="1358640" imgH="596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2712" y="1738314"/>
                        <a:ext cx="3406452" cy="14962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0" name="Object 6"/>
          <p:cNvGraphicFramePr>
            <a:graphicFrameLocks noChangeAspect="1"/>
          </p:cNvGraphicFramePr>
          <p:nvPr/>
        </p:nvGraphicFramePr>
        <p:xfrm>
          <a:off x="2466976" y="3243264"/>
          <a:ext cx="4321175" cy="170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81258" imgH="695415" progId="Equation.DSMT4">
                  <p:embed/>
                </p:oleObj>
              </mc:Choice>
              <mc:Fallback>
                <p:oleObj name="Equation" r:id="rId6" imgW="1781258" imgH="69541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6976" y="3243264"/>
                        <a:ext cx="4321175" cy="170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7156324"/>
              </p:ext>
            </p:extLst>
          </p:nvPr>
        </p:nvGraphicFramePr>
        <p:xfrm>
          <a:off x="2443537" y="4810127"/>
          <a:ext cx="3857824" cy="14862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49080" imgH="596880" progId="Equation.DSMT4">
                  <p:embed/>
                </p:oleObj>
              </mc:Choice>
              <mc:Fallback>
                <p:oleObj name="Equation" r:id="rId8" imgW="1549080" imgH="596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537" y="4810127"/>
                        <a:ext cx="3857824" cy="14862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1438447"/>
              </p:ext>
            </p:extLst>
          </p:nvPr>
        </p:nvGraphicFramePr>
        <p:xfrm>
          <a:off x="6240016" y="4761776"/>
          <a:ext cx="3168352" cy="1179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93760" imgH="444240" progId="Equation.DSMT4">
                  <p:embed/>
                </p:oleObj>
              </mc:Choice>
              <mc:Fallback>
                <p:oleObj name="Equation" r:id="rId10" imgW="11937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016" y="4761776"/>
                        <a:ext cx="3168352" cy="11797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5976841"/>
              </p:ext>
            </p:extLst>
          </p:nvPr>
        </p:nvGraphicFramePr>
        <p:xfrm>
          <a:off x="6029164" y="1781896"/>
          <a:ext cx="4248150" cy="174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04914" imgH="695415" progId="Equation.DSMT4">
                  <p:embed/>
                </p:oleObj>
              </mc:Choice>
              <mc:Fallback>
                <p:oleObj name="Equation" r:id="rId12" imgW="1704914" imgH="69541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9164" y="1781896"/>
                        <a:ext cx="4248150" cy="174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D63B-992A-4963-B4FF-3D8E2E9E157C}" type="slidenum">
              <a:rPr lang="zh-CN" altLang="en-US" smtClean="0"/>
              <a:pPr/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077120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4543</TotalTime>
  <Words>643</Words>
  <Application>Microsoft Office PowerPoint</Application>
  <PresentationFormat>宽屏</PresentationFormat>
  <Paragraphs>204</Paragraphs>
  <Slides>49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49</vt:i4>
      </vt:variant>
    </vt:vector>
  </HeadingPairs>
  <TitlesOfParts>
    <vt:vector size="61" baseType="lpstr">
      <vt:lpstr>黑体</vt:lpstr>
      <vt:lpstr>华文楷体</vt:lpstr>
      <vt:lpstr>华文行楷</vt:lpstr>
      <vt:lpstr>宋体</vt:lpstr>
      <vt:lpstr>Arial</vt:lpstr>
      <vt:lpstr>Calibri</vt:lpstr>
      <vt:lpstr>Times New Roman</vt:lpstr>
      <vt:lpstr>Office 主题</vt:lpstr>
      <vt:lpstr>Equation</vt:lpstr>
      <vt:lpstr>文档</vt:lpstr>
      <vt:lpstr>Document</vt:lpstr>
      <vt:lpstr>公式</vt:lpstr>
      <vt:lpstr>第4章  不定积分</vt:lpstr>
      <vt:lpstr>§1  原函数与不定积分</vt:lpstr>
      <vt:lpstr>1.1 原函数与不定积分的概念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1.2   基本积分表</vt:lpstr>
      <vt:lpstr>PowerPoint 演示文稿</vt:lpstr>
      <vt:lpstr>PowerPoint 演示文稿</vt:lpstr>
      <vt:lpstr>PowerPoint 演示文稿</vt:lpstr>
      <vt:lpstr>PowerPoint 演示文稿</vt:lpstr>
      <vt:lpstr>三、 不定积分的性质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四、 小结</vt:lpstr>
      <vt:lpstr>§2   积分法</vt:lpstr>
      <vt:lpstr>2.1、第一换元法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尔里德 李</cp:lastModifiedBy>
  <cp:revision>117</cp:revision>
  <dcterms:created xsi:type="dcterms:W3CDTF">2009-06-13T01:14:34Z</dcterms:created>
  <dcterms:modified xsi:type="dcterms:W3CDTF">2023-11-21T11:14:41Z</dcterms:modified>
</cp:coreProperties>
</file>