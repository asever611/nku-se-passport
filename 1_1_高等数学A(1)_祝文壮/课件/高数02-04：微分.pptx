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1" r:id="rId2"/>
    <p:sldId id="262" r:id="rId3"/>
    <p:sldId id="263" r:id="rId4"/>
    <p:sldId id="264" r:id="rId5"/>
    <p:sldId id="265" r:id="rId6"/>
    <p:sldId id="289" r:id="rId7"/>
    <p:sldId id="290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8" r:id="rId19"/>
    <p:sldId id="279" r:id="rId20"/>
    <p:sldId id="280" r:id="rId21"/>
    <p:sldId id="291" r:id="rId22"/>
    <p:sldId id="292" r:id="rId23"/>
    <p:sldId id="293" r:id="rId24"/>
    <p:sldId id="294" r:id="rId25"/>
    <p:sldId id="295" r:id="rId26"/>
    <p:sldId id="296" r:id="rId27"/>
    <p:sldId id="297" r:id="rId2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38" autoAdjust="0"/>
  </p:normalViewPr>
  <p:slideViewPr>
    <p:cSldViewPr>
      <p:cViewPr varScale="1">
        <p:scale>
          <a:sx n="72" d="100"/>
          <a:sy n="72" d="100"/>
        </p:scale>
        <p:origin x="38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04B61-66F4-48D4-AB12-66742ABFF1AD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DC87B-18C9-4A01-8FDD-2CE4B3130A06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98692-820C-45CD-92F5-2840FB5BA377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B82CB-7E79-416D-96D5-0B92CFFA55A3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209AC-4256-4125-9B60-26982654FFA0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3ADA8-A017-4616-97B1-D56400460444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995042-A050-4694-9384-9425A5B8EF6E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3F30-1058-4B63-ACC1-3B2CBD4A2573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88A07-B3FA-41CE-8F1A-0C5188C77BC1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6EA5D-194B-4E54-BFC7-9C3835E306D0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E3FE2-C044-4E60-8E84-4186C8C98D5E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3F13C9-00A5-4CDC-B410-1B5B03750A1B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21" Type="http://schemas.openxmlformats.org/officeDocument/2006/relationships/image" Target="../media/image11.emf"/><Relationship Id="rId34" Type="http://schemas.openxmlformats.org/officeDocument/2006/relationships/oleObject" Target="../embeddings/oleObject17.bin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emf"/><Relationship Id="rId3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9.emf"/><Relationship Id="rId5" Type="http://schemas.openxmlformats.org/officeDocument/2006/relationships/image" Target="../media/image3.emf"/><Relationship Id="rId15" Type="http://schemas.openxmlformats.org/officeDocument/2006/relationships/image" Target="../media/image8.wmf"/><Relationship Id="rId23" Type="http://schemas.openxmlformats.org/officeDocument/2006/relationships/image" Target="../media/image12.e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18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31" Type="http://schemas.openxmlformats.org/officeDocument/2006/relationships/image" Target="../media/image1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e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8.emf"/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emf"/><Relationship Id="rId5" Type="http://schemas.openxmlformats.org/officeDocument/2006/relationships/image" Target="../media/image21.wmf"/><Relationship Id="rId15" Type="http://schemas.openxmlformats.org/officeDocument/2006/relationships/image" Target="../media/image26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5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6.bin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6.emf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3.emf"/><Relationship Id="rId18" Type="http://schemas.openxmlformats.org/officeDocument/2006/relationships/oleObject" Target="../embeddings/oleObject65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5.w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66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74.bin"/><Relationship Id="rId26" Type="http://schemas.openxmlformats.org/officeDocument/2006/relationships/oleObject" Target="../embeddings/oleObject78.bin"/><Relationship Id="rId3" Type="http://schemas.openxmlformats.org/officeDocument/2006/relationships/image" Target="../media/image67.emf"/><Relationship Id="rId21" Type="http://schemas.openxmlformats.org/officeDocument/2006/relationships/image" Target="../media/image76.e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4.wmf"/><Relationship Id="rId25" Type="http://schemas.openxmlformats.org/officeDocument/2006/relationships/image" Target="../media/image78.w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1.w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23" Type="http://schemas.openxmlformats.org/officeDocument/2006/relationships/image" Target="../media/image77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5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0.e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7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wmf"/><Relationship Id="rId4" Type="http://schemas.openxmlformats.org/officeDocument/2006/relationships/oleObject" Target="../embeddings/oleObject8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8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99.emf"/><Relationship Id="rId2" Type="http://schemas.openxmlformats.org/officeDocument/2006/relationships/oleObject" Target="../embeddings/oleObject91.bin"/><Relationship Id="rId16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e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07.bin"/><Relationship Id="rId3" Type="http://schemas.openxmlformats.org/officeDocument/2006/relationships/image" Target="../media/image100.wmf"/><Relationship Id="rId21" Type="http://schemas.openxmlformats.org/officeDocument/2006/relationships/image" Target="../media/image109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07.wmf"/><Relationship Id="rId2" Type="http://schemas.openxmlformats.org/officeDocument/2006/relationships/oleObject" Target="../embeddings/oleObject99.bin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0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17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14.wmf"/><Relationship Id="rId5" Type="http://schemas.openxmlformats.org/officeDocument/2006/relationships/image" Target="../media/image111.wmf"/><Relationship Id="rId15" Type="http://schemas.openxmlformats.org/officeDocument/2006/relationships/image" Target="../media/image116.w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3.wmf"/><Relationship Id="rId14" Type="http://schemas.openxmlformats.org/officeDocument/2006/relationships/oleObject" Target="../embeddings/oleObject11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1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81.wmf"/><Relationship Id="rId7" Type="http://schemas.openxmlformats.org/officeDocument/2006/relationships/oleObject" Target="../embeddings/oleObject121.bin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12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83.wmf"/><Relationship Id="rId7" Type="http://schemas.openxmlformats.org/officeDocument/2006/relationships/image" Target="../media/image123.e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2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133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31.e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2.e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7.wmf"/><Relationship Id="rId14" Type="http://schemas.openxmlformats.org/officeDocument/2006/relationships/oleObject" Target="../embeddings/oleObject13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142.bin"/><Relationship Id="rId3" Type="http://schemas.openxmlformats.org/officeDocument/2006/relationships/image" Target="../media/image133.emf"/><Relationship Id="rId7" Type="http://schemas.openxmlformats.org/officeDocument/2006/relationships/image" Target="../media/image135.e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40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7.wmf"/><Relationship Id="rId5" Type="http://schemas.openxmlformats.org/officeDocument/2006/relationships/image" Target="../media/image134.emf"/><Relationship Id="rId15" Type="http://schemas.openxmlformats.org/officeDocument/2006/relationships/image" Target="../media/image139.wmf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41.e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6.emf"/><Relationship Id="rId14" Type="http://schemas.openxmlformats.org/officeDocument/2006/relationships/oleObject" Target="../embeddings/oleObject14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7.e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49.e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5" Type="http://schemas.openxmlformats.org/officeDocument/2006/relationships/image" Target="../media/image148.e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0.e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4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57.bin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5.wmf"/><Relationship Id="rId5" Type="http://schemas.openxmlformats.org/officeDocument/2006/relationships/image" Target="../media/image152.wmf"/><Relationship Id="rId15" Type="http://schemas.openxmlformats.org/officeDocument/2006/relationships/image" Target="../media/image157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5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63.wmf"/><Relationship Id="rId18" Type="http://schemas.openxmlformats.org/officeDocument/2006/relationships/oleObject" Target="../embeddings/oleObject167.bin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65.wmf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66.w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16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72.wmf"/><Relationship Id="rId3" Type="http://schemas.openxmlformats.org/officeDocument/2006/relationships/image" Target="../media/image167.emf"/><Relationship Id="rId7" Type="http://schemas.openxmlformats.org/officeDocument/2006/relationships/image" Target="../media/image169.emf"/><Relationship Id="rId12" Type="http://schemas.openxmlformats.org/officeDocument/2006/relationships/oleObject" Target="../embeddings/oleObject173.bin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71.wmf"/><Relationship Id="rId5" Type="http://schemas.openxmlformats.org/officeDocument/2006/relationships/image" Target="../media/image168.e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7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678565" y="2256999"/>
            <a:ext cx="33596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一、问题的提出</a:t>
            </a:r>
          </a:p>
        </p:txBody>
      </p:sp>
      <p:sp>
        <p:nvSpPr>
          <p:cNvPr id="199684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47073" y="2917324"/>
            <a:ext cx="34714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二、微分的定义</a:t>
            </a:r>
          </a:p>
        </p:txBody>
      </p:sp>
      <p:sp>
        <p:nvSpPr>
          <p:cNvPr id="19968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61745" y="3577649"/>
            <a:ext cx="327646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三、可微的条件</a:t>
            </a:r>
          </a:p>
        </p:txBody>
      </p:sp>
      <p:sp>
        <p:nvSpPr>
          <p:cNvPr id="199686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72466" y="4231058"/>
            <a:ext cx="398853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四、微分的几何意义</a:t>
            </a:r>
          </a:p>
        </p:txBody>
      </p:sp>
      <p:sp>
        <p:nvSpPr>
          <p:cNvPr id="199687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72466" y="4884467"/>
            <a:ext cx="3308859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五、微分的求法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3734226" y="1136283"/>
            <a:ext cx="3962179" cy="830997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  <a:ea typeface="黑体" pitchFamily="2" charset="-122"/>
              </a:rPr>
              <a:t> </a:t>
            </a:r>
            <a:r>
              <a:rPr lang="en-US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2.4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48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 微   分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9676235" y="404664"/>
            <a:ext cx="1750800" cy="5847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2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73428" y="5463905"/>
            <a:ext cx="457788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六、微分的形式不变性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04359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0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1" y="609600"/>
            <a:ext cx="3411859" cy="774702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</a:t>
            </a: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2362200" y="1524001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800" b="1" dirty="0"/>
              <a:t>正方形金属薄片受热后面积的改变量</a:t>
            </a:r>
            <a:r>
              <a:rPr lang="en-US" altLang="zh-CN" sz="2800" b="1" dirty="0"/>
              <a:t>.</a:t>
            </a:r>
          </a:p>
        </p:txBody>
      </p:sp>
      <p:sp>
        <p:nvSpPr>
          <p:cNvPr id="161796" name="Rectangle 4" descr="深色上对角线"/>
          <p:cNvSpPr>
            <a:spLocks noChangeArrowheads="1"/>
          </p:cNvSpPr>
          <p:nvPr/>
        </p:nvSpPr>
        <p:spPr bwMode="auto">
          <a:xfrm>
            <a:off x="7310438" y="2697163"/>
            <a:ext cx="2057400" cy="2057400"/>
          </a:xfrm>
          <a:prstGeom prst="rect">
            <a:avLst/>
          </a:prstGeom>
          <a:pattFill prst="dkUpDiag">
            <a:fgClr>
              <a:srgbClr val="00CC00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1797" name="Rectangle 5" descr="浅色上对角线"/>
          <p:cNvSpPr>
            <a:spLocks noChangeArrowheads="1"/>
          </p:cNvSpPr>
          <p:nvPr/>
        </p:nvSpPr>
        <p:spPr bwMode="auto">
          <a:xfrm>
            <a:off x="8910638" y="2703513"/>
            <a:ext cx="457200" cy="419100"/>
          </a:xfrm>
          <a:prstGeom prst="rect">
            <a:avLst/>
          </a:prstGeom>
          <a:pattFill prst="ltUpDiag">
            <a:fgClr>
              <a:srgbClr val="FF0000"/>
            </a:fgClr>
            <a:bgClr>
              <a:srgbClr val="FFFFFF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7319964" y="3122613"/>
            <a:ext cx="1590675" cy="1617662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1799" name="Object 7"/>
          <p:cNvGraphicFramePr>
            <a:graphicFrameLocks noChangeAspect="1"/>
          </p:cNvGraphicFramePr>
          <p:nvPr/>
        </p:nvGraphicFramePr>
        <p:xfrm>
          <a:off x="7691438" y="3778250"/>
          <a:ext cx="8382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93760" imgH="482400" progId="Equation.3">
                  <p:embed/>
                </p:oleObj>
              </mc:Choice>
              <mc:Fallback>
                <p:oleObj name="公式" r:id="rId2" imgW="11937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1438" y="3778250"/>
                        <a:ext cx="8382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310438" y="2284413"/>
            <a:ext cx="1619250" cy="398462"/>
            <a:chOff x="3841" y="1584"/>
            <a:chExt cx="1020" cy="251"/>
          </a:xfrm>
        </p:grpSpPr>
        <p:grpSp>
          <p:nvGrpSpPr>
            <p:cNvPr id="118833" name="Group 9"/>
            <p:cNvGrpSpPr>
              <a:grpSpLocks/>
            </p:cNvGrpSpPr>
            <p:nvPr/>
          </p:nvGrpSpPr>
          <p:grpSpPr bwMode="auto">
            <a:xfrm>
              <a:off x="3841" y="1643"/>
              <a:ext cx="1020" cy="192"/>
              <a:chOff x="3786" y="1728"/>
              <a:chExt cx="1020" cy="192"/>
            </a:xfrm>
          </p:grpSpPr>
          <p:sp>
            <p:nvSpPr>
              <p:cNvPr id="118834" name="Line 10"/>
              <p:cNvSpPr>
                <a:spLocks noChangeShapeType="1"/>
              </p:cNvSpPr>
              <p:nvPr/>
            </p:nvSpPr>
            <p:spPr bwMode="auto">
              <a:xfrm flipV="1">
                <a:off x="4800" y="172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35" name="Line 11"/>
              <p:cNvSpPr>
                <a:spLocks noChangeShapeType="1"/>
              </p:cNvSpPr>
              <p:nvPr/>
            </p:nvSpPr>
            <p:spPr bwMode="auto">
              <a:xfrm flipV="1">
                <a:off x="3792" y="172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18836" name="AutoShape 12"/>
              <p:cNvCxnSpPr>
                <a:cxnSpLocks noChangeShapeType="1"/>
              </p:cNvCxnSpPr>
              <p:nvPr/>
            </p:nvCxnSpPr>
            <p:spPr bwMode="auto">
              <a:xfrm>
                <a:off x="3786" y="1824"/>
                <a:ext cx="1020" cy="0"/>
              </a:xfrm>
              <a:prstGeom prst="straightConnector1">
                <a:avLst/>
              </a:prstGeom>
              <a:noFill/>
              <a:ln w="12700">
                <a:solidFill>
                  <a:srgbClr val="FF00FF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118803" name="Object 13"/>
            <p:cNvGraphicFramePr>
              <a:graphicFrameLocks noChangeAspect="1"/>
            </p:cNvGraphicFramePr>
            <p:nvPr/>
          </p:nvGraphicFramePr>
          <p:xfrm>
            <a:off x="4338" y="1584"/>
            <a:ext cx="13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68280" imgH="431640" progId="Equation.3">
                    <p:embed/>
                  </p:oleObj>
                </mc:Choice>
                <mc:Fallback>
                  <p:oleObj name="公式" r:id="rId4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1584"/>
                          <a:ext cx="13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9377364" y="3130550"/>
            <a:ext cx="439737" cy="1619250"/>
            <a:chOff x="5143" y="2117"/>
            <a:chExt cx="277" cy="1020"/>
          </a:xfrm>
        </p:grpSpPr>
        <p:grpSp>
          <p:nvGrpSpPr>
            <p:cNvPr id="118829" name="Group 15"/>
            <p:cNvGrpSpPr>
              <a:grpSpLocks/>
            </p:cNvGrpSpPr>
            <p:nvPr/>
          </p:nvGrpSpPr>
          <p:grpSpPr bwMode="auto">
            <a:xfrm>
              <a:off x="5143" y="2117"/>
              <a:ext cx="192" cy="1020"/>
              <a:chOff x="5088" y="2202"/>
              <a:chExt cx="192" cy="1020"/>
            </a:xfrm>
          </p:grpSpPr>
          <p:cxnSp>
            <p:nvCxnSpPr>
              <p:cNvPr id="118830" name="AutoShape 16"/>
              <p:cNvCxnSpPr>
                <a:cxnSpLocks noChangeShapeType="1"/>
              </p:cNvCxnSpPr>
              <p:nvPr/>
            </p:nvCxnSpPr>
            <p:spPr bwMode="auto">
              <a:xfrm>
                <a:off x="5184" y="2202"/>
                <a:ext cx="0" cy="1020"/>
              </a:xfrm>
              <a:prstGeom prst="straightConnector1">
                <a:avLst/>
              </a:prstGeom>
              <a:noFill/>
              <a:ln w="12700">
                <a:solidFill>
                  <a:srgbClr val="FF00FF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8831" name="Line 17"/>
              <p:cNvSpPr>
                <a:spLocks noChangeShapeType="1"/>
              </p:cNvSpPr>
              <p:nvPr/>
            </p:nvSpPr>
            <p:spPr bwMode="auto">
              <a:xfrm>
                <a:off x="5088" y="2208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32" name="Line 18"/>
              <p:cNvSpPr>
                <a:spLocks noChangeShapeType="1"/>
              </p:cNvSpPr>
              <p:nvPr/>
            </p:nvSpPr>
            <p:spPr bwMode="auto">
              <a:xfrm>
                <a:off x="5088" y="321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18802" name="Object 19"/>
            <p:cNvGraphicFramePr>
              <a:graphicFrameLocks noChangeAspect="1"/>
            </p:cNvGraphicFramePr>
            <p:nvPr/>
          </p:nvGraphicFramePr>
          <p:xfrm>
            <a:off x="5287" y="2507"/>
            <a:ext cx="13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68280" imgH="431640" progId="Equation.3">
                    <p:embed/>
                  </p:oleObj>
                </mc:Choice>
                <mc:Fallback>
                  <p:oleObj name="公式" r:id="rId6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7" y="2507"/>
                          <a:ext cx="13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1812" name="Object 20"/>
          <p:cNvGraphicFramePr>
            <a:graphicFrameLocks noChangeAspect="1"/>
          </p:cNvGraphicFramePr>
          <p:nvPr/>
        </p:nvGraphicFramePr>
        <p:xfrm>
          <a:off x="2560638" y="2303463"/>
          <a:ext cx="368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82800" imgH="457200" progId="Equation.3">
                  <p:embed/>
                </p:oleObj>
              </mc:Choice>
              <mc:Fallback>
                <p:oleObj name="公式" r:id="rId8" imgW="368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2303463"/>
                        <a:ext cx="368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3" name="Object 21"/>
          <p:cNvGraphicFramePr>
            <a:graphicFrameLocks noChangeAspect="1"/>
          </p:cNvGraphicFramePr>
          <p:nvPr/>
        </p:nvGraphicFramePr>
        <p:xfrm>
          <a:off x="2814638" y="2908301"/>
          <a:ext cx="34353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06480" imgH="533160" progId="Equation.3">
                  <p:embed/>
                </p:oleObj>
              </mc:Choice>
              <mc:Fallback>
                <p:oleObj name="公式" r:id="rId10" imgW="360648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2908301"/>
                        <a:ext cx="34353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4" name="Object 22"/>
          <p:cNvGraphicFramePr>
            <a:graphicFrameLocks noChangeAspect="1"/>
          </p:cNvGraphicFramePr>
          <p:nvPr/>
        </p:nvGraphicFramePr>
        <p:xfrm>
          <a:off x="2776538" y="3522663"/>
          <a:ext cx="33782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77880" imgH="482400" progId="Equation.3">
                  <p:embed/>
                </p:oleObj>
              </mc:Choice>
              <mc:Fallback>
                <p:oleObj name="公式" r:id="rId12" imgW="33778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538" y="3522663"/>
                        <a:ext cx="33782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5" name="Object 23"/>
          <p:cNvGraphicFramePr>
            <a:graphicFrameLocks noChangeAspect="1"/>
          </p:cNvGraphicFramePr>
          <p:nvPr/>
        </p:nvGraphicFramePr>
        <p:xfrm>
          <a:off x="3563938" y="4184651"/>
          <a:ext cx="2755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55800" imgH="482400" progId="Equation.3">
                  <p:embed/>
                </p:oleObj>
              </mc:Choice>
              <mc:Fallback>
                <p:oleObj name="公式" r:id="rId14" imgW="2755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184651"/>
                        <a:ext cx="2755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862388" y="4646613"/>
            <a:ext cx="1143000" cy="304800"/>
            <a:chOff x="1176" y="3060"/>
            <a:chExt cx="720" cy="192"/>
          </a:xfrm>
        </p:grpSpPr>
        <p:sp>
          <p:nvSpPr>
            <p:cNvPr id="118828" name="Line 25"/>
            <p:cNvSpPr>
              <a:spLocks noChangeShapeType="1"/>
            </p:cNvSpPr>
            <p:nvPr/>
          </p:nvSpPr>
          <p:spPr bwMode="auto">
            <a:xfrm>
              <a:off x="1176" y="3060"/>
              <a:ext cx="7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8801" name="Object 26"/>
            <p:cNvGraphicFramePr>
              <a:graphicFrameLocks noChangeAspect="1"/>
            </p:cNvGraphicFramePr>
            <p:nvPr/>
          </p:nvGraphicFramePr>
          <p:xfrm>
            <a:off x="1416" y="3072"/>
            <a:ext cx="19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419040" imgH="393480" progId="Equation.3">
                    <p:embed/>
                  </p:oleObj>
                </mc:Choice>
                <mc:Fallback>
                  <p:oleObj name="公式" r:id="rId16" imgW="4190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" y="3072"/>
                          <a:ext cx="192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5405438" y="4646613"/>
            <a:ext cx="685800" cy="304800"/>
            <a:chOff x="2148" y="3060"/>
            <a:chExt cx="432" cy="192"/>
          </a:xfrm>
        </p:grpSpPr>
        <p:sp>
          <p:nvSpPr>
            <p:cNvPr id="118827" name="Line 28"/>
            <p:cNvSpPr>
              <a:spLocks noChangeShapeType="1"/>
            </p:cNvSpPr>
            <p:nvPr/>
          </p:nvSpPr>
          <p:spPr bwMode="auto">
            <a:xfrm>
              <a:off x="2148" y="3060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8800" name="Object 29"/>
            <p:cNvGraphicFramePr>
              <a:graphicFrameLocks noChangeAspect="1"/>
            </p:cNvGraphicFramePr>
            <p:nvPr/>
          </p:nvGraphicFramePr>
          <p:xfrm>
            <a:off x="2247" y="3072"/>
            <a:ext cx="21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57200" imgH="393480" progId="Equation.3">
                    <p:embed/>
                  </p:oleObj>
                </mc:Choice>
                <mc:Fallback>
                  <p:oleObj name="公式" r:id="rId18" imgW="457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3072"/>
                          <a:ext cx="21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18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502674"/>
              </p:ext>
            </p:extLst>
          </p:nvPr>
        </p:nvGraphicFramePr>
        <p:xfrm>
          <a:off x="3396441" y="5108576"/>
          <a:ext cx="5587786" cy="415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435280" imgH="406080" progId="Equation.3">
                  <p:embed/>
                </p:oleObj>
              </mc:Choice>
              <mc:Fallback>
                <p:oleObj name="公式" r:id="rId20" imgW="5435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441" y="5108576"/>
                        <a:ext cx="5587786" cy="415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210022"/>
              </p:ext>
            </p:extLst>
          </p:nvPr>
        </p:nvGraphicFramePr>
        <p:xfrm>
          <a:off x="3403922" y="5665277"/>
          <a:ext cx="5612530" cy="430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90960" imgH="444240" progId="Equation.3">
                  <p:embed/>
                </p:oleObj>
              </mc:Choice>
              <mc:Fallback>
                <p:oleObj name="公式" r:id="rId22" imgW="5790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922" y="5665277"/>
                        <a:ext cx="5612530" cy="430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609045"/>
              </p:ext>
            </p:extLst>
          </p:nvPr>
        </p:nvGraphicFramePr>
        <p:xfrm>
          <a:off x="2724442" y="5130801"/>
          <a:ext cx="573432" cy="39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71320" imgH="393480" progId="Equation.3">
                  <p:embed/>
                </p:oleObj>
              </mc:Choice>
              <mc:Fallback>
                <p:oleObj name="公式" r:id="rId24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442" y="5130801"/>
                        <a:ext cx="573432" cy="393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24891"/>
              </p:ext>
            </p:extLst>
          </p:nvPr>
        </p:nvGraphicFramePr>
        <p:xfrm>
          <a:off x="2741494" y="5692136"/>
          <a:ext cx="592484" cy="38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609480" imgH="393480" progId="Equation.3">
                  <p:embed/>
                </p:oleObj>
              </mc:Choice>
              <mc:Fallback>
                <p:oleObj name="公式" r:id="rId26" imgW="609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494" y="5692136"/>
                        <a:ext cx="592484" cy="38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8929688" y="2352675"/>
            <a:ext cx="438150" cy="312738"/>
            <a:chOff x="4861" y="1607"/>
            <a:chExt cx="288" cy="228"/>
          </a:xfrm>
        </p:grpSpPr>
        <p:grpSp>
          <p:nvGrpSpPr>
            <p:cNvPr id="118824" name="Group 35"/>
            <p:cNvGrpSpPr>
              <a:grpSpLocks/>
            </p:cNvGrpSpPr>
            <p:nvPr/>
          </p:nvGrpSpPr>
          <p:grpSpPr bwMode="auto">
            <a:xfrm>
              <a:off x="4861" y="1643"/>
              <a:ext cx="288" cy="192"/>
              <a:chOff x="4806" y="1728"/>
              <a:chExt cx="288" cy="192"/>
            </a:xfrm>
          </p:grpSpPr>
          <p:sp>
            <p:nvSpPr>
              <p:cNvPr id="118825" name="Line 36"/>
              <p:cNvSpPr>
                <a:spLocks noChangeShapeType="1"/>
              </p:cNvSpPr>
              <p:nvPr/>
            </p:nvSpPr>
            <p:spPr bwMode="auto">
              <a:xfrm flipV="1">
                <a:off x="5088" y="172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18826" name="AutoShape 37"/>
              <p:cNvCxnSpPr>
                <a:cxnSpLocks noChangeShapeType="1"/>
              </p:cNvCxnSpPr>
              <p:nvPr/>
            </p:nvCxnSpPr>
            <p:spPr bwMode="auto">
              <a:xfrm>
                <a:off x="4806" y="1824"/>
                <a:ext cx="288" cy="0"/>
              </a:xfrm>
              <a:prstGeom prst="straightConnector1">
                <a:avLst/>
              </a:prstGeom>
              <a:noFill/>
              <a:ln w="12700">
                <a:solidFill>
                  <a:srgbClr val="008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118799" name="Object 38"/>
            <p:cNvGraphicFramePr>
              <a:graphicFrameLocks noChangeAspect="1"/>
            </p:cNvGraphicFramePr>
            <p:nvPr/>
          </p:nvGraphicFramePr>
          <p:xfrm>
            <a:off x="4915" y="1607"/>
            <a:ext cx="16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457200" imgH="304560" progId="Equation.3">
                    <p:embed/>
                  </p:oleObj>
                </mc:Choice>
                <mc:Fallback>
                  <p:oleObj name="公式" r:id="rId28" imgW="4572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5" y="1607"/>
                          <a:ext cx="16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9377364" y="2714625"/>
            <a:ext cx="446087" cy="457200"/>
            <a:chOff x="5143" y="1835"/>
            <a:chExt cx="281" cy="288"/>
          </a:xfrm>
        </p:grpSpPr>
        <p:grpSp>
          <p:nvGrpSpPr>
            <p:cNvPr id="118821" name="Group 40"/>
            <p:cNvGrpSpPr>
              <a:grpSpLocks/>
            </p:cNvGrpSpPr>
            <p:nvPr/>
          </p:nvGrpSpPr>
          <p:grpSpPr bwMode="auto">
            <a:xfrm>
              <a:off x="5143" y="1835"/>
              <a:ext cx="192" cy="288"/>
              <a:chOff x="5088" y="1920"/>
              <a:chExt cx="192" cy="288"/>
            </a:xfrm>
          </p:grpSpPr>
          <p:sp>
            <p:nvSpPr>
              <p:cNvPr id="118822" name="Line 41"/>
              <p:cNvSpPr>
                <a:spLocks noChangeShapeType="1"/>
              </p:cNvSpPr>
              <p:nvPr/>
            </p:nvSpPr>
            <p:spPr bwMode="auto">
              <a:xfrm>
                <a:off x="5088" y="192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18823" name="AutoShape 42"/>
              <p:cNvCxnSpPr>
                <a:cxnSpLocks noChangeShapeType="1"/>
              </p:cNvCxnSpPr>
              <p:nvPr/>
            </p:nvCxnSpPr>
            <p:spPr bwMode="auto">
              <a:xfrm>
                <a:off x="5184" y="1920"/>
                <a:ext cx="0" cy="288"/>
              </a:xfrm>
              <a:prstGeom prst="straightConnector1">
                <a:avLst/>
              </a:prstGeom>
              <a:noFill/>
              <a:ln w="12700">
                <a:solidFill>
                  <a:srgbClr val="008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118798" name="Object 43"/>
            <p:cNvGraphicFramePr>
              <a:graphicFrameLocks noChangeAspect="1"/>
            </p:cNvGraphicFramePr>
            <p:nvPr/>
          </p:nvGraphicFramePr>
          <p:xfrm>
            <a:off x="5259" y="1930"/>
            <a:ext cx="16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457200" imgH="304560" progId="Equation.3">
                    <p:embed/>
                  </p:oleObj>
                </mc:Choice>
                <mc:Fallback>
                  <p:oleObj name="公式" r:id="rId30" imgW="4572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9" y="1930"/>
                          <a:ext cx="16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4"/>
          <p:cNvGrpSpPr>
            <a:grpSpLocks/>
          </p:cNvGrpSpPr>
          <p:nvPr/>
        </p:nvGrpSpPr>
        <p:grpSpPr bwMode="auto">
          <a:xfrm>
            <a:off x="9063038" y="2133601"/>
            <a:ext cx="1066800" cy="836613"/>
            <a:chOff x="4752" y="1489"/>
            <a:chExt cx="672" cy="527"/>
          </a:xfrm>
        </p:grpSpPr>
        <p:graphicFrame>
          <p:nvGraphicFramePr>
            <p:cNvPr id="118797" name="Object 45"/>
            <p:cNvGraphicFramePr>
              <a:graphicFrameLocks noChangeAspect="1"/>
            </p:cNvGraphicFramePr>
            <p:nvPr/>
          </p:nvGraphicFramePr>
          <p:xfrm>
            <a:off x="5040" y="1489"/>
            <a:ext cx="384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825480" imgH="469800" progId="Equation.3">
                    <p:embed/>
                  </p:oleObj>
                </mc:Choice>
                <mc:Fallback>
                  <p:oleObj name="公式" r:id="rId32" imgW="82548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489"/>
                          <a:ext cx="384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820" name="Line 46"/>
            <p:cNvSpPr>
              <a:spLocks noChangeShapeType="1"/>
            </p:cNvSpPr>
            <p:nvPr/>
          </p:nvSpPr>
          <p:spPr bwMode="auto">
            <a:xfrm flipH="1">
              <a:off x="4752" y="1680"/>
              <a:ext cx="384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7615238" y="2665413"/>
            <a:ext cx="1295400" cy="457200"/>
            <a:chOff x="3840" y="1824"/>
            <a:chExt cx="816" cy="288"/>
          </a:xfrm>
        </p:grpSpPr>
        <p:graphicFrame>
          <p:nvGraphicFramePr>
            <p:cNvPr id="118796" name="Object 48"/>
            <p:cNvGraphicFramePr>
              <a:graphicFrameLocks noChangeAspect="1"/>
            </p:cNvGraphicFramePr>
            <p:nvPr/>
          </p:nvGraphicFramePr>
          <p:xfrm>
            <a:off x="3840" y="1890"/>
            <a:ext cx="43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939600" imgH="431640" progId="Equation.3">
                    <p:embed/>
                  </p:oleObj>
                </mc:Choice>
                <mc:Fallback>
                  <p:oleObj name="公式" r:id="rId34" imgW="939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890"/>
                          <a:ext cx="438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819" name="Line 49"/>
            <p:cNvSpPr>
              <a:spLocks noChangeShapeType="1"/>
            </p:cNvSpPr>
            <p:nvPr/>
          </p:nvSpPr>
          <p:spPr bwMode="auto">
            <a:xfrm>
              <a:off x="4656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0"/>
          <p:cNvGrpSpPr>
            <a:grpSpLocks/>
          </p:cNvGrpSpPr>
          <p:nvPr/>
        </p:nvGrpSpPr>
        <p:grpSpPr bwMode="auto">
          <a:xfrm>
            <a:off x="8834438" y="3122613"/>
            <a:ext cx="685800" cy="1073150"/>
            <a:chOff x="4608" y="2112"/>
            <a:chExt cx="432" cy="676"/>
          </a:xfrm>
        </p:grpSpPr>
        <p:graphicFrame>
          <p:nvGraphicFramePr>
            <p:cNvPr id="118795" name="Object 51"/>
            <p:cNvGraphicFramePr>
              <a:graphicFrameLocks noChangeAspect="1"/>
            </p:cNvGraphicFramePr>
            <p:nvPr/>
          </p:nvGraphicFramePr>
          <p:xfrm>
            <a:off x="4608" y="2590"/>
            <a:ext cx="432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939600" imgH="431640" progId="Equation.3">
                    <p:embed/>
                  </p:oleObj>
                </mc:Choice>
                <mc:Fallback>
                  <p:oleObj name="公式" r:id="rId36" imgW="939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590"/>
                          <a:ext cx="432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818" name="Line 52"/>
            <p:cNvSpPr>
              <a:spLocks noChangeShapeType="1"/>
            </p:cNvSpPr>
            <p:nvPr/>
          </p:nvSpPr>
          <p:spPr bwMode="auto">
            <a:xfrm>
              <a:off x="4656" y="21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2363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8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autoUpdateAnimBg="0"/>
      <p:bldP spid="161796" grpId="0" animBg="1"/>
      <p:bldP spid="161797" grpId="0" animBg="1"/>
      <p:bldP spid="1617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8" name="Text Box 2"/>
          <p:cNvSpPr txBox="1">
            <a:spLocks noChangeArrowheads="1"/>
          </p:cNvSpPr>
          <p:nvPr/>
        </p:nvSpPr>
        <p:spPr bwMode="auto">
          <a:xfrm>
            <a:off x="2317750" y="7687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再例如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1198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77636"/>
              </p:ext>
            </p:extLst>
          </p:nvPr>
        </p:nvGraphicFramePr>
        <p:xfrm>
          <a:off x="3848100" y="859241"/>
          <a:ext cx="4984205" cy="1001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08560" imgH="1066680" progId="Equation.3">
                  <p:embed/>
                </p:oleObj>
              </mc:Choice>
              <mc:Fallback>
                <p:oleObj name="公式" r:id="rId2" imgW="530856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859241"/>
                        <a:ext cx="4984205" cy="1001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0" name="Object 4"/>
          <p:cNvGraphicFramePr>
            <a:graphicFrameLocks noChangeAspect="1"/>
          </p:cNvGraphicFramePr>
          <p:nvPr/>
        </p:nvGraphicFramePr>
        <p:xfrm>
          <a:off x="2984500" y="1981201"/>
          <a:ext cx="3124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24080" imgH="482400" progId="Equation.3">
                  <p:embed/>
                </p:oleObj>
              </mc:Choice>
              <mc:Fallback>
                <p:oleObj name="公式" r:id="rId4" imgW="31240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1981201"/>
                        <a:ext cx="3124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3530600" y="2643188"/>
          <a:ext cx="46990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98720" imgH="482400" progId="Equation.3">
                  <p:embed/>
                </p:oleObj>
              </mc:Choice>
              <mc:Fallback>
                <p:oleObj name="公式" r:id="rId6" imgW="4698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2643188"/>
                        <a:ext cx="46990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48100" y="3105150"/>
            <a:ext cx="1143000" cy="304800"/>
            <a:chOff x="1476" y="2041"/>
            <a:chExt cx="720" cy="192"/>
          </a:xfrm>
        </p:grpSpPr>
        <p:sp>
          <p:nvSpPr>
            <p:cNvPr id="119824" name="Line 7"/>
            <p:cNvSpPr>
              <a:spLocks noChangeShapeType="1"/>
            </p:cNvSpPr>
            <p:nvPr/>
          </p:nvSpPr>
          <p:spPr bwMode="auto">
            <a:xfrm>
              <a:off x="1476" y="2041"/>
              <a:ext cx="7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9817" name="Object 8"/>
            <p:cNvGraphicFramePr>
              <a:graphicFrameLocks noChangeAspect="1"/>
            </p:cNvGraphicFramePr>
            <p:nvPr/>
          </p:nvGraphicFramePr>
          <p:xfrm>
            <a:off x="1716" y="2053"/>
            <a:ext cx="19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19040" imgH="393480" progId="Equation.3">
                    <p:embed/>
                  </p:oleObj>
                </mc:Choice>
                <mc:Fallback>
                  <p:oleObj name="公式" r:id="rId8" imgW="4190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6" y="2053"/>
                          <a:ext cx="192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372100" y="3105150"/>
            <a:ext cx="2590800" cy="304800"/>
            <a:chOff x="2376" y="2041"/>
            <a:chExt cx="1632" cy="192"/>
          </a:xfrm>
        </p:grpSpPr>
        <p:sp>
          <p:nvSpPr>
            <p:cNvPr id="119823" name="Line 10"/>
            <p:cNvSpPr>
              <a:spLocks noChangeShapeType="1"/>
            </p:cNvSpPr>
            <p:nvPr/>
          </p:nvSpPr>
          <p:spPr bwMode="auto">
            <a:xfrm>
              <a:off x="2376" y="2041"/>
              <a:ext cx="16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9816" name="Object 11"/>
            <p:cNvGraphicFramePr>
              <a:graphicFrameLocks noChangeAspect="1"/>
            </p:cNvGraphicFramePr>
            <p:nvPr/>
          </p:nvGraphicFramePr>
          <p:xfrm>
            <a:off x="3006" y="2053"/>
            <a:ext cx="21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57200" imgH="393480" progId="Equation.3">
                    <p:embed/>
                  </p:oleObj>
                </mc:Choice>
                <mc:Fallback>
                  <p:oleObj name="公式" r:id="rId10" imgW="457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2053"/>
                          <a:ext cx="21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2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047866"/>
              </p:ext>
            </p:extLst>
          </p:nvPr>
        </p:nvGraphicFramePr>
        <p:xfrm>
          <a:off x="2590800" y="3685380"/>
          <a:ext cx="2065040" cy="45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19240" imgH="444240" progId="Equation.3">
                  <p:embed/>
                </p:oleObj>
              </mc:Choice>
              <mc:Fallback>
                <p:oleObj name="公式" r:id="rId12" imgW="2019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85380"/>
                        <a:ext cx="2065040" cy="452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9" name="Object 13"/>
          <p:cNvGraphicFramePr>
            <a:graphicFrameLocks noChangeAspect="1"/>
          </p:cNvGraphicFramePr>
          <p:nvPr/>
        </p:nvGraphicFramePr>
        <p:xfrm>
          <a:off x="2590800" y="4413251"/>
          <a:ext cx="2349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49360" imgH="482400" progId="Equation.3">
                  <p:embed/>
                </p:oleObj>
              </mc:Choice>
              <mc:Fallback>
                <p:oleObj name="公式" r:id="rId14" imgW="2349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413251"/>
                        <a:ext cx="23495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997985"/>
              </p:ext>
            </p:extLst>
          </p:nvPr>
        </p:nvGraphicFramePr>
        <p:xfrm>
          <a:off x="4991100" y="3685380"/>
          <a:ext cx="4446696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17840" imgH="431640" progId="Equation.3">
                  <p:embed/>
                </p:oleObj>
              </mc:Choice>
              <mc:Fallback>
                <p:oleObj name="公式" r:id="rId16" imgW="4317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685380"/>
                        <a:ext cx="4446696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31" name="AutoShape 15"/>
          <p:cNvSpPr>
            <a:spLocks noChangeArrowheads="1"/>
          </p:cNvSpPr>
          <p:nvPr/>
        </p:nvSpPr>
        <p:spPr bwMode="auto">
          <a:xfrm>
            <a:off x="5791200" y="4437063"/>
            <a:ext cx="4114800" cy="381000"/>
          </a:xfrm>
          <a:prstGeom prst="wedgeRectCallout">
            <a:avLst>
              <a:gd name="adj1" fmla="val -69213"/>
              <a:gd name="adj2" fmla="val 1791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b="1"/>
              <a:t>既容易计算又是较好的近似值</a:t>
            </a:r>
            <a:endParaRPr lang="zh-CN" altLang="en-US"/>
          </a:p>
        </p:txBody>
      </p:sp>
      <p:sp>
        <p:nvSpPr>
          <p:cNvPr id="162832" name="Text Box 16"/>
          <p:cNvSpPr txBox="1">
            <a:spLocks noChangeArrowheads="1"/>
          </p:cNvSpPr>
          <p:nvPr/>
        </p:nvSpPr>
        <p:spPr bwMode="auto">
          <a:xfrm>
            <a:off x="2381250" y="5014913"/>
            <a:ext cx="723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800" b="1" dirty="0"/>
              <a:t>这个线性函数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改变量的主要部分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是否所有函数的改变量都有</a:t>
            </a:r>
            <a:r>
              <a:rPr lang="en-US" altLang="zh-CN" sz="2800" b="1" dirty="0"/>
              <a:t>?</a:t>
            </a:r>
            <a:r>
              <a:rPr lang="zh-CN" altLang="en-US" sz="2800" b="1" dirty="0"/>
              <a:t>它是什么</a:t>
            </a:r>
            <a:r>
              <a:rPr lang="en-US" altLang="zh-CN" sz="2800" b="1" dirty="0"/>
              <a:t>?</a:t>
            </a:r>
            <a:r>
              <a:rPr lang="zh-CN" altLang="en-US" sz="2800" b="1" dirty="0"/>
              <a:t>如何求</a:t>
            </a:r>
            <a:r>
              <a:rPr lang="en-US" altLang="zh-CN" sz="2800" b="1" dirty="0"/>
              <a:t>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522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16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31" grpId="0" animBg="1" autoUpdateAnimBg="0"/>
      <p:bldP spid="1628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2709" y="694056"/>
            <a:ext cx="3517776" cy="70485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二、微分的定义</a:t>
            </a: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2362200" y="150495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</a:p>
        </p:txBody>
      </p:sp>
      <p:graphicFrame>
        <p:nvGraphicFramePr>
          <p:cNvPr id="163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154619"/>
              </p:ext>
            </p:extLst>
          </p:nvPr>
        </p:nvGraphicFramePr>
        <p:xfrm>
          <a:off x="2122709" y="1531294"/>
          <a:ext cx="7503492" cy="3933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480" imgH="1739880" progId="Equation.DSMT4">
                  <p:embed/>
                </p:oleObj>
              </mc:Choice>
              <mc:Fallback>
                <p:oleObj name="Equation" r:id="rId2" imgW="3111480" imgH="1739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709" y="1531294"/>
                        <a:ext cx="7503492" cy="3933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789882"/>
              </p:ext>
            </p:extLst>
          </p:nvPr>
        </p:nvGraphicFramePr>
        <p:xfrm>
          <a:off x="2391432" y="5662892"/>
          <a:ext cx="61483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75240" imgH="457200" progId="Equation.3">
                  <p:embed/>
                </p:oleObj>
              </mc:Choice>
              <mc:Fallback>
                <p:oleObj name="公式" r:id="rId4" imgW="6375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432" y="5662892"/>
                        <a:ext cx="614838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8124056" y="5551702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微分的实质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63847" name="Line 7"/>
          <p:cNvSpPr>
            <a:spLocks noChangeShapeType="1"/>
          </p:cNvSpPr>
          <p:nvPr/>
        </p:nvSpPr>
        <p:spPr bwMode="auto">
          <a:xfrm>
            <a:off x="6096000" y="5465097"/>
            <a:ext cx="2286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48" name="Line 8"/>
          <p:cNvSpPr>
            <a:spLocks noChangeShapeType="1"/>
          </p:cNvSpPr>
          <p:nvPr/>
        </p:nvSpPr>
        <p:spPr bwMode="auto">
          <a:xfrm>
            <a:off x="6600056" y="6093296"/>
            <a:ext cx="152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6679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utoUpdateAnimBg="0"/>
      <p:bldP spid="163846" grpId="0" autoUpdateAnimBg="0"/>
      <p:bldP spid="163847" grpId="0" animBg="1"/>
      <p:bldP spid="1638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6" name="Text Box 2"/>
          <p:cNvSpPr txBox="1">
            <a:spLocks noChangeArrowheads="1"/>
          </p:cNvSpPr>
          <p:nvPr/>
        </p:nvSpPr>
        <p:spPr bwMode="auto">
          <a:xfrm>
            <a:off x="2438400" y="685801"/>
            <a:ext cx="192940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由定义知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164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032779"/>
              </p:ext>
            </p:extLst>
          </p:nvPr>
        </p:nvGraphicFramePr>
        <p:xfrm>
          <a:off x="2544764" y="1447801"/>
          <a:ext cx="6094819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06960" imgH="444240" progId="Equation.3">
                  <p:embed/>
                </p:oleObj>
              </mc:Choice>
              <mc:Fallback>
                <p:oleObj name="公式" r:id="rId2" imgW="6006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4" y="1447801"/>
                        <a:ext cx="6094819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537348"/>
              </p:ext>
            </p:extLst>
          </p:nvPr>
        </p:nvGraphicFramePr>
        <p:xfrm>
          <a:off x="2540000" y="2139951"/>
          <a:ext cx="5860256" cy="43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803560" imgH="431640" progId="Equation.3">
                  <p:embed/>
                </p:oleObj>
              </mc:Choice>
              <mc:Fallback>
                <p:oleObj name="公式" r:id="rId4" imgW="5803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2139951"/>
                        <a:ext cx="5860256" cy="434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2514600" y="2846388"/>
          <a:ext cx="5410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10080" imgH="431640" progId="Equation.3">
                  <p:embed/>
                </p:oleObj>
              </mc:Choice>
              <mc:Fallback>
                <p:oleObj name="公式" r:id="rId6" imgW="5410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46388"/>
                        <a:ext cx="5410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6"/>
          <p:cNvGraphicFramePr>
            <a:graphicFrameLocks noChangeAspect="1"/>
          </p:cNvGraphicFramePr>
          <p:nvPr/>
        </p:nvGraphicFramePr>
        <p:xfrm>
          <a:off x="2717800" y="3429000"/>
          <a:ext cx="73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6560" imgH="914400" progId="Equation.3">
                  <p:embed/>
                </p:oleObj>
              </mc:Choice>
              <mc:Fallback>
                <p:oleObj name="公式" r:id="rId8" imgW="736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429000"/>
                        <a:ext cx="736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3511550" y="3467100"/>
          <a:ext cx="170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01720" imgH="838080" progId="Equation.3">
                  <p:embed/>
                </p:oleObj>
              </mc:Choice>
              <mc:Fallback>
                <p:oleObj name="公式" r:id="rId10" imgW="17017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3467100"/>
                        <a:ext cx="170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5257800" y="3722688"/>
          <a:ext cx="2171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71520" imgH="393480" progId="Equation.3">
                  <p:embed/>
                </p:oleObj>
              </mc:Choice>
              <mc:Fallback>
                <p:oleObj name="公式" r:id="rId12" imgW="2171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722688"/>
                        <a:ext cx="2171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324953"/>
              </p:ext>
            </p:extLst>
          </p:nvPr>
        </p:nvGraphicFramePr>
        <p:xfrm>
          <a:off x="2514600" y="4460353"/>
          <a:ext cx="67325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730920" imgH="444240" progId="Equation.3">
                  <p:embed/>
                </p:oleObj>
              </mc:Choice>
              <mc:Fallback>
                <p:oleObj name="公式" r:id="rId14" imgW="6730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60353"/>
                        <a:ext cx="67325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60740"/>
              </p:ext>
            </p:extLst>
          </p:nvPr>
        </p:nvGraphicFramePr>
        <p:xfrm>
          <a:off x="2540000" y="5149615"/>
          <a:ext cx="5762275" cy="451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134040" imgH="482400" progId="Equation.3">
                  <p:embed/>
                </p:oleObj>
              </mc:Choice>
              <mc:Fallback>
                <p:oleObj name="公式" r:id="rId16" imgW="6134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5149615"/>
                        <a:ext cx="5762275" cy="451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0308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55094" y="869951"/>
            <a:ext cx="2544762" cy="715963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可微和可导</a:t>
            </a: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2819400" y="1706564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微分学所要解决的两类问题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3276600" y="23622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函数的变化率问题</a:t>
            </a: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3276600" y="30480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函数的增量问题</a:t>
            </a:r>
          </a:p>
        </p:txBody>
      </p:sp>
      <p:sp>
        <p:nvSpPr>
          <p:cNvPr id="176134" name="AutoShape 6"/>
          <p:cNvSpPr>
            <a:spLocks/>
          </p:cNvSpPr>
          <p:nvPr/>
        </p:nvSpPr>
        <p:spPr bwMode="auto">
          <a:xfrm>
            <a:off x="3124200" y="2514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6135" name="AutoShape 7"/>
          <p:cNvSpPr>
            <a:spLocks noChangeArrowheads="1"/>
          </p:cNvSpPr>
          <p:nvPr/>
        </p:nvSpPr>
        <p:spPr bwMode="auto">
          <a:xfrm>
            <a:off x="6400800" y="3276600"/>
            <a:ext cx="1143000" cy="76200"/>
          </a:xfrm>
          <a:prstGeom prst="rightArrow">
            <a:avLst>
              <a:gd name="adj1" fmla="val 50000"/>
              <a:gd name="adj2" fmla="val 3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7620000" y="30480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微分的概念</a:t>
            </a:r>
          </a:p>
        </p:txBody>
      </p:sp>
      <p:sp>
        <p:nvSpPr>
          <p:cNvPr id="176137" name="AutoShape 9"/>
          <p:cNvSpPr>
            <a:spLocks noChangeArrowheads="1"/>
          </p:cNvSpPr>
          <p:nvPr/>
        </p:nvSpPr>
        <p:spPr bwMode="auto">
          <a:xfrm>
            <a:off x="6400800" y="2590800"/>
            <a:ext cx="1143000" cy="76200"/>
          </a:xfrm>
          <a:prstGeom prst="rightArrow">
            <a:avLst>
              <a:gd name="adj1" fmla="val 50000"/>
              <a:gd name="adj2" fmla="val 3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7620000" y="2362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导数的概念</a:t>
            </a:r>
          </a:p>
        </p:txBody>
      </p:sp>
      <p:sp>
        <p:nvSpPr>
          <p:cNvPr id="176139" name="Text Box 11"/>
          <p:cNvSpPr txBox="1">
            <a:spLocks noChangeArrowheads="1"/>
          </p:cNvSpPr>
          <p:nvPr/>
        </p:nvSpPr>
        <p:spPr bwMode="auto">
          <a:xfrm>
            <a:off x="2819400" y="3810001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求导数与微分的方法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叫做</a:t>
            </a:r>
            <a:r>
              <a:rPr lang="zh-CN" altLang="en-US" sz="2800" b="1" u="sng" dirty="0">
                <a:solidFill>
                  <a:srgbClr val="FF0000"/>
                </a:solidFill>
              </a:rPr>
              <a:t>微分法</a:t>
            </a:r>
            <a:r>
              <a:rPr lang="en-US" altLang="zh-CN" sz="2800" b="1" u="sng" dirty="0"/>
              <a:t>.</a:t>
            </a:r>
            <a:endParaRPr lang="en-US" altLang="zh-CN" sz="2800" b="1" dirty="0"/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2819400" y="4419600"/>
            <a:ext cx="7093024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研究微分法与导数理论及其应用的科学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叫做</a:t>
            </a:r>
            <a:r>
              <a:rPr lang="zh-CN" altLang="en-US" sz="2800" b="1" u="sng" dirty="0">
                <a:solidFill>
                  <a:srgbClr val="FF0000"/>
                </a:solidFill>
              </a:rPr>
              <a:t>微分学</a:t>
            </a:r>
            <a:r>
              <a:rPr lang="en-US" altLang="zh-CN" sz="2800" b="1" u="sng" dirty="0"/>
              <a:t>.</a:t>
            </a:r>
            <a:endParaRPr lang="en-US" altLang="zh-CN" sz="2800" b="1" dirty="0"/>
          </a:p>
        </p:txBody>
      </p:sp>
      <p:sp>
        <p:nvSpPr>
          <p:cNvPr id="176143" name="Text Box 15"/>
          <p:cNvSpPr txBox="1">
            <a:spLocks noChangeArrowheads="1"/>
          </p:cNvSpPr>
          <p:nvPr/>
        </p:nvSpPr>
        <p:spPr bwMode="auto">
          <a:xfrm>
            <a:off x="2286000" y="1676401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9542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autoUpdateAnimBg="0"/>
      <p:bldP spid="176132" grpId="0" autoUpdateAnimBg="0"/>
      <p:bldP spid="176133" grpId="0" autoUpdateAnimBg="0"/>
      <p:bldP spid="176134" grpId="0" animBg="1"/>
      <p:bldP spid="176135" grpId="0" animBg="1"/>
      <p:bldP spid="176136" grpId="0" autoUpdateAnimBg="0"/>
      <p:bldP spid="176137" grpId="0" animBg="1"/>
      <p:bldP spid="176138" grpId="0" autoUpdateAnimBg="0"/>
      <p:bldP spid="176139" grpId="0" autoUpdateAnimBg="0"/>
      <p:bldP spid="176140" grpId="0" autoUpdateAnimBg="0"/>
      <p:bldP spid="17614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0" name="Text Box 2"/>
          <p:cNvSpPr txBox="1">
            <a:spLocks noChangeArrowheads="1"/>
          </p:cNvSpPr>
          <p:nvPr/>
        </p:nvSpPr>
        <p:spPr bwMode="auto">
          <a:xfrm>
            <a:off x="2819400" y="762000"/>
            <a:ext cx="3852664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导数与微分的区别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77155" name="Object 3"/>
          <p:cNvGraphicFramePr>
            <a:graphicFrameLocks noChangeAspect="1"/>
          </p:cNvGraphicFramePr>
          <p:nvPr/>
        </p:nvGraphicFramePr>
        <p:xfrm>
          <a:off x="2308320" y="1569639"/>
          <a:ext cx="6812016" cy="141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45320" imgH="1587240" progId="Equation.3">
                  <p:embed/>
                </p:oleObj>
              </mc:Choice>
              <mc:Fallback>
                <p:oleObj name="公式" r:id="rId2" imgW="7645320" imgH="1587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320" y="1569639"/>
                        <a:ext cx="6812016" cy="141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6" name="Object 4"/>
          <p:cNvGraphicFramePr>
            <a:graphicFrameLocks noChangeAspect="1"/>
          </p:cNvGraphicFramePr>
          <p:nvPr/>
        </p:nvGraphicFramePr>
        <p:xfrm>
          <a:off x="2816225" y="3200400"/>
          <a:ext cx="4287887" cy="56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33840" imgH="596880" progId="Equation.3">
                  <p:embed/>
                </p:oleObj>
              </mc:Choice>
              <mc:Fallback>
                <p:oleObj name="公式" r:id="rId4" imgW="453384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3200400"/>
                        <a:ext cx="4287887" cy="56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7133469" y="3243262"/>
          <a:ext cx="571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320" imgH="317160" progId="Equation.3">
                  <p:embed/>
                </p:oleObj>
              </mc:Choice>
              <mc:Fallback>
                <p:oleObj name="公式" r:id="rId6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3469" y="3243262"/>
                        <a:ext cx="571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204955"/>
              </p:ext>
            </p:extLst>
          </p:nvPr>
        </p:nvGraphicFramePr>
        <p:xfrm>
          <a:off x="2316059" y="3818636"/>
          <a:ext cx="6984776" cy="205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88960" imgH="965160" progId="Equation.DSMT4">
                  <p:embed/>
                </p:oleObj>
              </mc:Choice>
              <mc:Fallback>
                <p:oleObj name="Equation" r:id="rId8" imgW="328896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059" y="3818636"/>
                        <a:ext cx="6984776" cy="205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2300288" y="757238"/>
            <a:ext cx="45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249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9" name="Rectangle 2"/>
          <p:cNvSpPr>
            <a:spLocks noGrp="1" noChangeArrowheads="1"/>
          </p:cNvSpPr>
          <p:nvPr>
            <p:ph type="title"/>
          </p:nvPr>
        </p:nvSpPr>
        <p:spPr>
          <a:xfrm>
            <a:off x="2153236" y="792602"/>
            <a:ext cx="7694240" cy="62517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三、可微的条件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可微和可导的关系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948379"/>
              </p:ext>
            </p:extLst>
          </p:nvPr>
        </p:nvGraphicFramePr>
        <p:xfrm>
          <a:off x="2255956" y="1602872"/>
          <a:ext cx="7680088" cy="1153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482400" progId="Equation.DSMT4">
                  <p:embed/>
                </p:oleObj>
              </mc:Choice>
              <mc:Fallback>
                <p:oleObj name="Equation" r:id="rId2" imgW="3213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956" y="1602872"/>
                        <a:ext cx="7680088" cy="1153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2248893" y="1563356"/>
            <a:ext cx="106950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165893" name="Text Box 5"/>
          <p:cNvSpPr txBox="1">
            <a:spLocks noChangeArrowheads="1"/>
          </p:cNvSpPr>
          <p:nvPr/>
        </p:nvSpPr>
        <p:spPr bwMode="auto">
          <a:xfrm>
            <a:off x="2153236" y="292735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2783645" y="2934064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(1) </a:t>
            </a:r>
            <a:r>
              <a:rPr lang="zh-CN" altLang="en-US" sz="2800" b="1" dirty="0">
                <a:solidFill>
                  <a:srgbClr val="FF0000"/>
                </a:solidFill>
              </a:rPr>
              <a:t>必要性</a:t>
            </a:r>
          </a:p>
        </p:txBody>
      </p:sp>
      <p:graphicFrame>
        <p:nvGraphicFramePr>
          <p:cNvPr id="165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597849"/>
              </p:ext>
            </p:extLst>
          </p:nvPr>
        </p:nvGraphicFramePr>
        <p:xfrm>
          <a:off x="4668829" y="2923443"/>
          <a:ext cx="3005630" cy="523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228600" progId="Equation.DSMT4">
                  <p:embed/>
                </p:oleObj>
              </mc:Choice>
              <mc:Fallback>
                <p:oleObj name="Equation" r:id="rId4" imgW="1307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829" y="2923443"/>
                        <a:ext cx="3005630" cy="523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942307"/>
              </p:ext>
            </p:extLst>
          </p:nvPr>
        </p:nvGraphicFramePr>
        <p:xfrm>
          <a:off x="2346575" y="3685642"/>
          <a:ext cx="3317377" cy="404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25600" imgH="393480" progId="Equation.3">
                  <p:embed/>
                </p:oleObj>
              </mc:Choice>
              <mc:Fallback>
                <p:oleObj name="公式" r:id="rId6" imgW="3225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575" y="3685642"/>
                        <a:ext cx="3317377" cy="404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59870"/>
              </p:ext>
            </p:extLst>
          </p:nvPr>
        </p:nvGraphicFramePr>
        <p:xfrm>
          <a:off x="6029958" y="3473469"/>
          <a:ext cx="2555632" cy="78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30240" imgH="838080" progId="Equation.3">
                  <p:embed/>
                </p:oleObj>
              </mc:Choice>
              <mc:Fallback>
                <p:oleObj name="公式" r:id="rId8" imgW="27302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958" y="3473469"/>
                        <a:ext cx="2555632" cy="783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522224"/>
              </p:ext>
            </p:extLst>
          </p:nvPr>
        </p:nvGraphicFramePr>
        <p:xfrm>
          <a:off x="2255955" y="4256734"/>
          <a:ext cx="3950095" cy="82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000320" imgH="838080" progId="Equation.3">
                  <p:embed/>
                </p:oleObj>
              </mc:Choice>
              <mc:Fallback>
                <p:oleObj name="公式" r:id="rId10" imgW="4000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955" y="4256734"/>
                        <a:ext cx="3950095" cy="82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78289"/>
              </p:ext>
            </p:extLst>
          </p:nvPr>
        </p:nvGraphicFramePr>
        <p:xfrm>
          <a:off x="6231508" y="4518787"/>
          <a:ext cx="661613" cy="316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0240" imgH="317160" progId="Equation.3">
                  <p:embed/>
                </p:oleObj>
              </mc:Choice>
              <mc:Fallback>
                <p:oleObj name="公式" r:id="rId12" imgW="6602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1508" y="4518787"/>
                        <a:ext cx="661613" cy="316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454187"/>
              </p:ext>
            </p:extLst>
          </p:nvPr>
        </p:nvGraphicFramePr>
        <p:xfrm>
          <a:off x="2255955" y="5252224"/>
          <a:ext cx="6089990" cy="44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362640" imgH="469800" progId="Equation.3">
                  <p:embed/>
                </p:oleObj>
              </mc:Choice>
              <mc:Fallback>
                <p:oleObj name="公式" r:id="rId14" imgW="6362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955" y="5252224"/>
                        <a:ext cx="6089990" cy="449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5036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2" grpId="0" autoUpdateAnimBg="0"/>
      <p:bldP spid="165893" grpId="0" autoUpdateAnimBg="0"/>
      <p:bldP spid="16589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5" name="Text Box 2"/>
          <p:cNvSpPr txBox="1">
            <a:spLocks noChangeArrowheads="1"/>
          </p:cNvSpPr>
          <p:nvPr/>
        </p:nvSpPr>
        <p:spPr bwMode="auto">
          <a:xfrm>
            <a:off x="2438400" y="762000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(2) </a:t>
            </a:r>
            <a:r>
              <a:rPr lang="zh-CN" altLang="en-US" sz="2800" b="1" dirty="0">
                <a:solidFill>
                  <a:srgbClr val="FF0000"/>
                </a:solidFill>
              </a:rPr>
              <a:t>充分性</a:t>
            </a:r>
          </a:p>
        </p:txBody>
      </p:sp>
      <p:graphicFrame>
        <p:nvGraphicFramePr>
          <p:cNvPr id="166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18076"/>
              </p:ext>
            </p:extLst>
          </p:nvPr>
        </p:nvGraphicFramePr>
        <p:xfrm>
          <a:off x="2514600" y="2439988"/>
          <a:ext cx="4259866" cy="39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86120" imgH="431640" progId="Equation.3">
                  <p:embed/>
                </p:oleObj>
              </mc:Choice>
              <mc:Fallback>
                <p:oleObj name="公式" r:id="rId2" imgW="4686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439988"/>
                        <a:ext cx="4259866" cy="39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725084"/>
              </p:ext>
            </p:extLst>
          </p:nvPr>
        </p:nvGraphicFramePr>
        <p:xfrm>
          <a:off x="5791201" y="1449387"/>
          <a:ext cx="2611852" cy="76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69920" imgH="838080" progId="Equation.3">
                  <p:embed/>
                </p:oleObj>
              </mc:Choice>
              <mc:Fallback>
                <p:oleObj name="公式" r:id="rId4" imgW="2869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1449387"/>
                        <a:ext cx="2611852" cy="761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909007"/>
              </p:ext>
            </p:extLst>
          </p:nvPr>
        </p:nvGraphicFramePr>
        <p:xfrm>
          <a:off x="4191000" y="838199"/>
          <a:ext cx="3273152" cy="41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17560" imgH="444240" progId="Equation.3">
                  <p:embed/>
                </p:oleObj>
              </mc:Choice>
              <mc:Fallback>
                <p:oleObj name="公式" r:id="rId6" imgW="3517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838199"/>
                        <a:ext cx="3273152" cy="411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086883"/>
              </p:ext>
            </p:extLst>
          </p:nvPr>
        </p:nvGraphicFramePr>
        <p:xfrm>
          <a:off x="2635249" y="1409700"/>
          <a:ext cx="2597675" cy="76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57320" imgH="838080" progId="Equation.3">
                  <p:embed/>
                </p:oleObj>
              </mc:Choice>
              <mc:Fallback>
                <p:oleObj name="公式" r:id="rId8" imgW="2857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49" y="1409700"/>
                        <a:ext cx="2597675" cy="76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199750"/>
              </p:ext>
            </p:extLst>
          </p:nvPr>
        </p:nvGraphicFramePr>
        <p:xfrm>
          <a:off x="6932614" y="2455863"/>
          <a:ext cx="2682984" cy="35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97000" imgH="393480" progId="Equation.3">
                  <p:embed/>
                </p:oleObj>
              </mc:Choice>
              <mc:Fallback>
                <p:oleObj name="公式" r:id="rId10" imgW="2997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4" y="2455863"/>
                        <a:ext cx="2682984" cy="353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0" name="Object 8"/>
          <p:cNvGraphicFramePr>
            <a:graphicFrameLocks noChangeAspect="1"/>
          </p:cNvGraphicFramePr>
          <p:nvPr/>
        </p:nvGraphicFramePr>
        <p:xfrm>
          <a:off x="3600450" y="3133726"/>
          <a:ext cx="27686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00400" imgH="431640" progId="Equation.3">
                  <p:embed/>
                </p:oleObj>
              </mc:Choice>
              <mc:Fallback>
                <p:oleObj name="公式" r:id="rId12" imgW="3200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133726"/>
                        <a:ext cx="27686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1" name="Object 9"/>
          <p:cNvGraphicFramePr>
            <a:graphicFrameLocks noChangeAspect="1"/>
          </p:cNvGraphicFramePr>
          <p:nvPr/>
        </p:nvGraphicFramePr>
        <p:xfrm>
          <a:off x="2635250" y="3808413"/>
          <a:ext cx="55181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502320" imgH="469800" progId="Equation.3">
                  <p:embed/>
                </p:oleObj>
              </mc:Choice>
              <mc:Fallback>
                <p:oleObj name="公式" r:id="rId14" imgW="65023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3808413"/>
                        <a:ext cx="55181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2" name="Object 10"/>
          <p:cNvGraphicFramePr>
            <a:graphicFrameLocks noChangeAspect="1"/>
          </p:cNvGraphicFramePr>
          <p:nvPr/>
        </p:nvGraphicFramePr>
        <p:xfrm>
          <a:off x="2628900" y="4435476"/>
          <a:ext cx="4762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762440" imgH="444240" progId="Equation.3">
                  <p:embed/>
                </p:oleObj>
              </mc:Choice>
              <mc:Fallback>
                <p:oleObj name="公式" r:id="rId16" imgW="4762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435476"/>
                        <a:ext cx="4762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296909"/>
              </p:ext>
            </p:extLst>
          </p:nvPr>
        </p:nvGraphicFramePr>
        <p:xfrm>
          <a:off x="2525975" y="4966945"/>
          <a:ext cx="7113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66800" imgH="457200" progId="Equation.DSMT4">
                  <p:embed/>
                </p:oleObj>
              </mc:Choice>
              <mc:Fallback>
                <p:oleObj name="Equation" r:id="rId18" imgW="3466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975" y="4966945"/>
                        <a:ext cx="71135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4" name="Line 12"/>
          <p:cNvSpPr>
            <a:spLocks noChangeShapeType="1"/>
          </p:cNvSpPr>
          <p:nvPr/>
        </p:nvSpPr>
        <p:spPr bwMode="auto">
          <a:xfrm>
            <a:off x="5232925" y="5892350"/>
            <a:ext cx="169968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0646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9" name="Text Box 2"/>
          <p:cNvSpPr txBox="1">
            <a:spLocks noChangeArrowheads="1"/>
          </p:cNvSpPr>
          <p:nvPr/>
        </p:nvSpPr>
        <p:spPr bwMode="auto">
          <a:xfrm>
            <a:off x="2362200" y="838201"/>
            <a:ext cx="81121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2335214" y="16478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4930" name="Object 4"/>
          <p:cNvGraphicFramePr>
            <a:graphicFrameLocks noChangeAspect="1"/>
          </p:cNvGraphicFramePr>
          <p:nvPr/>
        </p:nvGraphicFramePr>
        <p:xfrm>
          <a:off x="3173414" y="900113"/>
          <a:ext cx="70373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035480" imgH="469800" progId="Equation.3">
                  <p:embed/>
                </p:oleObj>
              </mc:Choice>
              <mc:Fallback>
                <p:oleObj name="公式" r:id="rId2" imgW="7035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4" y="900113"/>
                        <a:ext cx="70373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3055938" y="1638300"/>
          <a:ext cx="20812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36760" imgH="469800" progId="Equation.3">
                  <p:embed/>
                </p:oleObj>
              </mc:Choice>
              <mc:Fallback>
                <p:oleObj name="公式" r:id="rId4" imgW="2336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1638300"/>
                        <a:ext cx="20812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2" name="Object 6"/>
          <p:cNvGraphicFramePr>
            <a:graphicFrameLocks noChangeAspect="1"/>
          </p:cNvGraphicFramePr>
          <p:nvPr/>
        </p:nvGraphicFramePr>
        <p:xfrm>
          <a:off x="5224463" y="1643063"/>
          <a:ext cx="13001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60160" imgH="393480" progId="Equation.3">
                  <p:embed/>
                </p:oleObj>
              </mc:Choice>
              <mc:Fallback>
                <p:oleObj name="公式" r:id="rId6" imgW="1460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1643063"/>
                        <a:ext cx="130016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3052764" y="2220913"/>
          <a:ext cx="3379787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97280" imgH="939600" progId="Equation.3">
                  <p:embed/>
                </p:oleObj>
              </mc:Choice>
              <mc:Fallback>
                <p:oleObj name="公式" r:id="rId8" imgW="37972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4" y="2220913"/>
                        <a:ext cx="3379787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6437313" y="2432050"/>
          <a:ext cx="98425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04840" imgH="330120" progId="Equation.3">
                  <p:embed/>
                </p:oleObj>
              </mc:Choice>
              <mc:Fallback>
                <p:oleObj name="公式" r:id="rId10" imgW="110484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313" y="2432050"/>
                        <a:ext cx="98425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5" name="Object 9"/>
          <p:cNvGraphicFramePr>
            <a:graphicFrameLocks noChangeAspect="1"/>
          </p:cNvGraphicFramePr>
          <p:nvPr/>
        </p:nvGraphicFramePr>
        <p:xfrm>
          <a:off x="2457450" y="3352800"/>
          <a:ext cx="72786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77040" imgH="977760" progId="Equation.3">
                  <p:embed/>
                </p:oleObj>
              </mc:Choice>
              <mc:Fallback>
                <p:oleObj name="公式" r:id="rId12" imgW="727704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2800"/>
                        <a:ext cx="727868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2819400" y="4559301"/>
          <a:ext cx="21415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23800" imgH="406080" progId="Equation.3">
                  <p:embed/>
                </p:oleObj>
              </mc:Choice>
              <mc:Fallback>
                <p:oleObj name="公式" r:id="rId14" imgW="2323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59301"/>
                        <a:ext cx="21415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7" name="AutoShape 11"/>
          <p:cNvSpPr>
            <a:spLocks noChangeArrowheads="1"/>
          </p:cNvSpPr>
          <p:nvPr/>
        </p:nvSpPr>
        <p:spPr bwMode="auto">
          <a:xfrm>
            <a:off x="5257800" y="4635500"/>
            <a:ext cx="706438" cy="141288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7948" name="Object 12"/>
          <p:cNvGraphicFramePr>
            <a:graphicFrameLocks noChangeAspect="1"/>
          </p:cNvGraphicFramePr>
          <p:nvPr/>
        </p:nvGraphicFramePr>
        <p:xfrm>
          <a:off x="6184900" y="4302125"/>
          <a:ext cx="18049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55520" imgH="901440" progId="Equation.3">
                  <p:embed/>
                </p:oleObj>
              </mc:Choice>
              <mc:Fallback>
                <p:oleObj name="公式" r:id="rId16" imgW="19555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4302125"/>
                        <a:ext cx="180498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616753"/>
              </p:ext>
            </p:extLst>
          </p:nvPr>
        </p:nvGraphicFramePr>
        <p:xfrm>
          <a:off x="2457450" y="5156277"/>
          <a:ext cx="6734894" cy="104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46240" imgH="457200" progId="Equation.DSMT4">
                  <p:embed/>
                </p:oleObj>
              </mc:Choice>
              <mc:Fallback>
                <p:oleObj name="Equation" r:id="rId18" imgW="294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5156277"/>
                        <a:ext cx="6734894" cy="104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0" name="Line 14"/>
          <p:cNvSpPr>
            <a:spLocks noChangeShapeType="1"/>
          </p:cNvSpPr>
          <p:nvPr/>
        </p:nvSpPr>
        <p:spPr bwMode="auto">
          <a:xfrm>
            <a:off x="6477000" y="6172200"/>
            <a:ext cx="838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28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autoUpdateAnimBg="0"/>
      <p:bldP spid="167947" grpId="0" animBg="1"/>
      <p:bldP spid="1679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5999" y="732868"/>
            <a:ext cx="4114801" cy="733982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四、微分的几何意义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477000" y="1981200"/>
            <a:ext cx="2559050" cy="1752600"/>
            <a:chOff x="3120" y="1712"/>
            <a:chExt cx="1612" cy="1104"/>
          </a:xfrm>
        </p:grpSpPr>
        <p:sp>
          <p:nvSpPr>
            <p:cNvPr id="125996" name="Freeform 4"/>
            <p:cNvSpPr>
              <a:spLocks/>
            </p:cNvSpPr>
            <p:nvPr/>
          </p:nvSpPr>
          <p:spPr bwMode="auto">
            <a:xfrm>
              <a:off x="3120" y="1712"/>
              <a:ext cx="1612" cy="1104"/>
            </a:xfrm>
            <a:custGeom>
              <a:avLst/>
              <a:gdLst>
                <a:gd name="T0" fmla="*/ 0 w 1680"/>
                <a:gd name="T1" fmla="*/ 912 h 912"/>
                <a:gd name="T2" fmla="*/ 864 w 1680"/>
                <a:gd name="T3" fmla="*/ 720 h 912"/>
                <a:gd name="T4" fmla="*/ 1680 w 1680"/>
                <a:gd name="T5" fmla="*/ 0 h 912"/>
                <a:gd name="T6" fmla="*/ 0 60000 65536"/>
                <a:gd name="T7" fmla="*/ 0 60000 65536"/>
                <a:gd name="T8" fmla="*/ 0 60000 65536"/>
                <a:gd name="T9" fmla="*/ 0 w 1680"/>
                <a:gd name="T10" fmla="*/ 0 h 912"/>
                <a:gd name="T11" fmla="*/ 1680 w 1680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0" h="912">
                  <a:moveTo>
                    <a:pt x="0" y="912"/>
                  </a:moveTo>
                  <a:cubicBezTo>
                    <a:pt x="292" y="892"/>
                    <a:pt x="584" y="872"/>
                    <a:pt x="864" y="720"/>
                  </a:cubicBezTo>
                  <a:cubicBezTo>
                    <a:pt x="1144" y="568"/>
                    <a:pt x="1412" y="284"/>
                    <a:pt x="1680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5966" name="Object 5"/>
            <p:cNvGraphicFramePr>
              <a:graphicFrameLocks noChangeAspect="1"/>
            </p:cNvGraphicFramePr>
            <p:nvPr/>
          </p:nvGraphicFramePr>
          <p:xfrm>
            <a:off x="3120" y="2526"/>
            <a:ext cx="56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58640" imgH="393480" progId="Equation.3">
                    <p:embed/>
                  </p:oleObj>
                </mc:Choice>
                <mc:Fallback>
                  <p:oleObj name="公式" r:id="rId2" imgW="13586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526"/>
                          <a:ext cx="56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7696201" y="3352800"/>
            <a:ext cx="265113" cy="1193800"/>
            <a:chOff x="3888" y="2576"/>
            <a:chExt cx="167" cy="752"/>
          </a:xfrm>
        </p:grpSpPr>
        <p:graphicFrame>
          <p:nvGraphicFramePr>
            <p:cNvPr id="125965" name="Object 7"/>
            <p:cNvGraphicFramePr>
              <a:graphicFrameLocks noChangeAspect="1"/>
            </p:cNvGraphicFramePr>
            <p:nvPr/>
          </p:nvGraphicFramePr>
          <p:xfrm>
            <a:off x="3888" y="3120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6400" imgH="330120" progId="Equation.3">
                    <p:embed/>
                  </p:oleObj>
                </mc:Choice>
                <mc:Fallback>
                  <p:oleObj name="公式" r:id="rId4" imgW="2664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120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995" name="Line 8"/>
            <p:cNvSpPr>
              <a:spLocks noChangeShapeType="1"/>
            </p:cNvSpPr>
            <p:nvPr/>
          </p:nvSpPr>
          <p:spPr bwMode="auto">
            <a:xfrm>
              <a:off x="3952" y="257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8969" name="Line 9"/>
          <p:cNvSpPr>
            <a:spLocks noChangeShapeType="1"/>
          </p:cNvSpPr>
          <p:nvPr/>
        </p:nvSpPr>
        <p:spPr bwMode="auto">
          <a:xfrm>
            <a:off x="7797800" y="33528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0" name="Line 10"/>
          <p:cNvSpPr>
            <a:spLocks noChangeShapeType="1"/>
          </p:cNvSpPr>
          <p:nvPr/>
        </p:nvSpPr>
        <p:spPr bwMode="auto">
          <a:xfrm>
            <a:off x="8623300" y="2819400"/>
            <a:ext cx="11557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1" name="Line 11"/>
          <p:cNvSpPr>
            <a:spLocks noChangeShapeType="1"/>
          </p:cNvSpPr>
          <p:nvPr/>
        </p:nvSpPr>
        <p:spPr bwMode="auto">
          <a:xfrm>
            <a:off x="8623300" y="2514600"/>
            <a:ext cx="12382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7543801" y="3041650"/>
            <a:ext cx="365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/>
              <a:t>M</a:t>
            </a:r>
          </a:p>
        </p:txBody>
      </p:sp>
      <p:sp>
        <p:nvSpPr>
          <p:cNvPr id="168973" name="Text Box 13"/>
          <p:cNvSpPr txBox="1">
            <a:spLocks noChangeArrowheads="1"/>
          </p:cNvSpPr>
          <p:nvPr/>
        </p:nvSpPr>
        <p:spPr bwMode="auto">
          <a:xfrm>
            <a:off x="8356600" y="22352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/>
              <a:t>N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400800" y="1854200"/>
            <a:ext cx="3429000" cy="2425700"/>
            <a:chOff x="3072" y="1632"/>
            <a:chExt cx="2160" cy="1528"/>
          </a:xfrm>
        </p:grpSpPr>
        <p:sp>
          <p:nvSpPr>
            <p:cNvPr id="125993" name="Line 15"/>
            <p:cNvSpPr>
              <a:spLocks noChangeShapeType="1"/>
            </p:cNvSpPr>
            <p:nvPr/>
          </p:nvSpPr>
          <p:spPr bwMode="auto">
            <a:xfrm flipV="1">
              <a:off x="3072" y="1816"/>
              <a:ext cx="2080" cy="13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94" name="Text Box 16"/>
            <p:cNvSpPr txBox="1">
              <a:spLocks noChangeArrowheads="1"/>
            </p:cNvSpPr>
            <p:nvPr/>
          </p:nvSpPr>
          <p:spPr bwMode="auto">
            <a:xfrm>
              <a:off x="5038" y="1632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FF0066"/>
                  </a:solidFill>
                </a:rPr>
                <a:t>T</a:t>
              </a:r>
              <a:endParaRPr lang="en-US" altLang="zh-CN" sz="1600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8763000" y="2819400"/>
            <a:ext cx="319088" cy="533400"/>
            <a:chOff x="4628" y="2240"/>
            <a:chExt cx="201" cy="336"/>
          </a:xfrm>
        </p:grpSpPr>
        <p:sp>
          <p:nvSpPr>
            <p:cNvPr id="125992" name="Line 18"/>
            <p:cNvSpPr>
              <a:spLocks noChangeShapeType="1"/>
            </p:cNvSpPr>
            <p:nvPr/>
          </p:nvSpPr>
          <p:spPr bwMode="auto">
            <a:xfrm>
              <a:off x="4628" y="2240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5964" name="Object 19"/>
            <p:cNvGraphicFramePr>
              <a:graphicFrameLocks noChangeAspect="1"/>
            </p:cNvGraphicFramePr>
            <p:nvPr/>
          </p:nvGraphicFramePr>
          <p:xfrm>
            <a:off x="4646" y="2336"/>
            <a:ext cx="183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91960" imgH="291960" progId="Equation.3">
                    <p:embed/>
                  </p:oleObj>
                </mc:Choice>
                <mc:Fallback>
                  <p:oleObj name="公式" r:id="rId6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6" y="2336"/>
                          <a:ext cx="183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9220201" y="2514600"/>
            <a:ext cx="328613" cy="838200"/>
            <a:chOff x="4888" y="2048"/>
            <a:chExt cx="207" cy="528"/>
          </a:xfrm>
        </p:grpSpPr>
        <p:sp>
          <p:nvSpPr>
            <p:cNvPr id="125991" name="Line 21"/>
            <p:cNvSpPr>
              <a:spLocks noChangeShapeType="1"/>
            </p:cNvSpPr>
            <p:nvPr/>
          </p:nvSpPr>
          <p:spPr bwMode="auto">
            <a:xfrm>
              <a:off x="4888" y="2048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5963" name="Object 22"/>
            <p:cNvGraphicFramePr>
              <a:graphicFrameLocks noChangeAspect="1"/>
            </p:cNvGraphicFramePr>
            <p:nvPr/>
          </p:nvGraphicFramePr>
          <p:xfrm>
            <a:off x="4896" y="2256"/>
            <a:ext cx="19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160" imgH="291960" progId="Equation.3">
                    <p:embed/>
                  </p:oleObj>
                </mc:Choice>
                <mc:Fallback>
                  <p:oleObj name="公式" r:id="rId8" imgW="3171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256"/>
                          <a:ext cx="19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9372600" y="2514600"/>
            <a:ext cx="514350" cy="304800"/>
            <a:chOff x="5044" y="2048"/>
            <a:chExt cx="324" cy="192"/>
          </a:xfrm>
        </p:grpSpPr>
        <p:graphicFrame>
          <p:nvGraphicFramePr>
            <p:cNvPr id="125962" name="Object 24"/>
            <p:cNvGraphicFramePr>
              <a:graphicFrameLocks noChangeAspect="1"/>
            </p:cNvGraphicFramePr>
            <p:nvPr/>
          </p:nvGraphicFramePr>
          <p:xfrm>
            <a:off x="5081" y="2096"/>
            <a:ext cx="287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76240" imgH="393480" progId="Equation.3">
                    <p:embed/>
                  </p:oleObj>
                </mc:Choice>
                <mc:Fallback>
                  <p:oleObj name="公式" r:id="rId10" imgW="8762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1" y="2096"/>
                          <a:ext cx="287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990" name="Line 25"/>
            <p:cNvSpPr>
              <a:spLocks noChangeShapeType="1"/>
            </p:cNvSpPr>
            <p:nvPr/>
          </p:nvSpPr>
          <p:spPr bwMode="auto">
            <a:xfrm>
              <a:off x="5044" y="20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8986" name="Text Box 26"/>
          <p:cNvSpPr txBox="1">
            <a:spLocks noChangeArrowheads="1"/>
          </p:cNvSpPr>
          <p:nvPr/>
        </p:nvSpPr>
        <p:spPr bwMode="auto">
          <a:xfrm>
            <a:off x="6662738" y="3962400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400">
                <a:solidFill>
                  <a:srgbClr val="FF0066"/>
                </a:solidFill>
              </a:rPr>
              <a:t>）</a:t>
            </a:r>
            <a:endParaRPr lang="zh-CN" altLang="en-US" sz="1400"/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5951984" y="1587500"/>
            <a:ext cx="4343400" cy="2971800"/>
            <a:chOff x="2736" y="1472"/>
            <a:chExt cx="2736" cy="1872"/>
          </a:xfrm>
        </p:grpSpPr>
        <p:sp>
          <p:nvSpPr>
            <p:cNvPr id="125988" name="Line 28"/>
            <p:cNvSpPr>
              <a:spLocks noChangeShapeType="1"/>
            </p:cNvSpPr>
            <p:nvPr/>
          </p:nvSpPr>
          <p:spPr bwMode="auto">
            <a:xfrm>
              <a:off x="2736" y="3104"/>
              <a:ext cx="2736" cy="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89" name="Line 29"/>
            <p:cNvSpPr>
              <a:spLocks noChangeShapeType="1"/>
            </p:cNvSpPr>
            <p:nvPr/>
          </p:nvSpPr>
          <p:spPr bwMode="auto">
            <a:xfrm flipV="1">
              <a:off x="2976" y="1472"/>
              <a:ext cx="0" cy="18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5959" name="Object 30"/>
            <p:cNvGraphicFramePr>
              <a:graphicFrameLocks noChangeAspect="1"/>
            </p:cNvGraphicFramePr>
            <p:nvPr/>
          </p:nvGraphicFramePr>
          <p:xfrm>
            <a:off x="5313" y="3178"/>
            <a:ext cx="141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" y="3178"/>
                          <a:ext cx="141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5960" name="Object 31"/>
            <p:cNvGraphicFramePr>
              <a:graphicFrameLocks noChangeAspect="1"/>
            </p:cNvGraphicFramePr>
            <p:nvPr/>
          </p:nvGraphicFramePr>
          <p:xfrm>
            <a:off x="2817" y="1488"/>
            <a:ext cx="141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53800" imgH="317160" progId="Equation.3">
                    <p:embed/>
                  </p:oleObj>
                </mc:Choice>
                <mc:Fallback>
                  <p:oleObj name="公式" r:id="rId14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" y="1488"/>
                          <a:ext cx="141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5961" name="Object 32"/>
            <p:cNvGraphicFramePr>
              <a:graphicFrameLocks noChangeAspect="1"/>
            </p:cNvGraphicFramePr>
            <p:nvPr/>
          </p:nvGraphicFramePr>
          <p:xfrm>
            <a:off x="2828" y="3137"/>
            <a:ext cx="120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15640" imgH="241200" progId="Equation.3">
                    <p:embed/>
                  </p:oleObj>
                </mc:Choice>
                <mc:Fallback>
                  <p:oleObj name="公式" r:id="rId16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3137"/>
                          <a:ext cx="120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8993" name="Object 33"/>
          <p:cNvGraphicFramePr>
            <a:graphicFrameLocks noChangeAspect="1"/>
          </p:cNvGraphicFramePr>
          <p:nvPr/>
        </p:nvGraphicFramePr>
        <p:xfrm>
          <a:off x="6858000" y="3976688"/>
          <a:ext cx="20955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6400" imgH="241200" progId="Equation.3">
                  <p:embed/>
                </p:oleObj>
              </mc:Choice>
              <mc:Fallback>
                <p:oleObj name="公式" r:id="rId18" imgW="266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976688"/>
                        <a:ext cx="209550" cy="18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7797800" y="3352800"/>
            <a:ext cx="838200" cy="266700"/>
            <a:chOff x="3952" y="2576"/>
            <a:chExt cx="528" cy="168"/>
          </a:xfrm>
        </p:grpSpPr>
        <p:graphicFrame>
          <p:nvGraphicFramePr>
            <p:cNvPr id="125958" name="Object 35"/>
            <p:cNvGraphicFramePr>
              <a:graphicFrameLocks noChangeAspect="1"/>
            </p:cNvGraphicFramePr>
            <p:nvPr/>
          </p:nvGraphicFramePr>
          <p:xfrm>
            <a:off x="4128" y="2617"/>
            <a:ext cx="192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57200" imgH="304560" progId="Equation.3">
                    <p:embed/>
                  </p:oleObj>
                </mc:Choice>
                <mc:Fallback>
                  <p:oleObj name="公式" r:id="rId20" imgW="4572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617"/>
                          <a:ext cx="192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987" name="Line 36"/>
            <p:cNvSpPr>
              <a:spLocks noChangeShapeType="1"/>
            </p:cNvSpPr>
            <p:nvPr/>
          </p:nvSpPr>
          <p:spPr bwMode="auto">
            <a:xfrm>
              <a:off x="3952" y="2576"/>
              <a:ext cx="528" cy="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8997" name="Text Box 37"/>
          <p:cNvSpPr txBox="1">
            <a:spLocks noChangeArrowheads="1"/>
          </p:cNvSpPr>
          <p:nvPr/>
        </p:nvSpPr>
        <p:spPr bwMode="auto">
          <a:xfrm>
            <a:off x="2254250" y="1603696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几何意义</a:t>
            </a:r>
            <a:r>
              <a:rPr lang="en-US" altLang="zh-CN" sz="2800" b="1" dirty="0">
                <a:latin typeface="宋体" charset="-122"/>
              </a:rPr>
              <a:t>:(</a:t>
            </a:r>
            <a:r>
              <a:rPr lang="zh-CN" altLang="en-US" sz="2800" b="1" dirty="0">
                <a:latin typeface="宋体" charset="-122"/>
              </a:rPr>
              <a:t>如图</a:t>
            </a:r>
            <a:r>
              <a:rPr lang="en-US" altLang="zh-CN" sz="2800" b="1" dirty="0">
                <a:latin typeface="宋体" charset="-122"/>
              </a:rPr>
              <a:t>)</a:t>
            </a:r>
            <a:endParaRPr lang="en-US" altLang="zh-CN" sz="2800" b="1" dirty="0">
              <a:solidFill>
                <a:schemeClr val="accent2"/>
              </a:solidFill>
              <a:ea typeface="黑体" pitchFamily="2" charset="-122"/>
            </a:endParaRPr>
          </a:p>
        </p:txBody>
      </p:sp>
      <p:graphicFrame>
        <p:nvGraphicFramePr>
          <p:cNvPr id="16899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522441"/>
              </p:ext>
            </p:extLst>
          </p:nvPr>
        </p:nvGraphicFramePr>
        <p:xfrm>
          <a:off x="2286002" y="2349500"/>
          <a:ext cx="31115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111480" imgH="2158920" progId="Equation.3">
                  <p:embed/>
                </p:oleObj>
              </mc:Choice>
              <mc:Fallback>
                <p:oleObj name="公式" r:id="rId22" imgW="3111480" imgH="2158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2" y="2349500"/>
                        <a:ext cx="31115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8285163" y="2514600"/>
            <a:ext cx="800100" cy="2044700"/>
            <a:chOff x="4259" y="2048"/>
            <a:chExt cx="504" cy="1288"/>
          </a:xfrm>
        </p:grpSpPr>
        <p:grpSp>
          <p:nvGrpSpPr>
            <p:cNvPr id="125984" name="Group 40"/>
            <p:cNvGrpSpPr>
              <a:grpSpLocks/>
            </p:cNvGrpSpPr>
            <p:nvPr/>
          </p:nvGrpSpPr>
          <p:grpSpPr bwMode="auto">
            <a:xfrm>
              <a:off x="4259" y="2048"/>
              <a:ext cx="504" cy="1288"/>
              <a:chOff x="4259" y="2048"/>
              <a:chExt cx="504" cy="1288"/>
            </a:xfrm>
          </p:grpSpPr>
          <p:graphicFrame>
            <p:nvGraphicFramePr>
              <p:cNvPr id="125957" name="Object 41"/>
              <p:cNvGraphicFramePr>
                <a:graphicFrameLocks noChangeAspect="1"/>
              </p:cNvGraphicFramePr>
              <p:nvPr/>
            </p:nvGraphicFramePr>
            <p:xfrm>
              <a:off x="4259" y="3128"/>
              <a:ext cx="50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799920" imgH="330120" progId="Equation.3">
                      <p:embed/>
                    </p:oleObj>
                  </mc:Choice>
                  <mc:Fallback>
                    <p:oleObj name="公式" r:id="rId24" imgW="799920" imgH="3301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59" y="3128"/>
                            <a:ext cx="50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5986" name="Line 42"/>
              <p:cNvSpPr>
                <a:spLocks noChangeShapeType="1"/>
              </p:cNvSpPr>
              <p:nvPr/>
            </p:nvSpPr>
            <p:spPr bwMode="auto">
              <a:xfrm>
                <a:off x="4472" y="2048"/>
                <a:ext cx="0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985" name="Text Box 43"/>
            <p:cNvSpPr txBox="1">
              <a:spLocks noChangeArrowheads="1"/>
            </p:cNvSpPr>
            <p:nvPr/>
          </p:nvSpPr>
          <p:spPr bwMode="auto">
            <a:xfrm>
              <a:off x="4309" y="2112"/>
              <a:ext cx="2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/>
                <a:t> P </a:t>
              </a:r>
            </a:p>
          </p:txBody>
        </p:sp>
      </p:grpSp>
      <p:graphicFrame>
        <p:nvGraphicFramePr>
          <p:cNvPr id="16900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869251"/>
              </p:ext>
            </p:extLst>
          </p:nvPr>
        </p:nvGraphicFramePr>
        <p:xfrm>
          <a:off x="2334097" y="4733604"/>
          <a:ext cx="61229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6121080" imgH="1066680" progId="Equation.3">
                  <p:embed/>
                </p:oleObj>
              </mc:Choice>
              <mc:Fallback>
                <p:oleObj name="公式" r:id="rId26" imgW="61210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097" y="4733604"/>
                        <a:ext cx="61229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4222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6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675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175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9" grpId="0" animBg="1"/>
      <p:bldP spid="168970" grpId="0" animBg="1"/>
      <p:bldP spid="168971" grpId="0" animBg="1"/>
      <p:bldP spid="168972" grpId="0" autoUpdateAnimBg="0"/>
      <p:bldP spid="168973" grpId="0" autoUpdateAnimBg="0"/>
      <p:bldP spid="168986" grpId="0" autoUpdateAnimBg="0"/>
      <p:bldP spid="16899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5474" y="772643"/>
            <a:ext cx="3737992" cy="875184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五、微分的求法</a:t>
            </a:r>
          </a:p>
        </p:txBody>
      </p:sp>
      <p:graphicFrame>
        <p:nvGraphicFramePr>
          <p:cNvPr id="169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917445"/>
              </p:ext>
            </p:extLst>
          </p:nvPr>
        </p:nvGraphicFramePr>
        <p:xfrm>
          <a:off x="3051320" y="1656028"/>
          <a:ext cx="2146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5960" imgH="406080" progId="Equation.3">
                  <p:embed/>
                </p:oleObj>
              </mc:Choice>
              <mc:Fallback>
                <p:oleObj name="公式" r:id="rId2" imgW="2145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320" y="1656028"/>
                        <a:ext cx="2146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2255474" y="2095501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求法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/>
              <a:t>计算函数的导数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乘以自变量的微分</a:t>
            </a:r>
            <a:r>
              <a:rPr lang="en-US" altLang="zh-CN" sz="2800" b="1" dirty="0"/>
              <a:t>.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2255474" y="2698701"/>
            <a:ext cx="5029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基本初等函数的微分公式</a:t>
            </a:r>
          </a:p>
        </p:txBody>
      </p:sp>
      <p:graphicFrame>
        <p:nvGraphicFramePr>
          <p:cNvPr id="169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548040"/>
              </p:ext>
            </p:extLst>
          </p:nvPr>
        </p:nvGraphicFramePr>
        <p:xfrm>
          <a:off x="2432480" y="3326334"/>
          <a:ext cx="7113587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416720" imgH="2120760" progId="Equation.3">
                  <p:embed/>
                </p:oleObj>
              </mc:Choice>
              <mc:Fallback>
                <p:oleObj name="公式" r:id="rId4" imgW="7416720" imgH="2120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480" y="3326334"/>
                        <a:ext cx="7113587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2780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utoUpdateAnimBg="0"/>
      <p:bldP spid="16998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347397"/>
              </p:ext>
            </p:extLst>
          </p:nvPr>
        </p:nvGraphicFramePr>
        <p:xfrm>
          <a:off x="2145160" y="848637"/>
          <a:ext cx="7344816" cy="323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9000" imgH="1511280" progId="Equation.DSMT4">
                  <p:embed/>
                </p:oleObj>
              </mc:Choice>
              <mc:Fallback>
                <p:oleObj name="Equation" r:id="rId2" imgW="3429000" imgH="1511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160" y="848637"/>
                        <a:ext cx="7344816" cy="323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2145160" y="4114243"/>
            <a:ext cx="67687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函数和、差、积、商的微分法则</a:t>
            </a:r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033492"/>
              </p:ext>
            </p:extLst>
          </p:nvPr>
        </p:nvGraphicFramePr>
        <p:xfrm>
          <a:off x="2711624" y="4797152"/>
          <a:ext cx="6048672" cy="132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210000" imgH="1358640" progId="Equation.3">
                  <p:embed/>
                </p:oleObj>
              </mc:Choice>
              <mc:Fallback>
                <p:oleObj name="公式" r:id="rId4" imgW="6210000" imgH="1358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4797152"/>
                        <a:ext cx="6048672" cy="1323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095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34" name="Text Box 2"/>
          <p:cNvSpPr txBox="1">
            <a:spLocks noChangeArrowheads="1"/>
          </p:cNvSpPr>
          <p:nvPr/>
        </p:nvSpPr>
        <p:spPr bwMode="auto">
          <a:xfrm>
            <a:off x="2328863" y="6858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2328863" y="16764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9026" name="Object 4"/>
          <p:cNvGraphicFramePr>
            <a:graphicFrameLocks noChangeAspect="1"/>
          </p:cNvGraphicFramePr>
          <p:nvPr/>
        </p:nvGraphicFramePr>
        <p:xfrm>
          <a:off x="3275013" y="685800"/>
          <a:ext cx="3568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68680" imgH="520560" progId="Equation.3">
                  <p:embed/>
                </p:oleObj>
              </mc:Choice>
              <mc:Fallback>
                <p:oleObj name="公式" r:id="rId2" imgW="356868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685800"/>
                        <a:ext cx="3568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3167063" y="1447801"/>
          <a:ext cx="25146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14600" imgH="1002960" progId="Equation.3">
                  <p:embed/>
                </p:oleObj>
              </mc:Choice>
              <mc:Fallback>
                <p:oleObj name="公式" r:id="rId4" imgW="251460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1447801"/>
                        <a:ext cx="25146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8" name="Object 6"/>
          <p:cNvGraphicFramePr>
            <a:graphicFrameLocks noChangeAspect="1"/>
          </p:cNvGraphicFramePr>
          <p:nvPr/>
        </p:nvGraphicFramePr>
        <p:xfrm>
          <a:off x="6291263" y="1447801"/>
          <a:ext cx="29210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20680" imgH="1002960" progId="Equation.3">
                  <p:embed/>
                </p:oleObj>
              </mc:Choice>
              <mc:Fallback>
                <p:oleObj name="公式" r:id="rId6" imgW="292068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63" y="1447801"/>
                        <a:ext cx="29210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9" name="Text Box 7"/>
          <p:cNvSpPr txBox="1">
            <a:spLocks noChangeArrowheads="1"/>
          </p:cNvSpPr>
          <p:nvPr/>
        </p:nvSpPr>
        <p:spPr bwMode="auto">
          <a:xfrm>
            <a:off x="2328863" y="2743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2328863" y="34290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2041" name="Object 9"/>
          <p:cNvGraphicFramePr>
            <a:graphicFrameLocks noChangeAspect="1"/>
          </p:cNvGraphicFramePr>
          <p:nvPr/>
        </p:nvGraphicFramePr>
        <p:xfrm>
          <a:off x="3319463" y="2768600"/>
          <a:ext cx="3479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79760" imgH="469800" progId="Equation.3">
                  <p:embed/>
                </p:oleObj>
              </mc:Choice>
              <mc:Fallback>
                <p:oleObj name="公式" r:id="rId8" imgW="3479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2768600"/>
                        <a:ext cx="3479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2" name="Object 10"/>
          <p:cNvGraphicFramePr>
            <a:graphicFrameLocks noChangeAspect="1"/>
          </p:cNvGraphicFramePr>
          <p:nvPr/>
        </p:nvGraphicFramePr>
        <p:xfrm>
          <a:off x="3114675" y="3492500"/>
          <a:ext cx="53101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308560" imgH="469800" progId="Equation.3">
                  <p:embed/>
                </p:oleObj>
              </mc:Choice>
              <mc:Fallback>
                <p:oleObj name="公式" r:id="rId10" imgW="53085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3492500"/>
                        <a:ext cx="53101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3" name="Object 11"/>
          <p:cNvGraphicFramePr>
            <a:graphicFrameLocks noChangeAspect="1"/>
          </p:cNvGraphicFramePr>
          <p:nvPr/>
        </p:nvGraphicFramePr>
        <p:xfrm>
          <a:off x="2862264" y="4267200"/>
          <a:ext cx="57673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765760" imgH="469800" progId="Equation.3">
                  <p:embed/>
                </p:oleObj>
              </mc:Choice>
              <mc:Fallback>
                <p:oleObj name="公式" r:id="rId12" imgW="5765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4267200"/>
                        <a:ext cx="57673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4" name="Object 12"/>
          <p:cNvGraphicFramePr>
            <a:graphicFrameLocks noChangeAspect="1"/>
          </p:cNvGraphicFramePr>
          <p:nvPr/>
        </p:nvGraphicFramePr>
        <p:xfrm>
          <a:off x="2862264" y="4953000"/>
          <a:ext cx="65293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527520" imgH="469800" progId="Equation.3">
                  <p:embed/>
                </p:oleObj>
              </mc:Choice>
              <mc:Fallback>
                <p:oleObj name="公式" r:id="rId14" imgW="65275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4953000"/>
                        <a:ext cx="65293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5" name="Object 13"/>
          <p:cNvGraphicFramePr>
            <a:graphicFrameLocks noChangeAspect="1"/>
          </p:cNvGraphicFramePr>
          <p:nvPr/>
        </p:nvGraphicFramePr>
        <p:xfrm>
          <a:off x="3573463" y="5638800"/>
          <a:ext cx="3975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974760" imgH="469800" progId="Equation.3">
                  <p:embed/>
                </p:oleObj>
              </mc:Choice>
              <mc:Fallback>
                <p:oleObj name="公式" r:id="rId16" imgW="3974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5638800"/>
                        <a:ext cx="3975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1064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autoUpdateAnimBg="0"/>
      <p:bldP spid="172039" grpId="0" autoUpdateAnimBg="0"/>
      <p:bldP spid="17204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636624"/>
            <a:ext cx="4741912" cy="651261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六、微分形式的不变性</a:t>
            </a:r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25555"/>
              </p:ext>
            </p:extLst>
          </p:nvPr>
        </p:nvGraphicFramePr>
        <p:xfrm>
          <a:off x="2438400" y="1957389"/>
          <a:ext cx="5270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70400" imgH="444240" progId="Equation.3">
                  <p:embed/>
                </p:oleObj>
              </mc:Choice>
              <mc:Fallback>
                <p:oleObj name="公式" r:id="rId2" imgW="5270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57389"/>
                        <a:ext cx="5270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287713"/>
              </p:ext>
            </p:extLst>
          </p:nvPr>
        </p:nvGraphicFramePr>
        <p:xfrm>
          <a:off x="2442347" y="2623387"/>
          <a:ext cx="5813893" cy="907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67200" imgH="1041120" progId="Equation.3">
                  <p:embed/>
                </p:oleObj>
              </mc:Choice>
              <mc:Fallback>
                <p:oleObj name="公式" r:id="rId4" imgW="66672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347" y="2623387"/>
                        <a:ext cx="5813893" cy="907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34642"/>
              </p:ext>
            </p:extLst>
          </p:nvPr>
        </p:nvGraphicFramePr>
        <p:xfrm>
          <a:off x="2504984" y="1412377"/>
          <a:ext cx="4979909" cy="42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44840" imgH="444240" progId="Equation.3">
                  <p:embed/>
                </p:oleObj>
              </mc:Choice>
              <mc:Fallback>
                <p:oleObj name="公式" r:id="rId6" imgW="5244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4984" y="1412377"/>
                        <a:ext cx="4979909" cy="420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047994"/>
              </p:ext>
            </p:extLst>
          </p:nvPr>
        </p:nvGraphicFramePr>
        <p:xfrm>
          <a:off x="5448672" y="3103070"/>
          <a:ext cx="2590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90560" imgH="406080" progId="Equation.3">
                  <p:embed/>
                </p:oleObj>
              </mc:Choice>
              <mc:Fallback>
                <p:oleObj name="公式" r:id="rId8" imgW="2590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672" y="3103070"/>
                        <a:ext cx="2590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125426"/>
              </p:ext>
            </p:extLst>
          </p:nvPr>
        </p:nvGraphicFramePr>
        <p:xfrm>
          <a:off x="2861338" y="3722538"/>
          <a:ext cx="2133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33360" imgH="406080" progId="Equation.3">
                  <p:embed/>
                </p:oleObj>
              </mc:Choice>
              <mc:Fallback>
                <p:oleObj name="公式" r:id="rId10" imgW="2133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338" y="3722538"/>
                        <a:ext cx="2133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467707"/>
              </p:ext>
            </p:extLst>
          </p:nvPr>
        </p:nvGraphicFramePr>
        <p:xfrm>
          <a:off x="5807968" y="3716715"/>
          <a:ext cx="2324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23800" imgH="406080" progId="Equation.3">
                  <p:embed/>
                </p:oleObj>
              </mc:Choice>
              <mc:Fallback>
                <p:oleObj name="公式" r:id="rId12" imgW="2323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3716715"/>
                        <a:ext cx="23241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2351365" y="4259998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ea typeface="黑体" pitchFamily="2" charset="-122"/>
              </a:rPr>
              <a:t>结论</a:t>
            </a:r>
            <a:r>
              <a:rPr lang="zh-CN" altLang="en-US" sz="2800" b="1" dirty="0">
                <a:solidFill>
                  <a:schemeClr val="accent2"/>
                </a:solidFill>
              </a:rPr>
              <a:t>：</a:t>
            </a:r>
          </a:p>
        </p:txBody>
      </p:sp>
      <p:graphicFrame>
        <p:nvGraphicFramePr>
          <p:cNvPr id="173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141257"/>
              </p:ext>
            </p:extLst>
          </p:nvPr>
        </p:nvGraphicFramePr>
        <p:xfrm>
          <a:off x="2304256" y="4306998"/>
          <a:ext cx="73929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391160" imgH="1041120" progId="Equation.3">
                  <p:embed/>
                </p:oleObj>
              </mc:Choice>
              <mc:Fallback>
                <p:oleObj name="公式" r:id="rId14" imgW="739116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256" y="4306998"/>
                        <a:ext cx="739298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7" name="Line 11"/>
          <p:cNvSpPr>
            <a:spLocks noChangeShapeType="1"/>
          </p:cNvSpPr>
          <p:nvPr/>
        </p:nvSpPr>
        <p:spPr bwMode="auto">
          <a:xfrm>
            <a:off x="5651500" y="2399272"/>
            <a:ext cx="2057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8" name="Line 12"/>
          <p:cNvSpPr>
            <a:spLocks noChangeShapeType="1"/>
          </p:cNvSpPr>
          <p:nvPr/>
        </p:nvSpPr>
        <p:spPr bwMode="auto">
          <a:xfrm>
            <a:off x="6074668" y="4121528"/>
            <a:ext cx="2057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9" name="AutoShape 13"/>
          <p:cNvSpPr>
            <a:spLocks noChangeArrowheads="1"/>
          </p:cNvSpPr>
          <p:nvPr/>
        </p:nvSpPr>
        <p:spPr bwMode="auto">
          <a:xfrm flipH="1">
            <a:off x="4876800" y="5534683"/>
            <a:ext cx="2743200" cy="457200"/>
          </a:xfrm>
          <a:prstGeom prst="wedgeRectCallout">
            <a:avLst>
              <a:gd name="adj1" fmla="val -54690"/>
              <a:gd name="adj2" fmla="val -9722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微分形式的不变性</a:t>
            </a:r>
            <a:endParaRPr lang="zh-CN" altLang="en-US" b="1" dirty="0"/>
          </a:p>
        </p:txBody>
      </p:sp>
      <p:graphicFrame>
        <p:nvGraphicFramePr>
          <p:cNvPr id="173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67842"/>
              </p:ext>
            </p:extLst>
          </p:nvPr>
        </p:nvGraphicFramePr>
        <p:xfrm>
          <a:off x="6635750" y="4897281"/>
          <a:ext cx="21463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45960" imgH="406080" progId="Equation.3">
                  <p:embed/>
                </p:oleObj>
              </mc:Choice>
              <mc:Fallback>
                <p:oleObj name="公式" r:id="rId16" imgW="2145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0" y="4897281"/>
                        <a:ext cx="2146300" cy="40481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9231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5" grpId="0" autoUpdateAnimBg="0"/>
      <p:bldP spid="173067" grpId="0" animBg="1"/>
      <p:bldP spid="173068" grpId="0" animBg="1"/>
      <p:bldP spid="17306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2419350" y="35448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2419350" y="43068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4084" name="Object 4"/>
          <p:cNvGraphicFramePr>
            <a:graphicFrameLocks noChangeAspect="1"/>
          </p:cNvGraphicFramePr>
          <p:nvPr/>
        </p:nvGraphicFramePr>
        <p:xfrm>
          <a:off x="3422650" y="3608388"/>
          <a:ext cx="345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54200" imgH="469800" progId="Equation.3">
                  <p:embed/>
                </p:oleObj>
              </mc:Choice>
              <mc:Fallback>
                <p:oleObj name="公式" r:id="rId2" imgW="34542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3608388"/>
                        <a:ext cx="3454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3205164" y="4356100"/>
          <a:ext cx="62245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222960" imgH="469800" progId="Equation.3">
                  <p:embed/>
                </p:oleObj>
              </mc:Choice>
              <mc:Fallback>
                <p:oleObj name="公式" r:id="rId4" imgW="6222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4" y="4356100"/>
                        <a:ext cx="62245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Object 6"/>
          <p:cNvGraphicFramePr>
            <a:graphicFrameLocks noChangeAspect="1"/>
          </p:cNvGraphicFramePr>
          <p:nvPr/>
        </p:nvGraphicFramePr>
        <p:xfrm>
          <a:off x="3605214" y="5054600"/>
          <a:ext cx="59197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18040" imgH="469800" progId="Equation.3">
                  <p:embed/>
                </p:oleObj>
              </mc:Choice>
              <mc:Fallback>
                <p:oleObj name="公式" r:id="rId6" imgW="5918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5054600"/>
                        <a:ext cx="59197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7"/>
          <p:cNvGraphicFramePr>
            <a:graphicFrameLocks noChangeAspect="1"/>
          </p:cNvGraphicFramePr>
          <p:nvPr/>
        </p:nvGraphicFramePr>
        <p:xfrm>
          <a:off x="3619500" y="5778500"/>
          <a:ext cx="414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40000" imgH="469800" progId="Equation.3">
                  <p:embed/>
                </p:oleObj>
              </mc:Choice>
              <mc:Fallback>
                <p:oleObj name="公式" r:id="rId8" imgW="41400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5778500"/>
                        <a:ext cx="414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6" name="Text Box 8"/>
          <p:cNvSpPr txBox="1">
            <a:spLocks noChangeArrowheads="1"/>
          </p:cNvSpPr>
          <p:nvPr/>
        </p:nvSpPr>
        <p:spPr bwMode="auto">
          <a:xfrm>
            <a:off x="2419350" y="7620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2419350" y="14478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1078" name="Object 10"/>
          <p:cNvGraphicFramePr>
            <a:graphicFrameLocks noChangeAspect="1"/>
          </p:cNvGraphicFramePr>
          <p:nvPr/>
        </p:nvGraphicFramePr>
        <p:xfrm>
          <a:off x="3378200" y="844551"/>
          <a:ext cx="35433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43120" imgH="431640" progId="Equation.3">
                  <p:embed/>
                </p:oleObj>
              </mc:Choice>
              <mc:Fallback>
                <p:oleObj name="公式" r:id="rId10" imgW="3543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844551"/>
                        <a:ext cx="35433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1" name="Object 11"/>
          <p:cNvGraphicFramePr>
            <a:graphicFrameLocks noChangeAspect="1"/>
          </p:cNvGraphicFramePr>
          <p:nvPr/>
        </p:nvGraphicFramePr>
        <p:xfrm>
          <a:off x="3244850" y="1524001"/>
          <a:ext cx="328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88960" imgH="393480" progId="Equation.3">
                  <p:embed/>
                </p:oleObj>
              </mc:Choice>
              <mc:Fallback>
                <p:oleObj name="公式" r:id="rId12" imgW="328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1524001"/>
                        <a:ext cx="328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2" name="Object 12"/>
          <p:cNvGraphicFramePr>
            <a:graphicFrameLocks noChangeAspect="1"/>
          </p:cNvGraphicFramePr>
          <p:nvPr/>
        </p:nvGraphicFramePr>
        <p:xfrm>
          <a:off x="2495550" y="2198688"/>
          <a:ext cx="2120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20760" imgH="393480" progId="Equation.3">
                  <p:embed/>
                </p:oleObj>
              </mc:Choice>
              <mc:Fallback>
                <p:oleObj name="公式" r:id="rId14" imgW="2120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198688"/>
                        <a:ext cx="2120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3" name="Object 13"/>
          <p:cNvGraphicFramePr>
            <a:graphicFrameLocks noChangeAspect="1"/>
          </p:cNvGraphicFramePr>
          <p:nvPr/>
        </p:nvGraphicFramePr>
        <p:xfrm>
          <a:off x="4781550" y="2209801"/>
          <a:ext cx="328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88960" imgH="393480" progId="Equation.3">
                  <p:embed/>
                </p:oleObj>
              </mc:Choice>
              <mc:Fallback>
                <p:oleObj name="公式" r:id="rId16" imgW="328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2209801"/>
                        <a:ext cx="328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4" name="Object 14"/>
          <p:cNvGraphicFramePr>
            <a:graphicFrameLocks noChangeAspect="1"/>
          </p:cNvGraphicFramePr>
          <p:nvPr/>
        </p:nvGraphicFramePr>
        <p:xfrm>
          <a:off x="3181350" y="2884488"/>
          <a:ext cx="2667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66880" imgH="393480" progId="Equation.3">
                  <p:embed/>
                </p:oleObj>
              </mc:Choice>
              <mc:Fallback>
                <p:oleObj name="公式" r:id="rId18" imgW="266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2884488"/>
                        <a:ext cx="2667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5" name="Object 15"/>
          <p:cNvGraphicFramePr>
            <a:graphicFrameLocks noChangeAspect="1"/>
          </p:cNvGraphicFramePr>
          <p:nvPr/>
        </p:nvGraphicFramePr>
        <p:xfrm>
          <a:off x="5880100" y="2884488"/>
          <a:ext cx="2603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03160" imgH="393480" progId="Equation.3">
                  <p:embed/>
                </p:oleObj>
              </mc:Choice>
              <mc:Fallback>
                <p:oleObj name="公式" r:id="rId20" imgW="2603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2884488"/>
                        <a:ext cx="2603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2989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 autoUpdateAnimBg="0"/>
      <p:bldP spid="174083" grpId="0" autoUpdateAnimBg="0"/>
      <p:bldP spid="17408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6" name="Text Box 2"/>
          <p:cNvSpPr txBox="1">
            <a:spLocks noChangeArrowheads="1"/>
          </p:cNvSpPr>
          <p:nvPr/>
        </p:nvSpPr>
        <p:spPr bwMode="auto">
          <a:xfrm>
            <a:off x="2170113" y="8001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6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2360613" y="24384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  <p:sp>
        <p:nvSpPr>
          <p:cNvPr id="132108" name="Text Box 4"/>
          <p:cNvSpPr txBox="1">
            <a:spLocks noChangeArrowheads="1"/>
          </p:cNvSpPr>
          <p:nvPr/>
        </p:nvSpPr>
        <p:spPr bwMode="auto">
          <a:xfrm>
            <a:off x="2971800" y="806450"/>
            <a:ext cx="7162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在下列等式左端的括号中填入适当的函数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使等式成立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32098" name="Object 5"/>
          <p:cNvGraphicFramePr>
            <a:graphicFrameLocks noChangeAspect="1"/>
          </p:cNvGraphicFramePr>
          <p:nvPr/>
        </p:nvGraphicFramePr>
        <p:xfrm>
          <a:off x="2513014" y="1828800"/>
          <a:ext cx="7392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91160" imgH="469800" progId="Equation.3">
                  <p:embed/>
                </p:oleObj>
              </mc:Choice>
              <mc:Fallback>
                <p:oleObj name="公式" r:id="rId2" imgW="7391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4" y="1828800"/>
                        <a:ext cx="73929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3046413" y="2551114"/>
          <a:ext cx="35052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87720" imgH="393480" progId="Equation.3">
                  <p:embed/>
                </p:oleObj>
              </mc:Choice>
              <mc:Fallback>
                <p:oleObj name="公式" r:id="rId4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2551114"/>
                        <a:ext cx="35052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1" name="Object 7"/>
          <p:cNvGraphicFramePr>
            <a:graphicFrameLocks noChangeAspect="1"/>
          </p:cNvGraphicFramePr>
          <p:nvPr/>
        </p:nvGraphicFramePr>
        <p:xfrm>
          <a:off x="3078163" y="2978150"/>
          <a:ext cx="304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66800" imgH="838080" progId="Equation.3">
                  <p:embed/>
                </p:oleObj>
              </mc:Choice>
              <mc:Fallback>
                <p:oleObj name="公式" r:id="rId6" imgW="34668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2978150"/>
                        <a:ext cx="3048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2" name="Object 8"/>
          <p:cNvGraphicFramePr>
            <a:graphicFrameLocks noChangeAspect="1"/>
          </p:cNvGraphicFramePr>
          <p:nvPr/>
        </p:nvGraphicFramePr>
        <p:xfrm>
          <a:off x="3046414" y="3657600"/>
          <a:ext cx="36607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65560" imgH="838080" progId="Equation.3">
                  <p:embed/>
                </p:oleObj>
              </mc:Choice>
              <mc:Fallback>
                <p:oleObj name="公式" r:id="rId8" imgW="4165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4" y="3657600"/>
                        <a:ext cx="36607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6246813" y="2971800"/>
          <a:ext cx="18081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7400" imgH="838080" progId="Equation.3">
                  <p:embed/>
                </p:oleObj>
              </mc:Choice>
              <mc:Fallback>
                <p:oleObj name="公式" r:id="rId10" imgW="2057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2971800"/>
                        <a:ext cx="18081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4" name="Object 10"/>
          <p:cNvGraphicFramePr>
            <a:graphicFrameLocks noChangeAspect="1"/>
          </p:cNvGraphicFramePr>
          <p:nvPr/>
        </p:nvGraphicFramePr>
        <p:xfrm>
          <a:off x="2970213" y="4495800"/>
          <a:ext cx="3751262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267080" imgH="1358640" progId="Equation.3">
                  <p:embed/>
                </p:oleObj>
              </mc:Choice>
              <mc:Fallback>
                <p:oleObj name="公式" r:id="rId12" imgW="4267080" imgH="1358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4495800"/>
                        <a:ext cx="3751262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5" name="Object 11"/>
          <p:cNvGraphicFramePr>
            <a:graphicFrameLocks noChangeAspect="1"/>
          </p:cNvGraphicFramePr>
          <p:nvPr/>
        </p:nvGraphicFramePr>
        <p:xfrm>
          <a:off x="6856414" y="4716464"/>
          <a:ext cx="197643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47840" imgH="444240" progId="Equation.3">
                  <p:embed/>
                </p:oleObj>
              </mc:Choice>
              <mc:Fallback>
                <p:oleObj name="公式" r:id="rId14" imgW="2247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4" y="4716464"/>
                        <a:ext cx="1976437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6" name="Object 12"/>
          <p:cNvGraphicFramePr>
            <a:graphicFrameLocks noChangeAspect="1"/>
          </p:cNvGraphicFramePr>
          <p:nvPr/>
        </p:nvGraphicFramePr>
        <p:xfrm>
          <a:off x="2970214" y="5715000"/>
          <a:ext cx="45100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130720" imgH="469800" progId="Equation.3">
                  <p:embed/>
                </p:oleObj>
              </mc:Choice>
              <mc:Fallback>
                <p:oleObj name="公式" r:id="rId16" imgW="5130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4" y="5715000"/>
                        <a:ext cx="45100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43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Text Box 2"/>
          <p:cNvSpPr txBox="1">
            <a:spLocks noChangeArrowheads="1"/>
          </p:cNvSpPr>
          <p:nvPr/>
        </p:nvSpPr>
        <p:spPr bwMode="auto">
          <a:xfrm>
            <a:off x="2249112" y="1772062"/>
            <a:ext cx="4462264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 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导数与微分的关系</a:t>
            </a:r>
          </a:p>
        </p:txBody>
      </p:sp>
      <p:graphicFrame>
        <p:nvGraphicFramePr>
          <p:cNvPr id="161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06378"/>
              </p:ext>
            </p:extLst>
          </p:nvPr>
        </p:nvGraphicFramePr>
        <p:xfrm>
          <a:off x="2322512" y="2555494"/>
          <a:ext cx="7431088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429320" imgH="1002960" progId="Equation.3">
                  <p:embed/>
                </p:oleObj>
              </mc:Choice>
              <mc:Fallback>
                <p:oleObj name="公式" r:id="rId2" imgW="742932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2" y="2555494"/>
                        <a:ext cx="7431088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7" name="Text Box 4"/>
          <p:cNvSpPr txBox="1">
            <a:spLocks noChangeArrowheads="1"/>
          </p:cNvSpPr>
          <p:nvPr/>
        </p:nvSpPr>
        <p:spPr bwMode="auto">
          <a:xfrm>
            <a:off x="2232507" y="2481264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定理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1798" name="Text Box 5"/>
          <p:cNvSpPr txBox="1">
            <a:spLocks noChangeArrowheads="1"/>
          </p:cNvSpPr>
          <p:nvPr/>
        </p:nvSpPr>
        <p:spPr bwMode="auto">
          <a:xfrm>
            <a:off x="2286000" y="3686970"/>
            <a:ext cx="352616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 、</a:t>
            </a:r>
            <a:r>
              <a:rPr lang="zh-CN" altLang="en-US" sz="32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微分的求法</a:t>
            </a:r>
          </a:p>
        </p:txBody>
      </p:sp>
      <p:graphicFrame>
        <p:nvGraphicFramePr>
          <p:cNvPr id="1617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319301"/>
              </p:ext>
            </p:extLst>
          </p:nvPr>
        </p:nvGraphicFramePr>
        <p:xfrm>
          <a:off x="2899730" y="4408490"/>
          <a:ext cx="2146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45960" imgH="406080" progId="Equation.3">
                  <p:embed/>
                </p:oleObj>
              </mc:Choice>
              <mc:Fallback>
                <p:oleObj name="公式" r:id="rId4" imgW="2145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730" y="4408490"/>
                        <a:ext cx="2146300" cy="40481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9" name="Text Box 7"/>
          <p:cNvSpPr txBox="1">
            <a:spLocks noChangeArrowheads="1"/>
          </p:cNvSpPr>
          <p:nvPr/>
        </p:nvSpPr>
        <p:spPr bwMode="auto">
          <a:xfrm>
            <a:off x="2286000" y="4953001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求法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800" b="1" dirty="0"/>
              <a:t>计算函数的导数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乘以自变量的微分</a:t>
            </a:r>
            <a:r>
              <a:rPr lang="en-US" altLang="zh-CN" sz="2800" b="1" dirty="0"/>
              <a:t>.</a:t>
            </a:r>
          </a:p>
        </p:txBody>
      </p:sp>
      <p:sp>
        <p:nvSpPr>
          <p:cNvPr id="161800" name="Rectangle 8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199696" y="92675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313987"/>
      </p:ext>
    </p:extLst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1" name="Text Box 2"/>
          <p:cNvSpPr txBox="1">
            <a:spLocks noChangeArrowheads="1"/>
          </p:cNvSpPr>
          <p:nvPr/>
        </p:nvSpPr>
        <p:spPr bwMode="auto">
          <a:xfrm>
            <a:off x="2387600" y="788990"/>
            <a:ext cx="5580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、基本初等函数的微分公式</a:t>
            </a:r>
          </a:p>
        </p:txBody>
      </p:sp>
      <p:graphicFrame>
        <p:nvGraphicFramePr>
          <p:cNvPr id="162818" name="Object 3"/>
          <p:cNvGraphicFramePr>
            <a:graphicFrameLocks noChangeAspect="1"/>
          </p:cNvGraphicFramePr>
          <p:nvPr/>
        </p:nvGraphicFramePr>
        <p:xfrm>
          <a:off x="2387600" y="1371601"/>
          <a:ext cx="6477000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416720" imgH="2120760" progId="Equation.3">
                  <p:embed/>
                </p:oleObj>
              </mc:Choice>
              <mc:Fallback>
                <p:oleObj name="公式" r:id="rId2" imgW="7416720" imgH="2120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371601"/>
                        <a:ext cx="6477000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19" name="Object 4"/>
          <p:cNvGraphicFramePr>
            <a:graphicFrameLocks noChangeAspect="1"/>
          </p:cNvGraphicFramePr>
          <p:nvPr/>
        </p:nvGraphicFramePr>
        <p:xfrm>
          <a:off x="2432050" y="3287713"/>
          <a:ext cx="6819900" cy="293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810200" imgH="3365280" progId="Equation.3">
                  <p:embed/>
                </p:oleObj>
              </mc:Choice>
              <mc:Fallback>
                <p:oleObj name="公式" r:id="rId4" imgW="7810200" imgH="336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3287713"/>
                        <a:ext cx="6819900" cy="293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2" name="Rectangle 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2820" name="Object 6"/>
          <p:cNvGraphicFramePr>
            <a:graphicFrameLocks noChangeAspect="1"/>
          </p:cNvGraphicFramePr>
          <p:nvPr/>
        </p:nvGraphicFramePr>
        <p:xfrm>
          <a:off x="6205539" y="5775325"/>
          <a:ext cx="473075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20560" imgH="241200" progId="Equation.3">
                  <p:embed/>
                </p:oleObj>
              </mc:Choice>
              <mc:Fallback>
                <p:oleObj name="公式" r:id="rId7" imgW="520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39" y="5775325"/>
                        <a:ext cx="473075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354895"/>
      </p:ext>
    </p:extLst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5" name="Text Box 2"/>
          <p:cNvSpPr txBox="1">
            <a:spLocks noChangeArrowheads="1"/>
          </p:cNvSpPr>
          <p:nvPr/>
        </p:nvSpPr>
        <p:spPr bwMode="auto">
          <a:xfrm>
            <a:off x="2133600" y="1752601"/>
            <a:ext cx="540256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函数和、差、积、商的微分法则</a:t>
            </a:r>
          </a:p>
        </p:txBody>
      </p:sp>
      <p:graphicFrame>
        <p:nvGraphicFramePr>
          <p:cNvPr id="163842" name="Object 3"/>
          <p:cNvGraphicFramePr>
            <a:graphicFrameLocks noChangeAspect="1"/>
          </p:cNvGraphicFramePr>
          <p:nvPr/>
        </p:nvGraphicFramePr>
        <p:xfrm>
          <a:off x="2501900" y="2527300"/>
          <a:ext cx="6211888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210000" imgH="1358640" progId="Equation.3">
                  <p:embed/>
                </p:oleObj>
              </mc:Choice>
              <mc:Fallback>
                <p:oleObj name="公式" r:id="rId2" imgW="6210000" imgH="1358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527300"/>
                        <a:ext cx="6211888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6" name="Text Box 4"/>
          <p:cNvSpPr txBox="1">
            <a:spLocks noChangeArrowheads="1"/>
          </p:cNvSpPr>
          <p:nvPr/>
        </p:nvSpPr>
        <p:spPr bwMode="auto">
          <a:xfrm>
            <a:off x="2362200" y="921694"/>
            <a:ext cx="424624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</a:rPr>
              <a:t> 、</a:t>
            </a:r>
            <a:r>
              <a:rPr lang="zh-CN" altLang="en-US" sz="32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微分的基本法则</a:t>
            </a:r>
          </a:p>
        </p:txBody>
      </p:sp>
      <p:sp>
        <p:nvSpPr>
          <p:cNvPr id="163847" name="Text Box 5"/>
          <p:cNvSpPr txBox="1">
            <a:spLocks noChangeArrowheads="1"/>
          </p:cNvSpPr>
          <p:nvPr/>
        </p:nvSpPr>
        <p:spPr bwMode="auto">
          <a:xfrm>
            <a:off x="2133600" y="4052888"/>
            <a:ext cx="46824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微分形式的不变性</a:t>
            </a:r>
          </a:p>
        </p:txBody>
      </p:sp>
      <p:graphicFrame>
        <p:nvGraphicFramePr>
          <p:cNvPr id="163843" name="Object 6"/>
          <p:cNvGraphicFramePr>
            <a:graphicFrameLocks noChangeAspect="1"/>
          </p:cNvGraphicFramePr>
          <p:nvPr/>
        </p:nvGraphicFramePr>
        <p:xfrm>
          <a:off x="2362200" y="4775200"/>
          <a:ext cx="66436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42000" imgH="939600" progId="Equation.3">
                  <p:embed/>
                </p:oleObj>
              </mc:Choice>
              <mc:Fallback>
                <p:oleObj name="公式" r:id="rId4" imgW="66420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775200"/>
                        <a:ext cx="66436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4" name="Object 7"/>
          <p:cNvGraphicFramePr>
            <a:graphicFrameLocks noChangeAspect="1"/>
          </p:cNvGraphicFramePr>
          <p:nvPr/>
        </p:nvGraphicFramePr>
        <p:xfrm>
          <a:off x="5092700" y="5310188"/>
          <a:ext cx="21463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45960" imgH="406080" progId="Equation.3">
                  <p:embed/>
                </p:oleObj>
              </mc:Choice>
              <mc:Fallback>
                <p:oleObj name="公式" r:id="rId6" imgW="2145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5310188"/>
                        <a:ext cx="2146300" cy="40481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8" name="Rectangle 8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5171707"/>
      </p:ext>
    </p:extLst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529126" y="3284984"/>
            <a:ext cx="54198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一、</a:t>
            </a:r>
            <a:r>
              <a:rPr lang="zh-CN" altLang="en-US" sz="3200" b="1" dirty="0"/>
              <a:t>计算函数增量的近似值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199684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29126" y="4216931"/>
            <a:ext cx="50878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二、</a:t>
            </a:r>
            <a:r>
              <a:rPr lang="zh-CN" altLang="en-US" sz="3200" b="1" dirty="0"/>
              <a:t>计算函数的近似值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2855640" y="1957237"/>
            <a:ext cx="6240811" cy="769441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第五节   微分的简单应用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9676235" y="404664"/>
            <a:ext cx="1750800" cy="5847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2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4413963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93900" y="794814"/>
            <a:ext cx="5775498" cy="737756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一、计算函数增量的近似值</a:t>
            </a: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2569421" y="1700212"/>
          <a:ext cx="6118867" cy="918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260760" imgH="939600" progId="Equation.3">
                  <p:embed/>
                </p:oleObj>
              </mc:Choice>
              <mc:Fallback>
                <p:oleObj name="公式" r:id="rId2" imgW="62607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421" y="1700212"/>
                        <a:ext cx="6118867" cy="918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1993900" y="3515086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2256094" y="3565347"/>
          <a:ext cx="72913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89640" imgH="952200" progId="Equation.3">
                  <p:embed/>
                </p:oleObj>
              </mc:Choice>
              <mc:Fallback>
                <p:oleObj name="公式" r:id="rId4" imgW="728964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094" y="3565347"/>
                        <a:ext cx="72913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2057400" y="467129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4327" name="Object 7"/>
          <p:cNvGraphicFramePr>
            <a:graphicFrameLocks noChangeAspect="1"/>
          </p:cNvGraphicFramePr>
          <p:nvPr/>
        </p:nvGraphicFramePr>
        <p:xfrm>
          <a:off x="3022600" y="4679236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50960" imgH="457200" progId="Equation.3">
                  <p:embed/>
                </p:oleObj>
              </mc:Choice>
              <mc:Fallback>
                <p:oleObj name="公式" r:id="rId6" imgW="1650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4679236"/>
                        <a:ext cx="165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4947506" y="4700388"/>
          <a:ext cx="42037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03360" imgH="431640" progId="Equation.3">
                  <p:embed/>
                </p:oleObj>
              </mc:Choice>
              <mc:Fallback>
                <p:oleObj name="公式" r:id="rId8" imgW="4203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7506" y="4700388"/>
                        <a:ext cx="42037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9" name="Object 9"/>
          <p:cNvGraphicFramePr>
            <a:graphicFrameLocks noChangeAspect="1"/>
          </p:cNvGraphicFramePr>
          <p:nvPr/>
        </p:nvGraphicFramePr>
        <p:xfrm>
          <a:off x="2438400" y="5372100"/>
          <a:ext cx="3225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25600" imgH="393480" progId="Equation.3">
                  <p:embed/>
                </p:oleObj>
              </mc:Choice>
              <mc:Fallback>
                <p:oleObj name="公式" r:id="rId10" imgW="3225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372100"/>
                        <a:ext cx="3225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0" name="Object 10"/>
          <p:cNvGraphicFramePr>
            <a:graphicFrameLocks noChangeAspect="1"/>
          </p:cNvGraphicFramePr>
          <p:nvPr/>
        </p:nvGraphicFramePr>
        <p:xfrm>
          <a:off x="5737225" y="5352640"/>
          <a:ext cx="23241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23800" imgH="317160" progId="Equation.3">
                  <p:embed/>
                </p:oleObj>
              </mc:Choice>
              <mc:Fallback>
                <p:oleObj name="公式" r:id="rId12" imgW="23238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225" y="5352640"/>
                        <a:ext cx="23241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1" name="Object 11"/>
          <p:cNvGraphicFramePr>
            <a:graphicFrameLocks noChangeAspect="1"/>
          </p:cNvGraphicFramePr>
          <p:nvPr/>
        </p:nvGraphicFramePr>
        <p:xfrm>
          <a:off x="8156756" y="5257800"/>
          <a:ext cx="179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90640" imgH="469800" progId="Equation.3">
                  <p:embed/>
                </p:oleObj>
              </mc:Choice>
              <mc:Fallback>
                <p:oleObj name="公式" r:id="rId14" imgW="1790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6756" y="5257800"/>
                        <a:ext cx="1790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2" name="Object 12"/>
          <p:cNvGraphicFramePr>
            <a:graphicFrameLocks noChangeAspect="1"/>
          </p:cNvGraphicFramePr>
          <p:nvPr/>
        </p:nvGraphicFramePr>
        <p:xfrm>
          <a:off x="5700765" y="2780456"/>
          <a:ext cx="20701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70000" imgH="444240" progId="Equation.3">
                  <p:embed/>
                </p:oleObj>
              </mc:Choice>
              <mc:Fallback>
                <p:oleObj name="公式" r:id="rId16" imgW="20700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65" y="2780456"/>
                        <a:ext cx="20701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3" name="Object 13"/>
          <p:cNvGraphicFramePr>
            <a:graphicFrameLocks noChangeAspect="1"/>
          </p:cNvGraphicFramePr>
          <p:nvPr/>
        </p:nvGraphicFramePr>
        <p:xfrm>
          <a:off x="3162951" y="2701106"/>
          <a:ext cx="2463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63480" imgH="571320" progId="Equation.3">
                  <p:embed/>
                </p:oleObj>
              </mc:Choice>
              <mc:Fallback>
                <p:oleObj name="公式" r:id="rId18" imgW="2463480" imgH="571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951" y="2701106"/>
                        <a:ext cx="2463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753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 autoUpdateAnimBg="0"/>
      <p:bldP spid="18432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858573"/>
            <a:ext cx="5112568" cy="771144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二、计算函数的近似值</a:t>
            </a:r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/>
        </p:nvGraphicFramePr>
        <p:xfrm>
          <a:off x="2349500" y="1905000"/>
          <a:ext cx="5402684" cy="46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21160" imgH="457200" progId="Equation.3">
                  <p:embed/>
                </p:oleObj>
              </mc:Choice>
              <mc:Fallback>
                <p:oleObj name="公式" r:id="rId2" imgW="5321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905000"/>
                        <a:ext cx="5402684" cy="464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578100" y="2605088"/>
          <a:ext cx="37973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97280" imgH="444240" progId="Equation.3">
                  <p:embed/>
                </p:oleObj>
              </mc:Choice>
              <mc:Fallback>
                <p:oleObj name="公式" r:id="rId4" imgW="3797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605088"/>
                        <a:ext cx="37973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6540500" y="2605088"/>
          <a:ext cx="2057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57400" imgH="444240" progId="Equation.3">
                  <p:embed/>
                </p:oleObj>
              </mc:Choice>
              <mc:Fallback>
                <p:oleObj name="公式" r:id="rId6" imgW="2057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2605088"/>
                        <a:ext cx="2057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/>
          <p:cNvGraphicFramePr>
            <a:graphicFrameLocks noChangeAspect="1"/>
          </p:cNvGraphicFramePr>
          <p:nvPr/>
        </p:nvGraphicFramePr>
        <p:xfrm>
          <a:off x="2730499" y="3276601"/>
          <a:ext cx="5378643" cy="46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117760" imgH="444240" progId="Equation.3">
                  <p:embed/>
                </p:oleObj>
              </mc:Choice>
              <mc:Fallback>
                <p:oleObj name="公式" r:id="rId8" imgW="5117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499" y="3276601"/>
                        <a:ext cx="5378643" cy="465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8472264" y="3247828"/>
          <a:ext cx="1835348" cy="44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17360" imgH="469800" progId="Equation.3">
                  <p:embed/>
                </p:oleObj>
              </mc:Choice>
              <mc:Fallback>
                <p:oleObj name="公式" r:id="rId10" imgW="1917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4" y="3247828"/>
                        <a:ext cx="1835348" cy="449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2133600" y="39624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85353" name="Object 9"/>
          <p:cNvGraphicFramePr>
            <a:graphicFrameLocks noChangeAspect="1"/>
          </p:cNvGraphicFramePr>
          <p:nvPr/>
        </p:nvGraphicFramePr>
        <p:xfrm>
          <a:off x="2997200" y="3987801"/>
          <a:ext cx="3962896" cy="461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95400" imgH="431640" progId="Equation.3">
                  <p:embed/>
                </p:oleObj>
              </mc:Choice>
              <mc:Fallback>
                <p:oleObj name="公式" r:id="rId12" imgW="3695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987801"/>
                        <a:ext cx="3962896" cy="461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4" name="Text Box 10"/>
          <p:cNvSpPr txBox="1">
            <a:spLocks noChangeArrowheads="1"/>
          </p:cNvSpPr>
          <p:nvPr/>
        </p:nvSpPr>
        <p:spPr bwMode="auto">
          <a:xfrm>
            <a:off x="2133600" y="46482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3009900" y="4724401"/>
          <a:ext cx="2489200" cy="474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23800" imgH="444240" progId="Equation.3">
                  <p:embed/>
                </p:oleObj>
              </mc:Choice>
              <mc:Fallback>
                <p:oleObj name="公式" r:id="rId14" imgW="2323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4724401"/>
                        <a:ext cx="2489200" cy="474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/>
          <p:cNvGraphicFramePr>
            <a:graphicFrameLocks noChangeAspect="1"/>
          </p:cNvGraphicFramePr>
          <p:nvPr/>
        </p:nvGraphicFramePr>
        <p:xfrm>
          <a:off x="5548713" y="4694858"/>
          <a:ext cx="4330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30440" imgH="444240" progId="Equation.3">
                  <p:embed/>
                </p:oleObj>
              </mc:Choice>
              <mc:Fallback>
                <p:oleObj name="公式" r:id="rId16" imgW="4330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713" y="4694858"/>
                        <a:ext cx="4330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7" name="Object 13"/>
          <p:cNvGraphicFramePr>
            <a:graphicFrameLocks noChangeAspect="1"/>
          </p:cNvGraphicFramePr>
          <p:nvPr/>
        </p:nvGraphicFramePr>
        <p:xfrm>
          <a:off x="3346450" y="5219702"/>
          <a:ext cx="3327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327120" imgH="863280" progId="Equation.3">
                  <p:embed/>
                </p:oleObj>
              </mc:Choice>
              <mc:Fallback>
                <p:oleObj name="公式" r:id="rId18" imgW="33271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219702"/>
                        <a:ext cx="33274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537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2" grpId="0" autoUpdateAnimBg="0"/>
      <p:bldP spid="18535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2419350" y="717551"/>
          <a:ext cx="42291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28920" imgH="863280" progId="Equation.3">
                  <p:embed/>
                </p:oleObj>
              </mc:Choice>
              <mc:Fallback>
                <p:oleObj name="公式" r:id="rId2" imgW="42289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717551"/>
                        <a:ext cx="42291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2438400" y="1687513"/>
          <a:ext cx="3949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49560" imgH="838080" progId="Equation.3">
                  <p:embed/>
                </p:oleObj>
              </mc:Choice>
              <mc:Fallback>
                <p:oleObj name="公式" r:id="rId4" imgW="3949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87513"/>
                        <a:ext cx="3949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6477000" y="1709738"/>
          <a:ext cx="29464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46240" imgH="863280" progId="Equation.3">
                  <p:embed/>
                </p:oleObj>
              </mc:Choice>
              <mc:Fallback>
                <p:oleObj name="公式" r:id="rId6" imgW="294624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709738"/>
                        <a:ext cx="29464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4419600" y="2667000"/>
          <a:ext cx="2133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33360" imgH="901440" progId="Equation.3">
                  <p:embed/>
                </p:oleObj>
              </mc:Choice>
              <mc:Fallback>
                <p:oleObj name="公式" r:id="rId8" imgW="21333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0"/>
                        <a:ext cx="2133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6705600" y="2940051"/>
          <a:ext cx="1422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22360" imgH="317160" progId="Equation.3">
                  <p:embed/>
                </p:oleObj>
              </mc:Choice>
              <mc:Fallback>
                <p:oleObj name="公式" r:id="rId10" imgW="14223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940051"/>
                        <a:ext cx="1422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5" name="Object 7"/>
          <p:cNvGraphicFramePr>
            <a:graphicFrameLocks noChangeAspect="1"/>
          </p:cNvGraphicFramePr>
          <p:nvPr/>
        </p:nvGraphicFramePr>
        <p:xfrm>
          <a:off x="2362200" y="3836988"/>
          <a:ext cx="51816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181480" imgH="444240" progId="Equation.3">
                  <p:embed/>
                </p:oleObj>
              </mc:Choice>
              <mc:Fallback>
                <p:oleObj name="公式" r:id="rId12" imgW="5181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36988"/>
                        <a:ext cx="51816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6" name="Object 8"/>
          <p:cNvGraphicFramePr>
            <a:graphicFrameLocks noChangeAspect="1"/>
          </p:cNvGraphicFramePr>
          <p:nvPr/>
        </p:nvGraphicFramePr>
        <p:xfrm>
          <a:off x="4051300" y="5518353"/>
          <a:ext cx="389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98800" imgH="419040" progId="Equation.3">
                  <p:embed/>
                </p:oleObj>
              </mc:Choice>
              <mc:Fallback>
                <p:oleObj name="公式" r:id="rId14" imgW="3898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5518353"/>
                        <a:ext cx="389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2453457" y="4937124"/>
          <a:ext cx="54229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422680" imgH="444240" progId="Equation.3">
                  <p:embed/>
                </p:oleObj>
              </mc:Choice>
              <mc:Fallback>
                <p:oleObj name="公式" r:id="rId16" imgW="5422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457" y="4937124"/>
                        <a:ext cx="54229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/>
        </p:nvGraphicFramePr>
        <p:xfrm>
          <a:off x="2465500" y="4362551"/>
          <a:ext cx="267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79480" imgH="457200" progId="Equation.3">
                  <p:embed/>
                </p:oleObj>
              </mc:Choice>
              <mc:Fallback>
                <p:oleObj name="公式" r:id="rId18" imgW="2679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500" y="4362551"/>
                        <a:ext cx="267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9031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9" name="Text Box 2"/>
          <p:cNvSpPr txBox="1">
            <a:spLocks noChangeArrowheads="1"/>
          </p:cNvSpPr>
          <p:nvPr/>
        </p:nvSpPr>
        <p:spPr bwMode="auto">
          <a:xfrm>
            <a:off x="2362200" y="762001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常用近似公式</a:t>
            </a: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4799856" y="829818"/>
          <a:ext cx="1647501" cy="45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320" imgH="469800" progId="Equation.3">
                  <p:embed/>
                </p:oleObj>
              </mc:Choice>
              <mc:Fallback>
                <p:oleObj name="公式" r:id="rId2" imgW="17143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829818"/>
                        <a:ext cx="1647501" cy="451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2362200" y="1397000"/>
          <a:ext cx="7329488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327800" imgH="1803240" progId="Equation.3">
                  <p:embed/>
                </p:oleObj>
              </mc:Choice>
              <mc:Fallback>
                <p:oleObj name="公式" r:id="rId4" imgW="7327800" imgH="1803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397000"/>
                        <a:ext cx="7329488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2209800" y="34290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3352800" y="3492500"/>
          <a:ext cx="320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00400" imgH="469800" progId="Equation.3">
                  <p:embed/>
                </p:oleObj>
              </mc:Choice>
              <mc:Fallback>
                <p:oleObj name="公式" r:id="rId6" imgW="32004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492500"/>
                        <a:ext cx="3200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6845300" y="3175000"/>
          <a:ext cx="3060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60360" imgH="939600" progId="Equation.3">
                  <p:embed/>
                </p:oleObj>
              </mc:Choice>
              <mc:Fallback>
                <p:oleObj name="公式" r:id="rId8" imgW="30603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3175000"/>
                        <a:ext cx="3060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3810000" y="4167188"/>
          <a:ext cx="29845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84400" imgH="863280" progId="Equation.3">
                  <p:embed/>
                </p:oleObj>
              </mc:Choice>
              <mc:Fallback>
                <p:oleObj name="公式" r:id="rId10" imgW="29844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167188"/>
                        <a:ext cx="29845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1" name="Object 9"/>
          <p:cNvGraphicFramePr>
            <a:graphicFrameLocks noChangeAspect="1"/>
          </p:cNvGraphicFramePr>
          <p:nvPr/>
        </p:nvGraphicFramePr>
        <p:xfrm>
          <a:off x="2438400" y="5295900"/>
          <a:ext cx="361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19440" imgH="419040" progId="Equation.3">
                  <p:embed/>
                </p:oleObj>
              </mc:Choice>
              <mc:Fallback>
                <p:oleObj name="公式" r:id="rId12" imgW="3619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295900"/>
                        <a:ext cx="361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/>
          <p:cNvGraphicFramePr>
            <a:graphicFrameLocks noChangeAspect="1"/>
          </p:cNvGraphicFramePr>
          <p:nvPr/>
        </p:nvGraphicFramePr>
        <p:xfrm>
          <a:off x="6172200" y="5081588"/>
          <a:ext cx="12192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8960" imgH="863280" progId="Equation.3">
                  <p:embed/>
                </p:oleObj>
              </mc:Choice>
              <mc:Fallback>
                <p:oleObj name="公式" r:id="rId14" imgW="12189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081588"/>
                        <a:ext cx="12192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508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95" name="Text Box 2"/>
          <p:cNvSpPr txBox="1">
            <a:spLocks noChangeArrowheads="1"/>
          </p:cNvSpPr>
          <p:nvPr/>
        </p:nvSpPr>
        <p:spPr bwMode="auto">
          <a:xfrm>
            <a:off x="2235200" y="7620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44386" name="Object 3"/>
          <p:cNvGraphicFramePr>
            <a:graphicFrameLocks noChangeAspect="1"/>
          </p:cNvGraphicFramePr>
          <p:nvPr/>
        </p:nvGraphicFramePr>
        <p:xfrm>
          <a:off x="3079750" y="833438"/>
          <a:ext cx="38481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48040" imgH="406080" progId="Equation.3">
                  <p:embed/>
                </p:oleObj>
              </mc:Choice>
              <mc:Fallback>
                <p:oleObj name="公式" r:id="rId2" imgW="38480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833438"/>
                        <a:ext cx="38481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2235200" y="2300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44387" name="Object 5"/>
          <p:cNvGraphicFramePr>
            <a:graphicFrameLocks noChangeAspect="1"/>
          </p:cNvGraphicFramePr>
          <p:nvPr/>
        </p:nvGraphicFramePr>
        <p:xfrm>
          <a:off x="3124200" y="1524001"/>
          <a:ext cx="3771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71720" imgH="482400" progId="Equation.3">
                  <p:embed/>
                </p:oleObj>
              </mc:Choice>
              <mc:Fallback>
                <p:oleObj name="公式" r:id="rId4" imgW="3771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524001"/>
                        <a:ext cx="3771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2921000" y="2362200"/>
          <a:ext cx="384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48040" imgH="469800" progId="Equation.3">
                  <p:embed/>
                </p:oleObj>
              </mc:Choice>
              <mc:Fallback>
                <p:oleObj name="公式" r:id="rId6" imgW="3848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2362200"/>
                        <a:ext cx="3848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3746500" y="3124200"/>
          <a:ext cx="2806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06560" imgH="914400" progId="Equation.3">
                  <p:embed/>
                </p:oleObj>
              </mc:Choice>
              <mc:Fallback>
                <p:oleObj name="公式" r:id="rId8" imgW="2806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3124200"/>
                        <a:ext cx="2806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4" name="Object 8"/>
          <p:cNvGraphicFramePr>
            <a:graphicFrameLocks noChangeAspect="1"/>
          </p:cNvGraphicFramePr>
          <p:nvPr/>
        </p:nvGraphicFramePr>
        <p:xfrm>
          <a:off x="6629400" y="3352801"/>
          <a:ext cx="2451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50880" imgH="406080" progId="Equation.3">
                  <p:embed/>
                </p:oleObj>
              </mc:Choice>
              <mc:Fallback>
                <p:oleObj name="公式" r:id="rId10" imgW="2450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52801"/>
                        <a:ext cx="24511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5" name="Object 9"/>
          <p:cNvGraphicFramePr>
            <a:graphicFrameLocks noChangeAspect="1"/>
          </p:cNvGraphicFramePr>
          <p:nvPr/>
        </p:nvGraphicFramePr>
        <p:xfrm>
          <a:off x="3759200" y="4110038"/>
          <a:ext cx="29464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46240" imgH="863280" progId="Equation.3">
                  <p:embed/>
                </p:oleObj>
              </mc:Choice>
              <mc:Fallback>
                <p:oleObj name="公式" r:id="rId12" imgW="294624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4110038"/>
                        <a:ext cx="29464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6" name="Object 10"/>
          <p:cNvGraphicFramePr>
            <a:graphicFrameLocks noChangeAspect="1"/>
          </p:cNvGraphicFramePr>
          <p:nvPr/>
        </p:nvGraphicFramePr>
        <p:xfrm>
          <a:off x="6756400" y="4368801"/>
          <a:ext cx="12446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44520" imgH="317160" progId="Equation.3">
                  <p:embed/>
                </p:oleObj>
              </mc:Choice>
              <mc:Fallback>
                <p:oleObj name="公式" r:id="rId14" imgW="12445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368801"/>
                        <a:ext cx="12446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7" name="Object 11"/>
          <p:cNvGraphicFramePr>
            <a:graphicFrameLocks noChangeAspect="1"/>
          </p:cNvGraphicFramePr>
          <p:nvPr/>
        </p:nvGraphicFramePr>
        <p:xfrm>
          <a:off x="2908300" y="5233988"/>
          <a:ext cx="28067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06560" imgH="482400" progId="Equation.3">
                  <p:embed/>
                </p:oleObj>
              </mc:Choice>
              <mc:Fallback>
                <p:oleObj name="公式" r:id="rId16" imgW="2806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5233988"/>
                        <a:ext cx="28067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8" name="Object 12"/>
          <p:cNvGraphicFramePr>
            <a:graphicFrameLocks noChangeAspect="1"/>
          </p:cNvGraphicFramePr>
          <p:nvPr/>
        </p:nvGraphicFramePr>
        <p:xfrm>
          <a:off x="5791200" y="5295901"/>
          <a:ext cx="10541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54080" imgH="317160" progId="Equation.3">
                  <p:embed/>
                </p:oleObj>
              </mc:Choice>
              <mc:Fallback>
                <p:oleObj name="公式" r:id="rId18" imgW="10540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295901"/>
                        <a:ext cx="10541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1326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8354" y="802150"/>
            <a:ext cx="2472275" cy="749319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四、小结</a:t>
            </a:r>
          </a:p>
        </p:txBody>
      </p:sp>
      <p:sp>
        <p:nvSpPr>
          <p:cNvPr id="192515" name="Text Box 3"/>
          <p:cNvSpPr txBox="1">
            <a:spLocks noChangeArrowheads="1"/>
          </p:cNvSpPr>
          <p:nvPr/>
        </p:nvSpPr>
        <p:spPr bwMode="auto">
          <a:xfrm>
            <a:off x="2286000" y="17668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近似计算的基本公式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/>
        </p:nvGraphicFramePr>
        <p:xfrm>
          <a:off x="2463800" y="5233988"/>
          <a:ext cx="3556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55720" imgH="406080" progId="Equation.3">
                  <p:embed/>
                </p:oleObj>
              </mc:Choice>
              <mc:Fallback>
                <p:oleObj name="公式" r:id="rId2" imgW="35557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5233988"/>
                        <a:ext cx="3556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2514600" y="3048000"/>
          <a:ext cx="2463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63480" imgH="571320" progId="Equation.3">
                  <p:embed/>
                </p:oleObj>
              </mc:Choice>
              <mc:Fallback>
                <p:oleObj name="公式" r:id="rId4" imgW="2463480" imgH="571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2463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5029200" y="3124201"/>
          <a:ext cx="2006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06280" imgH="431640" progId="Equation.3">
                  <p:embed/>
                </p:oleObj>
              </mc:Choice>
              <mc:Fallback>
                <p:oleObj name="公式" r:id="rId6" imgW="2006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1"/>
                        <a:ext cx="2006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2438400" y="3886201"/>
          <a:ext cx="4927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27320" imgH="431640" progId="Equation.3">
                  <p:embed/>
                </p:oleObj>
              </mc:Choice>
              <mc:Fallback>
                <p:oleObj name="公式" r:id="rId8" imgW="4927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1"/>
                        <a:ext cx="4927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2514601" y="2514601"/>
          <a:ext cx="20240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19240" imgH="444240" progId="Equation.3">
                  <p:embed/>
                </p:oleObj>
              </mc:Choice>
              <mc:Fallback>
                <p:oleObj name="公式" r:id="rId10" imgW="2019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2514601"/>
                        <a:ext cx="20240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/>
        </p:nvGraphicFramePr>
        <p:xfrm>
          <a:off x="2514600" y="4621214"/>
          <a:ext cx="15240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280" imgH="406080" progId="Equation.3">
                  <p:embed/>
                </p:oleObj>
              </mc:Choice>
              <mc:Fallback>
                <p:oleObj name="公式" r:id="rId12" imgW="1511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21214"/>
                        <a:ext cx="15240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6238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436</Words>
  <Application>Microsoft Office PowerPoint</Application>
  <PresentationFormat>宽屏</PresentationFormat>
  <Paragraphs>112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New Century Schoolbook</vt:lpstr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一、问题的提出</vt:lpstr>
      <vt:lpstr>PowerPoint 演示文稿</vt:lpstr>
      <vt:lpstr>二、微分的定义</vt:lpstr>
      <vt:lpstr>PowerPoint 演示文稿</vt:lpstr>
      <vt:lpstr>可微和可导</vt:lpstr>
      <vt:lpstr>PowerPoint 演示文稿</vt:lpstr>
      <vt:lpstr>三、可微的条件(可微和可导的关系)</vt:lpstr>
      <vt:lpstr>PowerPoint 演示文稿</vt:lpstr>
      <vt:lpstr>PowerPoint 演示文稿</vt:lpstr>
      <vt:lpstr>四、微分的几何意义</vt:lpstr>
      <vt:lpstr>五、微分的求法</vt:lpstr>
      <vt:lpstr>PowerPoint 演示文稿</vt:lpstr>
      <vt:lpstr>PowerPoint 演示文稿</vt:lpstr>
      <vt:lpstr>六、微分形式的不变性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一、计算函数增量的近似值</vt:lpstr>
      <vt:lpstr>二、计算函数的近似值</vt:lpstr>
      <vt:lpstr>PowerPoint 演示文稿</vt:lpstr>
      <vt:lpstr>PowerPoint 演示文稿</vt:lpstr>
      <vt:lpstr>PowerPoint 演示文稿</vt:lpstr>
      <vt:lpstr>四、小结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84</cp:revision>
  <dcterms:created xsi:type="dcterms:W3CDTF">2009-06-13T01:14:34Z</dcterms:created>
  <dcterms:modified xsi:type="dcterms:W3CDTF">2023-10-30T02:18:01Z</dcterms:modified>
</cp:coreProperties>
</file>