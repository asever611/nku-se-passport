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handoutMasterIdLst>
    <p:handoutMasterId r:id="rId58"/>
  </p:handout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315" r:id="rId27"/>
    <p:sldId id="318" r:id="rId28"/>
    <p:sldId id="316" r:id="rId29"/>
    <p:sldId id="317" r:id="rId30"/>
    <p:sldId id="319" r:id="rId31"/>
    <p:sldId id="320" r:id="rId32"/>
    <p:sldId id="285" r:id="rId33"/>
    <p:sldId id="287" r:id="rId34"/>
    <p:sldId id="311" r:id="rId35"/>
    <p:sldId id="312" r:id="rId36"/>
    <p:sldId id="313" r:id="rId37"/>
    <p:sldId id="314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9" r:id="rId55"/>
    <p:sldId id="310" r:id="rId56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17" autoAdjust="0"/>
    <p:restoredTop sz="94238" autoAdjust="0"/>
  </p:normalViewPr>
  <p:slideViewPr>
    <p:cSldViewPr>
      <p:cViewPr varScale="1">
        <p:scale>
          <a:sx n="72" d="100"/>
          <a:sy n="72" d="100"/>
        </p:scale>
        <p:origin x="180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06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235AF77-A18C-44A2-9887-BA6837F1F8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6F8879-FA83-46F1-812C-B351FEB30C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9B71D-1A20-4120-9CE9-BFA7C6A041E6}" type="datetimeFigureOut">
              <a:rPr lang="zh-CN" altLang="en-US" smtClean="0"/>
              <a:pPr/>
              <a:t>2023/12/12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3EA16B-B790-4A8F-BAFF-8C48811E81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0E1DF2-7039-41CB-9779-BF80C8DA71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0DB9D-6B41-4D78-B091-AADE897B35C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35000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5F9DC52-4B07-4CFC-87D5-490AC862F5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031DDA-4355-4854-8C5C-C2AC2978D35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A5888E0-7D9B-4110-B86E-D837CC8393A8}" type="datetimeFigureOut">
              <a:rPr lang="zh-CN" altLang="en-US"/>
              <a:pPr>
                <a:defRPr/>
              </a:pPr>
              <a:t>2023/12/12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362A9837-FF55-4611-8E76-055748A931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B51D619C-3C9F-4618-AFB2-907B7021A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1C88CE-468D-4237-9B49-B2395263C3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2225A2-C182-4197-9D89-D94D32919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3E0C2EFB-E6F0-4526-A71E-3BEE9C081B9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22323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4796046E-10D6-48DB-BE25-ACAE98338266}" type="slidenum">
              <a:rPr lang="en-US" altLang="zh-CN"/>
              <a:pPr eaLnBrk="1" hangingPunct="1">
                <a:spcBef>
                  <a:spcPct val="0"/>
                </a:spcBef>
              </a:pPr>
              <a:t>32</a:t>
            </a:fld>
            <a:endParaRPr lang="en-US" altLang="zh-CN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r>
              <a:rPr lang="en-US" altLang="zh-CN" sz="1400">
                <a:latin typeface="Arial" panose="020B0604020202020204" pitchFamily="34" charset="0"/>
                <a:ea typeface="楷体_GB2312" pitchFamily="49" charset="-122"/>
              </a:rPr>
              <a:t>(94 </a:t>
            </a:r>
            <a:r>
              <a:rPr lang="zh-CN" altLang="en-US" sz="1400">
                <a:latin typeface="Arial" panose="020B0604020202020204" pitchFamily="34" charset="0"/>
                <a:ea typeface="楷体_GB2312" pitchFamily="49" charset="-122"/>
              </a:rPr>
              <a:t>考研数二</a:t>
            </a:r>
            <a:r>
              <a:rPr lang="en-US" altLang="zh-CN" sz="1400">
                <a:latin typeface="Arial" panose="020B0604020202020204" pitchFamily="34" charset="0"/>
                <a:ea typeface="楷体_GB2312" pitchFamily="49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45927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A0F8B9E-AE72-4060-94C8-1AD608F03F70}" type="slidenum">
              <a:rPr lang="en-US" altLang="zh-CN" sz="1200"/>
              <a:pPr eaLnBrk="1" hangingPunct="1"/>
              <a:t>34</a:t>
            </a:fld>
            <a:endParaRPr lang="en-US" altLang="zh-CN" sz="120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8418078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0C2EFB-E6F0-4526-A71E-3BEE9C081B90}" type="slidenum">
              <a:rPr lang="zh-CN" altLang="en-US" smtClean="0"/>
              <a:pPr/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8275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79509" y="4077072"/>
            <a:ext cx="8534400" cy="6229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1C6A41-90A8-4EB9-8C2B-1723944C0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335E19-984A-4559-8C9C-CA84D8F8491F}" type="datetime1">
              <a:rPr lang="zh-CN" altLang="en-US" smtClean="0"/>
              <a:pPr>
                <a:defRPr/>
              </a:pPr>
              <a:t>2023/12/12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3C8C8E-1B6A-40F4-967D-EA7CEF96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B00CDE-2600-49A6-8D88-57F034EF8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8BE23-9125-4FCC-9C73-BD04F861CF2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387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79509" y="255569"/>
            <a:ext cx="9422837" cy="1143000"/>
          </a:xfrm>
        </p:spPr>
        <p:txBody>
          <a:bodyPr/>
          <a:lstStyle>
            <a:lvl1pPr algn="r">
              <a:defRPr sz="3200" b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67" y="1403652"/>
            <a:ext cx="9601067" cy="4608512"/>
          </a:xfrm>
        </p:spPr>
        <p:txBody>
          <a:bodyPr/>
          <a:lstStyle>
            <a:lvl1pPr>
              <a:defRPr sz="200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 sz="2000"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 sz="2000"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 sz="20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C941AA-1ED0-47DF-A392-EB5BA098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6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278346-E1E3-4F3D-80EF-73D9D6AD783D}" type="datetime1">
              <a:rPr lang="zh-CN" altLang="en-US" smtClean="0"/>
              <a:pPr>
                <a:defRPr/>
              </a:pPr>
              <a:t>2023/12/12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C16850-0787-4BA6-8B93-4879708D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12299" y="6481752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464477-EFEA-449A-8B4F-EF7109AF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84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DF241AFB-9D3F-4C35-906A-8E91BE35231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7654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28ECEA-04CA-4B21-AFB4-9A8C45439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E27690-9458-4A10-BDE0-93F65A36873F}" type="datetime1">
              <a:rPr lang="zh-CN" altLang="en-US" smtClean="0"/>
              <a:pPr>
                <a:defRPr/>
              </a:pPr>
              <a:t>2023/12/12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54874D-11CB-4CF1-9596-B4E872E3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22F02F-58AC-46A9-A73D-43486DC6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E686A-6D74-4894-BF7D-7F6AFA86EB6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2149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46847E57-A096-49E6-A2EF-E7EA8C2B0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357C8D-B1C5-43C3-8515-15E6E1CEDA09}" type="datetime1">
              <a:rPr lang="zh-CN" altLang="en-US" smtClean="0"/>
              <a:pPr>
                <a:defRPr/>
              </a:pPr>
              <a:t>2023/12/12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32BB91C-E4B0-4A76-A6B2-45ECDDABB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F624A061-66EC-4D77-90B7-FB0F65A2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B45CD-C86B-48D4-829F-F0E1BCAACD9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5928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63275422-D8EF-4BAE-9CAF-14D514E1A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C9C54C-D1B0-409A-8392-3D2B0C02E95A}" type="datetime1">
              <a:rPr lang="zh-CN" altLang="en-US" smtClean="0"/>
              <a:pPr>
                <a:defRPr/>
              </a:pPr>
              <a:t>2023/12/12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65A91C3E-A2DD-4326-8D3C-ACB03C5AC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A4120A65-DE4C-46BF-9E2E-93AA9EF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A9F5F6-6DAB-47EB-B335-FB1D716CB78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094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2611C3E3-61F8-4E46-9A1B-C756B945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E45DEF-B3BF-449B-9A14-0629CEDED224}" type="datetime1">
              <a:rPr lang="zh-CN" altLang="en-US" smtClean="0"/>
              <a:pPr>
                <a:defRPr/>
              </a:pPr>
              <a:t>2023/12/12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5BCF57CF-0598-438E-8A5D-EB1085F7F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784F4FC-7E57-4D41-95ED-DE546C1D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187150-5C3E-4439-B216-5F65A4C7C30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643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D650A1EE-2A09-45A9-A90D-1144FEDD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E93F69-2A02-4495-A1F8-B93F8F3344D1}" type="datetime1">
              <a:rPr lang="zh-CN" altLang="en-US" smtClean="0"/>
              <a:pPr>
                <a:defRPr/>
              </a:pPr>
              <a:t>2023/12/12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56F56139-E9D8-452A-AFCD-9F64CECF9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A52E69B4-70FF-4B93-ACD9-39CB35DA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FDD63B-992A-4963-B4FF-3D8E2E9E157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1666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9CBEA3F-5ADC-4C9C-A7B1-7FB6BA591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E7170F-FD78-4739-AD14-FD17E7B3323B}" type="datetime1">
              <a:rPr lang="zh-CN" altLang="en-US" smtClean="0"/>
              <a:pPr>
                <a:defRPr/>
              </a:pPr>
              <a:t>2023/12/12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5E3A7A82-C3EA-4E48-ADF2-C9F0F4B9F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8977483-C766-4A38-B965-E3487DBB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7B350A-96DE-4831-A299-8751279B269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6191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A563FC7-0B6C-423B-B295-147E40F18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6C7B64-BFC7-4C8E-9D04-27676E6653E3}" type="datetime1">
              <a:rPr lang="zh-CN" altLang="en-US" smtClean="0"/>
              <a:pPr>
                <a:defRPr/>
              </a:pPr>
              <a:t>2023/12/12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5076843-BAB1-4854-A445-A0137A160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1EF6D50-E79D-49FA-B76A-6BA66596A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8F5F28-11E1-4F09-953A-DB09D1BF250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803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BDD4BC-D884-4375-89CE-7EEF4EC53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CB1311-E861-4AEE-A3B7-2E36209B8AE8}" type="datetime1">
              <a:rPr lang="zh-CN" altLang="en-US" smtClean="0"/>
              <a:pPr>
                <a:defRPr/>
              </a:pPr>
              <a:t>2023/12/12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74256A-0E7D-4754-A912-FD07C6E2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BAAEC-0BA9-41DF-8EBD-836A6ACE6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21D670-47FF-458F-87A7-4A231FD2161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5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0080B1-3975-480E-95BC-F6D48504C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434116-C0D9-44E8-BC13-88CCE925D12E}" type="datetime1">
              <a:rPr lang="zh-CN" altLang="en-US" smtClean="0"/>
              <a:pPr>
                <a:defRPr/>
              </a:pPr>
              <a:t>2023/12/12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ABF498-AFF6-428E-A696-509856D7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41D49B-DC10-4DDF-98D3-3D985A27A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EDF25B-788C-4C3E-95C0-95CF9C7F284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795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25000"/>
                    </a14:imgEffect>
                    <a14:imgEffect>
                      <a14:colorTemperature colorTemp="97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C7EC5E42-6E5D-407E-9066-783F041463F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11424" y="273844"/>
            <a:ext cx="1026484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9D24FB56-6E7A-4776-AD9A-1053A7134C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95467" y="1438518"/>
            <a:ext cx="969707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44D87F-9B01-43C0-BA99-2ADBDACEA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484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DF5A537-FB43-45DD-A68F-8CF2C9363C30}" type="datetime1">
              <a:rPr lang="zh-CN" altLang="en-US" smtClean="0"/>
              <a:pPr>
                <a:defRPr/>
              </a:pPr>
              <a:t>2023/12/12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A00A20-4C62-4617-A875-61759F786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8484" y="649287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342A9B-B8D3-4025-AFBA-96BF91BF6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0484" y="6492876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F25E571C-9FBD-4713-AA8D-FC2F4955C76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 b="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2.emf"/><Relationship Id="rId7" Type="http://schemas.openxmlformats.org/officeDocument/2006/relationships/image" Target="../media/image4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7" Type="http://schemas.openxmlformats.org/officeDocument/2006/relationships/image" Target="../media/image8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6.bin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4.bin"/><Relationship Id="rId18" Type="http://schemas.openxmlformats.org/officeDocument/2006/relationships/image" Target="../media/image16.wmf"/><Relationship Id="rId26" Type="http://schemas.openxmlformats.org/officeDocument/2006/relationships/image" Target="../media/image20.wmf"/><Relationship Id="rId3" Type="http://schemas.openxmlformats.org/officeDocument/2006/relationships/image" Target="../media/image9.wmf"/><Relationship Id="rId21" Type="http://schemas.openxmlformats.org/officeDocument/2006/relationships/oleObject" Target="../embeddings/oleObject18.bin"/><Relationship Id="rId34" Type="http://schemas.openxmlformats.org/officeDocument/2006/relationships/image" Target="../media/image24.wmf"/><Relationship Id="rId7" Type="http://schemas.openxmlformats.org/officeDocument/2006/relationships/image" Target="../media/image11.wmf"/><Relationship Id="rId12" Type="http://schemas.openxmlformats.org/officeDocument/2006/relationships/image" Target="../media/image13.wmf"/><Relationship Id="rId17" Type="http://schemas.openxmlformats.org/officeDocument/2006/relationships/oleObject" Target="../embeddings/oleObject16.bin"/><Relationship Id="rId25" Type="http://schemas.openxmlformats.org/officeDocument/2006/relationships/oleObject" Target="../embeddings/oleObject20.bin"/><Relationship Id="rId33" Type="http://schemas.openxmlformats.org/officeDocument/2006/relationships/oleObject" Target="../embeddings/oleObject24.bin"/><Relationship Id="rId2" Type="http://schemas.openxmlformats.org/officeDocument/2006/relationships/oleObject" Target="../embeddings/oleObject8.bin"/><Relationship Id="rId16" Type="http://schemas.openxmlformats.org/officeDocument/2006/relationships/image" Target="../media/image15.wmf"/><Relationship Id="rId20" Type="http://schemas.openxmlformats.org/officeDocument/2006/relationships/image" Target="../media/image17.wmf"/><Relationship Id="rId29" Type="http://schemas.openxmlformats.org/officeDocument/2006/relationships/oleObject" Target="../embeddings/oleObject2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.bin"/><Relationship Id="rId11" Type="http://schemas.openxmlformats.org/officeDocument/2006/relationships/oleObject" Target="../embeddings/oleObject13.bin"/><Relationship Id="rId24" Type="http://schemas.openxmlformats.org/officeDocument/2006/relationships/image" Target="../media/image19.wmf"/><Relationship Id="rId32" Type="http://schemas.openxmlformats.org/officeDocument/2006/relationships/image" Target="../media/image23.wmf"/><Relationship Id="rId5" Type="http://schemas.openxmlformats.org/officeDocument/2006/relationships/image" Target="../media/image10.wmf"/><Relationship Id="rId15" Type="http://schemas.openxmlformats.org/officeDocument/2006/relationships/oleObject" Target="../embeddings/oleObject15.bin"/><Relationship Id="rId23" Type="http://schemas.openxmlformats.org/officeDocument/2006/relationships/oleObject" Target="../embeddings/oleObject19.bin"/><Relationship Id="rId28" Type="http://schemas.openxmlformats.org/officeDocument/2006/relationships/image" Target="../media/image21.emf"/><Relationship Id="rId10" Type="http://schemas.openxmlformats.org/officeDocument/2006/relationships/oleObject" Target="../embeddings/oleObject12.bin"/><Relationship Id="rId19" Type="http://schemas.openxmlformats.org/officeDocument/2006/relationships/oleObject" Target="../embeddings/oleObject17.bin"/><Relationship Id="rId31" Type="http://schemas.openxmlformats.org/officeDocument/2006/relationships/oleObject" Target="../embeddings/oleObject23.bin"/><Relationship Id="rId4" Type="http://schemas.openxmlformats.org/officeDocument/2006/relationships/oleObject" Target="../embeddings/oleObject9.bin"/><Relationship Id="rId9" Type="http://schemas.openxmlformats.org/officeDocument/2006/relationships/image" Target="../media/image12.wmf"/><Relationship Id="rId14" Type="http://schemas.openxmlformats.org/officeDocument/2006/relationships/image" Target="../media/image14.wmf"/><Relationship Id="rId22" Type="http://schemas.openxmlformats.org/officeDocument/2006/relationships/image" Target="../media/image18.wmf"/><Relationship Id="rId27" Type="http://schemas.openxmlformats.org/officeDocument/2006/relationships/oleObject" Target="../embeddings/oleObject21.bin"/><Relationship Id="rId30" Type="http://schemas.openxmlformats.org/officeDocument/2006/relationships/image" Target="../media/image22.wmf"/><Relationship Id="rId8" Type="http://schemas.openxmlformats.org/officeDocument/2006/relationships/oleObject" Target="../embeddings/oleObject11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29.wm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wmf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26.bin"/><Relationship Id="rId10" Type="http://schemas.openxmlformats.org/officeDocument/2006/relationships/image" Target="../media/image28.wmf"/><Relationship Id="rId4" Type="http://schemas.openxmlformats.org/officeDocument/2006/relationships/image" Target="../media/image25.wmf"/><Relationship Id="rId9" Type="http://schemas.openxmlformats.org/officeDocument/2006/relationships/oleObject" Target="../embeddings/oleObject28.bin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5.bin"/><Relationship Id="rId18" Type="http://schemas.openxmlformats.org/officeDocument/2006/relationships/image" Target="../media/image38.wmf"/><Relationship Id="rId26" Type="http://schemas.openxmlformats.org/officeDocument/2006/relationships/image" Target="../media/image42.wmf"/><Relationship Id="rId39" Type="http://schemas.openxmlformats.org/officeDocument/2006/relationships/image" Target="../media/image49.wmf"/><Relationship Id="rId21" Type="http://schemas.openxmlformats.org/officeDocument/2006/relationships/oleObject" Target="../embeddings/oleObject39.bin"/><Relationship Id="rId34" Type="http://schemas.openxmlformats.org/officeDocument/2006/relationships/oleObject" Target="../embeddings/oleObject45.bin"/><Relationship Id="rId42" Type="http://schemas.openxmlformats.org/officeDocument/2006/relationships/oleObject" Target="../embeddings/oleObject49.bin"/><Relationship Id="rId7" Type="http://schemas.openxmlformats.org/officeDocument/2006/relationships/oleObject" Target="../embeddings/oleObject32.bin"/><Relationship Id="rId2" Type="http://schemas.openxmlformats.org/officeDocument/2006/relationships/oleObject" Target="../embeddings/oleObject30.bin"/><Relationship Id="rId16" Type="http://schemas.openxmlformats.org/officeDocument/2006/relationships/image" Target="../media/image37.wmf"/><Relationship Id="rId29" Type="http://schemas.openxmlformats.org/officeDocument/2006/relationships/oleObject" Target="../embeddings/oleObject43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2.emf"/><Relationship Id="rId11" Type="http://schemas.openxmlformats.org/officeDocument/2006/relationships/oleObject" Target="../embeddings/oleObject34.bin"/><Relationship Id="rId24" Type="http://schemas.openxmlformats.org/officeDocument/2006/relationships/image" Target="../media/image41.wmf"/><Relationship Id="rId32" Type="http://schemas.openxmlformats.org/officeDocument/2006/relationships/image" Target="../media/image45.wmf"/><Relationship Id="rId37" Type="http://schemas.openxmlformats.org/officeDocument/2006/relationships/image" Target="../media/image48.wmf"/><Relationship Id="rId40" Type="http://schemas.openxmlformats.org/officeDocument/2006/relationships/oleObject" Target="../embeddings/oleObject48.bin"/><Relationship Id="rId45" Type="http://schemas.openxmlformats.org/officeDocument/2006/relationships/image" Target="../media/image52.wmf"/><Relationship Id="rId5" Type="http://schemas.openxmlformats.org/officeDocument/2006/relationships/image" Target="../media/image31.wmf"/><Relationship Id="rId15" Type="http://schemas.openxmlformats.org/officeDocument/2006/relationships/oleObject" Target="../embeddings/oleObject36.bin"/><Relationship Id="rId23" Type="http://schemas.openxmlformats.org/officeDocument/2006/relationships/oleObject" Target="../embeddings/oleObject40.bin"/><Relationship Id="rId28" Type="http://schemas.openxmlformats.org/officeDocument/2006/relationships/image" Target="../media/image43.wmf"/><Relationship Id="rId36" Type="http://schemas.openxmlformats.org/officeDocument/2006/relationships/oleObject" Target="../embeddings/oleObject46.bin"/><Relationship Id="rId10" Type="http://schemas.openxmlformats.org/officeDocument/2006/relationships/image" Target="../media/image34.emf"/><Relationship Id="rId19" Type="http://schemas.openxmlformats.org/officeDocument/2006/relationships/oleObject" Target="../embeddings/oleObject38.bin"/><Relationship Id="rId31" Type="http://schemas.openxmlformats.org/officeDocument/2006/relationships/oleObject" Target="../embeddings/oleObject44.bin"/><Relationship Id="rId44" Type="http://schemas.openxmlformats.org/officeDocument/2006/relationships/oleObject" Target="../embeddings/oleObject50.bin"/><Relationship Id="rId4" Type="http://schemas.openxmlformats.org/officeDocument/2006/relationships/oleObject" Target="../embeddings/oleObject31.bin"/><Relationship Id="rId9" Type="http://schemas.openxmlformats.org/officeDocument/2006/relationships/oleObject" Target="../embeddings/oleObject33.bin"/><Relationship Id="rId14" Type="http://schemas.openxmlformats.org/officeDocument/2006/relationships/image" Target="../media/image36.wmf"/><Relationship Id="rId22" Type="http://schemas.openxmlformats.org/officeDocument/2006/relationships/image" Target="../media/image40.wmf"/><Relationship Id="rId27" Type="http://schemas.openxmlformats.org/officeDocument/2006/relationships/oleObject" Target="../embeddings/oleObject42.bin"/><Relationship Id="rId30" Type="http://schemas.openxmlformats.org/officeDocument/2006/relationships/image" Target="../media/image44.wmf"/><Relationship Id="rId35" Type="http://schemas.openxmlformats.org/officeDocument/2006/relationships/image" Target="../media/image47.wmf"/><Relationship Id="rId43" Type="http://schemas.openxmlformats.org/officeDocument/2006/relationships/image" Target="../media/image51.wmf"/><Relationship Id="rId8" Type="http://schemas.openxmlformats.org/officeDocument/2006/relationships/image" Target="../media/image33.emf"/><Relationship Id="rId3" Type="http://schemas.openxmlformats.org/officeDocument/2006/relationships/image" Target="../media/image30.wmf"/><Relationship Id="rId12" Type="http://schemas.openxmlformats.org/officeDocument/2006/relationships/image" Target="../media/image35.wmf"/><Relationship Id="rId17" Type="http://schemas.openxmlformats.org/officeDocument/2006/relationships/oleObject" Target="../embeddings/oleObject37.bin"/><Relationship Id="rId25" Type="http://schemas.openxmlformats.org/officeDocument/2006/relationships/oleObject" Target="../embeddings/oleObject41.bin"/><Relationship Id="rId33" Type="http://schemas.openxmlformats.org/officeDocument/2006/relationships/image" Target="../media/image46.emf"/><Relationship Id="rId38" Type="http://schemas.openxmlformats.org/officeDocument/2006/relationships/oleObject" Target="../embeddings/oleObject47.bin"/><Relationship Id="rId20" Type="http://schemas.openxmlformats.org/officeDocument/2006/relationships/image" Target="../media/image39.emf"/><Relationship Id="rId41" Type="http://schemas.openxmlformats.org/officeDocument/2006/relationships/image" Target="../media/image50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13" Type="http://schemas.openxmlformats.org/officeDocument/2006/relationships/oleObject" Target="../embeddings/oleObject56.bin"/><Relationship Id="rId18" Type="http://schemas.openxmlformats.org/officeDocument/2006/relationships/image" Target="../media/image60.wmf"/><Relationship Id="rId3" Type="http://schemas.openxmlformats.org/officeDocument/2006/relationships/oleObject" Target="../embeddings/oleObject51.bin"/><Relationship Id="rId21" Type="http://schemas.openxmlformats.org/officeDocument/2006/relationships/oleObject" Target="../embeddings/oleObject61.bin"/><Relationship Id="rId7" Type="http://schemas.openxmlformats.org/officeDocument/2006/relationships/oleObject" Target="../embeddings/oleObject53.bin"/><Relationship Id="rId12" Type="http://schemas.openxmlformats.org/officeDocument/2006/relationships/image" Target="../media/image58.wmf"/><Relationship Id="rId17" Type="http://schemas.openxmlformats.org/officeDocument/2006/relationships/oleObject" Target="../embeddings/oleObject59.bin"/><Relationship Id="rId25" Type="http://schemas.openxmlformats.org/officeDocument/2006/relationships/image" Target="../media/image63.wmf"/><Relationship Id="rId2" Type="http://schemas.openxmlformats.org/officeDocument/2006/relationships/image" Target="../media/image53.wmf"/><Relationship Id="rId16" Type="http://schemas.openxmlformats.org/officeDocument/2006/relationships/image" Target="../media/image59.wmf"/><Relationship Id="rId20" Type="http://schemas.openxmlformats.org/officeDocument/2006/relationships/image" Target="../media/image61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5.wmf"/><Relationship Id="rId11" Type="http://schemas.openxmlformats.org/officeDocument/2006/relationships/oleObject" Target="../embeddings/oleObject55.bin"/><Relationship Id="rId24" Type="http://schemas.openxmlformats.org/officeDocument/2006/relationships/oleObject" Target="../embeddings/oleObject63.bin"/><Relationship Id="rId5" Type="http://schemas.openxmlformats.org/officeDocument/2006/relationships/oleObject" Target="../embeddings/oleObject52.bin"/><Relationship Id="rId15" Type="http://schemas.openxmlformats.org/officeDocument/2006/relationships/oleObject" Target="../embeddings/oleObject58.bin"/><Relationship Id="rId23" Type="http://schemas.openxmlformats.org/officeDocument/2006/relationships/image" Target="../media/image62.wmf"/><Relationship Id="rId10" Type="http://schemas.openxmlformats.org/officeDocument/2006/relationships/image" Target="../media/image57.wmf"/><Relationship Id="rId19" Type="http://schemas.openxmlformats.org/officeDocument/2006/relationships/oleObject" Target="../embeddings/oleObject60.bin"/><Relationship Id="rId4" Type="http://schemas.openxmlformats.org/officeDocument/2006/relationships/image" Target="../media/image54.wmf"/><Relationship Id="rId9" Type="http://schemas.openxmlformats.org/officeDocument/2006/relationships/oleObject" Target="../embeddings/oleObject54.bin"/><Relationship Id="rId14" Type="http://schemas.openxmlformats.org/officeDocument/2006/relationships/oleObject" Target="../embeddings/oleObject57.bin"/><Relationship Id="rId22" Type="http://schemas.openxmlformats.org/officeDocument/2006/relationships/oleObject" Target="../embeddings/oleObject62.bin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9.emf"/><Relationship Id="rId18" Type="http://schemas.openxmlformats.org/officeDocument/2006/relationships/image" Target="../media/image72.emf"/><Relationship Id="rId26" Type="http://schemas.openxmlformats.org/officeDocument/2006/relationships/image" Target="../media/image76.wmf"/><Relationship Id="rId39" Type="http://schemas.openxmlformats.org/officeDocument/2006/relationships/image" Target="../media/image83.emf"/><Relationship Id="rId21" Type="http://schemas.openxmlformats.org/officeDocument/2006/relationships/oleObject" Target="../embeddings/oleObject73.bin"/><Relationship Id="rId34" Type="http://schemas.openxmlformats.org/officeDocument/2006/relationships/oleObject" Target="../embeddings/oleObject79.bin"/><Relationship Id="rId42" Type="http://schemas.openxmlformats.org/officeDocument/2006/relationships/oleObject" Target="../embeddings/oleObject83.bin"/><Relationship Id="rId47" Type="http://schemas.openxmlformats.org/officeDocument/2006/relationships/image" Target="../media/image87.emf"/><Relationship Id="rId50" Type="http://schemas.openxmlformats.org/officeDocument/2006/relationships/oleObject" Target="../embeddings/oleObject87.bin"/><Relationship Id="rId7" Type="http://schemas.openxmlformats.org/officeDocument/2006/relationships/image" Target="../media/image66.emf"/><Relationship Id="rId2" Type="http://schemas.openxmlformats.org/officeDocument/2006/relationships/oleObject" Target="../embeddings/oleObject64.bin"/><Relationship Id="rId16" Type="http://schemas.openxmlformats.org/officeDocument/2006/relationships/oleObject" Target="../embeddings/oleObject71.bin"/><Relationship Id="rId29" Type="http://schemas.openxmlformats.org/officeDocument/2006/relationships/oleObject" Target="../embeddings/oleObject77.bin"/><Relationship Id="rId11" Type="http://schemas.openxmlformats.org/officeDocument/2006/relationships/image" Target="../media/image68.emf"/><Relationship Id="rId24" Type="http://schemas.openxmlformats.org/officeDocument/2006/relationships/image" Target="../media/image75.emf"/><Relationship Id="rId32" Type="http://schemas.openxmlformats.org/officeDocument/2006/relationships/oleObject" Target="../embeddings/oleObject78.bin"/><Relationship Id="rId37" Type="http://schemas.openxmlformats.org/officeDocument/2006/relationships/image" Target="../media/image82.emf"/><Relationship Id="rId40" Type="http://schemas.openxmlformats.org/officeDocument/2006/relationships/oleObject" Target="../embeddings/oleObject82.bin"/><Relationship Id="rId45" Type="http://schemas.openxmlformats.org/officeDocument/2006/relationships/image" Target="../media/image86.emf"/><Relationship Id="rId5" Type="http://schemas.openxmlformats.org/officeDocument/2006/relationships/image" Target="../media/image65.png"/><Relationship Id="rId15" Type="http://schemas.openxmlformats.org/officeDocument/2006/relationships/image" Target="../media/image70.emf"/><Relationship Id="rId23" Type="http://schemas.openxmlformats.org/officeDocument/2006/relationships/oleObject" Target="../embeddings/oleObject74.bin"/><Relationship Id="rId28" Type="http://schemas.openxmlformats.org/officeDocument/2006/relationships/image" Target="../media/image77.wmf"/><Relationship Id="rId36" Type="http://schemas.openxmlformats.org/officeDocument/2006/relationships/oleObject" Target="../embeddings/oleObject80.bin"/><Relationship Id="rId49" Type="http://schemas.openxmlformats.org/officeDocument/2006/relationships/image" Target="../media/image88.wmf"/><Relationship Id="rId10" Type="http://schemas.openxmlformats.org/officeDocument/2006/relationships/oleObject" Target="../embeddings/oleObject68.bin"/><Relationship Id="rId19" Type="http://schemas.openxmlformats.org/officeDocument/2006/relationships/oleObject" Target="../embeddings/oleObject72.bin"/><Relationship Id="rId31" Type="http://schemas.openxmlformats.org/officeDocument/2006/relationships/image" Target="../media/image79.emf"/><Relationship Id="rId44" Type="http://schemas.openxmlformats.org/officeDocument/2006/relationships/oleObject" Target="../embeddings/oleObject84.bin"/><Relationship Id="rId4" Type="http://schemas.openxmlformats.org/officeDocument/2006/relationships/oleObject" Target="../embeddings/oleObject65.bin"/><Relationship Id="rId9" Type="http://schemas.openxmlformats.org/officeDocument/2006/relationships/image" Target="../media/image67.emf"/><Relationship Id="rId14" Type="http://schemas.openxmlformats.org/officeDocument/2006/relationships/oleObject" Target="../embeddings/oleObject70.bin"/><Relationship Id="rId22" Type="http://schemas.openxmlformats.org/officeDocument/2006/relationships/image" Target="../media/image74.emf"/><Relationship Id="rId27" Type="http://schemas.openxmlformats.org/officeDocument/2006/relationships/oleObject" Target="../embeddings/oleObject76.bin"/><Relationship Id="rId30" Type="http://schemas.openxmlformats.org/officeDocument/2006/relationships/image" Target="../media/image78.png"/><Relationship Id="rId35" Type="http://schemas.openxmlformats.org/officeDocument/2006/relationships/image" Target="../media/image81.emf"/><Relationship Id="rId43" Type="http://schemas.openxmlformats.org/officeDocument/2006/relationships/image" Target="../media/image85.emf"/><Relationship Id="rId48" Type="http://schemas.openxmlformats.org/officeDocument/2006/relationships/oleObject" Target="../embeddings/oleObject86.bin"/><Relationship Id="rId8" Type="http://schemas.openxmlformats.org/officeDocument/2006/relationships/oleObject" Target="../embeddings/oleObject67.bin"/><Relationship Id="rId51" Type="http://schemas.openxmlformats.org/officeDocument/2006/relationships/image" Target="../media/image89.wmf"/><Relationship Id="rId3" Type="http://schemas.openxmlformats.org/officeDocument/2006/relationships/image" Target="../media/image64.wmf"/><Relationship Id="rId12" Type="http://schemas.openxmlformats.org/officeDocument/2006/relationships/oleObject" Target="../embeddings/oleObject69.bin"/><Relationship Id="rId17" Type="http://schemas.openxmlformats.org/officeDocument/2006/relationships/image" Target="../media/image71.emf"/><Relationship Id="rId25" Type="http://schemas.openxmlformats.org/officeDocument/2006/relationships/oleObject" Target="../embeddings/oleObject75.bin"/><Relationship Id="rId33" Type="http://schemas.openxmlformats.org/officeDocument/2006/relationships/image" Target="../media/image80.emf"/><Relationship Id="rId38" Type="http://schemas.openxmlformats.org/officeDocument/2006/relationships/oleObject" Target="../embeddings/oleObject81.bin"/><Relationship Id="rId46" Type="http://schemas.openxmlformats.org/officeDocument/2006/relationships/oleObject" Target="../embeddings/oleObject85.bin"/><Relationship Id="rId20" Type="http://schemas.openxmlformats.org/officeDocument/2006/relationships/image" Target="../media/image73.wmf"/><Relationship Id="rId41" Type="http://schemas.openxmlformats.org/officeDocument/2006/relationships/image" Target="../media/image84.e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66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1.bin"/><Relationship Id="rId13" Type="http://schemas.openxmlformats.org/officeDocument/2006/relationships/image" Target="../media/image95.wmf"/><Relationship Id="rId3" Type="http://schemas.openxmlformats.org/officeDocument/2006/relationships/image" Target="../media/image90.wmf"/><Relationship Id="rId7" Type="http://schemas.openxmlformats.org/officeDocument/2006/relationships/image" Target="../media/image92.wmf"/><Relationship Id="rId12" Type="http://schemas.openxmlformats.org/officeDocument/2006/relationships/oleObject" Target="../embeddings/oleObject93.bin"/><Relationship Id="rId2" Type="http://schemas.openxmlformats.org/officeDocument/2006/relationships/oleObject" Target="../embeddings/oleObject88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90.bin"/><Relationship Id="rId11" Type="http://schemas.openxmlformats.org/officeDocument/2006/relationships/image" Target="../media/image94.wmf"/><Relationship Id="rId5" Type="http://schemas.openxmlformats.org/officeDocument/2006/relationships/image" Target="../media/image91.wmf"/><Relationship Id="rId15" Type="http://schemas.openxmlformats.org/officeDocument/2006/relationships/image" Target="../media/image96.wmf"/><Relationship Id="rId10" Type="http://schemas.openxmlformats.org/officeDocument/2006/relationships/oleObject" Target="../embeddings/oleObject92.bin"/><Relationship Id="rId4" Type="http://schemas.openxmlformats.org/officeDocument/2006/relationships/oleObject" Target="../embeddings/oleObject89.bin"/><Relationship Id="rId9" Type="http://schemas.openxmlformats.org/officeDocument/2006/relationships/image" Target="../media/image93.wmf"/><Relationship Id="rId14" Type="http://schemas.openxmlformats.org/officeDocument/2006/relationships/oleObject" Target="../embeddings/oleObject94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8.bin"/><Relationship Id="rId13" Type="http://schemas.openxmlformats.org/officeDocument/2006/relationships/image" Target="../media/image102.wmf"/><Relationship Id="rId18" Type="http://schemas.openxmlformats.org/officeDocument/2006/relationships/oleObject" Target="../embeddings/oleObject103.bin"/><Relationship Id="rId3" Type="http://schemas.openxmlformats.org/officeDocument/2006/relationships/image" Target="../media/image97.emf"/><Relationship Id="rId21" Type="http://schemas.openxmlformats.org/officeDocument/2006/relationships/image" Target="../media/image106.wmf"/><Relationship Id="rId7" Type="http://schemas.openxmlformats.org/officeDocument/2006/relationships/image" Target="../media/image99.wmf"/><Relationship Id="rId12" Type="http://schemas.openxmlformats.org/officeDocument/2006/relationships/oleObject" Target="../embeddings/oleObject100.bin"/><Relationship Id="rId17" Type="http://schemas.openxmlformats.org/officeDocument/2006/relationships/image" Target="../media/image104.png"/><Relationship Id="rId2" Type="http://schemas.openxmlformats.org/officeDocument/2006/relationships/oleObject" Target="../embeddings/oleObject95.bin"/><Relationship Id="rId16" Type="http://schemas.openxmlformats.org/officeDocument/2006/relationships/oleObject" Target="../embeddings/oleObject102.bin"/><Relationship Id="rId20" Type="http://schemas.openxmlformats.org/officeDocument/2006/relationships/oleObject" Target="../embeddings/oleObject10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7.bin"/><Relationship Id="rId11" Type="http://schemas.openxmlformats.org/officeDocument/2006/relationships/image" Target="../media/image101.wmf"/><Relationship Id="rId5" Type="http://schemas.openxmlformats.org/officeDocument/2006/relationships/image" Target="../media/image98.wmf"/><Relationship Id="rId15" Type="http://schemas.openxmlformats.org/officeDocument/2006/relationships/image" Target="../media/image103.wmf"/><Relationship Id="rId23" Type="http://schemas.openxmlformats.org/officeDocument/2006/relationships/image" Target="../media/image60.wmf"/><Relationship Id="rId10" Type="http://schemas.openxmlformats.org/officeDocument/2006/relationships/oleObject" Target="../embeddings/oleObject99.bin"/><Relationship Id="rId19" Type="http://schemas.openxmlformats.org/officeDocument/2006/relationships/image" Target="../media/image105.wmf"/><Relationship Id="rId4" Type="http://schemas.openxmlformats.org/officeDocument/2006/relationships/oleObject" Target="../embeddings/oleObject96.bin"/><Relationship Id="rId9" Type="http://schemas.openxmlformats.org/officeDocument/2006/relationships/image" Target="../media/image100.wmf"/><Relationship Id="rId14" Type="http://schemas.openxmlformats.org/officeDocument/2006/relationships/oleObject" Target="../embeddings/oleObject101.bin"/><Relationship Id="rId22" Type="http://schemas.openxmlformats.org/officeDocument/2006/relationships/oleObject" Target="../embeddings/oleObject105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9.bin"/><Relationship Id="rId13" Type="http://schemas.openxmlformats.org/officeDocument/2006/relationships/image" Target="../media/image112.wmf"/><Relationship Id="rId18" Type="http://schemas.openxmlformats.org/officeDocument/2006/relationships/oleObject" Target="../embeddings/oleObject114.bin"/><Relationship Id="rId3" Type="http://schemas.openxmlformats.org/officeDocument/2006/relationships/image" Target="../media/image107.wmf"/><Relationship Id="rId21" Type="http://schemas.openxmlformats.org/officeDocument/2006/relationships/image" Target="../media/image116.wmf"/><Relationship Id="rId7" Type="http://schemas.openxmlformats.org/officeDocument/2006/relationships/image" Target="../media/image109.wmf"/><Relationship Id="rId12" Type="http://schemas.openxmlformats.org/officeDocument/2006/relationships/oleObject" Target="../embeddings/oleObject111.bin"/><Relationship Id="rId17" Type="http://schemas.openxmlformats.org/officeDocument/2006/relationships/image" Target="../media/image114.png"/><Relationship Id="rId2" Type="http://schemas.openxmlformats.org/officeDocument/2006/relationships/oleObject" Target="../embeddings/oleObject106.bin"/><Relationship Id="rId16" Type="http://schemas.openxmlformats.org/officeDocument/2006/relationships/oleObject" Target="../embeddings/oleObject113.bin"/><Relationship Id="rId20" Type="http://schemas.openxmlformats.org/officeDocument/2006/relationships/oleObject" Target="../embeddings/oleObject11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8.bin"/><Relationship Id="rId11" Type="http://schemas.openxmlformats.org/officeDocument/2006/relationships/image" Target="../media/image111.wmf"/><Relationship Id="rId5" Type="http://schemas.openxmlformats.org/officeDocument/2006/relationships/image" Target="../media/image108.wmf"/><Relationship Id="rId15" Type="http://schemas.openxmlformats.org/officeDocument/2006/relationships/image" Target="../media/image113.png"/><Relationship Id="rId23" Type="http://schemas.openxmlformats.org/officeDocument/2006/relationships/image" Target="../media/image117.wmf"/><Relationship Id="rId10" Type="http://schemas.openxmlformats.org/officeDocument/2006/relationships/oleObject" Target="../embeddings/oleObject110.bin"/><Relationship Id="rId19" Type="http://schemas.openxmlformats.org/officeDocument/2006/relationships/image" Target="../media/image115.wmf"/><Relationship Id="rId4" Type="http://schemas.openxmlformats.org/officeDocument/2006/relationships/oleObject" Target="../embeddings/oleObject107.bin"/><Relationship Id="rId9" Type="http://schemas.openxmlformats.org/officeDocument/2006/relationships/image" Target="../media/image110.wmf"/><Relationship Id="rId14" Type="http://schemas.openxmlformats.org/officeDocument/2006/relationships/oleObject" Target="../embeddings/oleObject112.bin"/><Relationship Id="rId22" Type="http://schemas.openxmlformats.org/officeDocument/2006/relationships/oleObject" Target="../embeddings/oleObject116.bin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3.wmf"/><Relationship Id="rId18" Type="http://schemas.openxmlformats.org/officeDocument/2006/relationships/oleObject" Target="../embeddings/oleObject125.bin"/><Relationship Id="rId26" Type="http://schemas.openxmlformats.org/officeDocument/2006/relationships/oleObject" Target="../embeddings/oleObject129.bin"/><Relationship Id="rId3" Type="http://schemas.openxmlformats.org/officeDocument/2006/relationships/image" Target="../media/image118.wmf"/><Relationship Id="rId21" Type="http://schemas.openxmlformats.org/officeDocument/2006/relationships/image" Target="../media/image127.wmf"/><Relationship Id="rId34" Type="http://schemas.openxmlformats.org/officeDocument/2006/relationships/oleObject" Target="../embeddings/oleObject133.bin"/><Relationship Id="rId7" Type="http://schemas.openxmlformats.org/officeDocument/2006/relationships/image" Target="../media/image120.wmf"/><Relationship Id="rId12" Type="http://schemas.openxmlformats.org/officeDocument/2006/relationships/oleObject" Target="../embeddings/oleObject122.bin"/><Relationship Id="rId17" Type="http://schemas.openxmlformats.org/officeDocument/2006/relationships/image" Target="../media/image125.wmf"/><Relationship Id="rId25" Type="http://schemas.openxmlformats.org/officeDocument/2006/relationships/image" Target="../media/image129.wmf"/><Relationship Id="rId33" Type="http://schemas.openxmlformats.org/officeDocument/2006/relationships/image" Target="../media/image133.wmf"/><Relationship Id="rId2" Type="http://schemas.openxmlformats.org/officeDocument/2006/relationships/oleObject" Target="../embeddings/oleObject117.bin"/><Relationship Id="rId16" Type="http://schemas.openxmlformats.org/officeDocument/2006/relationships/oleObject" Target="../embeddings/oleObject124.bin"/><Relationship Id="rId20" Type="http://schemas.openxmlformats.org/officeDocument/2006/relationships/oleObject" Target="../embeddings/oleObject126.bin"/><Relationship Id="rId29" Type="http://schemas.openxmlformats.org/officeDocument/2006/relationships/image" Target="../media/image131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9.bin"/><Relationship Id="rId11" Type="http://schemas.openxmlformats.org/officeDocument/2006/relationships/image" Target="../media/image122.wmf"/><Relationship Id="rId24" Type="http://schemas.openxmlformats.org/officeDocument/2006/relationships/oleObject" Target="../embeddings/oleObject128.bin"/><Relationship Id="rId32" Type="http://schemas.openxmlformats.org/officeDocument/2006/relationships/oleObject" Target="../embeddings/oleObject132.bin"/><Relationship Id="rId5" Type="http://schemas.openxmlformats.org/officeDocument/2006/relationships/image" Target="../media/image119.wmf"/><Relationship Id="rId15" Type="http://schemas.openxmlformats.org/officeDocument/2006/relationships/image" Target="../media/image124.wmf"/><Relationship Id="rId23" Type="http://schemas.openxmlformats.org/officeDocument/2006/relationships/image" Target="../media/image128.wmf"/><Relationship Id="rId28" Type="http://schemas.openxmlformats.org/officeDocument/2006/relationships/oleObject" Target="../embeddings/oleObject130.bin"/><Relationship Id="rId10" Type="http://schemas.openxmlformats.org/officeDocument/2006/relationships/oleObject" Target="../embeddings/oleObject121.bin"/><Relationship Id="rId19" Type="http://schemas.openxmlformats.org/officeDocument/2006/relationships/image" Target="../media/image126.wmf"/><Relationship Id="rId31" Type="http://schemas.openxmlformats.org/officeDocument/2006/relationships/image" Target="../media/image132.wmf"/><Relationship Id="rId4" Type="http://schemas.openxmlformats.org/officeDocument/2006/relationships/oleObject" Target="../embeddings/oleObject118.bin"/><Relationship Id="rId9" Type="http://schemas.openxmlformats.org/officeDocument/2006/relationships/image" Target="../media/image121.wmf"/><Relationship Id="rId14" Type="http://schemas.openxmlformats.org/officeDocument/2006/relationships/oleObject" Target="../embeddings/oleObject123.bin"/><Relationship Id="rId22" Type="http://schemas.openxmlformats.org/officeDocument/2006/relationships/oleObject" Target="../embeddings/oleObject127.bin"/><Relationship Id="rId27" Type="http://schemas.openxmlformats.org/officeDocument/2006/relationships/image" Target="../media/image130.wmf"/><Relationship Id="rId30" Type="http://schemas.openxmlformats.org/officeDocument/2006/relationships/oleObject" Target="../embeddings/oleObject131.bin"/><Relationship Id="rId35" Type="http://schemas.openxmlformats.org/officeDocument/2006/relationships/image" Target="../media/image134.wmf"/><Relationship Id="rId8" Type="http://schemas.openxmlformats.org/officeDocument/2006/relationships/oleObject" Target="../embeddings/oleObject120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7.bin"/><Relationship Id="rId13" Type="http://schemas.openxmlformats.org/officeDocument/2006/relationships/image" Target="../media/image140.wmf"/><Relationship Id="rId18" Type="http://schemas.openxmlformats.org/officeDocument/2006/relationships/oleObject" Target="../embeddings/oleObject142.bin"/><Relationship Id="rId3" Type="http://schemas.openxmlformats.org/officeDocument/2006/relationships/image" Target="../media/image135.wmf"/><Relationship Id="rId21" Type="http://schemas.openxmlformats.org/officeDocument/2006/relationships/image" Target="../media/image143.wmf"/><Relationship Id="rId7" Type="http://schemas.openxmlformats.org/officeDocument/2006/relationships/image" Target="../media/image137.wmf"/><Relationship Id="rId12" Type="http://schemas.openxmlformats.org/officeDocument/2006/relationships/oleObject" Target="../embeddings/oleObject139.bin"/><Relationship Id="rId17" Type="http://schemas.openxmlformats.org/officeDocument/2006/relationships/image" Target="../media/image142.wmf"/><Relationship Id="rId2" Type="http://schemas.openxmlformats.org/officeDocument/2006/relationships/oleObject" Target="../embeddings/oleObject134.bin"/><Relationship Id="rId16" Type="http://schemas.openxmlformats.org/officeDocument/2006/relationships/oleObject" Target="../embeddings/oleObject141.bin"/><Relationship Id="rId20" Type="http://schemas.openxmlformats.org/officeDocument/2006/relationships/oleObject" Target="../embeddings/oleObject14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6.bin"/><Relationship Id="rId11" Type="http://schemas.openxmlformats.org/officeDocument/2006/relationships/image" Target="../media/image139.wmf"/><Relationship Id="rId5" Type="http://schemas.openxmlformats.org/officeDocument/2006/relationships/image" Target="../media/image136.wmf"/><Relationship Id="rId15" Type="http://schemas.openxmlformats.org/officeDocument/2006/relationships/image" Target="../media/image141.wmf"/><Relationship Id="rId23" Type="http://schemas.openxmlformats.org/officeDocument/2006/relationships/image" Target="../media/image144.wmf"/><Relationship Id="rId10" Type="http://schemas.openxmlformats.org/officeDocument/2006/relationships/oleObject" Target="../embeddings/oleObject138.bin"/><Relationship Id="rId19" Type="http://schemas.openxmlformats.org/officeDocument/2006/relationships/image" Target="../media/image17.wmf"/><Relationship Id="rId4" Type="http://schemas.openxmlformats.org/officeDocument/2006/relationships/oleObject" Target="../embeddings/oleObject135.bin"/><Relationship Id="rId9" Type="http://schemas.openxmlformats.org/officeDocument/2006/relationships/image" Target="../media/image138.wmf"/><Relationship Id="rId14" Type="http://schemas.openxmlformats.org/officeDocument/2006/relationships/oleObject" Target="../embeddings/oleObject140.bin"/><Relationship Id="rId22" Type="http://schemas.openxmlformats.org/officeDocument/2006/relationships/oleObject" Target="../embeddings/oleObject144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wmf"/><Relationship Id="rId13" Type="http://schemas.openxmlformats.org/officeDocument/2006/relationships/oleObject" Target="../embeddings/oleObject150.bin"/><Relationship Id="rId18" Type="http://schemas.openxmlformats.org/officeDocument/2006/relationships/image" Target="../media/image153.wmf"/><Relationship Id="rId3" Type="http://schemas.openxmlformats.org/officeDocument/2006/relationships/image" Target="../media/image145.wmf"/><Relationship Id="rId7" Type="http://schemas.openxmlformats.org/officeDocument/2006/relationships/oleObject" Target="../embeddings/oleObject147.bin"/><Relationship Id="rId12" Type="http://schemas.openxmlformats.org/officeDocument/2006/relationships/image" Target="../media/image150.wmf"/><Relationship Id="rId17" Type="http://schemas.openxmlformats.org/officeDocument/2006/relationships/oleObject" Target="../embeddings/oleObject152.bin"/><Relationship Id="rId2" Type="http://schemas.openxmlformats.org/officeDocument/2006/relationships/oleObject" Target="../embeddings/oleObject145.bin"/><Relationship Id="rId16" Type="http://schemas.openxmlformats.org/officeDocument/2006/relationships/image" Target="../media/image152.wmf"/><Relationship Id="rId20" Type="http://schemas.openxmlformats.org/officeDocument/2006/relationships/image" Target="../media/image154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7.wmf"/><Relationship Id="rId11" Type="http://schemas.openxmlformats.org/officeDocument/2006/relationships/oleObject" Target="../embeddings/oleObject149.bin"/><Relationship Id="rId5" Type="http://schemas.openxmlformats.org/officeDocument/2006/relationships/oleObject" Target="../embeddings/oleObject146.bin"/><Relationship Id="rId15" Type="http://schemas.openxmlformats.org/officeDocument/2006/relationships/oleObject" Target="../embeddings/oleObject151.bin"/><Relationship Id="rId10" Type="http://schemas.openxmlformats.org/officeDocument/2006/relationships/image" Target="../media/image149.wmf"/><Relationship Id="rId19" Type="http://schemas.openxmlformats.org/officeDocument/2006/relationships/oleObject" Target="../embeddings/oleObject153.bin"/><Relationship Id="rId4" Type="http://schemas.openxmlformats.org/officeDocument/2006/relationships/image" Target="../media/image146.png"/><Relationship Id="rId9" Type="http://schemas.openxmlformats.org/officeDocument/2006/relationships/oleObject" Target="../embeddings/oleObject148.bin"/><Relationship Id="rId14" Type="http://schemas.openxmlformats.org/officeDocument/2006/relationships/image" Target="../media/image151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wmf"/><Relationship Id="rId2" Type="http://schemas.openxmlformats.org/officeDocument/2006/relationships/oleObject" Target="../embeddings/oleObject154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6.wmf"/><Relationship Id="rId4" Type="http://schemas.openxmlformats.org/officeDocument/2006/relationships/oleObject" Target="../embeddings/oleObject155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9.bin"/><Relationship Id="rId13" Type="http://schemas.openxmlformats.org/officeDocument/2006/relationships/image" Target="../media/image161.wmf"/><Relationship Id="rId3" Type="http://schemas.openxmlformats.org/officeDocument/2006/relationships/image" Target="../media/image147.wmf"/><Relationship Id="rId7" Type="http://schemas.openxmlformats.org/officeDocument/2006/relationships/image" Target="../media/image158.wmf"/><Relationship Id="rId12" Type="http://schemas.openxmlformats.org/officeDocument/2006/relationships/oleObject" Target="../embeddings/oleObject161.bin"/><Relationship Id="rId2" Type="http://schemas.openxmlformats.org/officeDocument/2006/relationships/oleObject" Target="../embeddings/oleObject15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8.bin"/><Relationship Id="rId11" Type="http://schemas.openxmlformats.org/officeDocument/2006/relationships/image" Target="../media/image160.wmf"/><Relationship Id="rId5" Type="http://schemas.openxmlformats.org/officeDocument/2006/relationships/image" Target="../media/image157.wmf"/><Relationship Id="rId15" Type="http://schemas.openxmlformats.org/officeDocument/2006/relationships/image" Target="../media/image162.wmf"/><Relationship Id="rId10" Type="http://schemas.openxmlformats.org/officeDocument/2006/relationships/oleObject" Target="../embeddings/oleObject160.bin"/><Relationship Id="rId4" Type="http://schemas.openxmlformats.org/officeDocument/2006/relationships/oleObject" Target="../embeddings/oleObject157.bin"/><Relationship Id="rId9" Type="http://schemas.openxmlformats.org/officeDocument/2006/relationships/image" Target="../media/image159.wmf"/><Relationship Id="rId14" Type="http://schemas.openxmlformats.org/officeDocument/2006/relationships/oleObject" Target="../embeddings/oleObject162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8.wmf"/><Relationship Id="rId18" Type="http://schemas.openxmlformats.org/officeDocument/2006/relationships/oleObject" Target="../embeddings/oleObject171.bin"/><Relationship Id="rId26" Type="http://schemas.openxmlformats.org/officeDocument/2006/relationships/oleObject" Target="../embeddings/oleObject175.bin"/><Relationship Id="rId39" Type="http://schemas.openxmlformats.org/officeDocument/2006/relationships/oleObject" Target="../embeddings/oleObject181.bin"/><Relationship Id="rId21" Type="http://schemas.openxmlformats.org/officeDocument/2006/relationships/image" Target="../media/image172.wmf"/><Relationship Id="rId34" Type="http://schemas.openxmlformats.org/officeDocument/2006/relationships/oleObject" Target="../embeddings/oleObject179.bin"/><Relationship Id="rId7" Type="http://schemas.openxmlformats.org/officeDocument/2006/relationships/image" Target="../media/image165.wmf"/><Relationship Id="rId12" Type="http://schemas.openxmlformats.org/officeDocument/2006/relationships/oleObject" Target="../embeddings/oleObject168.bin"/><Relationship Id="rId17" Type="http://schemas.openxmlformats.org/officeDocument/2006/relationships/image" Target="../media/image170.wmf"/><Relationship Id="rId25" Type="http://schemas.openxmlformats.org/officeDocument/2006/relationships/image" Target="../media/image174.wmf"/><Relationship Id="rId33" Type="http://schemas.openxmlformats.org/officeDocument/2006/relationships/image" Target="../media/image178.emf"/><Relationship Id="rId38" Type="http://schemas.openxmlformats.org/officeDocument/2006/relationships/image" Target="../media/image181.emf"/><Relationship Id="rId2" Type="http://schemas.openxmlformats.org/officeDocument/2006/relationships/oleObject" Target="../embeddings/oleObject163.bin"/><Relationship Id="rId16" Type="http://schemas.openxmlformats.org/officeDocument/2006/relationships/oleObject" Target="../embeddings/oleObject170.bin"/><Relationship Id="rId20" Type="http://schemas.openxmlformats.org/officeDocument/2006/relationships/oleObject" Target="../embeddings/oleObject172.bin"/><Relationship Id="rId29" Type="http://schemas.openxmlformats.org/officeDocument/2006/relationships/image" Target="../media/image176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65.bin"/><Relationship Id="rId11" Type="http://schemas.openxmlformats.org/officeDocument/2006/relationships/image" Target="../media/image167.wmf"/><Relationship Id="rId24" Type="http://schemas.openxmlformats.org/officeDocument/2006/relationships/oleObject" Target="../embeddings/oleObject174.bin"/><Relationship Id="rId32" Type="http://schemas.openxmlformats.org/officeDocument/2006/relationships/oleObject" Target="../embeddings/oleObject178.bin"/><Relationship Id="rId37" Type="http://schemas.openxmlformats.org/officeDocument/2006/relationships/image" Target="../media/image180.emf"/><Relationship Id="rId40" Type="http://schemas.openxmlformats.org/officeDocument/2006/relationships/image" Target="../media/image182.wmf"/><Relationship Id="rId5" Type="http://schemas.openxmlformats.org/officeDocument/2006/relationships/image" Target="../media/image164.emf"/><Relationship Id="rId15" Type="http://schemas.openxmlformats.org/officeDocument/2006/relationships/image" Target="../media/image169.wmf"/><Relationship Id="rId23" Type="http://schemas.openxmlformats.org/officeDocument/2006/relationships/image" Target="../media/image173.wmf"/><Relationship Id="rId28" Type="http://schemas.openxmlformats.org/officeDocument/2006/relationships/oleObject" Target="../embeddings/oleObject176.bin"/><Relationship Id="rId36" Type="http://schemas.openxmlformats.org/officeDocument/2006/relationships/oleObject" Target="../embeddings/oleObject180.bin"/><Relationship Id="rId10" Type="http://schemas.openxmlformats.org/officeDocument/2006/relationships/oleObject" Target="../embeddings/oleObject167.bin"/><Relationship Id="rId19" Type="http://schemas.openxmlformats.org/officeDocument/2006/relationships/image" Target="../media/image171.wmf"/><Relationship Id="rId31" Type="http://schemas.openxmlformats.org/officeDocument/2006/relationships/image" Target="../media/image177.emf"/><Relationship Id="rId4" Type="http://schemas.openxmlformats.org/officeDocument/2006/relationships/oleObject" Target="../embeddings/oleObject164.bin"/><Relationship Id="rId9" Type="http://schemas.openxmlformats.org/officeDocument/2006/relationships/image" Target="../media/image166.wmf"/><Relationship Id="rId14" Type="http://schemas.openxmlformats.org/officeDocument/2006/relationships/oleObject" Target="../embeddings/oleObject169.bin"/><Relationship Id="rId22" Type="http://schemas.openxmlformats.org/officeDocument/2006/relationships/oleObject" Target="../embeddings/oleObject173.bin"/><Relationship Id="rId27" Type="http://schemas.openxmlformats.org/officeDocument/2006/relationships/image" Target="../media/image175.wmf"/><Relationship Id="rId30" Type="http://schemas.openxmlformats.org/officeDocument/2006/relationships/oleObject" Target="../embeddings/oleObject177.bin"/><Relationship Id="rId35" Type="http://schemas.openxmlformats.org/officeDocument/2006/relationships/image" Target="../media/image179.emf"/><Relationship Id="rId8" Type="http://schemas.openxmlformats.org/officeDocument/2006/relationships/oleObject" Target="../embeddings/oleObject166.bin"/><Relationship Id="rId3" Type="http://schemas.openxmlformats.org/officeDocument/2006/relationships/image" Target="../media/image163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5.bin"/><Relationship Id="rId13" Type="http://schemas.openxmlformats.org/officeDocument/2006/relationships/image" Target="../media/image188.emf"/><Relationship Id="rId18" Type="http://schemas.openxmlformats.org/officeDocument/2006/relationships/oleObject" Target="../embeddings/oleObject190.bin"/><Relationship Id="rId3" Type="http://schemas.openxmlformats.org/officeDocument/2006/relationships/image" Target="../media/image183.wmf"/><Relationship Id="rId21" Type="http://schemas.openxmlformats.org/officeDocument/2006/relationships/image" Target="../media/image192.emf"/><Relationship Id="rId7" Type="http://schemas.openxmlformats.org/officeDocument/2006/relationships/image" Target="../media/image185.wmf"/><Relationship Id="rId12" Type="http://schemas.openxmlformats.org/officeDocument/2006/relationships/oleObject" Target="../embeddings/oleObject187.bin"/><Relationship Id="rId17" Type="http://schemas.openxmlformats.org/officeDocument/2006/relationships/image" Target="../media/image190.emf"/><Relationship Id="rId2" Type="http://schemas.openxmlformats.org/officeDocument/2006/relationships/oleObject" Target="../embeddings/oleObject182.bin"/><Relationship Id="rId16" Type="http://schemas.openxmlformats.org/officeDocument/2006/relationships/oleObject" Target="../embeddings/oleObject189.bin"/><Relationship Id="rId20" Type="http://schemas.openxmlformats.org/officeDocument/2006/relationships/oleObject" Target="../embeddings/oleObject191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84.bin"/><Relationship Id="rId11" Type="http://schemas.openxmlformats.org/officeDocument/2006/relationships/image" Target="../media/image187.png"/><Relationship Id="rId5" Type="http://schemas.openxmlformats.org/officeDocument/2006/relationships/image" Target="../media/image184.wmf"/><Relationship Id="rId15" Type="http://schemas.openxmlformats.org/officeDocument/2006/relationships/image" Target="../media/image189.emf"/><Relationship Id="rId23" Type="http://schemas.openxmlformats.org/officeDocument/2006/relationships/image" Target="../media/image193.emf"/><Relationship Id="rId10" Type="http://schemas.openxmlformats.org/officeDocument/2006/relationships/oleObject" Target="../embeddings/oleObject186.bin"/><Relationship Id="rId19" Type="http://schemas.openxmlformats.org/officeDocument/2006/relationships/image" Target="../media/image191.emf"/><Relationship Id="rId4" Type="http://schemas.openxmlformats.org/officeDocument/2006/relationships/oleObject" Target="../embeddings/oleObject183.bin"/><Relationship Id="rId9" Type="http://schemas.openxmlformats.org/officeDocument/2006/relationships/image" Target="../media/image186.wmf"/><Relationship Id="rId14" Type="http://schemas.openxmlformats.org/officeDocument/2006/relationships/oleObject" Target="../embeddings/oleObject188.bin"/><Relationship Id="rId22" Type="http://schemas.openxmlformats.org/officeDocument/2006/relationships/oleObject" Target="../embeddings/oleObject192.bin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9.wmf"/><Relationship Id="rId18" Type="http://schemas.openxmlformats.org/officeDocument/2006/relationships/oleObject" Target="../embeddings/oleObject201.bin"/><Relationship Id="rId26" Type="http://schemas.openxmlformats.org/officeDocument/2006/relationships/oleObject" Target="../embeddings/oleObject205.bin"/><Relationship Id="rId3" Type="http://schemas.openxmlformats.org/officeDocument/2006/relationships/image" Target="../media/image194.png"/><Relationship Id="rId21" Type="http://schemas.openxmlformats.org/officeDocument/2006/relationships/image" Target="../media/image203.wmf"/><Relationship Id="rId34" Type="http://schemas.openxmlformats.org/officeDocument/2006/relationships/oleObject" Target="../embeddings/oleObject209.bin"/><Relationship Id="rId7" Type="http://schemas.openxmlformats.org/officeDocument/2006/relationships/image" Target="../media/image196.emf"/><Relationship Id="rId12" Type="http://schemas.openxmlformats.org/officeDocument/2006/relationships/oleObject" Target="../embeddings/oleObject198.bin"/><Relationship Id="rId17" Type="http://schemas.openxmlformats.org/officeDocument/2006/relationships/image" Target="../media/image201.wmf"/><Relationship Id="rId25" Type="http://schemas.openxmlformats.org/officeDocument/2006/relationships/image" Target="../media/image205.emf"/><Relationship Id="rId33" Type="http://schemas.openxmlformats.org/officeDocument/2006/relationships/image" Target="../media/image209.emf"/><Relationship Id="rId2" Type="http://schemas.openxmlformats.org/officeDocument/2006/relationships/oleObject" Target="../embeddings/oleObject193.bin"/><Relationship Id="rId16" Type="http://schemas.openxmlformats.org/officeDocument/2006/relationships/oleObject" Target="../embeddings/oleObject200.bin"/><Relationship Id="rId20" Type="http://schemas.openxmlformats.org/officeDocument/2006/relationships/oleObject" Target="../embeddings/oleObject202.bin"/><Relationship Id="rId29" Type="http://schemas.openxmlformats.org/officeDocument/2006/relationships/image" Target="../media/image207.e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95.bin"/><Relationship Id="rId11" Type="http://schemas.openxmlformats.org/officeDocument/2006/relationships/image" Target="../media/image198.wmf"/><Relationship Id="rId24" Type="http://schemas.openxmlformats.org/officeDocument/2006/relationships/oleObject" Target="../embeddings/oleObject204.bin"/><Relationship Id="rId32" Type="http://schemas.openxmlformats.org/officeDocument/2006/relationships/oleObject" Target="../embeddings/oleObject208.bin"/><Relationship Id="rId5" Type="http://schemas.openxmlformats.org/officeDocument/2006/relationships/image" Target="../media/image195.emf"/><Relationship Id="rId15" Type="http://schemas.openxmlformats.org/officeDocument/2006/relationships/image" Target="../media/image200.wmf"/><Relationship Id="rId23" Type="http://schemas.openxmlformats.org/officeDocument/2006/relationships/image" Target="../media/image204.emf"/><Relationship Id="rId28" Type="http://schemas.openxmlformats.org/officeDocument/2006/relationships/oleObject" Target="../embeddings/oleObject206.bin"/><Relationship Id="rId10" Type="http://schemas.openxmlformats.org/officeDocument/2006/relationships/oleObject" Target="../embeddings/oleObject197.bin"/><Relationship Id="rId19" Type="http://schemas.openxmlformats.org/officeDocument/2006/relationships/image" Target="../media/image202.wmf"/><Relationship Id="rId31" Type="http://schemas.openxmlformats.org/officeDocument/2006/relationships/image" Target="../media/image208.emf"/><Relationship Id="rId4" Type="http://schemas.openxmlformats.org/officeDocument/2006/relationships/oleObject" Target="../embeddings/oleObject194.bin"/><Relationship Id="rId9" Type="http://schemas.openxmlformats.org/officeDocument/2006/relationships/image" Target="../media/image197.wmf"/><Relationship Id="rId14" Type="http://schemas.openxmlformats.org/officeDocument/2006/relationships/oleObject" Target="../embeddings/oleObject199.bin"/><Relationship Id="rId22" Type="http://schemas.openxmlformats.org/officeDocument/2006/relationships/oleObject" Target="../embeddings/oleObject203.bin"/><Relationship Id="rId27" Type="http://schemas.openxmlformats.org/officeDocument/2006/relationships/image" Target="../media/image206.emf"/><Relationship Id="rId30" Type="http://schemas.openxmlformats.org/officeDocument/2006/relationships/oleObject" Target="../embeddings/oleObject207.bin"/><Relationship Id="rId35" Type="http://schemas.openxmlformats.org/officeDocument/2006/relationships/image" Target="../media/image210.wmf"/><Relationship Id="rId8" Type="http://schemas.openxmlformats.org/officeDocument/2006/relationships/oleObject" Target="../embeddings/oleObject196.bin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5.emf"/><Relationship Id="rId18" Type="http://schemas.openxmlformats.org/officeDocument/2006/relationships/oleObject" Target="../embeddings/oleObject218.bin"/><Relationship Id="rId26" Type="http://schemas.openxmlformats.org/officeDocument/2006/relationships/oleObject" Target="../embeddings/oleObject222.bin"/><Relationship Id="rId3" Type="http://schemas.openxmlformats.org/officeDocument/2006/relationships/image" Target="../media/image194.png"/><Relationship Id="rId21" Type="http://schemas.openxmlformats.org/officeDocument/2006/relationships/image" Target="../media/image219.wmf"/><Relationship Id="rId7" Type="http://schemas.openxmlformats.org/officeDocument/2006/relationships/image" Target="../media/image212.emf"/><Relationship Id="rId12" Type="http://schemas.openxmlformats.org/officeDocument/2006/relationships/oleObject" Target="../embeddings/oleObject215.bin"/><Relationship Id="rId17" Type="http://schemas.openxmlformats.org/officeDocument/2006/relationships/image" Target="../media/image217.emf"/><Relationship Id="rId25" Type="http://schemas.openxmlformats.org/officeDocument/2006/relationships/image" Target="../media/image221.wmf"/><Relationship Id="rId33" Type="http://schemas.openxmlformats.org/officeDocument/2006/relationships/image" Target="../media/image225.emf"/><Relationship Id="rId2" Type="http://schemas.openxmlformats.org/officeDocument/2006/relationships/oleObject" Target="../embeddings/oleObject210.bin"/><Relationship Id="rId16" Type="http://schemas.openxmlformats.org/officeDocument/2006/relationships/oleObject" Target="../embeddings/oleObject217.bin"/><Relationship Id="rId20" Type="http://schemas.openxmlformats.org/officeDocument/2006/relationships/oleObject" Target="../embeddings/oleObject219.bin"/><Relationship Id="rId29" Type="http://schemas.openxmlformats.org/officeDocument/2006/relationships/image" Target="../media/image223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12.bin"/><Relationship Id="rId11" Type="http://schemas.openxmlformats.org/officeDocument/2006/relationships/image" Target="../media/image214.emf"/><Relationship Id="rId24" Type="http://schemas.openxmlformats.org/officeDocument/2006/relationships/oleObject" Target="../embeddings/oleObject221.bin"/><Relationship Id="rId32" Type="http://schemas.openxmlformats.org/officeDocument/2006/relationships/oleObject" Target="../embeddings/oleObject225.bin"/><Relationship Id="rId5" Type="http://schemas.openxmlformats.org/officeDocument/2006/relationships/image" Target="../media/image211.emf"/><Relationship Id="rId15" Type="http://schemas.openxmlformats.org/officeDocument/2006/relationships/image" Target="../media/image216.emf"/><Relationship Id="rId23" Type="http://schemas.openxmlformats.org/officeDocument/2006/relationships/image" Target="../media/image220.wmf"/><Relationship Id="rId28" Type="http://schemas.openxmlformats.org/officeDocument/2006/relationships/oleObject" Target="../embeddings/oleObject223.bin"/><Relationship Id="rId10" Type="http://schemas.openxmlformats.org/officeDocument/2006/relationships/oleObject" Target="../embeddings/oleObject214.bin"/><Relationship Id="rId19" Type="http://schemas.openxmlformats.org/officeDocument/2006/relationships/image" Target="../media/image218.wmf"/><Relationship Id="rId31" Type="http://schemas.openxmlformats.org/officeDocument/2006/relationships/image" Target="../media/image224.emf"/><Relationship Id="rId4" Type="http://schemas.openxmlformats.org/officeDocument/2006/relationships/oleObject" Target="../embeddings/oleObject211.bin"/><Relationship Id="rId9" Type="http://schemas.openxmlformats.org/officeDocument/2006/relationships/image" Target="../media/image213.emf"/><Relationship Id="rId14" Type="http://schemas.openxmlformats.org/officeDocument/2006/relationships/oleObject" Target="../embeddings/oleObject216.bin"/><Relationship Id="rId22" Type="http://schemas.openxmlformats.org/officeDocument/2006/relationships/oleObject" Target="../embeddings/oleObject220.bin"/><Relationship Id="rId27" Type="http://schemas.openxmlformats.org/officeDocument/2006/relationships/image" Target="../media/image222.wmf"/><Relationship Id="rId30" Type="http://schemas.openxmlformats.org/officeDocument/2006/relationships/oleObject" Target="../embeddings/oleObject224.bin"/><Relationship Id="rId8" Type="http://schemas.openxmlformats.org/officeDocument/2006/relationships/oleObject" Target="../embeddings/oleObject213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6.png"/><Relationship Id="rId7" Type="http://schemas.openxmlformats.org/officeDocument/2006/relationships/image" Target="../media/image228.png"/><Relationship Id="rId2" Type="http://schemas.openxmlformats.org/officeDocument/2006/relationships/oleObject" Target="../embeddings/oleObject226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28.bin"/><Relationship Id="rId5" Type="http://schemas.openxmlformats.org/officeDocument/2006/relationships/image" Target="../media/image227.png"/><Relationship Id="rId4" Type="http://schemas.openxmlformats.org/officeDocument/2006/relationships/oleObject" Target="../embeddings/oleObject227.bin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4.emf"/><Relationship Id="rId18" Type="http://schemas.openxmlformats.org/officeDocument/2006/relationships/oleObject" Target="../embeddings/oleObject237.bin"/><Relationship Id="rId26" Type="http://schemas.openxmlformats.org/officeDocument/2006/relationships/oleObject" Target="../embeddings/oleObject241.bin"/><Relationship Id="rId39" Type="http://schemas.openxmlformats.org/officeDocument/2006/relationships/image" Target="../media/image247.emf"/><Relationship Id="rId21" Type="http://schemas.openxmlformats.org/officeDocument/2006/relationships/image" Target="../media/image238.emf"/><Relationship Id="rId34" Type="http://schemas.openxmlformats.org/officeDocument/2006/relationships/oleObject" Target="../embeddings/oleObject245.bin"/><Relationship Id="rId42" Type="http://schemas.openxmlformats.org/officeDocument/2006/relationships/oleObject" Target="../embeddings/oleObject249.bin"/><Relationship Id="rId47" Type="http://schemas.openxmlformats.org/officeDocument/2006/relationships/image" Target="../media/image251.emf"/><Relationship Id="rId7" Type="http://schemas.openxmlformats.org/officeDocument/2006/relationships/image" Target="../media/image231.emf"/><Relationship Id="rId2" Type="http://schemas.openxmlformats.org/officeDocument/2006/relationships/oleObject" Target="../embeddings/oleObject229.bin"/><Relationship Id="rId16" Type="http://schemas.openxmlformats.org/officeDocument/2006/relationships/oleObject" Target="../embeddings/oleObject236.bin"/><Relationship Id="rId29" Type="http://schemas.openxmlformats.org/officeDocument/2006/relationships/image" Target="../media/image242.emf"/><Relationship Id="rId11" Type="http://schemas.openxmlformats.org/officeDocument/2006/relationships/image" Target="../media/image233.emf"/><Relationship Id="rId24" Type="http://schemas.openxmlformats.org/officeDocument/2006/relationships/oleObject" Target="../embeddings/oleObject240.bin"/><Relationship Id="rId32" Type="http://schemas.openxmlformats.org/officeDocument/2006/relationships/oleObject" Target="../embeddings/oleObject244.bin"/><Relationship Id="rId37" Type="http://schemas.openxmlformats.org/officeDocument/2006/relationships/image" Target="../media/image246.emf"/><Relationship Id="rId40" Type="http://schemas.openxmlformats.org/officeDocument/2006/relationships/oleObject" Target="../embeddings/oleObject248.bin"/><Relationship Id="rId45" Type="http://schemas.openxmlformats.org/officeDocument/2006/relationships/image" Target="../media/image250.emf"/><Relationship Id="rId5" Type="http://schemas.openxmlformats.org/officeDocument/2006/relationships/image" Target="../media/image230.emf"/><Relationship Id="rId15" Type="http://schemas.openxmlformats.org/officeDocument/2006/relationships/image" Target="../media/image235.wmf"/><Relationship Id="rId23" Type="http://schemas.openxmlformats.org/officeDocument/2006/relationships/image" Target="../media/image239.png"/><Relationship Id="rId28" Type="http://schemas.openxmlformats.org/officeDocument/2006/relationships/oleObject" Target="../embeddings/oleObject242.bin"/><Relationship Id="rId36" Type="http://schemas.openxmlformats.org/officeDocument/2006/relationships/oleObject" Target="../embeddings/oleObject246.bin"/><Relationship Id="rId49" Type="http://schemas.openxmlformats.org/officeDocument/2006/relationships/image" Target="../media/image252.wmf"/><Relationship Id="rId10" Type="http://schemas.openxmlformats.org/officeDocument/2006/relationships/oleObject" Target="../embeddings/oleObject233.bin"/><Relationship Id="rId19" Type="http://schemas.openxmlformats.org/officeDocument/2006/relationships/image" Target="../media/image237.emf"/><Relationship Id="rId31" Type="http://schemas.openxmlformats.org/officeDocument/2006/relationships/image" Target="../media/image243.emf"/><Relationship Id="rId44" Type="http://schemas.openxmlformats.org/officeDocument/2006/relationships/oleObject" Target="../embeddings/oleObject250.bin"/><Relationship Id="rId4" Type="http://schemas.openxmlformats.org/officeDocument/2006/relationships/oleObject" Target="../embeddings/oleObject230.bin"/><Relationship Id="rId9" Type="http://schemas.openxmlformats.org/officeDocument/2006/relationships/image" Target="../media/image232.emf"/><Relationship Id="rId14" Type="http://schemas.openxmlformats.org/officeDocument/2006/relationships/oleObject" Target="../embeddings/oleObject235.bin"/><Relationship Id="rId22" Type="http://schemas.openxmlformats.org/officeDocument/2006/relationships/oleObject" Target="../embeddings/oleObject239.bin"/><Relationship Id="rId27" Type="http://schemas.openxmlformats.org/officeDocument/2006/relationships/image" Target="../media/image241.emf"/><Relationship Id="rId30" Type="http://schemas.openxmlformats.org/officeDocument/2006/relationships/oleObject" Target="../embeddings/oleObject243.bin"/><Relationship Id="rId35" Type="http://schemas.openxmlformats.org/officeDocument/2006/relationships/image" Target="../media/image245.emf"/><Relationship Id="rId43" Type="http://schemas.openxmlformats.org/officeDocument/2006/relationships/image" Target="../media/image249.emf"/><Relationship Id="rId48" Type="http://schemas.openxmlformats.org/officeDocument/2006/relationships/oleObject" Target="../embeddings/oleObject252.bin"/><Relationship Id="rId8" Type="http://schemas.openxmlformats.org/officeDocument/2006/relationships/oleObject" Target="../embeddings/oleObject232.bin"/><Relationship Id="rId3" Type="http://schemas.openxmlformats.org/officeDocument/2006/relationships/image" Target="../media/image229.emf"/><Relationship Id="rId12" Type="http://schemas.openxmlformats.org/officeDocument/2006/relationships/oleObject" Target="../embeddings/oleObject234.bin"/><Relationship Id="rId17" Type="http://schemas.openxmlformats.org/officeDocument/2006/relationships/image" Target="../media/image236.emf"/><Relationship Id="rId25" Type="http://schemas.openxmlformats.org/officeDocument/2006/relationships/image" Target="../media/image240.emf"/><Relationship Id="rId33" Type="http://schemas.openxmlformats.org/officeDocument/2006/relationships/image" Target="../media/image244.png"/><Relationship Id="rId38" Type="http://schemas.openxmlformats.org/officeDocument/2006/relationships/oleObject" Target="../embeddings/oleObject247.bin"/><Relationship Id="rId46" Type="http://schemas.openxmlformats.org/officeDocument/2006/relationships/oleObject" Target="../embeddings/oleObject251.bin"/><Relationship Id="rId20" Type="http://schemas.openxmlformats.org/officeDocument/2006/relationships/oleObject" Target="../embeddings/oleObject238.bin"/><Relationship Id="rId41" Type="http://schemas.openxmlformats.org/officeDocument/2006/relationships/image" Target="../media/image248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31.bin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8.wmf"/><Relationship Id="rId18" Type="http://schemas.openxmlformats.org/officeDocument/2006/relationships/oleObject" Target="../embeddings/oleObject261.bin"/><Relationship Id="rId26" Type="http://schemas.openxmlformats.org/officeDocument/2006/relationships/oleObject" Target="../embeddings/oleObject265.bin"/><Relationship Id="rId39" Type="http://schemas.openxmlformats.org/officeDocument/2006/relationships/image" Target="../media/image271.emf"/><Relationship Id="rId21" Type="http://schemas.openxmlformats.org/officeDocument/2006/relationships/image" Target="../media/image262.wmf"/><Relationship Id="rId34" Type="http://schemas.openxmlformats.org/officeDocument/2006/relationships/oleObject" Target="../embeddings/oleObject269.bin"/><Relationship Id="rId7" Type="http://schemas.openxmlformats.org/officeDocument/2006/relationships/image" Target="../media/image255.emf"/><Relationship Id="rId12" Type="http://schemas.openxmlformats.org/officeDocument/2006/relationships/oleObject" Target="../embeddings/oleObject258.bin"/><Relationship Id="rId17" Type="http://schemas.openxmlformats.org/officeDocument/2006/relationships/image" Target="../media/image260.wmf"/><Relationship Id="rId25" Type="http://schemas.openxmlformats.org/officeDocument/2006/relationships/image" Target="../media/image264.wmf"/><Relationship Id="rId33" Type="http://schemas.openxmlformats.org/officeDocument/2006/relationships/image" Target="../media/image268.emf"/><Relationship Id="rId38" Type="http://schemas.openxmlformats.org/officeDocument/2006/relationships/oleObject" Target="../embeddings/oleObject271.bin"/><Relationship Id="rId2" Type="http://schemas.openxmlformats.org/officeDocument/2006/relationships/oleObject" Target="../embeddings/oleObject253.bin"/><Relationship Id="rId16" Type="http://schemas.openxmlformats.org/officeDocument/2006/relationships/oleObject" Target="../embeddings/oleObject260.bin"/><Relationship Id="rId20" Type="http://schemas.openxmlformats.org/officeDocument/2006/relationships/oleObject" Target="../embeddings/oleObject262.bin"/><Relationship Id="rId29" Type="http://schemas.openxmlformats.org/officeDocument/2006/relationships/image" Target="../media/image266.emf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255.bin"/><Relationship Id="rId11" Type="http://schemas.openxmlformats.org/officeDocument/2006/relationships/image" Target="../media/image257.emf"/><Relationship Id="rId24" Type="http://schemas.openxmlformats.org/officeDocument/2006/relationships/oleObject" Target="../embeddings/oleObject264.bin"/><Relationship Id="rId32" Type="http://schemas.openxmlformats.org/officeDocument/2006/relationships/oleObject" Target="../embeddings/oleObject268.bin"/><Relationship Id="rId37" Type="http://schemas.openxmlformats.org/officeDocument/2006/relationships/image" Target="../media/image270.emf"/><Relationship Id="rId5" Type="http://schemas.openxmlformats.org/officeDocument/2006/relationships/image" Target="../media/image254.emf"/><Relationship Id="rId15" Type="http://schemas.openxmlformats.org/officeDocument/2006/relationships/image" Target="../media/image259.wmf"/><Relationship Id="rId23" Type="http://schemas.openxmlformats.org/officeDocument/2006/relationships/image" Target="../media/image263.wmf"/><Relationship Id="rId28" Type="http://schemas.openxmlformats.org/officeDocument/2006/relationships/oleObject" Target="../embeddings/oleObject266.bin"/><Relationship Id="rId36" Type="http://schemas.openxmlformats.org/officeDocument/2006/relationships/oleObject" Target="../embeddings/oleObject270.bin"/><Relationship Id="rId10" Type="http://schemas.openxmlformats.org/officeDocument/2006/relationships/oleObject" Target="../embeddings/oleObject257.bin"/><Relationship Id="rId19" Type="http://schemas.openxmlformats.org/officeDocument/2006/relationships/image" Target="../media/image261.wmf"/><Relationship Id="rId31" Type="http://schemas.openxmlformats.org/officeDocument/2006/relationships/image" Target="../media/image267.emf"/><Relationship Id="rId4" Type="http://schemas.openxmlformats.org/officeDocument/2006/relationships/oleObject" Target="../embeddings/oleObject254.bin"/><Relationship Id="rId9" Type="http://schemas.openxmlformats.org/officeDocument/2006/relationships/image" Target="../media/image256.emf"/><Relationship Id="rId14" Type="http://schemas.openxmlformats.org/officeDocument/2006/relationships/oleObject" Target="../embeddings/oleObject259.bin"/><Relationship Id="rId22" Type="http://schemas.openxmlformats.org/officeDocument/2006/relationships/oleObject" Target="../embeddings/oleObject263.bin"/><Relationship Id="rId27" Type="http://schemas.openxmlformats.org/officeDocument/2006/relationships/image" Target="../media/image265.wmf"/><Relationship Id="rId30" Type="http://schemas.openxmlformats.org/officeDocument/2006/relationships/oleObject" Target="../embeddings/oleObject267.bin"/><Relationship Id="rId35" Type="http://schemas.openxmlformats.org/officeDocument/2006/relationships/image" Target="../media/image269.emf"/><Relationship Id="rId8" Type="http://schemas.openxmlformats.org/officeDocument/2006/relationships/oleObject" Target="../embeddings/oleObject256.bin"/><Relationship Id="rId3" Type="http://schemas.openxmlformats.org/officeDocument/2006/relationships/image" Target="../media/image253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5.bin"/><Relationship Id="rId13" Type="http://schemas.openxmlformats.org/officeDocument/2006/relationships/image" Target="../media/image277.emf"/><Relationship Id="rId18" Type="http://schemas.openxmlformats.org/officeDocument/2006/relationships/oleObject" Target="../embeddings/oleObject280.bin"/><Relationship Id="rId26" Type="http://schemas.openxmlformats.org/officeDocument/2006/relationships/oleObject" Target="../embeddings/oleObject284.bin"/><Relationship Id="rId3" Type="http://schemas.openxmlformats.org/officeDocument/2006/relationships/image" Target="../media/image272.emf"/><Relationship Id="rId21" Type="http://schemas.openxmlformats.org/officeDocument/2006/relationships/image" Target="../media/image281.emf"/><Relationship Id="rId7" Type="http://schemas.openxmlformats.org/officeDocument/2006/relationships/image" Target="../media/image274.emf"/><Relationship Id="rId12" Type="http://schemas.openxmlformats.org/officeDocument/2006/relationships/oleObject" Target="../embeddings/oleObject277.bin"/><Relationship Id="rId17" Type="http://schemas.openxmlformats.org/officeDocument/2006/relationships/image" Target="../media/image279.emf"/><Relationship Id="rId25" Type="http://schemas.openxmlformats.org/officeDocument/2006/relationships/image" Target="../media/image283.emf"/><Relationship Id="rId2" Type="http://schemas.openxmlformats.org/officeDocument/2006/relationships/oleObject" Target="../embeddings/oleObject272.bin"/><Relationship Id="rId16" Type="http://schemas.openxmlformats.org/officeDocument/2006/relationships/oleObject" Target="../embeddings/oleObject279.bin"/><Relationship Id="rId20" Type="http://schemas.openxmlformats.org/officeDocument/2006/relationships/oleObject" Target="../embeddings/oleObject281.bin"/><Relationship Id="rId29" Type="http://schemas.openxmlformats.org/officeDocument/2006/relationships/image" Target="../media/image285.e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74.bin"/><Relationship Id="rId11" Type="http://schemas.openxmlformats.org/officeDocument/2006/relationships/image" Target="../media/image276.emf"/><Relationship Id="rId24" Type="http://schemas.openxmlformats.org/officeDocument/2006/relationships/oleObject" Target="../embeddings/oleObject283.bin"/><Relationship Id="rId5" Type="http://schemas.openxmlformats.org/officeDocument/2006/relationships/image" Target="../media/image273.emf"/><Relationship Id="rId15" Type="http://schemas.openxmlformats.org/officeDocument/2006/relationships/image" Target="../media/image278.emf"/><Relationship Id="rId23" Type="http://schemas.openxmlformats.org/officeDocument/2006/relationships/image" Target="../media/image282.emf"/><Relationship Id="rId28" Type="http://schemas.openxmlformats.org/officeDocument/2006/relationships/oleObject" Target="../embeddings/oleObject285.bin"/><Relationship Id="rId10" Type="http://schemas.openxmlformats.org/officeDocument/2006/relationships/oleObject" Target="../embeddings/oleObject276.bin"/><Relationship Id="rId19" Type="http://schemas.openxmlformats.org/officeDocument/2006/relationships/image" Target="../media/image280.emf"/><Relationship Id="rId4" Type="http://schemas.openxmlformats.org/officeDocument/2006/relationships/oleObject" Target="../embeddings/oleObject273.bin"/><Relationship Id="rId9" Type="http://schemas.openxmlformats.org/officeDocument/2006/relationships/image" Target="../media/image275.emf"/><Relationship Id="rId14" Type="http://schemas.openxmlformats.org/officeDocument/2006/relationships/oleObject" Target="../embeddings/oleObject278.bin"/><Relationship Id="rId22" Type="http://schemas.openxmlformats.org/officeDocument/2006/relationships/oleObject" Target="../embeddings/oleObject282.bin"/><Relationship Id="rId27" Type="http://schemas.openxmlformats.org/officeDocument/2006/relationships/image" Target="../media/image284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9.bin"/><Relationship Id="rId13" Type="http://schemas.openxmlformats.org/officeDocument/2006/relationships/image" Target="../media/image291.wmf"/><Relationship Id="rId18" Type="http://schemas.openxmlformats.org/officeDocument/2006/relationships/oleObject" Target="../embeddings/oleObject294.bin"/><Relationship Id="rId3" Type="http://schemas.openxmlformats.org/officeDocument/2006/relationships/image" Target="../media/image286.wmf"/><Relationship Id="rId7" Type="http://schemas.openxmlformats.org/officeDocument/2006/relationships/image" Target="../media/image288.wmf"/><Relationship Id="rId12" Type="http://schemas.openxmlformats.org/officeDocument/2006/relationships/oleObject" Target="../embeddings/oleObject291.bin"/><Relationship Id="rId17" Type="http://schemas.openxmlformats.org/officeDocument/2006/relationships/image" Target="../media/image293.emf"/><Relationship Id="rId2" Type="http://schemas.openxmlformats.org/officeDocument/2006/relationships/oleObject" Target="../embeddings/oleObject286.bin"/><Relationship Id="rId16" Type="http://schemas.openxmlformats.org/officeDocument/2006/relationships/oleObject" Target="../embeddings/oleObject293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88.bin"/><Relationship Id="rId11" Type="http://schemas.openxmlformats.org/officeDocument/2006/relationships/image" Target="../media/image290.wmf"/><Relationship Id="rId5" Type="http://schemas.openxmlformats.org/officeDocument/2006/relationships/image" Target="../media/image287.wmf"/><Relationship Id="rId15" Type="http://schemas.openxmlformats.org/officeDocument/2006/relationships/image" Target="../media/image292.wmf"/><Relationship Id="rId10" Type="http://schemas.openxmlformats.org/officeDocument/2006/relationships/oleObject" Target="../embeddings/oleObject290.bin"/><Relationship Id="rId19" Type="http://schemas.openxmlformats.org/officeDocument/2006/relationships/image" Target="../media/image294.emf"/><Relationship Id="rId4" Type="http://schemas.openxmlformats.org/officeDocument/2006/relationships/oleObject" Target="../embeddings/oleObject287.bin"/><Relationship Id="rId9" Type="http://schemas.openxmlformats.org/officeDocument/2006/relationships/image" Target="../media/image289.wmf"/><Relationship Id="rId14" Type="http://schemas.openxmlformats.org/officeDocument/2006/relationships/oleObject" Target="../embeddings/oleObject292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8.bin"/><Relationship Id="rId13" Type="http://schemas.openxmlformats.org/officeDocument/2006/relationships/image" Target="../media/image299.wmf"/><Relationship Id="rId3" Type="http://schemas.openxmlformats.org/officeDocument/2006/relationships/image" Target="../media/image104.png"/><Relationship Id="rId7" Type="http://schemas.openxmlformats.org/officeDocument/2006/relationships/image" Target="../media/image296.emf"/><Relationship Id="rId12" Type="http://schemas.openxmlformats.org/officeDocument/2006/relationships/oleObject" Target="../embeddings/oleObject300.bin"/><Relationship Id="rId2" Type="http://schemas.openxmlformats.org/officeDocument/2006/relationships/oleObject" Target="../embeddings/oleObject29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97.bin"/><Relationship Id="rId11" Type="http://schemas.openxmlformats.org/officeDocument/2006/relationships/image" Target="../media/image298.wmf"/><Relationship Id="rId5" Type="http://schemas.openxmlformats.org/officeDocument/2006/relationships/image" Target="../media/image295.emf"/><Relationship Id="rId15" Type="http://schemas.openxmlformats.org/officeDocument/2006/relationships/image" Target="../media/image300.wmf"/><Relationship Id="rId10" Type="http://schemas.openxmlformats.org/officeDocument/2006/relationships/oleObject" Target="../embeddings/oleObject299.bin"/><Relationship Id="rId4" Type="http://schemas.openxmlformats.org/officeDocument/2006/relationships/oleObject" Target="../embeddings/oleObject296.bin"/><Relationship Id="rId9" Type="http://schemas.openxmlformats.org/officeDocument/2006/relationships/image" Target="../media/image297.wmf"/><Relationship Id="rId14" Type="http://schemas.openxmlformats.org/officeDocument/2006/relationships/oleObject" Target="../embeddings/oleObject301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5.bin"/><Relationship Id="rId13" Type="http://schemas.openxmlformats.org/officeDocument/2006/relationships/image" Target="../media/image306.emf"/><Relationship Id="rId18" Type="http://schemas.openxmlformats.org/officeDocument/2006/relationships/oleObject" Target="../embeddings/oleObject310.bin"/><Relationship Id="rId26" Type="http://schemas.openxmlformats.org/officeDocument/2006/relationships/oleObject" Target="../embeddings/oleObject314.bin"/><Relationship Id="rId3" Type="http://schemas.openxmlformats.org/officeDocument/2006/relationships/image" Target="../media/image301.emf"/><Relationship Id="rId21" Type="http://schemas.openxmlformats.org/officeDocument/2006/relationships/image" Target="../media/image310.emf"/><Relationship Id="rId7" Type="http://schemas.openxmlformats.org/officeDocument/2006/relationships/image" Target="../media/image303.wmf"/><Relationship Id="rId12" Type="http://schemas.openxmlformats.org/officeDocument/2006/relationships/oleObject" Target="../embeddings/oleObject307.bin"/><Relationship Id="rId17" Type="http://schemas.openxmlformats.org/officeDocument/2006/relationships/image" Target="../media/image308.emf"/><Relationship Id="rId25" Type="http://schemas.openxmlformats.org/officeDocument/2006/relationships/image" Target="../media/image312.emf"/><Relationship Id="rId2" Type="http://schemas.openxmlformats.org/officeDocument/2006/relationships/oleObject" Target="../embeddings/oleObject302.bin"/><Relationship Id="rId16" Type="http://schemas.openxmlformats.org/officeDocument/2006/relationships/oleObject" Target="../embeddings/oleObject309.bin"/><Relationship Id="rId20" Type="http://schemas.openxmlformats.org/officeDocument/2006/relationships/oleObject" Target="../embeddings/oleObject31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04.bin"/><Relationship Id="rId11" Type="http://schemas.openxmlformats.org/officeDocument/2006/relationships/image" Target="../media/image305.wmf"/><Relationship Id="rId24" Type="http://schemas.openxmlformats.org/officeDocument/2006/relationships/oleObject" Target="../embeddings/oleObject313.bin"/><Relationship Id="rId5" Type="http://schemas.openxmlformats.org/officeDocument/2006/relationships/image" Target="../media/image302.wmf"/><Relationship Id="rId15" Type="http://schemas.openxmlformats.org/officeDocument/2006/relationships/image" Target="../media/image307.emf"/><Relationship Id="rId23" Type="http://schemas.openxmlformats.org/officeDocument/2006/relationships/image" Target="../media/image311.emf"/><Relationship Id="rId10" Type="http://schemas.openxmlformats.org/officeDocument/2006/relationships/oleObject" Target="../embeddings/oleObject306.bin"/><Relationship Id="rId19" Type="http://schemas.openxmlformats.org/officeDocument/2006/relationships/image" Target="../media/image309.emf"/><Relationship Id="rId4" Type="http://schemas.openxmlformats.org/officeDocument/2006/relationships/oleObject" Target="../embeddings/oleObject303.bin"/><Relationship Id="rId9" Type="http://schemas.openxmlformats.org/officeDocument/2006/relationships/image" Target="../media/image304.wmf"/><Relationship Id="rId14" Type="http://schemas.openxmlformats.org/officeDocument/2006/relationships/oleObject" Target="../embeddings/oleObject308.bin"/><Relationship Id="rId22" Type="http://schemas.openxmlformats.org/officeDocument/2006/relationships/oleObject" Target="../embeddings/oleObject312.bin"/><Relationship Id="rId27" Type="http://schemas.openxmlformats.org/officeDocument/2006/relationships/image" Target="../media/image313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8.bin"/><Relationship Id="rId3" Type="http://schemas.openxmlformats.org/officeDocument/2006/relationships/image" Target="../media/image314.wmf"/><Relationship Id="rId7" Type="http://schemas.openxmlformats.org/officeDocument/2006/relationships/image" Target="../media/image316.emf"/><Relationship Id="rId2" Type="http://schemas.openxmlformats.org/officeDocument/2006/relationships/oleObject" Target="../embeddings/oleObject31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17.bin"/><Relationship Id="rId5" Type="http://schemas.openxmlformats.org/officeDocument/2006/relationships/image" Target="../media/image315.emf"/><Relationship Id="rId4" Type="http://schemas.openxmlformats.org/officeDocument/2006/relationships/oleObject" Target="../embeddings/oleObject316.bin"/><Relationship Id="rId9" Type="http://schemas.openxmlformats.org/officeDocument/2006/relationships/image" Target="../media/image317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2.bin"/><Relationship Id="rId13" Type="http://schemas.openxmlformats.org/officeDocument/2006/relationships/image" Target="../media/image323.emf"/><Relationship Id="rId18" Type="http://schemas.openxmlformats.org/officeDocument/2006/relationships/oleObject" Target="../embeddings/oleObject327.bin"/><Relationship Id="rId26" Type="http://schemas.openxmlformats.org/officeDocument/2006/relationships/oleObject" Target="../embeddings/oleObject331.bin"/><Relationship Id="rId3" Type="http://schemas.openxmlformats.org/officeDocument/2006/relationships/image" Target="../media/image318.emf"/><Relationship Id="rId21" Type="http://schemas.openxmlformats.org/officeDocument/2006/relationships/image" Target="../media/image327.emf"/><Relationship Id="rId7" Type="http://schemas.openxmlformats.org/officeDocument/2006/relationships/image" Target="../media/image320.emf"/><Relationship Id="rId12" Type="http://schemas.openxmlformats.org/officeDocument/2006/relationships/oleObject" Target="../embeddings/oleObject324.bin"/><Relationship Id="rId17" Type="http://schemas.openxmlformats.org/officeDocument/2006/relationships/image" Target="../media/image325.emf"/><Relationship Id="rId25" Type="http://schemas.openxmlformats.org/officeDocument/2006/relationships/image" Target="../media/image329.wmf"/><Relationship Id="rId2" Type="http://schemas.openxmlformats.org/officeDocument/2006/relationships/oleObject" Target="../embeddings/oleObject319.bin"/><Relationship Id="rId16" Type="http://schemas.openxmlformats.org/officeDocument/2006/relationships/oleObject" Target="../embeddings/oleObject326.bin"/><Relationship Id="rId20" Type="http://schemas.openxmlformats.org/officeDocument/2006/relationships/oleObject" Target="../embeddings/oleObject328.bin"/><Relationship Id="rId29" Type="http://schemas.openxmlformats.org/officeDocument/2006/relationships/image" Target="../media/image331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21.bin"/><Relationship Id="rId11" Type="http://schemas.openxmlformats.org/officeDocument/2006/relationships/image" Target="../media/image322.emf"/><Relationship Id="rId24" Type="http://schemas.openxmlformats.org/officeDocument/2006/relationships/oleObject" Target="../embeddings/oleObject330.bin"/><Relationship Id="rId5" Type="http://schemas.openxmlformats.org/officeDocument/2006/relationships/image" Target="../media/image319.emf"/><Relationship Id="rId15" Type="http://schemas.openxmlformats.org/officeDocument/2006/relationships/image" Target="../media/image324.emf"/><Relationship Id="rId23" Type="http://schemas.openxmlformats.org/officeDocument/2006/relationships/image" Target="../media/image328.emf"/><Relationship Id="rId28" Type="http://schemas.openxmlformats.org/officeDocument/2006/relationships/oleObject" Target="../embeddings/oleObject332.bin"/><Relationship Id="rId10" Type="http://schemas.openxmlformats.org/officeDocument/2006/relationships/oleObject" Target="../embeddings/oleObject323.bin"/><Relationship Id="rId19" Type="http://schemas.openxmlformats.org/officeDocument/2006/relationships/image" Target="../media/image326.emf"/><Relationship Id="rId31" Type="http://schemas.openxmlformats.org/officeDocument/2006/relationships/image" Target="../media/image332.emf"/><Relationship Id="rId4" Type="http://schemas.openxmlformats.org/officeDocument/2006/relationships/oleObject" Target="../embeddings/oleObject320.bin"/><Relationship Id="rId9" Type="http://schemas.openxmlformats.org/officeDocument/2006/relationships/image" Target="../media/image321.emf"/><Relationship Id="rId14" Type="http://schemas.openxmlformats.org/officeDocument/2006/relationships/oleObject" Target="../embeddings/oleObject325.bin"/><Relationship Id="rId22" Type="http://schemas.openxmlformats.org/officeDocument/2006/relationships/oleObject" Target="../embeddings/oleObject329.bin"/><Relationship Id="rId27" Type="http://schemas.openxmlformats.org/officeDocument/2006/relationships/image" Target="../media/image330.wmf"/><Relationship Id="rId30" Type="http://schemas.openxmlformats.org/officeDocument/2006/relationships/oleObject" Target="../embeddings/oleObject333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7.bin"/><Relationship Id="rId13" Type="http://schemas.openxmlformats.org/officeDocument/2006/relationships/image" Target="../media/image338.emf"/><Relationship Id="rId18" Type="http://schemas.openxmlformats.org/officeDocument/2006/relationships/oleObject" Target="../embeddings/oleObject342.bin"/><Relationship Id="rId3" Type="http://schemas.openxmlformats.org/officeDocument/2006/relationships/image" Target="../media/image333.emf"/><Relationship Id="rId21" Type="http://schemas.openxmlformats.org/officeDocument/2006/relationships/image" Target="../media/image342.emf"/><Relationship Id="rId7" Type="http://schemas.openxmlformats.org/officeDocument/2006/relationships/image" Target="../media/image335.wmf"/><Relationship Id="rId12" Type="http://schemas.openxmlformats.org/officeDocument/2006/relationships/oleObject" Target="../embeddings/oleObject339.bin"/><Relationship Id="rId17" Type="http://schemas.openxmlformats.org/officeDocument/2006/relationships/image" Target="../media/image340.emf"/><Relationship Id="rId2" Type="http://schemas.openxmlformats.org/officeDocument/2006/relationships/oleObject" Target="../embeddings/oleObject334.bin"/><Relationship Id="rId16" Type="http://schemas.openxmlformats.org/officeDocument/2006/relationships/oleObject" Target="../embeddings/oleObject341.bin"/><Relationship Id="rId20" Type="http://schemas.openxmlformats.org/officeDocument/2006/relationships/oleObject" Target="../embeddings/oleObject34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36.bin"/><Relationship Id="rId11" Type="http://schemas.openxmlformats.org/officeDocument/2006/relationships/image" Target="../media/image337.emf"/><Relationship Id="rId5" Type="http://schemas.openxmlformats.org/officeDocument/2006/relationships/image" Target="../media/image334.wmf"/><Relationship Id="rId15" Type="http://schemas.openxmlformats.org/officeDocument/2006/relationships/image" Target="../media/image339.emf"/><Relationship Id="rId23" Type="http://schemas.openxmlformats.org/officeDocument/2006/relationships/image" Target="../media/image343.emf"/><Relationship Id="rId10" Type="http://schemas.openxmlformats.org/officeDocument/2006/relationships/oleObject" Target="../embeddings/oleObject338.bin"/><Relationship Id="rId19" Type="http://schemas.openxmlformats.org/officeDocument/2006/relationships/image" Target="../media/image341.emf"/><Relationship Id="rId4" Type="http://schemas.openxmlformats.org/officeDocument/2006/relationships/oleObject" Target="../embeddings/oleObject335.bin"/><Relationship Id="rId9" Type="http://schemas.openxmlformats.org/officeDocument/2006/relationships/image" Target="../media/image336.wmf"/><Relationship Id="rId14" Type="http://schemas.openxmlformats.org/officeDocument/2006/relationships/oleObject" Target="../embeddings/oleObject340.bin"/><Relationship Id="rId22" Type="http://schemas.openxmlformats.org/officeDocument/2006/relationships/oleObject" Target="../embeddings/oleObject344.bin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50.bin"/><Relationship Id="rId18" Type="http://schemas.openxmlformats.org/officeDocument/2006/relationships/image" Target="../media/image351.wmf"/><Relationship Id="rId26" Type="http://schemas.openxmlformats.org/officeDocument/2006/relationships/image" Target="../media/image355.emf"/><Relationship Id="rId39" Type="http://schemas.openxmlformats.org/officeDocument/2006/relationships/oleObject" Target="../embeddings/oleObject363.bin"/><Relationship Id="rId21" Type="http://schemas.openxmlformats.org/officeDocument/2006/relationships/oleObject" Target="../embeddings/oleObject354.bin"/><Relationship Id="rId34" Type="http://schemas.openxmlformats.org/officeDocument/2006/relationships/image" Target="../media/image359.emf"/><Relationship Id="rId42" Type="http://schemas.openxmlformats.org/officeDocument/2006/relationships/image" Target="../media/image363.emf"/><Relationship Id="rId7" Type="http://schemas.openxmlformats.org/officeDocument/2006/relationships/oleObject" Target="../embeddings/oleObject347.bin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50.emf"/><Relationship Id="rId29" Type="http://schemas.openxmlformats.org/officeDocument/2006/relationships/oleObject" Target="../embeddings/oleObject358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45.emf"/><Relationship Id="rId11" Type="http://schemas.openxmlformats.org/officeDocument/2006/relationships/oleObject" Target="../embeddings/oleObject349.bin"/><Relationship Id="rId24" Type="http://schemas.openxmlformats.org/officeDocument/2006/relationships/image" Target="../media/image354.emf"/><Relationship Id="rId32" Type="http://schemas.openxmlformats.org/officeDocument/2006/relationships/image" Target="../media/image358.emf"/><Relationship Id="rId37" Type="http://schemas.openxmlformats.org/officeDocument/2006/relationships/oleObject" Target="../embeddings/oleObject362.bin"/><Relationship Id="rId40" Type="http://schemas.openxmlformats.org/officeDocument/2006/relationships/image" Target="../media/image362.emf"/><Relationship Id="rId45" Type="http://schemas.openxmlformats.org/officeDocument/2006/relationships/oleObject" Target="../embeddings/oleObject366.bin"/><Relationship Id="rId5" Type="http://schemas.openxmlformats.org/officeDocument/2006/relationships/oleObject" Target="../embeddings/oleObject346.bin"/><Relationship Id="rId15" Type="http://schemas.openxmlformats.org/officeDocument/2006/relationships/oleObject" Target="../embeddings/oleObject351.bin"/><Relationship Id="rId23" Type="http://schemas.openxmlformats.org/officeDocument/2006/relationships/oleObject" Target="../embeddings/oleObject355.bin"/><Relationship Id="rId28" Type="http://schemas.openxmlformats.org/officeDocument/2006/relationships/image" Target="../media/image356.png"/><Relationship Id="rId36" Type="http://schemas.openxmlformats.org/officeDocument/2006/relationships/image" Target="../media/image360.emf"/><Relationship Id="rId10" Type="http://schemas.openxmlformats.org/officeDocument/2006/relationships/image" Target="../media/image347.emf"/><Relationship Id="rId19" Type="http://schemas.openxmlformats.org/officeDocument/2006/relationships/oleObject" Target="../embeddings/oleObject353.bin"/><Relationship Id="rId31" Type="http://schemas.openxmlformats.org/officeDocument/2006/relationships/oleObject" Target="../embeddings/oleObject359.bin"/><Relationship Id="rId44" Type="http://schemas.openxmlformats.org/officeDocument/2006/relationships/image" Target="../media/image364.emf"/><Relationship Id="rId4" Type="http://schemas.openxmlformats.org/officeDocument/2006/relationships/image" Target="../media/image344.emf"/><Relationship Id="rId9" Type="http://schemas.openxmlformats.org/officeDocument/2006/relationships/oleObject" Target="../embeddings/oleObject348.bin"/><Relationship Id="rId14" Type="http://schemas.openxmlformats.org/officeDocument/2006/relationships/image" Target="../media/image349.emf"/><Relationship Id="rId22" Type="http://schemas.openxmlformats.org/officeDocument/2006/relationships/image" Target="../media/image353.emf"/><Relationship Id="rId27" Type="http://schemas.openxmlformats.org/officeDocument/2006/relationships/oleObject" Target="../embeddings/oleObject357.bin"/><Relationship Id="rId30" Type="http://schemas.openxmlformats.org/officeDocument/2006/relationships/image" Target="../media/image357.emf"/><Relationship Id="rId35" Type="http://schemas.openxmlformats.org/officeDocument/2006/relationships/oleObject" Target="../embeddings/oleObject361.bin"/><Relationship Id="rId43" Type="http://schemas.openxmlformats.org/officeDocument/2006/relationships/oleObject" Target="../embeddings/oleObject365.bin"/><Relationship Id="rId8" Type="http://schemas.openxmlformats.org/officeDocument/2006/relationships/image" Target="../media/image346.emf"/><Relationship Id="rId3" Type="http://schemas.openxmlformats.org/officeDocument/2006/relationships/oleObject" Target="../embeddings/oleObject345.bin"/><Relationship Id="rId12" Type="http://schemas.openxmlformats.org/officeDocument/2006/relationships/image" Target="../media/image348.emf"/><Relationship Id="rId17" Type="http://schemas.openxmlformats.org/officeDocument/2006/relationships/oleObject" Target="../embeddings/oleObject352.bin"/><Relationship Id="rId25" Type="http://schemas.openxmlformats.org/officeDocument/2006/relationships/oleObject" Target="../embeddings/oleObject356.bin"/><Relationship Id="rId33" Type="http://schemas.openxmlformats.org/officeDocument/2006/relationships/oleObject" Target="../embeddings/oleObject360.bin"/><Relationship Id="rId38" Type="http://schemas.openxmlformats.org/officeDocument/2006/relationships/image" Target="../media/image361.emf"/><Relationship Id="rId46" Type="http://schemas.openxmlformats.org/officeDocument/2006/relationships/image" Target="../media/image365.emf"/><Relationship Id="rId20" Type="http://schemas.openxmlformats.org/officeDocument/2006/relationships/image" Target="../media/image352.emf"/><Relationship Id="rId41" Type="http://schemas.openxmlformats.org/officeDocument/2006/relationships/oleObject" Target="../embeddings/oleObject364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0.bin"/><Relationship Id="rId13" Type="http://schemas.openxmlformats.org/officeDocument/2006/relationships/image" Target="../media/image371.wmf"/><Relationship Id="rId18" Type="http://schemas.openxmlformats.org/officeDocument/2006/relationships/oleObject" Target="../embeddings/oleObject375.bin"/><Relationship Id="rId3" Type="http://schemas.openxmlformats.org/officeDocument/2006/relationships/image" Target="../media/image366.wmf"/><Relationship Id="rId7" Type="http://schemas.openxmlformats.org/officeDocument/2006/relationships/image" Target="../media/image368.wmf"/><Relationship Id="rId12" Type="http://schemas.openxmlformats.org/officeDocument/2006/relationships/oleObject" Target="../embeddings/oleObject372.bin"/><Relationship Id="rId17" Type="http://schemas.openxmlformats.org/officeDocument/2006/relationships/image" Target="../media/image373.wmf"/><Relationship Id="rId2" Type="http://schemas.openxmlformats.org/officeDocument/2006/relationships/oleObject" Target="../embeddings/oleObject367.bin"/><Relationship Id="rId16" Type="http://schemas.openxmlformats.org/officeDocument/2006/relationships/oleObject" Target="../embeddings/oleObject374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69.bin"/><Relationship Id="rId11" Type="http://schemas.openxmlformats.org/officeDocument/2006/relationships/image" Target="../media/image370.wmf"/><Relationship Id="rId5" Type="http://schemas.openxmlformats.org/officeDocument/2006/relationships/image" Target="../media/image367.wmf"/><Relationship Id="rId15" Type="http://schemas.openxmlformats.org/officeDocument/2006/relationships/image" Target="../media/image372.wmf"/><Relationship Id="rId10" Type="http://schemas.openxmlformats.org/officeDocument/2006/relationships/oleObject" Target="../embeddings/oleObject371.bin"/><Relationship Id="rId19" Type="http://schemas.openxmlformats.org/officeDocument/2006/relationships/image" Target="../media/image374.wmf"/><Relationship Id="rId4" Type="http://schemas.openxmlformats.org/officeDocument/2006/relationships/oleObject" Target="../embeddings/oleObject368.bin"/><Relationship Id="rId9" Type="http://schemas.openxmlformats.org/officeDocument/2006/relationships/image" Target="../media/image369.wmf"/><Relationship Id="rId14" Type="http://schemas.openxmlformats.org/officeDocument/2006/relationships/oleObject" Target="../embeddings/oleObject373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7.wmf"/><Relationship Id="rId13" Type="http://schemas.openxmlformats.org/officeDocument/2006/relationships/oleObject" Target="../embeddings/oleObject381.bin"/><Relationship Id="rId18" Type="http://schemas.openxmlformats.org/officeDocument/2006/relationships/image" Target="../media/image382.wmf"/><Relationship Id="rId3" Type="http://schemas.openxmlformats.org/officeDocument/2006/relationships/oleObject" Target="../embeddings/oleObject376.bin"/><Relationship Id="rId21" Type="http://schemas.openxmlformats.org/officeDocument/2006/relationships/oleObject" Target="../embeddings/oleObject385.bin"/><Relationship Id="rId7" Type="http://schemas.openxmlformats.org/officeDocument/2006/relationships/oleObject" Target="../embeddings/oleObject378.bin"/><Relationship Id="rId12" Type="http://schemas.openxmlformats.org/officeDocument/2006/relationships/image" Target="../media/image379.wmf"/><Relationship Id="rId17" Type="http://schemas.openxmlformats.org/officeDocument/2006/relationships/oleObject" Target="../embeddings/oleObject383.bin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81.wmf"/><Relationship Id="rId20" Type="http://schemas.openxmlformats.org/officeDocument/2006/relationships/image" Target="../media/image383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6.wmf"/><Relationship Id="rId11" Type="http://schemas.openxmlformats.org/officeDocument/2006/relationships/oleObject" Target="../embeddings/oleObject380.bin"/><Relationship Id="rId24" Type="http://schemas.openxmlformats.org/officeDocument/2006/relationships/image" Target="../media/image385.wmf"/><Relationship Id="rId5" Type="http://schemas.openxmlformats.org/officeDocument/2006/relationships/oleObject" Target="../embeddings/oleObject377.bin"/><Relationship Id="rId15" Type="http://schemas.openxmlformats.org/officeDocument/2006/relationships/oleObject" Target="../embeddings/oleObject382.bin"/><Relationship Id="rId23" Type="http://schemas.openxmlformats.org/officeDocument/2006/relationships/oleObject" Target="../embeddings/oleObject386.bin"/><Relationship Id="rId10" Type="http://schemas.openxmlformats.org/officeDocument/2006/relationships/image" Target="../media/image378.wmf"/><Relationship Id="rId19" Type="http://schemas.openxmlformats.org/officeDocument/2006/relationships/oleObject" Target="../embeddings/oleObject384.bin"/><Relationship Id="rId4" Type="http://schemas.openxmlformats.org/officeDocument/2006/relationships/image" Target="../media/image375.wmf"/><Relationship Id="rId9" Type="http://schemas.openxmlformats.org/officeDocument/2006/relationships/oleObject" Target="../embeddings/oleObject379.bin"/><Relationship Id="rId14" Type="http://schemas.openxmlformats.org/officeDocument/2006/relationships/image" Target="../media/image380.wmf"/><Relationship Id="rId22" Type="http://schemas.openxmlformats.org/officeDocument/2006/relationships/image" Target="../media/image384.wmf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91.emf"/><Relationship Id="rId18" Type="http://schemas.openxmlformats.org/officeDocument/2006/relationships/oleObject" Target="../embeddings/oleObject395.bin"/><Relationship Id="rId26" Type="http://schemas.openxmlformats.org/officeDocument/2006/relationships/oleObject" Target="../embeddings/oleObject399.bin"/><Relationship Id="rId39" Type="http://schemas.openxmlformats.org/officeDocument/2006/relationships/image" Target="../media/image404.wmf"/><Relationship Id="rId21" Type="http://schemas.openxmlformats.org/officeDocument/2006/relationships/image" Target="../media/image395.emf"/><Relationship Id="rId34" Type="http://schemas.openxmlformats.org/officeDocument/2006/relationships/oleObject" Target="../embeddings/oleObject403.bin"/><Relationship Id="rId7" Type="http://schemas.openxmlformats.org/officeDocument/2006/relationships/image" Target="../media/image388.emf"/><Relationship Id="rId12" Type="http://schemas.openxmlformats.org/officeDocument/2006/relationships/oleObject" Target="../embeddings/oleObject392.bin"/><Relationship Id="rId17" Type="http://schemas.openxmlformats.org/officeDocument/2006/relationships/image" Target="../media/image393.emf"/><Relationship Id="rId25" Type="http://schemas.openxmlformats.org/officeDocument/2006/relationships/image" Target="../media/image397.emf"/><Relationship Id="rId33" Type="http://schemas.openxmlformats.org/officeDocument/2006/relationships/image" Target="../media/image401.wmf"/><Relationship Id="rId38" Type="http://schemas.openxmlformats.org/officeDocument/2006/relationships/oleObject" Target="../embeddings/oleObject405.bin"/><Relationship Id="rId2" Type="http://schemas.openxmlformats.org/officeDocument/2006/relationships/oleObject" Target="../embeddings/oleObject387.bin"/><Relationship Id="rId16" Type="http://schemas.openxmlformats.org/officeDocument/2006/relationships/oleObject" Target="../embeddings/oleObject394.bin"/><Relationship Id="rId20" Type="http://schemas.openxmlformats.org/officeDocument/2006/relationships/oleObject" Target="../embeddings/oleObject396.bin"/><Relationship Id="rId29" Type="http://schemas.openxmlformats.org/officeDocument/2006/relationships/image" Target="../media/image399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89.bin"/><Relationship Id="rId11" Type="http://schemas.openxmlformats.org/officeDocument/2006/relationships/image" Target="../media/image390.emf"/><Relationship Id="rId24" Type="http://schemas.openxmlformats.org/officeDocument/2006/relationships/oleObject" Target="../embeddings/oleObject398.bin"/><Relationship Id="rId32" Type="http://schemas.openxmlformats.org/officeDocument/2006/relationships/oleObject" Target="../embeddings/oleObject402.bin"/><Relationship Id="rId37" Type="http://schemas.openxmlformats.org/officeDocument/2006/relationships/image" Target="../media/image403.wmf"/><Relationship Id="rId5" Type="http://schemas.openxmlformats.org/officeDocument/2006/relationships/image" Target="../media/image387.emf"/><Relationship Id="rId15" Type="http://schemas.openxmlformats.org/officeDocument/2006/relationships/image" Target="../media/image392.emf"/><Relationship Id="rId23" Type="http://schemas.openxmlformats.org/officeDocument/2006/relationships/image" Target="../media/image396.emf"/><Relationship Id="rId28" Type="http://schemas.openxmlformats.org/officeDocument/2006/relationships/oleObject" Target="../embeddings/oleObject400.bin"/><Relationship Id="rId36" Type="http://schemas.openxmlformats.org/officeDocument/2006/relationships/oleObject" Target="../embeddings/oleObject404.bin"/><Relationship Id="rId10" Type="http://schemas.openxmlformats.org/officeDocument/2006/relationships/oleObject" Target="../embeddings/oleObject391.bin"/><Relationship Id="rId19" Type="http://schemas.openxmlformats.org/officeDocument/2006/relationships/image" Target="../media/image394.emf"/><Relationship Id="rId31" Type="http://schemas.openxmlformats.org/officeDocument/2006/relationships/image" Target="../media/image400.emf"/><Relationship Id="rId4" Type="http://schemas.openxmlformats.org/officeDocument/2006/relationships/oleObject" Target="../embeddings/oleObject388.bin"/><Relationship Id="rId9" Type="http://schemas.openxmlformats.org/officeDocument/2006/relationships/image" Target="../media/image389.emf"/><Relationship Id="rId14" Type="http://schemas.openxmlformats.org/officeDocument/2006/relationships/oleObject" Target="../embeddings/oleObject393.bin"/><Relationship Id="rId22" Type="http://schemas.openxmlformats.org/officeDocument/2006/relationships/oleObject" Target="../embeddings/oleObject397.bin"/><Relationship Id="rId27" Type="http://schemas.openxmlformats.org/officeDocument/2006/relationships/image" Target="../media/image398.emf"/><Relationship Id="rId30" Type="http://schemas.openxmlformats.org/officeDocument/2006/relationships/oleObject" Target="../embeddings/oleObject401.bin"/><Relationship Id="rId35" Type="http://schemas.openxmlformats.org/officeDocument/2006/relationships/image" Target="../media/image402.wmf"/><Relationship Id="rId8" Type="http://schemas.openxmlformats.org/officeDocument/2006/relationships/oleObject" Target="../embeddings/oleObject390.bin"/><Relationship Id="rId3" Type="http://schemas.openxmlformats.org/officeDocument/2006/relationships/image" Target="../media/image386.emf"/></Relationships>
</file>

<file path=ppt/slides/_rels/slide3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10.emf"/><Relationship Id="rId18" Type="http://schemas.openxmlformats.org/officeDocument/2006/relationships/oleObject" Target="../embeddings/oleObject414.bin"/><Relationship Id="rId26" Type="http://schemas.openxmlformats.org/officeDocument/2006/relationships/oleObject" Target="../embeddings/oleObject418.bin"/><Relationship Id="rId39" Type="http://schemas.openxmlformats.org/officeDocument/2006/relationships/image" Target="../media/image423.wmf"/><Relationship Id="rId21" Type="http://schemas.openxmlformats.org/officeDocument/2006/relationships/image" Target="../media/image414.emf"/><Relationship Id="rId34" Type="http://schemas.openxmlformats.org/officeDocument/2006/relationships/oleObject" Target="../embeddings/oleObject422.bin"/><Relationship Id="rId7" Type="http://schemas.openxmlformats.org/officeDocument/2006/relationships/image" Target="../media/image407.wmf"/><Relationship Id="rId12" Type="http://schemas.openxmlformats.org/officeDocument/2006/relationships/oleObject" Target="../embeddings/oleObject411.bin"/><Relationship Id="rId17" Type="http://schemas.openxmlformats.org/officeDocument/2006/relationships/image" Target="../media/image412.emf"/><Relationship Id="rId25" Type="http://schemas.openxmlformats.org/officeDocument/2006/relationships/image" Target="../media/image416.wmf"/><Relationship Id="rId33" Type="http://schemas.openxmlformats.org/officeDocument/2006/relationships/image" Target="../media/image420.wmf"/><Relationship Id="rId38" Type="http://schemas.openxmlformats.org/officeDocument/2006/relationships/oleObject" Target="../embeddings/oleObject424.bin"/><Relationship Id="rId2" Type="http://schemas.openxmlformats.org/officeDocument/2006/relationships/oleObject" Target="../embeddings/oleObject406.bin"/><Relationship Id="rId16" Type="http://schemas.openxmlformats.org/officeDocument/2006/relationships/oleObject" Target="../embeddings/oleObject413.bin"/><Relationship Id="rId20" Type="http://schemas.openxmlformats.org/officeDocument/2006/relationships/oleObject" Target="../embeddings/oleObject415.bin"/><Relationship Id="rId29" Type="http://schemas.openxmlformats.org/officeDocument/2006/relationships/image" Target="../media/image418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408.bin"/><Relationship Id="rId11" Type="http://schemas.openxmlformats.org/officeDocument/2006/relationships/image" Target="../media/image409.emf"/><Relationship Id="rId24" Type="http://schemas.openxmlformats.org/officeDocument/2006/relationships/oleObject" Target="../embeddings/oleObject417.bin"/><Relationship Id="rId32" Type="http://schemas.openxmlformats.org/officeDocument/2006/relationships/oleObject" Target="../embeddings/oleObject421.bin"/><Relationship Id="rId37" Type="http://schemas.openxmlformats.org/officeDocument/2006/relationships/image" Target="../media/image422.wmf"/><Relationship Id="rId5" Type="http://schemas.openxmlformats.org/officeDocument/2006/relationships/image" Target="../media/image406.wmf"/><Relationship Id="rId15" Type="http://schemas.openxmlformats.org/officeDocument/2006/relationships/image" Target="../media/image411.emf"/><Relationship Id="rId23" Type="http://schemas.openxmlformats.org/officeDocument/2006/relationships/image" Target="../media/image415.wmf"/><Relationship Id="rId28" Type="http://schemas.openxmlformats.org/officeDocument/2006/relationships/oleObject" Target="../embeddings/oleObject419.bin"/><Relationship Id="rId36" Type="http://schemas.openxmlformats.org/officeDocument/2006/relationships/oleObject" Target="../embeddings/oleObject423.bin"/><Relationship Id="rId10" Type="http://schemas.openxmlformats.org/officeDocument/2006/relationships/oleObject" Target="../embeddings/oleObject410.bin"/><Relationship Id="rId19" Type="http://schemas.openxmlformats.org/officeDocument/2006/relationships/image" Target="../media/image413.emf"/><Relationship Id="rId31" Type="http://schemas.openxmlformats.org/officeDocument/2006/relationships/image" Target="../media/image419.wmf"/><Relationship Id="rId4" Type="http://schemas.openxmlformats.org/officeDocument/2006/relationships/oleObject" Target="../embeddings/oleObject407.bin"/><Relationship Id="rId9" Type="http://schemas.openxmlformats.org/officeDocument/2006/relationships/image" Target="../media/image408.wmf"/><Relationship Id="rId14" Type="http://schemas.openxmlformats.org/officeDocument/2006/relationships/oleObject" Target="../embeddings/oleObject412.bin"/><Relationship Id="rId22" Type="http://schemas.openxmlformats.org/officeDocument/2006/relationships/oleObject" Target="../embeddings/oleObject416.bin"/><Relationship Id="rId27" Type="http://schemas.openxmlformats.org/officeDocument/2006/relationships/image" Target="../media/image417.wmf"/><Relationship Id="rId30" Type="http://schemas.openxmlformats.org/officeDocument/2006/relationships/oleObject" Target="../embeddings/oleObject420.bin"/><Relationship Id="rId35" Type="http://schemas.openxmlformats.org/officeDocument/2006/relationships/image" Target="../media/image421.wmf"/><Relationship Id="rId8" Type="http://schemas.openxmlformats.org/officeDocument/2006/relationships/oleObject" Target="../embeddings/oleObject409.bin"/><Relationship Id="rId3" Type="http://schemas.openxmlformats.org/officeDocument/2006/relationships/image" Target="../media/image405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8.bin"/><Relationship Id="rId13" Type="http://schemas.openxmlformats.org/officeDocument/2006/relationships/image" Target="../media/image429.wmf"/><Relationship Id="rId18" Type="http://schemas.openxmlformats.org/officeDocument/2006/relationships/oleObject" Target="../embeddings/oleObject433.bin"/><Relationship Id="rId26" Type="http://schemas.openxmlformats.org/officeDocument/2006/relationships/oleObject" Target="../embeddings/oleObject437.bin"/><Relationship Id="rId3" Type="http://schemas.openxmlformats.org/officeDocument/2006/relationships/image" Target="../media/image424.wmf"/><Relationship Id="rId21" Type="http://schemas.openxmlformats.org/officeDocument/2006/relationships/image" Target="../media/image433.wmf"/><Relationship Id="rId7" Type="http://schemas.openxmlformats.org/officeDocument/2006/relationships/image" Target="../media/image426.wmf"/><Relationship Id="rId12" Type="http://schemas.openxmlformats.org/officeDocument/2006/relationships/oleObject" Target="../embeddings/oleObject430.bin"/><Relationship Id="rId17" Type="http://schemas.openxmlformats.org/officeDocument/2006/relationships/image" Target="../media/image431.wmf"/><Relationship Id="rId25" Type="http://schemas.openxmlformats.org/officeDocument/2006/relationships/image" Target="../media/image435.wmf"/><Relationship Id="rId2" Type="http://schemas.openxmlformats.org/officeDocument/2006/relationships/oleObject" Target="../embeddings/oleObject425.bin"/><Relationship Id="rId16" Type="http://schemas.openxmlformats.org/officeDocument/2006/relationships/oleObject" Target="../embeddings/oleObject432.bin"/><Relationship Id="rId20" Type="http://schemas.openxmlformats.org/officeDocument/2006/relationships/oleObject" Target="../embeddings/oleObject434.bin"/><Relationship Id="rId29" Type="http://schemas.openxmlformats.org/officeDocument/2006/relationships/image" Target="../media/image437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427.bin"/><Relationship Id="rId11" Type="http://schemas.openxmlformats.org/officeDocument/2006/relationships/image" Target="../media/image428.wmf"/><Relationship Id="rId24" Type="http://schemas.openxmlformats.org/officeDocument/2006/relationships/oleObject" Target="../embeddings/oleObject436.bin"/><Relationship Id="rId5" Type="http://schemas.openxmlformats.org/officeDocument/2006/relationships/image" Target="../media/image425.wmf"/><Relationship Id="rId15" Type="http://schemas.openxmlformats.org/officeDocument/2006/relationships/image" Target="../media/image430.wmf"/><Relationship Id="rId23" Type="http://schemas.openxmlformats.org/officeDocument/2006/relationships/image" Target="../media/image434.wmf"/><Relationship Id="rId28" Type="http://schemas.openxmlformats.org/officeDocument/2006/relationships/oleObject" Target="../embeddings/oleObject438.bin"/><Relationship Id="rId10" Type="http://schemas.openxmlformats.org/officeDocument/2006/relationships/oleObject" Target="../embeddings/oleObject429.bin"/><Relationship Id="rId19" Type="http://schemas.openxmlformats.org/officeDocument/2006/relationships/image" Target="../media/image432.wmf"/><Relationship Id="rId31" Type="http://schemas.openxmlformats.org/officeDocument/2006/relationships/image" Target="../media/image438.wmf"/><Relationship Id="rId4" Type="http://schemas.openxmlformats.org/officeDocument/2006/relationships/oleObject" Target="../embeddings/oleObject426.bin"/><Relationship Id="rId9" Type="http://schemas.openxmlformats.org/officeDocument/2006/relationships/image" Target="../media/image427.wmf"/><Relationship Id="rId14" Type="http://schemas.openxmlformats.org/officeDocument/2006/relationships/oleObject" Target="../embeddings/oleObject431.bin"/><Relationship Id="rId22" Type="http://schemas.openxmlformats.org/officeDocument/2006/relationships/oleObject" Target="../embeddings/oleObject435.bin"/><Relationship Id="rId27" Type="http://schemas.openxmlformats.org/officeDocument/2006/relationships/image" Target="../media/image436.wmf"/><Relationship Id="rId30" Type="http://schemas.openxmlformats.org/officeDocument/2006/relationships/oleObject" Target="../embeddings/oleObject439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3.bin"/><Relationship Id="rId13" Type="http://schemas.openxmlformats.org/officeDocument/2006/relationships/image" Target="../media/image9.wmf"/><Relationship Id="rId18" Type="http://schemas.openxmlformats.org/officeDocument/2006/relationships/oleObject" Target="../embeddings/oleObject448.bin"/><Relationship Id="rId26" Type="http://schemas.openxmlformats.org/officeDocument/2006/relationships/oleObject" Target="../embeddings/oleObject452.bin"/><Relationship Id="rId3" Type="http://schemas.openxmlformats.org/officeDocument/2006/relationships/image" Target="../media/image439.wmf"/><Relationship Id="rId21" Type="http://schemas.openxmlformats.org/officeDocument/2006/relationships/image" Target="../media/image445.wmf"/><Relationship Id="rId7" Type="http://schemas.openxmlformats.org/officeDocument/2006/relationships/image" Target="../media/image441.wmf"/><Relationship Id="rId12" Type="http://schemas.openxmlformats.org/officeDocument/2006/relationships/oleObject" Target="../embeddings/oleObject445.bin"/><Relationship Id="rId17" Type="http://schemas.openxmlformats.org/officeDocument/2006/relationships/image" Target="../media/image17.wmf"/><Relationship Id="rId25" Type="http://schemas.openxmlformats.org/officeDocument/2006/relationships/image" Target="../media/image447.wmf"/><Relationship Id="rId2" Type="http://schemas.openxmlformats.org/officeDocument/2006/relationships/oleObject" Target="../embeddings/oleObject440.bin"/><Relationship Id="rId16" Type="http://schemas.openxmlformats.org/officeDocument/2006/relationships/oleObject" Target="../embeddings/oleObject447.bin"/><Relationship Id="rId20" Type="http://schemas.openxmlformats.org/officeDocument/2006/relationships/oleObject" Target="../embeddings/oleObject449.bin"/><Relationship Id="rId29" Type="http://schemas.openxmlformats.org/officeDocument/2006/relationships/image" Target="../media/image449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42.bin"/><Relationship Id="rId11" Type="http://schemas.openxmlformats.org/officeDocument/2006/relationships/image" Target="../media/image443.wmf"/><Relationship Id="rId24" Type="http://schemas.openxmlformats.org/officeDocument/2006/relationships/oleObject" Target="../embeddings/oleObject451.bin"/><Relationship Id="rId5" Type="http://schemas.openxmlformats.org/officeDocument/2006/relationships/image" Target="../media/image440.wmf"/><Relationship Id="rId15" Type="http://schemas.openxmlformats.org/officeDocument/2006/relationships/image" Target="../media/image13.wmf"/><Relationship Id="rId23" Type="http://schemas.openxmlformats.org/officeDocument/2006/relationships/image" Target="../media/image446.wmf"/><Relationship Id="rId28" Type="http://schemas.openxmlformats.org/officeDocument/2006/relationships/oleObject" Target="../embeddings/oleObject453.bin"/><Relationship Id="rId10" Type="http://schemas.openxmlformats.org/officeDocument/2006/relationships/oleObject" Target="../embeddings/oleObject444.bin"/><Relationship Id="rId19" Type="http://schemas.openxmlformats.org/officeDocument/2006/relationships/image" Target="../media/image444.wmf"/><Relationship Id="rId31" Type="http://schemas.openxmlformats.org/officeDocument/2006/relationships/image" Target="../media/image450.wmf"/><Relationship Id="rId4" Type="http://schemas.openxmlformats.org/officeDocument/2006/relationships/oleObject" Target="../embeddings/oleObject441.bin"/><Relationship Id="rId9" Type="http://schemas.openxmlformats.org/officeDocument/2006/relationships/image" Target="../media/image442.wmf"/><Relationship Id="rId14" Type="http://schemas.openxmlformats.org/officeDocument/2006/relationships/oleObject" Target="../embeddings/oleObject446.bin"/><Relationship Id="rId22" Type="http://schemas.openxmlformats.org/officeDocument/2006/relationships/oleObject" Target="../embeddings/oleObject450.bin"/><Relationship Id="rId27" Type="http://schemas.openxmlformats.org/officeDocument/2006/relationships/image" Target="../media/image448.wmf"/><Relationship Id="rId30" Type="http://schemas.openxmlformats.org/officeDocument/2006/relationships/oleObject" Target="../embeddings/oleObject454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3.wmf"/><Relationship Id="rId13" Type="http://schemas.openxmlformats.org/officeDocument/2006/relationships/oleObject" Target="../embeddings/oleObject460.bin"/><Relationship Id="rId18" Type="http://schemas.openxmlformats.org/officeDocument/2006/relationships/image" Target="../media/image458.wmf"/><Relationship Id="rId3" Type="http://schemas.openxmlformats.org/officeDocument/2006/relationships/oleObject" Target="../embeddings/oleObject455.bin"/><Relationship Id="rId7" Type="http://schemas.openxmlformats.org/officeDocument/2006/relationships/oleObject" Target="../embeddings/oleObject457.bin"/><Relationship Id="rId12" Type="http://schemas.openxmlformats.org/officeDocument/2006/relationships/image" Target="../media/image455.wmf"/><Relationship Id="rId17" Type="http://schemas.openxmlformats.org/officeDocument/2006/relationships/oleObject" Target="../embeddings/oleObject462.bin"/><Relationship Id="rId2" Type="http://schemas.openxmlformats.org/officeDocument/2006/relationships/audio" Target="../media/audio2.wav"/><Relationship Id="rId16" Type="http://schemas.openxmlformats.org/officeDocument/2006/relationships/image" Target="../media/image457.wmf"/><Relationship Id="rId20" Type="http://schemas.openxmlformats.org/officeDocument/2006/relationships/image" Target="../media/image459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2.wmf"/><Relationship Id="rId11" Type="http://schemas.openxmlformats.org/officeDocument/2006/relationships/oleObject" Target="../embeddings/oleObject459.bin"/><Relationship Id="rId5" Type="http://schemas.openxmlformats.org/officeDocument/2006/relationships/oleObject" Target="../embeddings/oleObject456.bin"/><Relationship Id="rId15" Type="http://schemas.openxmlformats.org/officeDocument/2006/relationships/oleObject" Target="../embeddings/oleObject461.bin"/><Relationship Id="rId10" Type="http://schemas.openxmlformats.org/officeDocument/2006/relationships/image" Target="../media/image454.wmf"/><Relationship Id="rId19" Type="http://schemas.openxmlformats.org/officeDocument/2006/relationships/oleObject" Target="../embeddings/oleObject463.bin"/><Relationship Id="rId4" Type="http://schemas.openxmlformats.org/officeDocument/2006/relationships/image" Target="../media/image451.wmf"/><Relationship Id="rId9" Type="http://schemas.openxmlformats.org/officeDocument/2006/relationships/oleObject" Target="../embeddings/oleObject458.bin"/><Relationship Id="rId14" Type="http://schemas.openxmlformats.org/officeDocument/2006/relationships/image" Target="../media/image456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67.bin"/><Relationship Id="rId13" Type="http://schemas.openxmlformats.org/officeDocument/2006/relationships/image" Target="../media/image465.wmf"/><Relationship Id="rId3" Type="http://schemas.openxmlformats.org/officeDocument/2006/relationships/image" Target="../media/image460.wmf"/><Relationship Id="rId7" Type="http://schemas.openxmlformats.org/officeDocument/2006/relationships/image" Target="../media/image462.wmf"/><Relationship Id="rId12" Type="http://schemas.openxmlformats.org/officeDocument/2006/relationships/oleObject" Target="../embeddings/oleObject469.bin"/><Relationship Id="rId2" Type="http://schemas.openxmlformats.org/officeDocument/2006/relationships/oleObject" Target="../embeddings/oleObject46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66.bin"/><Relationship Id="rId11" Type="http://schemas.openxmlformats.org/officeDocument/2006/relationships/image" Target="../media/image464.wmf"/><Relationship Id="rId5" Type="http://schemas.openxmlformats.org/officeDocument/2006/relationships/image" Target="../media/image461.wmf"/><Relationship Id="rId15" Type="http://schemas.openxmlformats.org/officeDocument/2006/relationships/image" Target="../media/image466.emf"/><Relationship Id="rId10" Type="http://schemas.openxmlformats.org/officeDocument/2006/relationships/oleObject" Target="../embeddings/oleObject468.bin"/><Relationship Id="rId4" Type="http://schemas.openxmlformats.org/officeDocument/2006/relationships/oleObject" Target="../embeddings/oleObject465.bin"/><Relationship Id="rId9" Type="http://schemas.openxmlformats.org/officeDocument/2006/relationships/image" Target="../media/image463.wmf"/><Relationship Id="rId14" Type="http://schemas.openxmlformats.org/officeDocument/2006/relationships/oleObject" Target="../embeddings/oleObject470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9.wmf"/><Relationship Id="rId13" Type="http://schemas.openxmlformats.org/officeDocument/2006/relationships/oleObject" Target="../embeddings/oleObject476.bin"/><Relationship Id="rId3" Type="http://schemas.openxmlformats.org/officeDocument/2006/relationships/oleObject" Target="../embeddings/oleObject471.bin"/><Relationship Id="rId7" Type="http://schemas.openxmlformats.org/officeDocument/2006/relationships/oleObject" Target="../embeddings/oleObject473.bin"/><Relationship Id="rId12" Type="http://schemas.openxmlformats.org/officeDocument/2006/relationships/image" Target="../media/image471.wmf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73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8.wmf"/><Relationship Id="rId11" Type="http://schemas.openxmlformats.org/officeDocument/2006/relationships/oleObject" Target="../embeddings/oleObject475.bin"/><Relationship Id="rId5" Type="http://schemas.openxmlformats.org/officeDocument/2006/relationships/oleObject" Target="../embeddings/oleObject472.bin"/><Relationship Id="rId15" Type="http://schemas.openxmlformats.org/officeDocument/2006/relationships/oleObject" Target="../embeddings/oleObject477.bin"/><Relationship Id="rId10" Type="http://schemas.openxmlformats.org/officeDocument/2006/relationships/image" Target="../media/image470.wmf"/><Relationship Id="rId4" Type="http://schemas.openxmlformats.org/officeDocument/2006/relationships/image" Target="../media/image467.wmf"/><Relationship Id="rId9" Type="http://schemas.openxmlformats.org/officeDocument/2006/relationships/oleObject" Target="../embeddings/oleObject474.bin"/><Relationship Id="rId14" Type="http://schemas.openxmlformats.org/officeDocument/2006/relationships/image" Target="../media/image472.e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1.bin"/><Relationship Id="rId13" Type="http://schemas.openxmlformats.org/officeDocument/2006/relationships/image" Target="../media/image473.wmf"/><Relationship Id="rId3" Type="http://schemas.openxmlformats.org/officeDocument/2006/relationships/image" Target="../media/image474.wmf"/><Relationship Id="rId7" Type="http://schemas.openxmlformats.org/officeDocument/2006/relationships/image" Target="../media/image476.wmf"/><Relationship Id="rId12" Type="http://schemas.openxmlformats.org/officeDocument/2006/relationships/oleObject" Target="../embeddings/oleObject483.bin"/><Relationship Id="rId2" Type="http://schemas.openxmlformats.org/officeDocument/2006/relationships/oleObject" Target="../embeddings/oleObject47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80.bin"/><Relationship Id="rId11" Type="http://schemas.openxmlformats.org/officeDocument/2006/relationships/image" Target="../media/image478.wmf"/><Relationship Id="rId5" Type="http://schemas.openxmlformats.org/officeDocument/2006/relationships/image" Target="../media/image475.wmf"/><Relationship Id="rId15" Type="http://schemas.openxmlformats.org/officeDocument/2006/relationships/image" Target="../media/image479.emf"/><Relationship Id="rId10" Type="http://schemas.openxmlformats.org/officeDocument/2006/relationships/oleObject" Target="../embeddings/oleObject482.bin"/><Relationship Id="rId4" Type="http://schemas.openxmlformats.org/officeDocument/2006/relationships/oleObject" Target="../embeddings/oleObject479.bin"/><Relationship Id="rId9" Type="http://schemas.openxmlformats.org/officeDocument/2006/relationships/image" Target="../media/image477.wmf"/><Relationship Id="rId14" Type="http://schemas.openxmlformats.org/officeDocument/2006/relationships/oleObject" Target="../embeddings/oleObject484.bin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2.wmf"/><Relationship Id="rId3" Type="http://schemas.openxmlformats.org/officeDocument/2006/relationships/oleObject" Target="../embeddings/oleObject485.bin"/><Relationship Id="rId7" Type="http://schemas.openxmlformats.org/officeDocument/2006/relationships/oleObject" Target="../embeddings/oleObject487.bin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1.wmf"/><Relationship Id="rId5" Type="http://schemas.openxmlformats.org/officeDocument/2006/relationships/oleObject" Target="../embeddings/oleObject486.bin"/><Relationship Id="rId10" Type="http://schemas.openxmlformats.org/officeDocument/2006/relationships/image" Target="../media/image483.wmf"/><Relationship Id="rId4" Type="http://schemas.openxmlformats.org/officeDocument/2006/relationships/image" Target="../media/image480.wmf"/><Relationship Id="rId9" Type="http://schemas.openxmlformats.org/officeDocument/2006/relationships/oleObject" Target="../embeddings/oleObject488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6.wmf"/><Relationship Id="rId3" Type="http://schemas.openxmlformats.org/officeDocument/2006/relationships/oleObject" Target="../embeddings/oleObject489.bin"/><Relationship Id="rId7" Type="http://schemas.openxmlformats.org/officeDocument/2006/relationships/oleObject" Target="../embeddings/oleObject491.bin"/><Relationship Id="rId12" Type="http://schemas.openxmlformats.org/officeDocument/2006/relationships/image" Target="../media/image488.wm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5.wmf"/><Relationship Id="rId11" Type="http://schemas.openxmlformats.org/officeDocument/2006/relationships/oleObject" Target="../embeddings/oleObject493.bin"/><Relationship Id="rId5" Type="http://schemas.openxmlformats.org/officeDocument/2006/relationships/oleObject" Target="../embeddings/oleObject490.bin"/><Relationship Id="rId10" Type="http://schemas.openxmlformats.org/officeDocument/2006/relationships/image" Target="../media/image487.wmf"/><Relationship Id="rId4" Type="http://schemas.openxmlformats.org/officeDocument/2006/relationships/image" Target="../media/image484.wmf"/><Relationship Id="rId9" Type="http://schemas.openxmlformats.org/officeDocument/2006/relationships/oleObject" Target="../embeddings/oleObject492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7.bin"/><Relationship Id="rId13" Type="http://schemas.openxmlformats.org/officeDocument/2006/relationships/oleObject" Target="../embeddings/oleObject500.bin"/><Relationship Id="rId18" Type="http://schemas.openxmlformats.org/officeDocument/2006/relationships/image" Target="../media/image495.wmf"/><Relationship Id="rId26" Type="http://schemas.openxmlformats.org/officeDocument/2006/relationships/oleObject" Target="../embeddings/oleObject507.bin"/><Relationship Id="rId3" Type="http://schemas.openxmlformats.org/officeDocument/2006/relationships/image" Target="../media/image489.wmf"/><Relationship Id="rId21" Type="http://schemas.openxmlformats.org/officeDocument/2006/relationships/oleObject" Target="../embeddings/oleObject504.bin"/><Relationship Id="rId7" Type="http://schemas.openxmlformats.org/officeDocument/2006/relationships/image" Target="../media/image9.wmf"/><Relationship Id="rId12" Type="http://schemas.openxmlformats.org/officeDocument/2006/relationships/image" Target="../media/image492.wmf"/><Relationship Id="rId17" Type="http://schemas.openxmlformats.org/officeDocument/2006/relationships/oleObject" Target="../embeddings/oleObject502.bin"/><Relationship Id="rId25" Type="http://schemas.openxmlformats.org/officeDocument/2006/relationships/image" Target="../media/image14.wmf"/><Relationship Id="rId2" Type="http://schemas.openxmlformats.org/officeDocument/2006/relationships/oleObject" Target="../embeddings/oleObject494.bin"/><Relationship Id="rId16" Type="http://schemas.openxmlformats.org/officeDocument/2006/relationships/image" Target="../media/image494.emf"/><Relationship Id="rId20" Type="http://schemas.openxmlformats.org/officeDocument/2006/relationships/image" Target="../media/image496.wmf"/><Relationship Id="rId29" Type="http://schemas.openxmlformats.org/officeDocument/2006/relationships/image" Target="../media/image15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96.bin"/><Relationship Id="rId11" Type="http://schemas.openxmlformats.org/officeDocument/2006/relationships/oleObject" Target="../embeddings/oleObject499.bin"/><Relationship Id="rId24" Type="http://schemas.openxmlformats.org/officeDocument/2006/relationships/oleObject" Target="../embeddings/oleObject506.bin"/><Relationship Id="rId5" Type="http://schemas.openxmlformats.org/officeDocument/2006/relationships/image" Target="../media/image490.wmf"/><Relationship Id="rId15" Type="http://schemas.openxmlformats.org/officeDocument/2006/relationships/oleObject" Target="../embeddings/oleObject501.bin"/><Relationship Id="rId23" Type="http://schemas.openxmlformats.org/officeDocument/2006/relationships/oleObject" Target="../embeddings/oleObject505.bin"/><Relationship Id="rId28" Type="http://schemas.openxmlformats.org/officeDocument/2006/relationships/oleObject" Target="../embeddings/oleObject508.bin"/><Relationship Id="rId10" Type="http://schemas.openxmlformats.org/officeDocument/2006/relationships/image" Target="../media/image491.wmf"/><Relationship Id="rId19" Type="http://schemas.openxmlformats.org/officeDocument/2006/relationships/oleObject" Target="../embeddings/oleObject503.bin"/><Relationship Id="rId31" Type="http://schemas.openxmlformats.org/officeDocument/2006/relationships/image" Target="../media/image499.wmf"/><Relationship Id="rId4" Type="http://schemas.openxmlformats.org/officeDocument/2006/relationships/oleObject" Target="../embeddings/oleObject495.bin"/><Relationship Id="rId9" Type="http://schemas.openxmlformats.org/officeDocument/2006/relationships/oleObject" Target="../embeddings/oleObject498.bin"/><Relationship Id="rId14" Type="http://schemas.openxmlformats.org/officeDocument/2006/relationships/image" Target="../media/image493.wmf"/><Relationship Id="rId22" Type="http://schemas.openxmlformats.org/officeDocument/2006/relationships/image" Target="../media/image497.wmf"/><Relationship Id="rId27" Type="http://schemas.openxmlformats.org/officeDocument/2006/relationships/image" Target="../media/image498.emf"/><Relationship Id="rId30" Type="http://schemas.openxmlformats.org/officeDocument/2006/relationships/oleObject" Target="../embeddings/oleObject509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2.wmf"/><Relationship Id="rId13" Type="http://schemas.openxmlformats.org/officeDocument/2006/relationships/image" Target="../media/image17.wmf"/><Relationship Id="rId18" Type="http://schemas.openxmlformats.org/officeDocument/2006/relationships/oleObject" Target="../embeddings/oleObject517.bin"/><Relationship Id="rId3" Type="http://schemas.openxmlformats.org/officeDocument/2006/relationships/oleObject" Target="../embeddings/oleObject510.bin"/><Relationship Id="rId21" Type="http://schemas.openxmlformats.org/officeDocument/2006/relationships/image" Target="../media/image508.wmf"/><Relationship Id="rId7" Type="http://schemas.openxmlformats.org/officeDocument/2006/relationships/oleObject" Target="../embeddings/oleObject512.bin"/><Relationship Id="rId12" Type="http://schemas.openxmlformats.org/officeDocument/2006/relationships/oleObject" Target="../embeddings/oleObject514.bin"/><Relationship Id="rId17" Type="http://schemas.openxmlformats.org/officeDocument/2006/relationships/image" Target="../media/image506.wmf"/><Relationship Id="rId2" Type="http://schemas.openxmlformats.org/officeDocument/2006/relationships/audio" Target="../media/audio1.wav"/><Relationship Id="rId16" Type="http://schemas.openxmlformats.org/officeDocument/2006/relationships/oleObject" Target="../embeddings/oleObject516.bin"/><Relationship Id="rId20" Type="http://schemas.openxmlformats.org/officeDocument/2006/relationships/oleObject" Target="../embeddings/oleObject518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1.wmf"/><Relationship Id="rId11" Type="http://schemas.openxmlformats.org/officeDocument/2006/relationships/image" Target="../media/image504.wmf"/><Relationship Id="rId5" Type="http://schemas.openxmlformats.org/officeDocument/2006/relationships/oleObject" Target="../embeddings/oleObject511.bin"/><Relationship Id="rId15" Type="http://schemas.openxmlformats.org/officeDocument/2006/relationships/image" Target="../media/image505.wmf"/><Relationship Id="rId23" Type="http://schemas.openxmlformats.org/officeDocument/2006/relationships/image" Target="../media/image509.wmf"/><Relationship Id="rId10" Type="http://schemas.openxmlformats.org/officeDocument/2006/relationships/oleObject" Target="../embeddings/oleObject513.bin"/><Relationship Id="rId19" Type="http://schemas.openxmlformats.org/officeDocument/2006/relationships/image" Target="../media/image507.wmf"/><Relationship Id="rId4" Type="http://schemas.openxmlformats.org/officeDocument/2006/relationships/image" Target="../media/image500.wmf"/><Relationship Id="rId9" Type="http://schemas.openxmlformats.org/officeDocument/2006/relationships/image" Target="../media/image503.png"/><Relationship Id="rId14" Type="http://schemas.openxmlformats.org/officeDocument/2006/relationships/oleObject" Target="../embeddings/oleObject515.bin"/><Relationship Id="rId22" Type="http://schemas.openxmlformats.org/officeDocument/2006/relationships/oleObject" Target="../embeddings/oleObject519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23.bin"/><Relationship Id="rId13" Type="http://schemas.openxmlformats.org/officeDocument/2006/relationships/image" Target="../media/image515.wmf"/><Relationship Id="rId18" Type="http://schemas.openxmlformats.org/officeDocument/2006/relationships/oleObject" Target="../embeddings/oleObject528.bin"/><Relationship Id="rId3" Type="http://schemas.openxmlformats.org/officeDocument/2006/relationships/image" Target="../media/image510.wmf"/><Relationship Id="rId21" Type="http://schemas.openxmlformats.org/officeDocument/2006/relationships/image" Target="../media/image519.wmf"/><Relationship Id="rId7" Type="http://schemas.openxmlformats.org/officeDocument/2006/relationships/image" Target="../media/image512.wmf"/><Relationship Id="rId12" Type="http://schemas.openxmlformats.org/officeDocument/2006/relationships/oleObject" Target="../embeddings/oleObject525.bin"/><Relationship Id="rId17" Type="http://schemas.openxmlformats.org/officeDocument/2006/relationships/image" Target="../media/image517.wmf"/><Relationship Id="rId2" Type="http://schemas.openxmlformats.org/officeDocument/2006/relationships/oleObject" Target="../embeddings/oleObject520.bin"/><Relationship Id="rId16" Type="http://schemas.openxmlformats.org/officeDocument/2006/relationships/oleObject" Target="../embeddings/oleObject527.bin"/><Relationship Id="rId20" Type="http://schemas.openxmlformats.org/officeDocument/2006/relationships/oleObject" Target="../embeddings/oleObject52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22.bin"/><Relationship Id="rId11" Type="http://schemas.openxmlformats.org/officeDocument/2006/relationships/image" Target="../media/image514.wmf"/><Relationship Id="rId5" Type="http://schemas.openxmlformats.org/officeDocument/2006/relationships/image" Target="../media/image511.wmf"/><Relationship Id="rId15" Type="http://schemas.openxmlformats.org/officeDocument/2006/relationships/image" Target="../media/image516.wmf"/><Relationship Id="rId10" Type="http://schemas.openxmlformats.org/officeDocument/2006/relationships/oleObject" Target="../embeddings/oleObject524.bin"/><Relationship Id="rId19" Type="http://schemas.openxmlformats.org/officeDocument/2006/relationships/image" Target="../media/image518.wmf"/><Relationship Id="rId4" Type="http://schemas.openxmlformats.org/officeDocument/2006/relationships/oleObject" Target="../embeddings/oleObject521.bin"/><Relationship Id="rId9" Type="http://schemas.openxmlformats.org/officeDocument/2006/relationships/image" Target="../media/image513.wmf"/><Relationship Id="rId14" Type="http://schemas.openxmlformats.org/officeDocument/2006/relationships/oleObject" Target="../embeddings/oleObject526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2.bin"/><Relationship Id="rId13" Type="http://schemas.openxmlformats.org/officeDocument/2006/relationships/image" Target="../media/image524.wmf"/><Relationship Id="rId3" Type="http://schemas.openxmlformats.org/officeDocument/2006/relationships/audio" Target="../media/audio1.wav"/><Relationship Id="rId7" Type="http://schemas.openxmlformats.org/officeDocument/2006/relationships/image" Target="../media/image521.wmf"/><Relationship Id="rId12" Type="http://schemas.openxmlformats.org/officeDocument/2006/relationships/oleObject" Target="../embeddings/oleObject534.bin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31.bin"/><Relationship Id="rId11" Type="http://schemas.openxmlformats.org/officeDocument/2006/relationships/image" Target="../media/image523.emf"/><Relationship Id="rId5" Type="http://schemas.openxmlformats.org/officeDocument/2006/relationships/image" Target="../media/image520.wmf"/><Relationship Id="rId10" Type="http://schemas.openxmlformats.org/officeDocument/2006/relationships/oleObject" Target="../embeddings/oleObject533.bin"/><Relationship Id="rId4" Type="http://schemas.openxmlformats.org/officeDocument/2006/relationships/oleObject" Target="../embeddings/oleObject530.bin"/><Relationship Id="rId9" Type="http://schemas.openxmlformats.org/officeDocument/2006/relationships/image" Target="../media/image522.w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8.bin"/><Relationship Id="rId13" Type="http://schemas.openxmlformats.org/officeDocument/2006/relationships/image" Target="../media/image17.wmf"/><Relationship Id="rId18" Type="http://schemas.openxmlformats.org/officeDocument/2006/relationships/oleObject" Target="../embeddings/oleObject543.bin"/><Relationship Id="rId26" Type="http://schemas.openxmlformats.org/officeDocument/2006/relationships/oleObject" Target="../embeddings/oleObject547.bin"/><Relationship Id="rId3" Type="http://schemas.openxmlformats.org/officeDocument/2006/relationships/image" Target="../media/image525.wmf"/><Relationship Id="rId21" Type="http://schemas.openxmlformats.org/officeDocument/2006/relationships/image" Target="../media/image529.wmf"/><Relationship Id="rId7" Type="http://schemas.openxmlformats.org/officeDocument/2006/relationships/image" Target="../media/image13.wmf"/><Relationship Id="rId12" Type="http://schemas.openxmlformats.org/officeDocument/2006/relationships/oleObject" Target="../embeddings/oleObject540.bin"/><Relationship Id="rId17" Type="http://schemas.openxmlformats.org/officeDocument/2006/relationships/image" Target="../media/image527.wmf"/><Relationship Id="rId25" Type="http://schemas.openxmlformats.org/officeDocument/2006/relationships/image" Target="../media/image531.wmf"/><Relationship Id="rId2" Type="http://schemas.openxmlformats.org/officeDocument/2006/relationships/oleObject" Target="../embeddings/oleObject535.bin"/><Relationship Id="rId16" Type="http://schemas.openxmlformats.org/officeDocument/2006/relationships/oleObject" Target="../embeddings/oleObject542.bin"/><Relationship Id="rId20" Type="http://schemas.openxmlformats.org/officeDocument/2006/relationships/oleObject" Target="../embeddings/oleObject54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37.bin"/><Relationship Id="rId11" Type="http://schemas.openxmlformats.org/officeDocument/2006/relationships/image" Target="../media/image14.wmf"/><Relationship Id="rId24" Type="http://schemas.openxmlformats.org/officeDocument/2006/relationships/oleObject" Target="../embeddings/oleObject546.bin"/><Relationship Id="rId5" Type="http://schemas.openxmlformats.org/officeDocument/2006/relationships/image" Target="../media/image9.wmf"/><Relationship Id="rId15" Type="http://schemas.openxmlformats.org/officeDocument/2006/relationships/image" Target="../media/image15.wmf"/><Relationship Id="rId23" Type="http://schemas.openxmlformats.org/officeDocument/2006/relationships/image" Target="../media/image530.wmf"/><Relationship Id="rId10" Type="http://schemas.openxmlformats.org/officeDocument/2006/relationships/oleObject" Target="../embeddings/oleObject539.bin"/><Relationship Id="rId19" Type="http://schemas.openxmlformats.org/officeDocument/2006/relationships/image" Target="../media/image528.wmf"/><Relationship Id="rId4" Type="http://schemas.openxmlformats.org/officeDocument/2006/relationships/oleObject" Target="../embeddings/oleObject536.bin"/><Relationship Id="rId9" Type="http://schemas.openxmlformats.org/officeDocument/2006/relationships/image" Target="../media/image526.wmf"/><Relationship Id="rId14" Type="http://schemas.openxmlformats.org/officeDocument/2006/relationships/oleObject" Target="../embeddings/oleObject541.bin"/><Relationship Id="rId22" Type="http://schemas.openxmlformats.org/officeDocument/2006/relationships/oleObject" Target="../embeddings/oleObject545.bin"/><Relationship Id="rId27" Type="http://schemas.openxmlformats.org/officeDocument/2006/relationships/image" Target="../media/image532.w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5.wmf"/><Relationship Id="rId3" Type="http://schemas.openxmlformats.org/officeDocument/2006/relationships/oleObject" Target="../embeddings/oleObject548.bin"/><Relationship Id="rId7" Type="http://schemas.openxmlformats.org/officeDocument/2006/relationships/oleObject" Target="../embeddings/oleObject550.bin"/><Relationship Id="rId12" Type="http://schemas.openxmlformats.org/officeDocument/2006/relationships/image" Target="../media/image537.wm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4.wmf"/><Relationship Id="rId11" Type="http://schemas.openxmlformats.org/officeDocument/2006/relationships/oleObject" Target="../embeddings/oleObject552.bin"/><Relationship Id="rId5" Type="http://schemas.openxmlformats.org/officeDocument/2006/relationships/oleObject" Target="../embeddings/oleObject549.bin"/><Relationship Id="rId10" Type="http://schemas.openxmlformats.org/officeDocument/2006/relationships/image" Target="../media/image536.wmf"/><Relationship Id="rId4" Type="http://schemas.openxmlformats.org/officeDocument/2006/relationships/image" Target="../media/image533.wmf"/><Relationship Id="rId9" Type="http://schemas.openxmlformats.org/officeDocument/2006/relationships/oleObject" Target="../embeddings/oleObject551.bin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56.bin"/><Relationship Id="rId13" Type="http://schemas.openxmlformats.org/officeDocument/2006/relationships/image" Target="../media/image543.wmf"/><Relationship Id="rId18" Type="http://schemas.openxmlformats.org/officeDocument/2006/relationships/oleObject" Target="../embeddings/oleObject561.bin"/><Relationship Id="rId3" Type="http://schemas.openxmlformats.org/officeDocument/2006/relationships/image" Target="../media/image538.wmf"/><Relationship Id="rId21" Type="http://schemas.openxmlformats.org/officeDocument/2006/relationships/oleObject" Target="../embeddings/oleObject563.bin"/><Relationship Id="rId7" Type="http://schemas.openxmlformats.org/officeDocument/2006/relationships/image" Target="../media/image540.wmf"/><Relationship Id="rId12" Type="http://schemas.openxmlformats.org/officeDocument/2006/relationships/oleObject" Target="../embeddings/oleObject558.bin"/><Relationship Id="rId17" Type="http://schemas.openxmlformats.org/officeDocument/2006/relationships/image" Target="../media/image545.wmf"/><Relationship Id="rId2" Type="http://schemas.openxmlformats.org/officeDocument/2006/relationships/oleObject" Target="../embeddings/oleObject553.bin"/><Relationship Id="rId16" Type="http://schemas.openxmlformats.org/officeDocument/2006/relationships/oleObject" Target="../embeddings/oleObject560.bin"/><Relationship Id="rId20" Type="http://schemas.openxmlformats.org/officeDocument/2006/relationships/oleObject" Target="../embeddings/oleObject56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55.bin"/><Relationship Id="rId11" Type="http://schemas.openxmlformats.org/officeDocument/2006/relationships/image" Target="../media/image542.wmf"/><Relationship Id="rId5" Type="http://schemas.openxmlformats.org/officeDocument/2006/relationships/image" Target="../media/image539.wmf"/><Relationship Id="rId15" Type="http://schemas.openxmlformats.org/officeDocument/2006/relationships/image" Target="../media/image544.wmf"/><Relationship Id="rId10" Type="http://schemas.openxmlformats.org/officeDocument/2006/relationships/oleObject" Target="../embeddings/oleObject557.bin"/><Relationship Id="rId19" Type="http://schemas.openxmlformats.org/officeDocument/2006/relationships/image" Target="../media/image546.wmf"/><Relationship Id="rId4" Type="http://schemas.openxmlformats.org/officeDocument/2006/relationships/oleObject" Target="../embeddings/oleObject554.bin"/><Relationship Id="rId9" Type="http://schemas.openxmlformats.org/officeDocument/2006/relationships/image" Target="../media/image541.wmf"/><Relationship Id="rId14" Type="http://schemas.openxmlformats.org/officeDocument/2006/relationships/oleObject" Target="../embeddings/oleObject559.bin"/><Relationship Id="rId22" Type="http://schemas.openxmlformats.org/officeDocument/2006/relationships/image" Target="../media/image547.w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7.bin"/><Relationship Id="rId3" Type="http://schemas.openxmlformats.org/officeDocument/2006/relationships/image" Target="../media/image548.wmf"/><Relationship Id="rId7" Type="http://schemas.openxmlformats.org/officeDocument/2006/relationships/image" Target="../media/image549.wmf"/><Relationship Id="rId2" Type="http://schemas.openxmlformats.org/officeDocument/2006/relationships/oleObject" Target="../embeddings/oleObject56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66.bin"/><Relationship Id="rId11" Type="http://schemas.openxmlformats.org/officeDocument/2006/relationships/image" Target="../media/image551.wmf"/><Relationship Id="rId5" Type="http://schemas.openxmlformats.org/officeDocument/2006/relationships/image" Target="../media/image543.wmf"/><Relationship Id="rId10" Type="http://schemas.openxmlformats.org/officeDocument/2006/relationships/oleObject" Target="../embeddings/oleObject568.bin"/><Relationship Id="rId4" Type="http://schemas.openxmlformats.org/officeDocument/2006/relationships/oleObject" Target="../embeddings/oleObject565.bin"/><Relationship Id="rId9" Type="http://schemas.openxmlformats.org/officeDocument/2006/relationships/image" Target="../media/image550.w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2.bin"/><Relationship Id="rId13" Type="http://schemas.openxmlformats.org/officeDocument/2006/relationships/image" Target="../media/image557.wmf"/><Relationship Id="rId18" Type="http://schemas.openxmlformats.org/officeDocument/2006/relationships/oleObject" Target="../embeddings/oleObject577.bin"/><Relationship Id="rId26" Type="http://schemas.openxmlformats.org/officeDocument/2006/relationships/oleObject" Target="../embeddings/oleObject581.bin"/><Relationship Id="rId3" Type="http://schemas.openxmlformats.org/officeDocument/2006/relationships/image" Target="../media/image552.wmf"/><Relationship Id="rId21" Type="http://schemas.openxmlformats.org/officeDocument/2006/relationships/image" Target="../media/image561.wmf"/><Relationship Id="rId7" Type="http://schemas.openxmlformats.org/officeDocument/2006/relationships/image" Target="../media/image554.wmf"/><Relationship Id="rId12" Type="http://schemas.openxmlformats.org/officeDocument/2006/relationships/oleObject" Target="../embeddings/oleObject574.bin"/><Relationship Id="rId17" Type="http://schemas.openxmlformats.org/officeDocument/2006/relationships/image" Target="../media/image559.wmf"/><Relationship Id="rId25" Type="http://schemas.openxmlformats.org/officeDocument/2006/relationships/image" Target="../media/image563.wmf"/><Relationship Id="rId2" Type="http://schemas.openxmlformats.org/officeDocument/2006/relationships/oleObject" Target="../embeddings/oleObject569.bin"/><Relationship Id="rId16" Type="http://schemas.openxmlformats.org/officeDocument/2006/relationships/oleObject" Target="../embeddings/oleObject576.bin"/><Relationship Id="rId20" Type="http://schemas.openxmlformats.org/officeDocument/2006/relationships/oleObject" Target="../embeddings/oleObject578.bin"/><Relationship Id="rId29" Type="http://schemas.openxmlformats.org/officeDocument/2006/relationships/image" Target="../media/image565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71.bin"/><Relationship Id="rId11" Type="http://schemas.openxmlformats.org/officeDocument/2006/relationships/image" Target="../media/image556.wmf"/><Relationship Id="rId24" Type="http://schemas.openxmlformats.org/officeDocument/2006/relationships/oleObject" Target="../embeddings/oleObject580.bin"/><Relationship Id="rId5" Type="http://schemas.openxmlformats.org/officeDocument/2006/relationships/image" Target="../media/image553.wmf"/><Relationship Id="rId15" Type="http://schemas.openxmlformats.org/officeDocument/2006/relationships/image" Target="../media/image558.wmf"/><Relationship Id="rId23" Type="http://schemas.openxmlformats.org/officeDocument/2006/relationships/image" Target="../media/image562.wmf"/><Relationship Id="rId28" Type="http://schemas.openxmlformats.org/officeDocument/2006/relationships/oleObject" Target="../embeddings/oleObject582.bin"/><Relationship Id="rId10" Type="http://schemas.openxmlformats.org/officeDocument/2006/relationships/oleObject" Target="../embeddings/oleObject573.bin"/><Relationship Id="rId19" Type="http://schemas.openxmlformats.org/officeDocument/2006/relationships/image" Target="../media/image560.wmf"/><Relationship Id="rId4" Type="http://schemas.openxmlformats.org/officeDocument/2006/relationships/oleObject" Target="../embeddings/oleObject570.bin"/><Relationship Id="rId9" Type="http://schemas.openxmlformats.org/officeDocument/2006/relationships/image" Target="../media/image555.wmf"/><Relationship Id="rId14" Type="http://schemas.openxmlformats.org/officeDocument/2006/relationships/oleObject" Target="../embeddings/oleObject575.bin"/><Relationship Id="rId22" Type="http://schemas.openxmlformats.org/officeDocument/2006/relationships/oleObject" Target="../embeddings/oleObject579.bin"/><Relationship Id="rId27" Type="http://schemas.openxmlformats.org/officeDocument/2006/relationships/image" Target="../media/image564.wmf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86.bin"/><Relationship Id="rId3" Type="http://schemas.openxmlformats.org/officeDocument/2006/relationships/image" Target="../media/image566.wmf"/><Relationship Id="rId7" Type="http://schemas.openxmlformats.org/officeDocument/2006/relationships/image" Target="../media/image568.wmf"/><Relationship Id="rId2" Type="http://schemas.openxmlformats.org/officeDocument/2006/relationships/oleObject" Target="../embeddings/oleObject58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85.bin"/><Relationship Id="rId11" Type="http://schemas.openxmlformats.org/officeDocument/2006/relationships/image" Target="../media/image570.wmf"/><Relationship Id="rId5" Type="http://schemas.openxmlformats.org/officeDocument/2006/relationships/image" Target="../media/image567.wmf"/><Relationship Id="rId10" Type="http://schemas.openxmlformats.org/officeDocument/2006/relationships/oleObject" Target="../embeddings/oleObject587.bin"/><Relationship Id="rId4" Type="http://schemas.openxmlformats.org/officeDocument/2006/relationships/oleObject" Target="../embeddings/oleObject584.bin"/><Relationship Id="rId9" Type="http://schemas.openxmlformats.org/officeDocument/2006/relationships/image" Target="../media/image569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 txBox="1">
            <a:spLocks noChangeArrowheads="1"/>
          </p:cNvSpPr>
          <p:nvPr/>
        </p:nvSpPr>
        <p:spPr bwMode="auto">
          <a:xfrm>
            <a:off x="3503712" y="2564904"/>
            <a:ext cx="5688632" cy="922908"/>
          </a:xfrm>
          <a:prstGeom prst="rect">
            <a:avLst/>
          </a:prstGeom>
          <a:noFill/>
          <a:ln w="53975" cmpd="thickThin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0" kern="1200">
                <a:solidFill>
                  <a:schemeClr val="bg2">
                    <a:lumMod val="1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algn="l" eaLnBrk="1" hangingPunct="1"/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第四节、 定积分应用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840416" y="404664"/>
            <a:ext cx="1532792" cy="5847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5</a:t>
            </a:r>
            <a:endParaRPr lang="zh-CN" altLang="en-US" sz="3200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8BE23-9125-4FCC-9C73-BD04F861CF2C}" type="slidenum">
              <a:rPr lang="zh-CN" altLang="en-US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4382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2567608" y="1491457"/>
            <a:ext cx="1219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回顾</a:t>
            </a: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3575720" y="1498891"/>
            <a:ext cx="525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宋体" panose="02010600030101010101" pitchFamily="2" charset="-122"/>
              </a:rPr>
              <a:t>曲边梯形求面积的问题</a:t>
            </a:r>
          </a:p>
        </p:txBody>
      </p:sp>
      <p:graphicFrame>
        <p:nvGraphicFramePr>
          <p:cNvPr id="51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8420919"/>
              </p:ext>
            </p:extLst>
          </p:nvPr>
        </p:nvGraphicFramePr>
        <p:xfrm>
          <a:off x="4237707" y="4813488"/>
          <a:ext cx="21844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132280" imgH="602640" progId="Equation.3">
                  <p:embed/>
                </p:oleObj>
              </mc:Choice>
              <mc:Fallback>
                <p:oleObj name="公式" r:id="rId2" imgW="2132280" imgH="602640" progId="Equation.3">
                  <p:embed/>
                  <p:pic>
                    <p:nvPicPr>
                      <p:cNvPr id="0" name="Picture 3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7707" y="4813488"/>
                        <a:ext cx="2184400" cy="660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26" name="Group 6"/>
          <p:cNvGrpSpPr>
            <a:grpSpLocks/>
          </p:cNvGrpSpPr>
          <p:nvPr/>
        </p:nvGrpSpPr>
        <p:grpSpPr bwMode="auto">
          <a:xfrm>
            <a:off x="2643857" y="2182667"/>
            <a:ext cx="7121525" cy="2667000"/>
            <a:chOff x="740" y="1584"/>
            <a:chExt cx="4486" cy="1680"/>
          </a:xfrm>
        </p:grpSpPr>
        <p:graphicFrame>
          <p:nvGraphicFramePr>
            <p:cNvPr id="2055" name="Object 7"/>
            <p:cNvGraphicFramePr>
              <a:graphicFrameLocks noChangeAspect="1"/>
            </p:cNvGraphicFramePr>
            <p:nvPr/>
          </p:nvGraphicFramePr>
          <p:xfrm>
            <a:off x="740" y="1604"/>
            <a:ext cx="2380" cy="16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文档" r:id="rId4" imgW="3515156" imgH="2472096" progId="Word.Document.8">
                    <p:embed/>
                  </p:oleObj>
                </mc:Choice>
                <mc:Fallback>
                  <p:oleObj name="文档" r:id="rId4" imgW="3515156" imgH="2472096" progId="Word.Document.8">
                    <p:embed/>
                    <p:pic>
                      <p:nvPicPr>
                        <p:cNvPr id="0" name="Picture 3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0" y="1604"/>
                          <a:ext cx="2380" cy="16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056" name="Group 8"/>
            <p:cNvGrpSpPr>
              <a:grpSpLocks/>
            </p:cNvGrpSpPr>
            <p:nvPr/>
          </p:nvGrpSpPr>
          <p:grpSpPr bwMode="auto">
            <a:xfrm>
              <a:off x="3360" y="1584"/>
              <a:ext cx="1866" cy="1418"/>
              <a:chOff x="3360" y="1584"/>
              <a:chExt cx="1866" cy="1418"/>
            </a:xfrm>
          </p:grpSpPr>
          <p:graphicFrame>
            <p:nvGraphicFramePr>
              <p:cNvPr id="2057" name="Object 9"/>
              <p:cNvGraphicFramePr>
                <a:graphicFrameLocks noChangeAspect="1"/>
              </p:cNvGraphicFramePr>
              <p:nvPr/>
            </p:nvGraphicFramePr>
            <p:xfrm>
              <a:off x="3744" y="1824"/>
              <a:ext cx="1200" cy="91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BMP 图象" r:id="rId6" imgW="1828571" imgH="1457143" progId="PBrush">
                      <p:embed/>
                    </p:oleObj>
                  </mc:Choice>
                  <mc:Fallback>
                    <p:oleObj name="BMP 图象" r:id="rId6" imgW="1828571" imgH="1457143" progId="PBrush">
                      <p:embed/>
                      <p:pic>
                        <p:nvPicPr>
                          <p:cNvPr id="0" name="Picture 33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44" y="1824"/>
                            <a:ext cx="1200" cy="91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57150">
                                <a:solidFill>
                                  <a:srgbClr val="FF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58" name="Rectangle 10"/>
              <p:cNvSpPr>
                <a:spLocks noChangeArrowheads="1"/>
              </p:cNvSpPr>
              <p:nvPr/>
            </p:nvSpPr>
            <p:spPr bwMode="auto">
              <a:xfrm>
                <a:off x="3744" y="2675"/>
                <a:ext cx="12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3000" b="1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a</a:t>
                </a:r>
                <a:endParaRPr kumimoji="1" lang="en-US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9" name="Rectangle 11"/>
              <p:cNvSpPr>
                <a:spLocks noChangeArrowheads="1"/>
              </p:cNvSpPr>
              <p:nvPr/>
            </p:nvSpPr>
            <p:spPr bwMode="auto">
              <a:xfrm>
                <a:off x="4864" y="2714"/>
                <a:ext cx="12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3000" b="1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b</a:t>
                </a:r>
                <a:endParaRPr kumimoji="1" lang="en-US" altLang="zh-CN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060" name="Group 12"/>
              <p:cNvGrpSpPr>
                <a:grpSpLocks/>
              </p:cNvGrpSpPr>
              <p:nvPr/>
            </p:nvGrpSpPr>
            <p:grpSpPr bwMode="auto">
              <a:xfrm>
                <a:off x="3360" y="1584"/>
                <a:ext cx="1866" cy="1408"/>
                <a:chOff x="3360" y="1584"/>
                <a:chExt cx="1866" cy="1408"/>
              </a:xfrm>
            </p:grpSpPr>
            <p:grpSp>
              <p:nvGrpSpPr>
                <p:cNvPr id="2062" name="Group 13"/>
                <p:cNvGrpSpPr>
                  <a:grpSpLocks/>
                </p:cNvGrpSpPr>
                <p:nvPr/>
              </p:nvGrpSpPr>
              <p:grpSpPr bwMode="auto">
                <a:xfrm>
                  <a:off x="3360" y="2685"/>
                  <a:ext cx="1806" cy="77"/>
                  <a:chOff x="3099" y="3471"/>
                  <a:chExt cx="2180" cy="93"/>
                </a:xfrm>
              </p:grpSpPr>
              <p:sp>
                <p:nvSpPr>
                  <p:cNvPr id="2069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3099" y="3508"/>
                    <a:ext cx="2090" cy="18"/>
                  </a:xfrm>
                  <a:prstGeom prst="rect">
                    <a:avLst/>
                  </a:prstGeom>
                  <a:solidFill>
                    <a:srgbClr val="000000"/>
                  </a:solidFill>
                  <a:ln w="2857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/>
                  </a:p>
                </p:txBody>
              </p:sp>
              <p:sp>
                <p:nvSpPr>
                  <p:cNvPr id="2070" name="Freeform 15"/>
                  <p:cNvSpPr>
                    <a:spLocks/>
                  </p:cNvSpPr>
                  <p:nvPr/>
                </p:nvSpPr>
                <p:spPr bwMode="auto">
                  <a:xfrm>
                    <a:off x="5187" y="3471"/>
                    <a:ext cx="92" cy="93"/>
                  </a:xfrm>
                  <a:custGeom>
                    <a:avLst/>
                    <a:gdLst>
                      <a:gd name="T0" fmla="*/ 0 w 92"/>
                      <a:gd name="T1" fmla="*/ 93 h 93"/>
                      <a:gd name="T2" fmla="*/ 92 w 92"/>
                      <a:gd name="T3" fmla="*/ 46 h 93"/>
                      <a:gd name="T4" fmla="*/ 0 w 92"/>
                      <a:gd name="T5" fmla="*/ 0 h 93"/>
                      <a:gd name="T6" fmla="*/ 0 w 92"/>
                      <a:gd name="T7" fmla="*/ 93 h 9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92" h="93">
                        <a:moveTo>
                          <a:pt x="0" y="93"/>
                        </a:moveTo>
                        <a:lnTo>
                          <a:pt x="92" y="46"/>
                        </a:lnTo>
                        <a:lnTo>
                          <a:pt x="0" y="0"/>
                        </a:lnTo>
                        <a:lnTo>
                          <a:pt x="0" y="93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28575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063" name="Group 16"/>
                <p:cNvGrpSpPr>
                  <a:grpSpLocks/>
                </p:cNvGrpSpPr>
                <p:nvPr/>
              </p:nvGrpSpPr>
              <p:grpSpPr bwMode="auto">
                <a:xfrm>
                  <a:off x="3498" y="1649"/>
                  <a:ext cx="77" cy="1233"/>
                  <a:chOff x="3266" y="2220"/>
                  <a:chExt cx="93" cy="1489"/>
                </a:xfrm>
              </p:grpSpPr>
              <p:sp>
                <p:nvSpPr>
                  <p:cNvPr id="2067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3303" y="2310"/>
                    <a:ext cx="18" cy="1399"/>
                  </a:xfrm>
                  <a:prstGeom prst="rect">
                    <a:avLst/>
                  </a:prstGeom>
                  <a:solidFill>
                    <a:srgbClr val="000000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/>
                  </a:p>
                </p:txBody>
              </p:sp>
              <p:sp>
                <p:nvSpPr>
                  <p:cNvPr id="2068" name="Freeform 18"/>
                  <p:cNvSpPr>
                    <a:spLocks/>
                  </p:cNvSpPr>
                  <p:nvPr/>
                </p:nvSpPr>
                <p:spPr bwMode="auto">
                  <a:xfrm>
                    <a:off x="3266" y="2220"/>
                    <a:ext cx="93" cy="92"/>
                  </a:xfrm>
                  <a:custGeom>
                    <a:avLst/>
                    <a:gdLst>
                      <a:gd name="T0" fmla="*/ 93 w 93"/>
                      <a:gd name="T1" fmla="*/ 92 h 92"/>
                      <a:gd name="T2" fmla="*/ 46 w 93"/>
                      <a:gd name="T3" fmla="*/ 0 h 92"/>
                      <a:gd name="T4" fmla="*/ 0 w 93"/>
                      <a:gd name="T5" fmla="*/ 92 h 92"/>
                      <a:gd name="T6" fmla="*/ 93 w 93"/>
                      <a:gd name="T7" fmla="*/ 92 h 9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93" h="92">
                        <a:moveTo>
                          <a:pt x="93" y="92"/>
                        </a:moveTo>
                        <a:lnTo>
                          <a:pt x="46" y="0"/>
                        </a:lnTo>
                        <a:lnTo>
                          <a:pt x="0" y="92"/>
                        </a:lnTo>
                        <a:lnTo>
                          <a:pt x="93" y="92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2700" cmpd="sng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064" name="Rectangle 19"/>
                <p:cNvSpPr>
                  <a:spLocks noChangeArrowheads="1"/>
                </p:cNvSpPr>
                <p:nvPr/>
              </p:nvSpPr>
              <p:spPr bwMode="auto">
                <a:xfrm>
                  <a:off x="5106" y="2699"/>
                  <a:ext cx="120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3000" b="1" i="1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x</a:t>
                  </a:r>
                  <a:endParaRPr kumimoji="1"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65" name="Rectangle 20"/>
                <p:cNvSpPr>
                  <a:spLocks noChangeArrowheads="1"/>
                </p:cNvSpPr>
                <p:nvPr/>
              </p:nvSpPr>
              <p:spPr bwMode="auto">
                <a:xfrm>
                  <a:off x="3377" y="1584"/>
                  <a:ext cx="107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3000" b="1" i="1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y</a:t>
                  </a:r>
                  <a:endParaRPr kumimoji="1"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66" name="Rectangle 21"/>
                <p:cNvSpPr>
                  <a:spLocks noChangeArrowheads="1"/>
                </p:cNvSpPr>
                <p:nvPr/>
              </p:nvSpPr>
              <p:spPr bwMode="auto">
                <a:xfrm>
                  <a:off x="3387" y="2675"/>
                  <a:ext cx="132" cy="31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3300" b="1" i="1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o</a:t>
                  </a:r>
                  <a:endParaRPr kumimoji="1" lang="en-US" altLang="zh-CN" sz="2400">
                    <a:latin typeface="Times New Roman" panose="02020603050405020304" pitchFamily="18" charset="0"/>
                  </a:endParaRPr>
                </a:p>
              </p:txBody>
            </p:sp>
          </p:grpSp>
          <p:graphicFrame>
            <p:nvGraphicFramePr>
              <p:cNvPr id="2061" name="Object 22"/>
              <p:cNvGraphicFramePr>
                <a:graphicFrameLocks noChangeAspect="1"/>
              </p:cNvGraphicFramePr>
              <p:nvPr/>
            </p:nvGraphicFramePr>
            <p:xfrm>
              <a:off x="4128" y="1872"/>
              <a:ext cx="624" cy="1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8" imgW="1371600" imgH="393700" progId="Equation.3">
                      <p:embed/>
                    </p:oleObj>
                  </mc:Choice>
                  <mc:Fallback>
                    <p:oleObj name="公式" r:id="rId8" imgW="1371600" imgH="393700" progId="Equation.3">
                      <p:embed/>
                      <p:pic>
                        <p:nvPicPr>
                          <p:cNvPr id="0" name="Picture 33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28" y="1872"/>
                            <a:ext cx="624" cy="17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106756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autoUpdateAnimBg="0"/>
      <p:bldP spid="5123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5495570"/>
              </p:ext>
            </p:extLst>
          </p:nvPr>
        </p:nvGraphicFramePr>
        <p:xfrm>
          <a:off x="2286000" y="2276872"/>
          <a:ext cx="7180262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93960" imgH="457200" progId="Equation.DSMT4">
                  <p:embed/>
                </p:oleObj>
              </mc:Choice>
              <mc:Fallback>
                <p:oleObj name="Equation" r:id="rId2" imgW="2793960" imgH="457200" progId="Equation.DSMT4">
                  <p:embed/>
                  <p:pic>
                    <p:nvPicPr>
                      <p:cNvPr id="0" name="Picture 2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276872"/>
                        <a:ext cx="7180262" cy="1139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4178369"/>
              </p:ext>
            </p:extLst>
          </p:nvPr>
        </p:nvGraphicFramePr>
        <p:xfrm>
          <a:off x="2264993" y="3314837"/>
          <a:ext cx="5106144" cy="104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57400" imgH="431800" progId="Equation.3">
                  <p:embed/>
                </p:oleObj>
              </mc:Choice>
              <mc:Fallback>
                <p:oleObj name="Equation" r:id="rId4" imgW="2057400" imgH="431800" progId="Equation.3">
                  <p:embed/>
                  <p:pic>
                    <p:nvPicPr>
                      <p:cNvPr id="0" name="Picture 2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4993" y="3314837"/>
                        <a:ext cx="5106144" cy="1048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6760292"/>
              </p:ext>
            </p:extLst>
          </p:nvPr>
        </p:nvGraphicFramePr>
        <p:xfrm>
          <a:off x="2286000" y="4261189"/>
          <a:ext cx="7219950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958840" imgH="469800" progId="Equation.DSMT4">
                  <p:embed/>
                </p:oleObj>
              </mc:Choice>
              <mc:Fallback>
                <p:oleObj name="Equation" r:id="rId6" imgW="2958840" imgH="469800" progId="Equation.DSMT4">
                  <p:embed/>
                  <p:pic>
                    <p:nvPicPr>
                      <p:cNvPr id="0" name="Picture 2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261189"/>
                        <a:ext cx="7219950" cy="1098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2135560" y="1562239"/>
            <a:ext cx="8001000" cy="5847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b="1" dirty="0">
                <a:latin typeface="宋体" panose="02010600030101010101" pitchFamily="2" charset="-122"/>
              </a:rPr>
              <a:t>可以应用定积分计算的量有如下特点</a:t>
            </a:r>
            <a:r>
              <a:rPr kumimoji="1"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2495600" y="609459"/>
            <a:ext cx="4248472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一、微元分析法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1811296"/>
      </p:ext>
    </p:extLst>
  </p:cSld>
  <p:clrMapOvr>
    <a:masterClrMapping/>
  </p:clrMapOvr>
  <p:transition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/>
          <p:cNvGrpSpPr>
            <a:grpSpLocks/>
          </p:cNvGrpSpPr>
          <p:nvPr/>
        </p:nvGrpSpPr>
        <p:grpSpPr bwMode="auto">
          <a:xfrm>
            <a:off x="7118293" y="1562325"/>
            <a:ext cx="1150938" cy="1863725"/>
            <a:chOff x="2827" y="1258"/>
            <a:chExt cx="725" cy="1174"/>
          </a:xfrm>
        </p:grpSpPr>
        <p:sp>
          <p:nvSpPr>
            <p:cNvPr id="4123" name="Line 3"/>
            <p:cNvSpPr>
              <a:spLocks noChangeShapeType="1"/>
            </p:cNvSpPr>
            <p:nvPr/>
          </p:nvSpPr>
          <p:spPr bwMode="auto">
            <a:xfrm>
              <a:off x="3377" y="1258"/>
              <a:ext cx="9" cy="93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124" name="Object 4"/>
            <p:cNvGraphicFramePr>
              <a:graphicFrameLocks noChangeAspect="1"/>
            </p:cNvGraphicFramePr>
            <p:nvPr/>
          </p:nvGraphicFramePr>
          <p:xfrm>
            <a:off x="3264" y="2208"/>
            <a:ext cx="288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39700" imgH="139700" progId="Equation.3">
                    <p:embed/>
                  </p:oleObj>
                </mc:Choice>
                <mc:Fallback>
                  <p:oleObj name="公式" r:id="rId2" imgW="139700" imgH="139700" progId="Equation.3">
                    <p:embed/>
                    <p:pic>
                      <p:nvPicPr>
                        <p:cNvPr id="0" name="Picture 14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4" y="2208"/>
                          <a:ext cx="288" cy="22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25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20422094"/>
                </p:ext>
              </p:extLst>
            </p:nvPr>
          </p:nvGraphicFramePr>
          <p:xfrm>
            <a:off x="2827" y="1716"/>
            <a:ext cx="484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355292" imgH="203024" progId="Equation.3">
                    <p:embed/>
                  </p:oleObj>
                </mc:Choice>
                <mc:Fallback>
                  <p:oleObj name="公式" r:id="rId4" imgW="355292" imgH="203024" progId="Equation.3">
                    <p:embed/>
                    <p:pic>
                      <p:nvPicPr>
                        <p:cNvPr id="0" name="Picture 14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7" y="1716"/>
                          <a:ext cx="484" cy="2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174" name="Group 6"/>
          <p:cNvGrpSpPr>
            <a:grpSpLocks/>
          </p:cNvGrpSpPr>
          <p:nvPr/>
        </p:nvGrpSpPr>
        <p:grpSpPr bwMode="auto">
          <a:xfrm>
            <a:off x="8162480" y="1010005"/>
            <a:ext cx="1217613" cy="2444751"/>
            <a:chOff x="3400" y="924"/>
            <a:chExt cx="767" cy="1540"/>
          </a:xfrm>
        </p:grpSpPr>
        <p:sp>
          <p:nvSpPr>
            <p:cNvPr id="4120" name="Line 7"/>
            <p:cNvSpPr>
              <a:spLocks noChangeShapeType="1"/>
            </p:cNvSpPr>
            <p:nvPr/>
          </p:nvSpPr>
          <p:spPr bwMode="auto">
            <a:xfrm flipH="1">
              <a:off x="3792" y="924"/>
              <a:ext cx="10" cy="12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121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9257136"/>
                </p:ext>
              </p:extLst>
            </p:nvPr>
          </p:nvGraphicFramePr>
          <p:xfrm>
            <a:off x="3543" y="2169"/>
            <a:ext cx="624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494870" imgH="203024" progId="Equation.3">
                    <p:embed/>
                  </p:oleObj>
                </mc:Choice>
                <mc:Fallback>
                  <p:oleObj name="公式" r:id="rId6" imgW="494870" imgH="203024" progId="Equation.3">
                    <p:embed/>
                    <p:pic>
                      <p:nvPicPr>
                        <p:cNvPr id="0" name="Picture 14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3" y="2169"/>
                          <a:ext cx="624" cy="29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22" name="Object 9"/>
            <p:cNvGraphicFramePr>
              <a:graphicFrameLocks noChangeAspect="1"/>
            </p:cNvGraphicFramePr>
            <p:nvPr/>
          </p:nvGraphicFramePr>
          <p:xfrm>
            <a:off x="3400" y="1351"/>
            <a:ext cx="353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241091" imgH="164957" progId="Equation.3">
                    <p:embed/>
                  </p:oleObj>
                </mc:Choice>
                <mc:Fallback>
                  <p:oleObj name="公式" r:id="rId8" imgW="241091" imgH="164957" progId="Equation.3">
                    <p:embed/>
                    <p:pic>
                      <p:nvPicPr>
                        <p:cNvPr id="0" name="Picture 14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0" y="1351"/>
                          <a:ext cx="353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178" name="Group 10"/>
          <p:cNvGrpSpPr>
            <a:grpSpLocks/>
          </p:cNvGrpSpPr>
          <p:nvPr/>
        </p:nvGrpSpPr>
        <p:grpSpPr bwMode="auto">
          <a:xfrm>
            <a:off x="5543136" y="559719"/>
            <a:ext cx="5524123" cy="2928643"/>
            <a:chOff x="1056" y="288"/>
            <a:chExt cx="4560" cy="2256"/>
          </a:xfrm>
        </p:grpSpPr>
        <p:sp>
          <p:nvSpPr>
            <p:cNvPr id="4109" name="Line 11"/>
            <p:cNvSpPr>
              <a:spLocks noChangeShapeType="1"/>
            </p:cNvSpPr>
            <p:nvPr/>
          </p:nvSpPr>
          <p:spPr bwMode="auto">
            <a:xfrm>
              <a:off x="1056" y="2208"/>
              <a:ext cx="441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10" name="Line 12"/>
            <p:cNvSpPr>
              <a:spLocks noChangeShapeType="1"/>
            </p:cNvSpPr>
            <p:nvPr/>
          </p:nvSpPr>
          <p:spPr bwMode="auto">
            <a:xfrm flipV="1">
              <a:off x="1536" y="288"/>
              <a:ext cx="0" cy="21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11" name="Freeform 13"/>
            <p:cNvSpPr>
              <a:spLocks/>
            </p:cNvSpPr>
            <p:nvPr/>
          </p:nvSpPr>
          <p:spPr bwMode="auto">
            <a:xfrm>
              <a:off x="2160" y="576"/>
              <a:ext cx="2304" cy="872"/>
            </a:xfrm>
            <a:custGeom>
              <a:avLst/>
              <a:gdLst>
                <a:gd name="T0" fmla="*/ 0 w 3024"/>
                <a:gd name="T1" fmla="*/ 77 h 1208"/>
                <a:gd name="T2" fmla="*/ 148 w 3024"/>
                <a:gd name="T3" fmla="*/ 227 h 1208"/>
                <a:gd name="T4" fmla="*/ 505 w 3024"/>
                <a:gd name="T5" fmla="*/ 20 h 1208"/>
                <a:gd name="T6" fmla="*/ 776 w 3024"/>
                <a:gd name="T7" fmla="*/ 105 h 120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24" h="1208">
                  <a:moveTo>
                    <a:pt x="0" y="392"/>
                  </a:moveTo>
                  <a:cubicBezTo>
                    <a:pt x="124" y="800"/>
                    <a:pt x="248" y="1208"/>
                    <a:pt x="576" y="1160"/>
                  </a:cubicBezTo>
                  <a:cubicBezTo>
                    <a:pt x="904" y="1112"/>
                    <a:pt x="1560" y="208"/>
                    <a:pt x="1968" y="104"/>
                  </a:cubicBezTo>
                  <a:cubicBezTo>
                    <a:pt x="2376" y="0"/>
                    <a:pt x="2848" y="464"/>
                    <a:pt x="3024" y="536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12" name="Line 14"/>
            <p:cNvSpPr>
              <a:spLocks noChangeShapeType="1"/>
            </p:cNvSpPr>
            <p:nvPr/>
          </p:nvSpPr>
          <p:spPr bwMode="auto">
            <a:xfrm>
              <a:off x="2160" y="864"/>
              <a:ext cx="0" cy="13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13" name="Line 15"/>
            <p:cNvSpPr>
              <a:spLocks noChangeShapeType="1"/>
            </p:cNvSpPr>
            <p:nvPr/>
          </p:nvSpPr>
          <p:spPr bwMode="auto">
            <a:xfrm flipH="1">
              <a:off x="4464" y="960"/>
              <a:ext cx="0" cy="12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114" name="Object 16"/>
            <p:cNvGraphicFramePr>
              <a:graphicFrameLocks noChangeAspect="1"/>
            </p:cNvGraphicFramePr>
            <p:nvPr/>
          </p:nvGraphicFramePr>
          <p:xfrm>
            <a:off x="5328" y="2256"/>
            <a:ext cx="28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39700" imgH="139700" progId="Equation.3">
                    <p:embed/>
                  </p:oleObj>
                </mc:Choice>
                <mc:Fallback>
                  <p:oleObj name="公式" r:id="rId10" imgW="139700" imgH="139700" progId="Equation.3">
                    <p:embed/>
                    <p:pic>
                      <p:nvPicPr>
                        <p:cNvPr id="0" name="Picture 14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8" y="2256"/>
                          <a:ext cx="288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15" name="Object 17"/>
            <p:cNvGraphicFramePr>
              <a:graphicFrameLocks noChangeAspect="1"/>
            </p:cNvGraphicFramePr>
            <p:nvPr/>
          </p:nvGraphicFramePr>
          <p:xfrm>
            <a:off x="1152" y="340"/>
            <a:ext cx="336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139579" imgH="164957" progId="Equation.3">
                    <p:embed/>
                  </p:oleObj>
                </mc:Choice>
                <mc:Fallback>
                  <p:oleObj name="公式" r:id="rId11" imgW="139579" imgH="164957" progId="Equation.3">
                    <p:embed/>
                    <p:pic>
                      <p:nvPicPr>
                        <p:cNvPr id="0" name="Picture 14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" y="340"/>
                          <a:ext cx="336" cy="30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16" name="Object 18"/>
            <p:cNvGraphicFramePr>
              <a:graphicFrameLocks noChangeAspect="1"/>
            </p:cNvGraphicFramePr>
            <p:nvPr/>
          </p:nvGraphicFramePr>
          <p:xfrm>
            <a:off x="2016" y="2208"/>
            <a:ext cx="25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126835" imgH="139518" progId="Equation.3">
                    <p:embed/>
                  </p:oleObj>
                </mc:Choice>
                <mc:Fallback>
                  <p:oleObj name="公式" r:id="rId13" imgW="126835" imgH="139518" progId="Equation.3">
                    <p:embed/>
                    <p:pic>
                      <p:nvPicPr>
                        <p:cNvPr id="0" name="Picture 14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2208"/>
                          <a:ext cx="258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17" name="Object 19"/>
            <p:cNvGraphicFramePr>
              <a:graphicFrameLocks noChangeAspect="1"/>
            </p:cNvGraphicFramePr>
            <p:nvPr/>
          </p:nvGraphicFramePr>
          <p:xfrm>
            <a:off x="4368" y="2160"/>
            <a:ext cx="288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126725" imgH="177415" progId="Equation.3">
                    <p:embed/>
                  </p:oleObj>
                </mc:Choice>
                <mc:Fallback>
                  <p:oleObj name="公式" r:id="rId15" imgW="126725" imgH="177415" progId="Equation.3">
                    <p:embed/>
                    <p:pic>
                      <p:nvPicPr>
                        <p:cNvPr id="0" name="Picture 14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2160"/>
                          <a:ext cx="288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18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69101600"/>
                </p:ext>
              </p:extLst>
            </p:nvPr>
          </p:nvGraphicFramePr>
          <p:xfrm>
            <a:off x="2331" y="483"/>
            <a:ext cx="1076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622030" imgH="203112" progId="Equation.3">
                    <p:embed/>
                  </p:oleObj>
                </mc:Choice>
                <mc:Fallback>
                  <p:oleObj name="公式" r:id="rId17" imgW="622030" imgH="203112" progId="Equation.3">
                    <p:embed/>
                    <p:pic>
                      <p:nvPicPr>
                        <p:cNvPr id="0" name="Picture 14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1" y="483"/>
                          <a:ext cx="1076" cy="32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19" name="Object 21"/>
            <p:cNvGraphicFramePr>
              <a:graphicFrameLocks noChangeAspect="1"/>
            </p:cNvGraphicFramePr>
            <p:nvPr/>
          </p:nvGraphicFramePr>
          <p:xfrm>
            <a:off x="1344" y="2208"/>
            <a:ext cx="288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126835" imgH="139518" progId="Equation.3">
                    <p:embed/>
                  </p:oleObj>
                </mc:Choice>
                <mc:Fallback>
                  <p:oleObj name="公式" r:id="rId19" imgW="126835" imgH="139518" progId="Equation.3">
                    <p:embed/>
                    <p:pic>
                      <p:nvPicPr>
                        <p:cNvPr id="0" name="Picture 14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2208"/>
                          <a:ext cx="288" cy="26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190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5647370"/>
              </p:ext>
            </p:extLst>
          </p:nvPr>
        </p:nvGraphicFramePr>
        <p:xfrm>
          <a:off x="2705579" y="3691441"/>
          <a:ext cx="2607536" cy="8053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1104900" imgH="342900" progId="Equation.3">
                  <p:embed/>
                </p:oleObj>
              </mc:Choice>
              <mc:Fallback>
                <p:oleObj name="公式" r:id="rId21" imgW="1104900" imgH="342900" progId="Equation.3">
                  <p:embed/>
                  <p:pic>
                    <p:nvPicPr>
                      <p:cNvPr id="0" name="Picture 14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5579" y="3691441"/>
                        <a:ext cx="2607536" cy="80534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91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2354588"/>
              </p:ext>
            </p:extLst>
          </p:nvPr>
        </p:nvGraphicFramePr>
        <p:xfrm>
          <a:off x="6873876" y="4446487"/>
          <a:ext cx="2007334" cy="47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901309" imgH="203112" progId="Equation.3">
                  <p:embed/>
                </p:oleObj>
              </mc:Choice>
              <mc:Fallback>
                <p:oleObj name="公式" r:id="rId23" imgW="901309" imgH="203112" progId="Equation.3">
                  <p:embed/>
                  <p:pic>
                    <p:nvPicPr>
                      <p:cNvPr id="0" name="Picture 14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3876" y="4446487"/>
                        <a:ext cx="2007334" cy="473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92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9972940"/>
              </p:ext>
            </p:extLst>
          </p:nvPr>
        </p:nvGraphicFramePr>
        <p:xfrm>
          <a:off x="5414203" y="3817086"/>
          <a:ext cx="2890995" cy="4999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1167893" imgH="203112" progId="Equation.3">
                  <p:embed/>
                </p:oleObj>
              </mc:Choice>
              <mc:Fallback>
                <p:oleObj name="公式" r:id="rId25" imgW="1167893" imgH="203112" progId="Equation.3">
                  <p:embed/>
                  <p:pic>
                    <p:nvPicPr>
                      <p:cNvPr id="0" name="Picture 14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4203" y="3817086"/>
                        <a:ext cx="2890995" cy="4999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93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7710387"/>
              </p:ext>
            </p:extLst>
          </p:nvPr>
        </p:nvGraphicFramePr>
        <p:xfrm>
          <a:off x="2917931" y="3003405"/>
          <a:ext cx="2487896" cy="524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7" imgW="937080" imgH="143640" progId="Equation.3">
                  <p:embed/>
                </p:oleObj>
              </mc:Choice>
              <mc:Fallback>
                <p:oleObj name="公式" r:id="rId27" imgW="937080" imgH="143640" progId="Equation.3">
                  <p:embed/>
                  <p:pic>
                    <p:nvPicPr>
                      <p:cNvPr id="0" name="Picture 14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7931" y="3003405"/>
                        <a:ext cx="2487896" cy="524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94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6463452"/>
              </p:ext>
            </p:extLst>
          </p:nvPr>
        </p:nvGraphicFramePr>
        <p:xfrm>
          <a:off x="3199427" y="4869658"/>
          <a:ext cx="3040631" cy="4994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9" imgW="1295400" imgH="203200" progId="Equation.3">
                  <p:embed/>
                </p:oleObj>
              </mc:Choice>
              <mc:Fallback>
                <p:oleObj name="公式" r:id="rId29" imgW="1295400" imgH="203200" progId="Equation.3">
                  <p:embed/>
                  <p:pic>
                    <p:nvPicPr>
                      <p:cNvPr id="0" name="Picture 14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9427" y="4869658"/>
                        <a:ext cx="3040631" cy="49947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95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4568775"/>
              </p:ext>
            </p:extLst>
          </p:nvPr>
        </p:nvGraphicFramePr>
        <p:xfrm>
          <a:off x="3173617" y="5434028"/>
          <a:ext cx="5226640" cy="503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1" imgW="2209800" imgH="203200" progId="Equation.3">
                  <p:embed/>
                </p:oleObj>
              </mc:Choice>
              <mc:Fallback>
                <p:oleObj name="公式" r:id="rId31" imgW="2209800" imgH="203200" progId="Equation.3">
                  <p:embed/>
                  <p:pic>
                    <p:nvPicPr>
                      <p:cNvPr id="0" name="Picture 14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3617" y="5434028"/>
                        <a:ext cx="5226640" cy="50321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6" name="Text Box 28"/>
          <p:cNvSpPr txBox="1">
            <a:spLocks noChangeArrowheads="1"/>
          </p:cNvSpPr>
          <p:nvPr/>
        </p:nvSpPr>
        <p:spPr bwMode="auto">
          <a:xfrm>
            <a:off x="2705579" y="1113249"/>
            <a:ext cx="1339243" cy="1384995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关键是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部分量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的近似</a:t>
            </a:r>
          </a:p>
        </p:txBody>
      </p:sp>
      <p:graphicFrame>
        <p:nvGraphicFramePr>
          <p:cNvPr id="7197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5757003"/>
              </p:ext>
            </p:extLst>
          </p:nvPr>
        </p:nvGraphicFramePr>
        <p:xfrm>
          <a:off x="9187862" y="420340"/>
          <a:ext cx="2238879" cy="7250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3" imgW="1054100" imgH="342900" progId="Equation.3">
                  <p:embed/>
                </p:oleObj>
              </mc:Choice>
              <mc:Fallback>
                <p:oleObj name="公式" r:id="rId33" imgW="1054100" imgH="342900" progId="Equation.3">
                  <p:embed/>
                  <p:pic>
                    <p:nvPicPr>
                      <p:cNvPr id="0" name="Picture 14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87862" y="420340"/>
                        <a:ext cx="2238879" cy="72509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6380632"/>
      </p:ext>
    </p:extLst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2" dur="500"/>
                                        <p:tgtEl>
                                          <p:spTgt spid="7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7" dur="500"/>
                                        <p:tgtEl>
                                          <p:spTgt spid="71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7" dur="500"/>
                                        <p:tgtEl>
                                          <p:spTgt spid="7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47" dur="500"/>
                                        <p:tgtEl>
                                          <p:spTgt spid="7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52" dur="500"/>
                                        <p:tgtEl>
                                          <p:spTgt spid="7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57" dur="500"/>
                                        <p:tgtEl>
                                          <p:spTgt spid="7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96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1109085"/>
              </p:ext>
            </p:extLst>
          </p:nvPr>
        </p:nvGraphicFramePr>
        <p:xfrm>
          <a:off x="1993900" y="1143000"/>
          <a:ext cx="6622380" cy="16527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667000" imgH="685800" progId="Equation.3">
                  <p:embed/>
                </p:oleObj>
              </mc:Choice>
              <mc:Fallback>
                <p:oleObj name="公式" r:id="rId3" imgW="2667000" imgH="685800" progId="Equation.3">
                  <p:embed/>
                  <p:pic>
                    <p:nvPicPr>
                      <p:cNvPr id="0" name="Picture 4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3900" y="1143000"/>
                        <a:ext cx="6622380" cy="165271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9388512"/>
              </p:ext>
            </p:extLst>
          </p:nvPr>
        </p:nvGraphicFramePr>
        <p:xfrm>
          <a:off x="5305090" y="2279715"/>
          <a:ext cx="2658356" cy="5160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054100" imgH="203200" progId="Equation.3">
                  <p:embed/>
                </p:oleObj>
              </mc:Choice>
              <mc:Fallback>
                <p:oleObj name="公式" r:id="rId5" imgW="1054100" imgH="203200" progId="Equation.3">
                  <p:embed/>
                  <p:pic>
                    <p:nvPicPr>
                      <p:cNvPr id="0" name="Picture 4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5090" y="2279715"/>
                        <a:ext cx="2658356" cy="5160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0052605"/>
              </p:ext>
            </p:extLst>
          </p:nvPr>
        </p:nvGraphicFramePr>
        <p:xfrm>
          <a:off x="2135560" y="4149080"/>
          <a:ext cx="6852689" cy="11229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2679700" imgH="457200" progId="Equation.3">
                  <p:embed/>
                </p:oleObj>
              </mc:Choice>
              <mc:Fallback>
                <p:oleObj name="公式" r:id="rId7" imgW="2679700" imgH="457200" progId="Equation.3">
                  <p:embed/>
                  <p:pic>
                    <p:nvPicPr>
                      <p:cNvPr id="0" name="Picture 4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560" y="4149080"/>
                        <a:ext cx="6852689" cy="112299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4922814"/>
              </p:ext>
            </p:extLst>
          </p:nvPr>
        </p:nvGraphicFramePr>
        <p:xfrm>
          <a:off x="4539580" y="5272080"/>
          <a:ext cx="2708548" cy="892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939392" imgH="342751" progId="Equation.3">
                  <p:embed/>
                </p:oleObj>
              </mc:Choice>
              <mc:Fallback>
                <p:oleObj name="公式" r:id="rId9" imgW="939392" imgH="342751" progId="Equation.3">
                  <p:embed/>
                  <p:pic>
                    <p:nvPicPr>
                      <p:cNvPr id="0" name="Picture 4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9580" y="5272080"/>
                        <a:ext cx="2708548" cy="89297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8" name="Text Box 6"/>
          <p:cNvSpPr txBox="1">
            <a:spLocks noChangeArrowheads="1"/>
          </p:cNvSpPr>
          <p:nvPr/>
        </p:nvSpPr>
        <p:spPr bwMode="auto">
          <a:xfrm>
            <a:off x="5721473" y="2788724"/>
            <a:ext cx="2057400" cy="5794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微分近似</a:t>
            </a:r>
          </a:p>
        </p:txBody>
      </p:sp>
      <p:graphicFrame>
        <p:nvGraphicFramePr>
          <p:cNvPr id="819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8256154"/>
              </p:ext>
            </p:extLst>
          </p:nvPr>
        </p:nvGraphicFramePr>
        <p:xfrm>
          <a:off x="2328986" y="3553573"/>
          <a:ext cx="4421187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044440" imgH="215640" progId="Equation.DSMT4">
                  <p:embed/>
                </p:oleObj>
              </mc:Choice>
              <mc:Fallback>
                <p:oleObj name="Equation" r:id="rId11" imgW="2044440" imgH="215640" progId="Equation.DSMT4">
                  <p:embed/>
                  <p:pic>
                    <p:nvPicPr>
                      <p:cNvPr id="0" name="Picture 4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8986" y="3553573"/>
                        <a:ext cx="4421187" cy="541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8" name="Text Box 8"/>
          <p:cNvSpPr txBox="1">
            <a:spLocks noChangeArrowheads="1"/>
          </p:cNvSpPr>
          <p:nvPr/>
        </p:nvSpPr>
        <p:spPr bwMode="auto">
          <a:xfrm>
            <a:off x="2099834" y="340370"/>
            <a:ext cx="2759075" cy="6413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</a:rPr>
              <a:t>微元分析法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0838044"/>
      </p:ext>
    </p:extLst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REMIND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REMIND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REMIND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8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063750" y="291263"/>
            <a:ext cx="4184650" cy="609600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一、平面图形的面积</a:t>
            </a: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2063750" y="919163"/>
            <a:ext cx="3429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1. </a:t>
            </a: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直角坐标情形</a:t>
            </a:r>
          </a:p>
        </p:txBody>
      </p:sp>
      <p:graphicFrame>
        <p:nvGraphicFramePr>
          <p:cNvPr id="922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2712727"/>
              </p:ext>
            </p:extLst>
          </p:nvPr>
        </p:nvGraphicFramePr>
        <p:xfrm>
          <a:off x="1903657" y="3312399"/>
          <a:ext cx="2069899" cy="497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27000" imgH="203040" progId="Equation.DSMT4">
                  <p:embed/>
                </p:oleObj>
              </mc:Choice>
              <mc:Fallback>
                <p:oleObj name="Equation" r:id="rId2" imgW="927000" imgH="203040" progId="Equation.DSMT4">
                  <p:embed/>
                  <p:pic>
                    <p:nvPicPr>
                      <p:cNvPr id="0" name="Picture 17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3657" y="3312399"/>
                        <a:ext cx="2069899" cy="49760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7354942"/>
              </p:ext>
            </p:extLst>
          </p:nvPr>
        </p:nvGraphicFramePr>
        <p:xfrm>
          <a:off x="4070643" y="3140365"/>
          <a:ext cx="2341272" cy="8450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90360" imgH="342720" progId="Equation.DSMT4">
                  <p:embed/>
                </p:oleObj>
              </mc:Choice>
              <mc:Fallback>
                <p:oleObj name="Equation" r:id="rId4" imgW="990360" imgH="342720" progId="Equation.DSMT4">
                  <p:embed/>
                  <p:pic>
                    <p:nvPicPr>
                      <p:cNvPr id="0" name="Picture 17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0643" y="3140365"/>
                        <a:ext cx="2341272" cy="84505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29" name="Group 13"/>
          <p:cNvGrpSpPr>
            <a:grpSpLocks/>
          </p:cNvGrpSpPr>
          <p:nvPr/>
        </p:nvGrpSpPr>
        <p:grpSpPr bwMode="auto">
          <a:xfrm>
            <a:off x="7423150" y="722312"/>
            <a:ext cx="2533650" cy="2065337"/>
            <a:chOff x="3892" y="558"/>
            <a:chExt cx="1596" cy="1301"/>
          </a:xfrm>
        </p:grpSpPr>
        <p:pic>
          <p:nvPicPr>
            <p:cNvPr id="6190" name="Picture 14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84" y="1626"/>
              <a:ext cx="12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6191" name="Group 15"/>
            <p:cNvGrpSpPr>
              <a:grpSpLocks/>
            </p:cNvGrpSpPr>
            <p:nvPr/>
          </p:nvGrpSpPr>
          <p:grpSpPr bwMode="auto">
            <a:xfrm>
              <a:off x="3892" y="558"/>
              <a:ext cx="1596" cy="1301"/>
              <a:chOff x="3892" y="558"/>
              <a:chExt cx="1596" cy="1301"/>
            </a:xfrm>
          </p:grpSpPr>
          <p:sp>
            <p:nvSpPr>
              <p:cNvPr id="6192" name="Line 16"/>
              <p:cNvSpPr>
                <a:spLocks noChangeShapeType="1"/>
              </p:cNvSpPr>
              <p:nvPr/>
            </p:nvSpPr>
            <p:spPr bwMode="auto">
              <a:xfrm flipV="1">
                <a:off x="4088" y="676"/>
                <a:ext cx="0" cy="93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6193" name="Object 17"/>
              <p:cNvGraphicFramePr>
                <a:graphicFrameLocks noChangeAspect="1"/>
              </p:cNvGraphicFramePr>
              <p:nvPr/>
            </p:nvGraphicFramePr>
            <p:xfrm>
              <a:off x="5328" y="1667"/>
              <a:ext cx="160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7" imgW="200880" imgH="248760" progId="Equation.3">
                      <p:embed/>
                    </p:oleObj>
                  </mc:Choice>
                  <mc:Fallback>
                    <p:oleObj name="Equation" r:id="rId7" imgW="200880" imgH="248760" progId="Equation.3">
                      <p:embed/>
                      <p:pic>
                        <p:nvPicPr>
                          <p:cNvPr id="0" name="Picture 178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28" y="1667"/>
                            <a:ext cx="160" cy="19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194" name="Object 18"/>
              <p:cNvGraphicFramePr>
                <a:graphicFrameLocks noChangeAspect="1"/>
              </p:cNvGraphicFramePr>
              <p:nvPr/>
            </p:nvGraphicFramePr>
            <p:xfrm>
              <a:off x="5133" y="1632"/>
              <a:ext cx="128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9" imgW="143280" imgH="258480" progId="Equation.3">
                      <p:embed/>
                    </p:oleObj>
                  </mc:Choice>
                  <mc:Fallback>
                    <p:oleObj name="Equation" r:id="rId9" imgW="143280" imgH="258480" progId="Equation.3">
                      <p:embed/>
                      <p:pic>
                        <p:nvPicPr>
                          <p:cNvPr id="0" name="Picture 179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33" y="1632"/>
                            <a:ext cx="128" cy="2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195" name="Object 1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85421962"/>
                  </p:ext>
                </p:extLst>
              </p:nvPr>
            </p:nvGraphicFramePr>
            <p:xfrm>
              <a:off x="4239" y="1630"/>
              <a:ext cx="181" cy="19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1" imgW="126720" imgH="139680" progId="Equation.DSMT4">
                      <p:embed/>
                    </p:oleObj>
                  </mc:Choice>
                  <mc:Fallback>
                    <p:oleObj name="Equation" r:id="rId11" imgW="126720" imgH="139680" progId="Equation.DSMT4">
                      <p:embed/>
                      <p:pic>
                        <p:nvPicPr>
                          <p:cNvPr id="0" name="Picture 179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39" y="1630"/>
                            <a:ext cx="181" cy="19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196" name="Object 2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62945000"/>
                  </p:ext>
                </p:extLst>
              </p:nvPr>
            </p:nvGraphicFramePr>
            <p:xfrm>
              <a:off x="3892" y="613"/>
              <a:ext cx="196" cy="21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139680" imgH="164880" progId="Equation.DSMT4">
                      <p:embed/>
                    </p:oleObj>
                  </mc:Choice>
                  <mc:Fallback>
                    <p:oleObj name="Equation" r:id="rId13" imgW="139680" imgH="164880" progId="Equation.DSMT4">
                      <p:embed/>
                      <p:pic>
                        <p:nvPicPr>
                          <p:cNvPr id="0" name="Picture 179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92" y="613"/>
                            <a:ext cx="196" cy="21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197" name="Object 2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12952770"/>
                  </p:ext>
                </p:extLst>
              </p:nvPr>
            </p:nvGraphicFramePr>
            <p:xfrm>
              <a:off x="4395" y="558"/>
              <a:ext cx="741" cy="2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5" imgW="634680" imgH="203040" progId="Equation.DSMT4">
                      <p:embed/>
                    </p:oleObj>
                  </mc:Choice>
                  <mc:Fallback>
                    <p:oleObj name="Equation" r:id="rId15" imgW="634680" imgH="203040" progId="Equation.DSMT4">
                      <p:embed/>
                      <p:pic>
                        <p:nvPicPr>
                          <p:cNvPr id="0" name="Picture 179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95" y="558"/>
                            <a:ext cx="741" cy="26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198" name="Freeform 22"/>
              <p:cNvSpPr>
                <a:spLocks/>
              </p:cNvSpPr>
              <p:nvPr/>
            </p:nvSpPr>
            <p:spPr bwMode="auto">
              <a:xfrm>
                <a:off x="4334" y="761"/>
                <a:ext cx="838" cy="854"/>
              </a:xfrm>
              <a:custGeom>
                <a:avLst/>
                <a:gdLst>
                  <a:gd name="T0" fmla="*/ 0 w 816"/>
                  <a:gd name="T1" fmla="*/ 460 h 830"/>
                  <a:gd name="T2" fmla="*/ 0 w 816"/>
                  <a:gd name="T3" fmla="*/ 957 h 830"/>
                  <a:gd name="T4" fmla="*/ 932 w 816"/>
                  <a:gd name="T5" fmla="*/ 957 h 830"/>
                  <a:gd name="T6" fmla="*/ 932 w 816"/>
                  <a:gd name="T7" fmla="*/ 14 h 830"/>
                  <a:gd name="T8" fmla="*/ 522 w 816"/>
                  <a:gd name="T9" fmla="*/ 103 h 830"/>
                  <a:gd name="T10" fmla="*/ 406 w 816"/>
                  <a:gd name="T11" fmla="*/ 142 h 830"/>
                  <a:gd name="T12" fmla="*/ 367 w 816"/>
                  <a:gd name="T13" fmla="*/ 154 h 830"/>
                  <a:gd name="T14" fmla="*/ 328 w 816"/>
                  <a:gd name="T15" fmla="*/ 167 h 830"/>
                  <a:gd name="T16" fmla="*/ 172 w 816"/>
                  <a:gd name="T17" fmla="*/ 246 h 830"/>
                  <a:gd name="T18" fmla="*/ 93 w 816"/>
                  <a:gd name="T19" fmla="*/ 297 h 830"/>
                  <a:gd name="T20" fmla="*/ 31 w 816"/>
                  <a:gd name="T21" fmla="*/ 363 h 830"/>
                  <a:gd name="T22" fmla="*/ 0 w 816"/>
                  <a:gd name="T23" fmla="*/ 460 h 83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816" h="830">
                    <a:moveTo>
                      <a:pt x="0" y="398"/>
                    </a:moveTo>
                    <a:lnTo>
                      <a:pt x="0" y="830"/>
                    </a:lnTo>
                    <a:lnTo>
                      <a:pt x="816" y="830"/>
                    </a:lnTo>
                    <a:lnTo>
                      <a:pt x="816" y="14"/>
                    </a:lnTo>
                    <a:cubicBezTo>
                      <a:pt x="695" y="0"/>
                      <a:pt x="571" y="50"/>
                      <a:pt x="457" y="88"/>
                    </a:cubicBezTo>
                    <a:cubicBezTo>
                      <a:pt x="423" y="99"/>
                      <a:pt x="389" y="111"/>
                      <a:pt x="355" y="122"/>
                    </a:cubicBezTo>
                    <a:cubicBezTo>
                      <a:pt x="344" y="126"/>
                      <a:pt x="332" y="130"/>
                      <a:pt x="321" y="134"/>
                    </a:cubicBezTo>
                    <a:cubicBezTo>
                      <a:pt x="310" y="138"/>
                      <a:pt x="287" y="145"/>
                      <a:pt x="287" y="145"/>
                    </a:cubicBezTo>
                    <a:cubicBezTo>
                      <a:pt x="246" y="173"/>
                      <a:pt x="198" y="198"/>
                      <a:pt x="151" y="213"/>
                    </a:cubicBezTo>
                    <a:cubicBezTo>
                      <a:pt x="128" y="228"/>
                      <a:pt x="98" y="235"/>
                      <a:pt x="83" y="258"/>
                    </a:cubicBezTo>
                    <a:cubicBezTo>
                      <a:pt x="52" y="303"/>
                      <a:pt x="71" y="284"/>
                      <a:pt x="26" y="315"/>
                    </a:cubicBezTo>
                    <a:cubicBezTo>
                      <a:pt x="2" y="388"/>
                      <a:pt x="10" y="360"/>
                      <a:pt x="0" y="398"/>
                    </a:cubicBezTo>
                    <a:close/>
                  </a:path>
                </a:pathLst>
              </a:custGeom>
              <a:solidFill>
                <a:srgbClr val="6666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99" name="Line 23"/>
              <p:cNvSpPr>
                <a:spLocks noChangeShapeType="1"/>
              </p:cNvSpPr>
              <p:nvPr/>
            </p:nvSpPr>
            <p:spPr bwMode="auto">
              <a:xfrm>
                <a:off x="4088" y="1615"/>
                <a:ext cx="13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9240" name="Group 24"/>
          <p:cNvGrpSpPr>
            <a:grpSpLocks/>
          </p:cNvGrpSpPr>
          <p:nvPr/>
        </p:nvGrpSpPr>
        <p:grpSpPr bwMode="auto">
          <a:xfrm>
            <a:off x="8693561" y="1178566"/>
            <a:ext cx="966777" cy="1964931"/>
            <a:chOff x="4676" y="847"/>
            <a:chExt cx="450" cy="1171"/>
          </a:xfrm>
        </p:grpSpPr>
        <p:sp>
          <p:nvSpPr>
            <p:cNvPr id="6187" name="Line 25"/>
            <p:cNvSpPr>
              <a:spLocks noChangeShapeType="1"/>
            </p:cNvSpPr>
            <p:nvPr/>
          </p:nvSpPr>
          <p:spPr bwMode="auto">
            <a:xfrm flipV="1">
              <a:off x="4779" y="847"/>
              <a:ext cx="0" cy="7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6188" name="Object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0506399"/>
                </p:ext>
              </p:extLst>
            </p:nvPr>
          </p:nvGraphicFramePr>
          <p:xfrm>
            <a:off x="4676" y="1811"/>
            <a:ext cx="450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469800" imgH="203040" progId="Equation.DSMT4">
                    <p:embed/>
                  </p:oleObj>
                </mc:Choice>
                <mc:Fallback>
                  <p:oleObj name="Equation" r:id="rId17" imgW="469800" imgH="203040" progId="Equation.DSMT4">
                    <p:embed/>
                    <p:pic>
                      <p:nvPicPr>
                        <p:cNvPr id="0" name="Picture 179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76" y="1811"/>
                          <a:ext cx="450" cy="20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89" name="Line 27"/>
            <p:cNvSpPr>
              <a:spLocks noChangeShapeType="1"/>
            </p:cNvSpPr>
            <p:nvPr/>
          </p:nvSpPr>
          <p:spPr bwMode="auto">
            <a:xfrm flipH="1" flipV="1">
              <a:off x="4779" y="1608"/>
              <a:ext cx="110" cy="223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244" name="Group 28"/>
          <p:cNvGrpSpPr>
            <a:grpSpLocks/>
          </p:cNvGrpSpPr>
          <p:nvPr/>
        </p:nvGrpSpPr>
        <p:grpSpPr bwMode="auto">
          <a:xfrm>
            <a:off x="8397875" y="1295952"/>
            <a:ext cx="254000" cy="1482725"/>
            <a:chOff x="4512" y="912"/>
            <a:chExt cx="160" cy="934"/>
          </a:xfrm>
        </p:grpSpPr>
        <p:sp>
          <p:nvSpPr>
            <p:cNvPr id="6185" name="Line 29"/>
            <p:cNvSpPr>
              <a:spLocks noChangeShapeType="1"/>
            </p:cNvSpPr>
            <p:nvPr/>
          </p:nvSpPr>
          <p:spPr bwMode="auto">
            <a:xfrm flipV="1">
              <a:off x="4630" y="912"/>
              <a:ext cx="0" cy="6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6186" name="Object 30"/>
            <p:cNvGraphicFramePr>
              <a:graphicFrameLocks noChangeAspect="1"/>
            </p:cNvGraphicFramePr>
            <p:nvPr/>
          </p:nvGraphicFramePr>
          <p:xfrm>
            <a:off x="4512" y="1654"/>
            <a:ext cx="16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200880" imgH="248760" progId="Equation.DSMT4">
                    <p:embed/>
                  </p:oleObj>
                </mc:Choice>
                <mc:Fallback>
                  <p:oleObj name="Equation" r:id="rId19" imgW="200880" imgH="248760" progId="Equation.DSMT4">
                    <p:embed/>
                    <p:pic>
                      <p:nvPicPr>
                        <p:cNvPr id="0" name="Picture 179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2" y="1654"/>
                          <a:ext cx="160" cy="1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247" name="Rectangle 31"/>
          <p:cNvSpPr>
            <a:spLocks noChangeArrowheads="1"/>
          </p:cNvSpPr>
          <p:nvPr/>
        </p:nvSpPr>
        <p:spPr bwMode="auto">
          <a:xfrm>
            <a:off x="8575674" y="1273969"/>
            <a:ext cx="327025" cy="11160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9248" name="Rectangle 32"/>
          <p:cNvSpPr>
            <a:spLocks noChangeArrowheads="1"/>
          </p:cNvSpPr>
          <p:nvPr/>
        </p:nvSpPr>
        <p:spPr bwMode="auto">
          <a:xfrm>
            <a:off x="8643940" y="3921918"/>
            <a:ext cx="144462" cy="10429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pSp>
        <p:nvGrpSpPr>
          <p:cNvPr id="9249" name="Group 33"/>
          <p:cNvGrpSpPr>
            <a:grpSpLocks/>
          </p:cNvGrpSpPr>
          <p:nvPr/>
        </p:nvGrpSpPr>
        <p:grpSpPr bwMode="auto">
          <a:xfrm>
            <a:off x="6914358" y="3432175"/>
            <a:ext cx="3613151" cy="2590800"/>
            <a:chOff x="282" y="270"/>
            <a:chExt cx="2276" cy="1632"/>
          </a:xfrm>
        </p:grpSpPr>
        <p:graphicFrame>
          <p:nvGraphicFramePr>
            <p:cNvPr id="6172" name="Object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35630067"/>
                </p:ext>
              </p:extLst>
            </p:nvPr>
          </p:nvGraphicFramePr>
          <p:xfrm>
            <a:off x="282" y="400"/>
            <a:ext cx="239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152280" imgH="164880" progId="Equation.DSMT4">
                    <p:embed/>
                  </p:oleObj>
                </mc:Choice>
                <mc:Fallback>
                  <p:oleObj name="Equation" r:id="rId21" imgW="152280" imgH="164880" progId="Equation.DSMT4">
                    <p:embed/>
                    <p:pic>
                      <p:nvPicPr>
                        <p:cNvPr id="0" name="Picture 179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" y="400"/>
                          <a:ext cx="239" cy="26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73" name="Object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44098420"/>
                </p:ext>
              </p:extLst>
            </p:nvPr>
          </p:nvGraphicFramePr>
          <p:xfrm>
            <a:off x="1646" y="1617"/>
            <a:ext cx="202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139680" imgH="203040" progId="Equation.DSMT4">
                    <p:embed/>
                  </p:oleObj>
                </mc:Choice>
                <mc:Fallback>
                  <p:oleObj name="Equation" r:id="rId23" imgW="139680" imgH="203040" progId="Equation.DSMT4">
                    <p:embed/>
                    <p:pic>
                      <p:nvPicPr>
                        <p:cNvPr id="0" name="Picture 179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46" y="1617"/>
                          <a:ext cx="202" cy="2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74" name="Object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76346235"/>
                </p:ext>
              </p:extLst>
            </p:nvPr>
          </p:nvGraphicFramePr>
          <p:xfrm>
            <a:off x="1943" y="1667"/>
            <a:ext cx="232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164880" imgH="164880" progId="Equation.DSMT4">
                    <p:embed/>
                  </p:oleObj>
                </mc:Choice>
                <mc:Fallback>
                  <p:oleObj name="Equation" r:id="rId25" imgW="164880" imgH="164880" progId="Equation.DSMT4">
                    <p:embed/>
                    <p:pic>
                      <p:nvPicPr>
                        <p:cNvPr id="0" name="Picture 179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43" y="1667"/>
                          <a:ext cx="232" cy="22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75" name="Object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30144266"/>
                </p:ext>
              </p:extLst>
            </p:nvPr>
          </p:nvGraphicFramePr>
          <p:xfrm>
            <a:off x="723" y="1670"/>
            <a:ext cx="152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139680" imgH="164880" progId="Equation.DSMT4">
                    <p:embed/>
                  </p:oleObj>
                </mc:Choice>
                <mc:Fallback>
                  <p:oleObj name="Equation" r:id="rId27" imgW="139680" imgH="164880" progId="Equation.DSMT4">
                    <p:embed/>
                    <p:pic>
                      <p:nvPicPr>
                        <p:cNvPr id="0" name="Picture 179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3" y="1670"/>
                          <a:ext cx="152" cy="2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76" name="Object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74038532"/>
                </p:ext>
              </p:extLst>
            </p:nvPr>
          </p:nvGraphicFramePr>
          <p:xfrm>
            <a:off x="1719" y="955"/>
            <a:ext cx="839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672840" imgH="228600" progId="Equation.DSMT4">
                    <p:embed/>
                  </p:oleObj>
                </mc:Choice>
                <mc:Fallback>
                  <p:oleObj name="Equation" r:id="rId29" imgW="672840" imgH="228600" progId="Equation.DSMT4">
                    <p:embed/>
                    <p:pic>
                      <p:nvPicPr>
                        <p:cNvPr id="0" name="Picture 180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19" y="955"/>
                          <a:ext cx="839" cy="30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77" name="Object 3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61925500"/>
                </p:ext>
              </p:extLst>
            </p:nvPr>
          </p:nvGraphicFramePr>
          <p:xfrm>
            <a:off x="1121" y="270"/>
            <a:ext cx="807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1" imgW="660240" imgH="228600" progId="Equation.DSMT4">
                    <p:embed/>
                  </p:oleObj>
                </mc:Choice>
                <mc:Fallback>
                  <p:oleObj name="Equation" r:id="rId31" imgW="660240" imgH="228600" progId="Equation.DSMT4">
                    <p:embed/>
                    <p:pic>
                      <p:nvPicPr>
                        <p:cNvPr id="0" name="Picture 180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21" y="270"/>
                          <a:ext cx="807" cy="30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6178" name="Picture 40"/>
            <p:cNvPicPr>
              <a:picLocks noChangeAspect="1" noChangeArrowheads="1"/>
            </p:cNvPicPr>
            <p:nvPr/>
          </p:nvPicPr>
          <p:blipFill>
            <a:blip r:embed="rId3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" y="1644"/>
              <a:ext cx="163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179" name="Line 41"/>
            <p:cNvSpPr>
              <a:spLocks noChangeShapeType="1"/>
            </p:cNvSpPr>
            <p:nvPr/>
          </p:nvSpPr>
          <p:spPr bwMode="auto">
            <a:xfrm flipV="1">
              <a:off x="522" y="510"/>
              <a:ext cx="0" cy="1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0" name="Line 42"/>
            <p:cNvSpPr>
              <a:spLocks noChangeShapeType="1"/>
            </p:cNvSpPr>
            <p:nvPr/>
          </p:nvSpPr>
          <p:spPr bwMode="auto">
            <a:xfrm>
              <a:off x="522" y="1644"/>
              <a:ext cx="15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1" name="Line 43"/>
            <p:cNvSpPr>
              <a:spLocks noChangeShapeType="1"/>
            </p:cNvSpPr>
            <p:nvPr/>
          </p:nvSpPr>
          <p:spPr bwMode="auto">
            <a:xfrm>
              <a:off x="839" y="918"/>
              <a:ext cx="0" cy="7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2" name="Line 44"/>
            <p:cNvSpPr>
              <a:spLocks noChangeShapeType="1"/>
            </p:cNvSpPr>
            <p:nvPr/>
          </p:nvSpPr>
          <p:spPr bwMode="auto">
            <a:xfrm>
              <a:off x="1746" y="737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3" name="Freeform 45"/>
            <p:cNvSpPr>
              <a:spLocks/>
            </p:cNvSpPr>
            <p:nvPr/>
          </p:nvSpPr>
          <p:spPr bwMode="auto">
            <a:xfrm>
              <a:off x="839" y="510"/>
              <a:ext cx="907" cy="559"/>
            </a:xfrm>
            <a:custGeom>
              <a:avLst/>
              <a:gdLst>
                <a:gd name="T0" fmla="*/ 0 w 907"/>
                <a:gd name="T1" fmla="*/ 408 h 559"/>
                <a:gd name="T2" fmla="*/ 182 w 907"/>
                <a:gd name="T3" fmla="*/ 499 h 559"/>
                <a:gd name="T4" fmla="*/ 544 w 907"/>
                <a:gd name="T5" fmla="*/ 45 h 559"/>
                <a:gd name="T6" fmla="*/ 907 w 907"/>
                <a:gd name="T7" fmla="*/ 227 h 55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07" h="559">
                  <a:moveTo>
                    <a:pt x="0" y="408"/>
                  </a:moveTo>
                  <a:cubicBezTo>
                    <a:pt x="45" y="483"/>
                    <a:pt x="91" y="559"/>
                    <a:pt x="182" y="499"/>
                  </a:cubicBezTo>
                  <a:cubicBezTo>
                    <a:pt x="273" y="439"/>
                    <a:pt x="423" y="90"/>
                    <a:pt x="544" y="45"/>
                  </a:cubicBezTo>
                  <a:cubicBezTo>
                    <a:pt x="665" y="0"/>
                    <a:pt x="847" y="197"/>
                    <a:pt x="907" y="227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4" name="Freeform 46"/>
            <p:cNvSpPr>
              <a:spLocks/>
            </p:cNvSpPr>
            <p:nvPr/>
          </p:nvSpPr>
          <p:spPr bwMode="auto">
            <a:xfrm>
              <a:off x="839" y="1100"/>
              <a:ext cx="907" cy="227"/>
            </a:xfrm>
            <a:custGeom>
              <a:avLst/>
              <a:gdLst>
                <a:gd name="T0" fmla="*/ 0 w 907"/>
                <a:gd name="T1" fmla="*/ 227 h 227"/>
                <a:gd name="T2" fmla="*/ 318 w 907"/>
                <a:gd name="T3" fmla="*/ 45 h 227"/>
                <a:gd name="T4" fmla="*/ 635 w 907"/>
                <a:gd name="T5" fmla="*/ 181 h 227"/>
                <a:gd name="T6" fmla="*/ 907 w 907"/>
                <a:gd name="T7" fmla="*/ 0 h 2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07" h="227">
                  <a:moveTo>
                    <a:pt x="0" y="227"/>
                  </a:moveTo>
                  <a:cubicBezTo>
                    <a:pt x="106" y="140"/>
                    <a:pt x="212" y="53"/>
                    <a:pt x="318" y="45"/>
                  </a:cubicBezTo>
                  <a:cubicBezTo>
                    <a:pt x="424" y="37"/>
                    <a:pt x="537" y="188"/>
                    <a:pt x="635" y="181"/>
                  </a:cubicBezTo>
                  <a:cubicBezTo>
                    <a:pt x="733" y="174"/>
                    <a:pt x="862" y="30"/>
                    <a:pt x="907" y="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263" name="Group 47"/>
          <p:cNvGrpSpPr>
            <a:grpSpLocks/>
          </p:cNvGrpSpPr>
          <p:nvPr/>
        </p:nvGrpSpPr>
        <p:grpSpPr bwMode="auto">
          <a:xfrm>
            <a:off x="8377237" y="3909450"/>
            <a:ext cx="1274763" cy="2468562"/>
            <a:chOff x="1170" y="572"/>
            <a:chExt cx="803" cy="1555"/>
          </a:xfrm>
        </p:grpSpPr>
        <p:sp>
          <p:nvSpPr>
            <p:cNvPr id="6167" name="Line 48"/>
            <p:cNvSpPr>
              <a:spLocks noChangeShapeType="1"/>
            </p:cNvSpPr>
            <p:nvPr/>
          </p:nvSpPr>
          <p:spPr bwMode="auto">
            <a:xfrm>
              <a:off x="1429" y="572"/>
              <a:ext cx="0" cy="10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8" name="Line 49"/>
            <p:cNvSpPr>
              <a:spLocks noChangeShapeType="1"/>
            </p:cNvSpPr>
            <p:nvPr/>
          </p:nvSpPr>
          <p:spPr bwMode="auto">
            <a:xfrm>
              <a:off x="1338" y="572"/>
              <a:ext cx="0" cy="10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6169" name="Object 5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23147154"/>
                </p:ext>
              </p:extLst>
            </p:nvPr>
          </p:nvGraphicFramePr>
          <p:xfrm>
            <a:off x="1170" y="1689"/>
            <a:ext cx="228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164880" imgH="164880" progId="Equation.DSMT4">
                    <p:embed/>
                  </p:oleObj>
                </mc:Choice>
                <mc:Fallback>
                  <p:oleObj name="Equation" r:id="rId34" imgW="164880" imgH="164880" progId="Equation.DSMT4">
                    <p:embed/>
                    <p:pic>
                      <p:nvPicPr>
                        <p:cNvPr id="0" name="Picture 180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0" y="1689"/>
                          <a:ext cx="228" cy="22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70" name="Object 5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49248941"/>
                </p:ext>
              </p:extLst>
            </p:nvPr>
          </p:nvGraphicFramePr>
          <p:xfrm>
            <a:off x="1344" y="1849"/>
            <a:ext cx="629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495000" imgH="203040" progId="Equation.DSMT4">
                    <p:embed/>
                  </p:oleObj>
                </mc:Choice>
                <mc:Fallback>
                  <p:oleObj name="Equation" r:id="rId36" imgW="495000" imgH="203040" progId="Equation.DSMT4">
                    <p:embed/>
                    <p:pic>
                      <p:nvPicPr>
                        <p:cNvPr id="0" name="Picture 180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1849"/>
                          <a:ext cx="629" cy="27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71" name="Line 52"/>
            <p:cNvSpPr>
              <a:spLocks noChangeShapeType="1"/>
            </p:cNvSpPr>
            <p:nvPr/>
          </p:nvSpPr>
          <p:spPr bwMode="auto">
            <a:xfrm flipH="1" flipV="1">
              <a:off x="1429" y="1689"/>
              <a:ext cx="91" cy="182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9269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1373978"/>
              </p:ext>
            </p:extLst>
          </p:nvPr>
        </p:nvGraphicFramePr>
        <p:xfrm>
          <a:off x="2328706" y="5235026"/>
          <a:ext cx="3561082" cy="7879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1612800" imgH="330120" progId="Equation.DSMT4">
                  <p:embed/>
                </p:oleObj>
              </mc:Choice>
              <mc:Fallback>
                <p:oleObj name="Equation" r:id="rId38" imgW="1612800" imgH="330120" progId="Equation.DSMT4">
                  <p:embed/>
                  <p:pic>
                    <p:nvPicPr>
                      <p:cNvPr id="0" name="Picture 18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8706" y="5235026"/>
                        <a:ext cx="3561082" cy="78794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70" name="Object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0202783"/>
              </p:ext>
            </p:extLst>
          </p:nvPr>
        </p:nvGraphicFramePr>
        <p:xfrm>
          <a:off x="1911806" y="4691306"/>
          <a:ext cx="3366000" cy="5553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1523880" imgH="228600" progId="Equation.DSMT4">
                  <p:embed/>
                </p:oleObj>
              </mc:Choice>
              <mc:Fallback>
                <p:oleObj name="Equation" r:id="rId40" imgW="1523880" imgH="228600" progId="Equation.DSMT4">
                  <p:embed/>
                  <p:pic>
                    <p:nvPicPr>
                      <p:cNvPr id="0" name="Picture 18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1806" y="4691306"/>
                        <a:ext cx="3366000" cy="55532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71" name="Rectangle 55"/>
          <p:cNvSpPr>
            <a:spLocks noChangeArrowheads="1"/>
          </p:cNvSpPr>
          <p:nvPr/>
        </p:nvSpPr>
        <p:spPr bwMode="auto">
          <a:xfrm>
            <a:off x="1685926" y="4005264"/>
            <a:ext cx="45116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宋体" panose="02010600030101010101" pitchFamily="2" charset="-122"/>
              </a:rPr>
              <a:t>右图所示图形，面积元素为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6</a:t>
            </a:fld>
            <a:endParaRPr lang="en-US" altLang="zh-CN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C0E2608-D8AC-42BE-B7EE-C91B68C73C4A}"/>
              </a:ext>
            </a:extLst>
          </p:cNvPr>
          <p:cNvGrpSpPr/>
          <p:nvPr/>
        </p:nvGrpSpPr>
        <p:grpSpPr>
          <a:xfrm>
            <a:off x="1764989" y="1467417"/>
            <a:ext cx="5229536" cy="1706172"/>
            <a:chOff x="1764989" y="1467417"/>
            <a:chExt cx="5229536" cy="1706172"/>
          </a:xfrm>
        </p:grpSpPr>
        <p:graphicFrame>
          <p:nvGraphicFramePr>
            <p:cNvPr id="9221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68278107"/>
                </p:ext>
              </p:extLst>
            </p:nvPr>
          </p:nvGraphicFramePr>
          <p:xfrm>
            <a:off x="3721100" y="1467417"/>
            <a:ext cx="1890712" cy="4669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2" imgW="952200" imgH="203040" progId="Equation.DSMT4">
                    <p:embed/>
                  </p:oleObj>
                </mc:Choice>
                <mc:Fallback>
                  <p:oleObj name="Equation" r:id="rId42" imgW="952200" imgH="203040" progId="Equation.DSMT4">
                    <p:embed/>
                    <p:pic>
                      <p:nvPicPr>
                        <p:cNvPr id="0" name="Picture 180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21100" y="1467417"/>
                          <a:ext cx="1890712" cy="4669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3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25171101"/>
                </p:ext>
              </p:extLst>
            </p:nvPr>
          </p:nvGraphicFramePr>
          <p:xfrm>
            <a:off x="1769269" y="2047002"/>
            <a:ext cx="2717799" cy="4938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4" imgW="1295280" imgH="203040" progId="Equation.DSMT4">
                    <p:embed/>
                  </p:oleObj>
                </mc:Choice>
                <mc:Fallback>
                  <p:oleObj name="Equation" r:id="rId44" imgW="1295280" imgH="203040" progId="Equation.DSMT4">
                    <p:embed/>
                    <p:pic>
                      <p:nvPicPr>
                        <p:cNvPr id="0" name="Picture 180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9269" y="2047002"/>
                          <a:ext cx="2717799" cy="49387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0E77E336-A89C-4265-B0ED-B5B012517C41}"/>
                </a:ext>
              </a:extLst>
            </p:cNvPr>
            <p:cNvSpPr txBox="1"/>
            <p:nvPr/>
          </p:nvSpPr>
          <p:spPr>
            <a:xfrm flipH="1">
              <a:off x="2416799" y="1495960"/>
              <a:ext cx="136145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/>
                <a:t>设曲线</a:t>
              </a: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D6BA5DD8-0D84-438B-95F7-384070511A2A}"/>
                </a:ext>
              </a:extLst>
            </p:cNvPr>
            <p:cNvSpPr txBox="1"/>
            <p:nvPr/>
          </p:nvSpPr>
          <p:spPr>
            <a:xfrm flipH="1">
              <a:off x="5633074" y="1474216"/>
              <a:ext cx="136145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/>
                <a:t>与曲线</a:t>
              </a: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F32D33DF-940F-4132-818B-F35C6BA0F9B7}"/>
                </a:ext>
              </a:extLst>
            </p:cNvPr>
            <p:cNvSpPr txBox="1"/>
            <p:nvPr/>
          </p:nvSpPr>
          <p:spPr>
            <a:xfrm>
              <a:off x="4564146" y="2019180"/>
              <a:ext cx="218842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/>
                <a:t>及</a:t>
              </a:r>
              <a:r>
                <a:rPr lang="en-US" altLang="zh-CN" sz="28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en-US" sz="2800" b="1"/>
                <a:t>轴所围曲</a:t>
              </a: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318DFF74-F459-4791-86CB-30681F31BC4B}"/>
                </a:ext>
              </a:extLst>
            </p:cNvPr>
            <p:cNvSpPr txBox="1"/>
            <p:nvPr/>
          </p:nvSpPr>
          <p:spPr>
            <a:xfrm>
              <a:off x="1764989" y="2650369"/>
              <a:ext cx="270779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/>
                <a:t>边梯形面积为</a:t>
              </a:r>
              <a:r>
                <a:rPr lang="en-US" altLang="zh-CN" sz="28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="1"/>
                <a:t>,</a:t>
              </a:r>
              <a:endParaRPr lang="zh-CN" altLang="en-US" sz="2800" b="1"/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FD87C350-33CA-4B9A-AEB1-5551CF48AD9D}"/>
              </a:ext>
            </a:extLst>
          </p:cNvPr>
          <p:cNvSpPr txBox="1"/>
          <p:nvPr/>
        </p:nvSpPr>
        <p:spPr>
          <a:xfrm>
            <a:off x="4452134" y="262638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/>
              <a:t>则</a:t>
            </a:r>
          </a:p>
        </p:txBody>
      </p:sp>
    </p:spTree>
    <p:extLst>
      <p:ext uri="{BB962C8B-B14F-4D97-AF65-F5344CB8AC3E}">
        <p14:creationId xmlns:p14="http://schemas.microsoft.com/office/powerpoint/2010/main" val="25515528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9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9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9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9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9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autoUpdateAnimBg="0"/>
      <p:bldP spid="9247" grpId="0" animBg="1"/>
      <p:bldP spid="9248" grpId="0" animBg="1"/>
      <p:bldP spid="9271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/>
          <p:cNvGrpSpPr>
            <a:grpSpLocks/>
          </p:cNvGrpSpPr>
          <p:nvPr/>
        </p:nvGrpSpPr>
        <p:grpSpPr bwMode="auto">
          <a:xfrm>
            <a:off x="2520950" y="2082801"/>
            <a:ext cx="2971800" cy="2005013"/>
            <a:chOff x="628" y="1312"/>
            <a:chExt cx="1872" cy="1263"/>
          </a:xfrm>
        </p:grpSpPr>
        <p:sp>
          <p:nvSpPr>
            <p:cNvPr id="7192" name="AutoShape 3"/>
            <p:cNvSpPr>
              <a:spLocks noChangeArrowheads="1"/>
            </p:cNvSpPr>
            <p:nvPr/>
          </p:nvSpPr>
          <p:spPr bwMode="auto">
            <a:xfrm flipV="1">
              <a:off x="1156" y="1607"/>
              <a:ext cx="912" cy="768"/>
            </a:xfrm>
            <a:prstGeom prst="flowChartDocumen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pSp>
          <p:nvGrpSpPr>
            <p:cNvPr id="7193" name="Group 4"/>
            <p:cNvGrpSpPr>
              <a:grpSpLocks/>
            </p:cNvGrpSpPr>
            <p:nvPr/>
          </p:nvGrpSpPr>
          <p:grpSpPr bwMode="auto">
            <a:xfrm>
              <a:off x="628" y="1312"/>
              <a:ext cx="1872" cy="1263"/>
              <a:chOff x="628" y="1312"/>
              <a:chExt cx="1872" cy="1263"/>
            </a:xfrm>
          </p:grpSpPr>
          <p:pic>
            <p:nvPicPr>
              <p:cNvPr id="7194" name="Picture 5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8" y="1312"/>
                <a:ext cx="1872" cy="12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aphicFrame>
            <p:nvGraphicFramePr>
              <p:cNvPr id="7195" name="Object 6"/>
              <p:cNvGraphicFramePr>
                <a:graphicFrameLocks noChangeAspect="1"/>
              </p:cNvGraphicFramePr>
              <p:nvPr/>
            </p:nvGraphicFramePr>
            <p:xfrm>
              <a:off x="1156" y="1312"/>
              <a:ext cx="912" cy="2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" imgW="1447172" imgH="406224" progId="Equation.3">
                      <p:embed/>
                    </p:oleObj>
                  </mc:Choice>
                  <mc:Fallback>
                    <p:oleObj name="公式" r:id="rId3" imgW="1447172" imgH="406224" progId="Equation.3">
                      <p:embed/>
                      <p:pic>
                        <p:nvPicPr>
                          <p:cNvPr id="0" name="Picture 105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56" y="1312"/>
                            <a:ext cx="912" cy="25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196" name="Object 7"/>
              <p:cNvGraphicFramePr>
                <a:graphicFrameLocks noChangeAspect="1"/>
              </p:cNvGraphicFramePr>
              <p:nvPr/>
            </p:nvGraphicFramePr>
            <p:xfrm>
              <a:off x="1056" y="2400"/>
              <a:ext cx="144" cy="1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5" imgW="228600" imgH="241300" progId="Equation.3">
                      <p:embed/>
                    </p:oleObj>
                  </mc:Choice>
                  <mc:Fallback>
                    <p:oleObj name="公式" r:id="rId5" imgW="228600" imgH="241300" progId="Equation.3">
                      <p:embed/>
                      <p:pic>
                        <p:nvPicPr>
                          <p:cNvPr id="0" name="Picture 105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56" y="2400"/>
                            <a:ext cx="144" cy="15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197" name="Object 8"/>
              <p:cNvGraphicFramePr>
                <a:graphicFrameLocks noChangeAspect="1"/>
              </p:cNvGraphicFramePr>
              <p:nvPr/>
            </p:nvGraphicFramePr>
            <p:xfrm>
              <a:off x="2025" y="2376"/>
              <a:ext cx="135" cy="19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7" imgW="215619" imgH="317087" progId="Equation.3">
                      <p:embed/>
                    </p:oleObj>
                  </mc:Choice>
                  <mc:Fallback>
                    <p:oleObj name="公式" r:id="rId7" imgW="215619" imgH="317087" progId="Equation.3">
                      <p:embed/>
                      <p:pic>
                        <p:nvPicPr>
                          <p:cNvPr id="0" name="Picture 105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25" y="2376"/>
                            <a:ext cx="135" cy="19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10249" name="Group 9"/>
          <p:cNvGrpSpPr>
            <a:grpSpLocks/>
          </p:cNvGrpSpPr>
          <p:nvPr/>
        </p:nvGrpSpPr>
        <p:grpSpPr bwMode="auto">
          <a:xfrm>
            <a:off x="6178550" y="2092325"/>
            <a:ext cx="3505200" cy="2033588"/>
            <a:chOff x="2932" y="1318"/>
            <a:chExt cx="2208" cy="1281"/>
          </a:xfrm>
        </p:grpSpPr>
        <p:pic>
          <p:nvPicPr>
            <p:cNvPr id="7184" name="Picture 10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32" y="1318"/>
              <a:ext cx="1872" cy="1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85" name="AutoShape 11"/>
            <p:cNvSpPr>
              <a:spLocks noChangeArrowheads="1"/>
            </p:cNvSpPr>
            <p:nvPr/>
          </p:nvSpPr>
          <p:spPr bwMode="auto">
            <a:xfrm rot="-5400000">
              <a:off x="3616" y="1396"/>
              <a:ext cx="576" cy="888"/>
            </a:xfrm>
            <a:prstGeom prst="moon">
              <a:avLst>
                <a:gd name="adj" fmla="val 7447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aphicFrame>
          <p:nvGraphicFramePr>
            <p:cNvPr id="7186" name="Object 12"/>
            <p:cNvGraphicFramePr>
              <a:graphicFrameLocks noChangeAspect="1"/>
            </p:cNvGraphicFramePr>
            <p:nvPr/>
          </p:nvGraphicFramePr>
          <p:xfrm>
            <a:off x="4180" y="1936"/>
            <a:ext cx="96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1524000" imgH="457200" progId="Equation.3">
                    <p:embed/>
                  </p:oleObj>
                </mc:Choice>
                <mc:Fallback>
                  <p:oleObj name="公式" r:id="rId9" imgW="1524000" imgH="457200" progId="Equation.3">
                    <p:embed/>
                    <p:pic>
                      <p:nvPicPr>
                        <p:cNvPr id="0" name="Picture 10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80" y="1936"/>
                          <a:ext cx="960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87" name="Object 13"/>
            <p:cNvGraphicFramePr>
              <a:graphicFrameLocks noChangeAspect="1"/>
            </p:cNvGraphicFramePr>
            <p:nvPr/>
          </p:nvGraphicFramePr>
          <p:xfrm>
            <a:off x="4124" y="1360"/>
            <a:ext cx="96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1536700" imgH="457200" progId="Equation.3">
                    <p:embed/>
                  </p:oleObj>
                </mc:Choice>
                <mc:Fallback>
                  <p:oleObj name="公式" r:id="rId11" imgW="1536700" imgH="457200" progId="Equation.3">
                    <p:embed/>
                    <p:pic>
                      <p:nvPicPr>
                        <p:cNvPr id="0" name="Picture 10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4" y="1360"/>
                          <a:ext cx="968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88" name="Object 14"/>
            <p:cNvGraphicFramePr>
              <a:graphicFrameLocks noChangeAspect="1"/>
            </p:cNvGraphicFramePr>
            <p:nvPr/>
          </p:nvGraphicFramePr>
          <p:xfrm>
            <a:off x="3360" y="2405"/>
            <a:ext cx="144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228600" imgH="241300" progId="Equation.3">
                    <p:embed/>
                  </p:oleObj>
                </mc:Choice>
                <mc:Fallback>
                  <p:oleObj name="公式" r:id="rId13" imgW="228600" imgH="241300" progId="Equation.3">
                    <p:embed/>
                    <p:pic>
                      <p:nvPicPr>
                        <p:cNvPr id="0" name="Picture 10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0" y="2405"/>
                          <a:ext cx="144" cy="15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89" name="Object 15"/>
            <p:cNvGraphicFramePr>
              <a:graphicFrameLocks noChangeAspect="1"/>
            </p:cNvGraphicFramePr>
            <p:nvPr/>
          </p:nvGraphicFramePr>
          <p:xfrm>
            <a:off x="4329" y="2400"/>
            <a:ext cx="135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215619" imgH="317087" progId="Equation.3">
                    <p:embed/>
                  </p:oleObj>
                </mc:Choice>
                <mc:Fallback>
                  <p:oleObj name="公式" r:id="rId14" imgW="215619" imgH="317087" progId="Equation.3">
                    <p:embed/>
                    <p:pic>
                      <p:nvPicPr>
                        <p:cNvPr id="0" name="Picture 10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9" y="2400"/>
                          <a:ext cx="135" cy="19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90" name="Line 16"/>
            <p:cNvSpPr>
              <a:spLocks noChangeShapeType="1"/>
            </p:cNvSpPr>
            <p:nvPr/>
          </p:nvSpPr>
          <p:spPr bwMode="auto">
            <a:xfrm>
              <a:off x="3462" y="1584"/>
              <a:ext cx="0" cy="8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91" name="Line 17"/>
            <p:cNvSpPr>
              <a:spLocks noChangeShapeType="1"/>
            </p:cNvSpPr>
            <p:nvPr/>
          </p:nvSpPr>
          <p:spPr bwMode="auto">
            <a:xfrm>
              <a:off x="4356" y="1566"/>
              <a:ext cx="0" cy="8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258" name="Line 18"/>
          <p:cNvSpPr>
            <a:spLocks noChangeShapeType="1"/>
          </p:cNvSpPr>
          <p:nvPr/>
        </p:nvSpPr>
        <p:spPr bwMode="auto">
          <a:xfrm>
            <a:off x="7864475" y="2667000"/>
            <a:ext cx="0" cy="112395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9" name="Line 19"/>
          <p:cNvSpPr>
            <a:spLocks noChangeShapeType="1"/>
          </p:cNvSpPr>
          <p:nvPr/>
        </p:nvSpPr>
        <p:spPr bwMode="auto">
          <a:xfrm>
            <a:off x="8077200" y="2682875"/>
            <a:ext cx="0" cy="11049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60" name="Rectangle 20"/>
          <p:cNvSpPr>
            <a:spLocks noChangeArrowheads="1"/>
          </p:cNvSpPr>
          <p:nvPr/>
        </p:nvSpPr>
        <p:spPr bwMode="auto">
          <a:xfrm>
            <a:off x="4029075" y="2600325"/>
            <a:ext cx="228600" cy="1168400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0261" name="Text Box 21"/>
          <p:cNvSpPr txBox="1">
            <a:spLocks noChangeArrowheads="1"/>
          </p:cNvSpPr>
          <p:nvPr/>
        </p:nvSpPr>
        <p:spPr bwMode="auto">
          <a:xfrm>
            <a:off x="2514600" y="4292601"/>
            <a:ext cx="304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曲边梯形的面积</a:t>
            </a:r>
          </a:p>
        </p:txBody>
      </p:sp>
      <p:graphicFrame>
        <p:nvGraphicFramePr>
          <p:cNvPr id="10262" name="Object 22"/>
          <p:cNvGraphicFramePr>
            <a:graphicFrameLocks noChangeAspect="1"/>
          </p:cNvGraphicFramePr>
          <p:nvPr/>
        </p:nvGraphicFramePr>
        <p:xfrm>
          <a:off x="2825750" y="5054600"/>
          <a:ext cx="21844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2184400" imgH="660400" progId="Equation.3">
                  <p:embed/>
                </p:oleObj>
              </mc:Choice>
              <mc:Fallback>
                <p:oleObj name="公式" r:id="rId15" imgW="2184400" imgH="660400" progId="Equation.3">
                  <p:embed/>
                  <p:pic>
                    <p:nvPicPr>
                      <p:cNvPr id="0" name="Picture 10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5750" y="5054600"/>
                        <a:ext cx="2184400" cy="660400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3" name="Rectangle 23"/>
          <p:cNvSpPr>
            <a:spLocks noChangeArrowheads="1"/>
          </p:cNvSpPr>
          <p:nvPr/>
        </p:nvSpPr>
        <p:spPr bwMode="auto">
          <a:xfrm>
            <a:off x="7848600" y="2692400"/>
            <a:ext cx="228600" cy="685800"/>
          </a:xfrm>
          <a:prstGeom prst="rect">
            <a:avLst/>
          </a:prstGeom>
          <a:solidFill>
            <a:srgbClr val="00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0264" name="Text Box 24"/>
          <p:cNvSpPr txBox="1">
            <a:spLocks noChangeArrowheads="1"/>
          </p:cNvSpPr>
          <p:nvPr/>
        </p:nvSpPr>
        <p:spPr bwMode="auto">
          <a:xfrm>
            <a:off x="6254750" y="4292601"/>
            <a:ext cx="304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曲边梯形的面积</a:t>
            </a:r>
          </a:p>
        </p:txBody>
      </p:sp>
      <p:graphicFrame>
        <p:nvGraphicFramePr>
          <p:cNvPr id="10265" name="Object 25"/>
          <p:cNvGraphicFramePr>
            <a:graphicFrameLocks noChangeAspect="1"/>
          </p:cNvGraphicFramePr>
          <p:nvPr/>
        </p:nvGraphicFramePr>
        <p:xfrm>
          <a:off x="5911850" y="5054600"/>
          <a:ext cx="36957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3695700" imgH="660400" progId="Equation.3">
                  <p:embed/>
                </p:oleObj>
              </mc:Choice>
              <mc:Fallback>
                <p:oleObj name="公式" r:id="rId17" imgW="3695700" imgH="660400" progId="Equation.3">
                  <p:embed/>
                  <p:pic>
                    <p:nvPicPr>
                      <p:cNvPr id="0" name="Picture 10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1850" y="5054600"/>
                        <a:ext cx="3695700" cy="660400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6" name="Object 26"/>
          <p:cNvGraphicFramePr>
            <a:graphicFrameLocks noChangeAspect="1"/>
          </p:cNvGraphicFramePr>
          <p:nvPr/>
        </p:nvGraphicFramePr>
        <p:xfrm>
          <a:off x="3938588" y="3871914"/>
          <a:ext cx="176212" cy="166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253890" imgH="241195" progId="Equation.3">
                  <p:embed/>
                </p:oleObj>
              </mc:Choice>
              <mc:Fallback>
                <p:oleObj name="公式" r:id="rId19" imgW="253890" imgH="241195" progId="Equation.3">
                  <p:embed/>
                  <p:pic>
                    <p:nvPicPr>
                      <p:cNvPr id="0" name="Picture 10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8588" y="3871914"/>
                        <a:ext cx="176212" cy="166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7" name="Object 27"/>
          <p:cNvGraphicFramePr>
            <a:graphicFrameLocks noChangeAspect="1"/>
          </p:cNvGraphicFramePr>
          <p:nvPr/>
        </p:nvGraphicFramePr>
        <p:xfrm>
          <a:off x="7696201" y="3810000"/>
          <a:ext cx="207963" cy="19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253890" imgH="241195" progId="Equation.3">
                  <p:embed/>
                </p:oleObj>
              </mc:Choice>
              <mc:Fallback>
                <p:oleObj name="公式" r:id="rId21" imgW="253890" imgH="241195" progId="Equation.3">
                  <p:embed/>
                  <p:pic>
                    <p:nvPicPr>
                      <p:cNvPr id="0" name="Picture 10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6201" y="3810000"/>
                        <a:ext cx="207963" cy="196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8" name="Object 28"/>
          <p:cNvGraphicFramePr>
            <a:graphicFrameLocks noChangeAspect="1"/>
          </p:cNvGraphicFramePr>
          <p:nvPr/>
        </p:nvGraphicFramePr>
        <p:xfrm>
          <a:off x="4089400" y="3825876"/>
          <a:ext cx="711200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015559" imgH="304668" progId="Equation.3">
                  <p:embed/>
                </p:oleObj>
              </mc:Choice>
              <mc:Fallback>
                <p:oleObj name="公式" r:id="rId22" imgW="1015559" imgH="304668" progId="Equation.3">
                  <p:embed/>
                  <p:pic>
                    <p:nvPicPr>
                      <p:cNvPr id="0" name="Picture 10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9400" y="3825876"/>
                        <a:ext cx="711200" cy="212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9" name="Object 29"/>
          <p:cNvGraphicFramePr>
            <a:graphicFrameLocks noChangeAspect="1"/>
          </p:cNvGraphicFramePr>
          <p:nvPr/>
        </p:nvGraphicFramePr>
        <p:xfrm>
          <a:off x="7848600" y="3803650"/>
          <a:ext cx="3048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457002" imgH="304668" progId="Equation.3">
                  <p:embed/>
                </p:oleObj>
              </mc:Choice>
              <mc:Fallback>
                <p:oleObj name="公式" r:id="rId24" imgW="457002" imgH="304668" progId="Equation.3">
                  <p:embed/>
                  <p:pic>
                    <p:nvPicPr>
                      <p:cNvPr id="0" name="Picture 10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3803650"/>
                        <a:ext cx="304800" cy="203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042738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0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0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0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0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0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8" grpId="0" animBg="1"/>
      <p:bldP spid="10259" grpId="0" animBg="1"/>
      <p:bldP spid="10260" grpId="0" animBg="1"/>
      <p:bldP spid="10261" grpId="0" autoUpdateAnimBg="0"/>
      <p:bldP spid="10263" grpId="0" animBg="1"/>
      <p:bldP spid="10264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009389"/>
              </p:ext>
            </p:extLst>
          </p:nvPr>
        </p:nvGraphicFramePr>
        <p:xfrm>
          <a:off x="2008880" y="1381062"/>
          <a:ext cx="3562649" cy="8237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62040" imgH="342720" progId="Equation.DSMT4">
                  <p:embed/>
                </p:oleObj>
              </mc:Choice>
              <mc:Fallback>
                <p:oleObj name="Equation" r:id="rId2" imgW="1562040" imgH="342720" progId="Equation.DSMT4">
                  <p:embed/>
                  <p:pic>
                    <p:nvPicPr>
                      <p:cNvPr id="0" name="Picture 19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8880" y="1381062"/>
                        <a:ext cx="3562649" cy="823797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195" name="Group 3"/>
          <p:cNvGrpSpPr>
            <a:grpSpLocks/>
          </p:cNvGrpSpPr>
          <p:nvPr/>
        </p:nvGrpSpPr>
        <p:grpSpPr bwMode="auto">
          <a:xfrm>
            <a:off x="6829426" y="836613"/>
            <a:ext cx="3514725" cy="2527300"/>
            <a:chOff x="884" y="527"/>
            <a:chExt cx="2214" cy="1592"/>
          </a:xfrm>
        </p:grpSpPr>
        <p:grpSp>
          <p:nvGrpSpPr>
            <p:cNvPr id="8230" name="Group 4"/>
            <p:cNvGrpSpPr>
              <a:grpSpLocks/>
            </p:cNvGrpSpPr>
            <p:nvPr/>
          </p:nvGrpSpPr>
          <p:grpSpPr bwMode="auto">
            <a:xfrm>
              <a:off x="884" y="527"/>
              <a:ext cx="2214" cy="1592"/>
              <a:chOff x="3402" y="2216"/>
              <a:chExt cx="2214" cy="1592"/>
            </a:xfrm>
          </p:grpSpPr>
          <p:graphicFrame>
            <p:nvGraphicFramePr>
              <p:cNvPr id="8233" name="Object 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42183336"/>
                  </p:ext>
                </p:extLst>
              </p:nvPr>
            </p:nvGraphicFramePr>
            <p:xfrm>
              <a:off x="3576" y="2233"/>
              <a:ext cx="1987" cy="139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BMP 图象" r:id="rId4" imgW="3153215" imgH="2219635" progId="">
                      <p:embed/>
                    </p:oleObj>
                  </mc:Choice>
                  <mc:Fallback>
                    <p:oleObj name="BMP 图象" r:id="rId4" imgW="3153215" imgH="2219635" progId="">
                      <p:embed/>
                      <p:pic>
                        <p:nvPicPr>
                          <p:cNvPr id="0" name="Picture 199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76" y="2233"/>
                            <a:ext cx="1987" cy="139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234" name="Object 6"/>
              <p:cNvGraphicFramePr>
                <a:graphicFrameLocks noChangeAspect="1"/>
              </p:cNvGraphicFramePr>
              <p:nvPr/>
            </p:nvGraphicFramePr>
            <p:xfrm>
              <a:off x="3402" y="2304"/>
              <a:ext cx="174" cy="1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239040" imgH="258480" progId="Equation.3">
                      <p:embed/>
                    </p:oleObj>
                  </mc:Choice>
                  <mc:Fallback>
                    <p:oleObj name="Equation" r:id="rId6" imgW="239040" imgH="258480" progId="Equation.3">
                      <p:embed/>
                      <p:pic>
                        <p:nvPicPr>
                          <p:cNvPr id="0" name="Picture 199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02" y="2304"/>
                            <a:ext cx="174" cy="19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235" name="Object 7"/>
              <p:cNvGraphicFramePr>
                <a:graphicFrameLocks noChangeAspect="1"/>
              </p:cNvGraphicFramePr>
              <p:nvPr/>
            </p:nvGraphicFramePr>
            <p:xfrm>
              <a:off x="5104" y="3563"/>
              <a:ext cx="152" cy="2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200880" imgH="353880" progId="Equation.3">
                      <p:embed/>
                    </p:oleObj>
                  </mc:Choice>
                  <mc:Fallback>
                    <p:oleObj name="Equation" r:id="rId8" imgW="200880" imgH="353880" progId="Equation.3">
                      <p:embed/>
                      <p:pic>
                        <p:nvPicPr>
                          <p:cNvPr id="0" name="Picture 199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04" y="3563"/>
                            <a:ext cx="152" cy="24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236" name="Object 8"/>
              <p:cNvGraphicFramePr>
                <a:graphicFrameLocks noChangeAspect="1"/>
              </p:cNvGraphicFramePr>
              <p:nvPr/>
            </p:nvGraphicFramePr>
            <p:xfrm>
              <a:off x="5314" y="3583"/>
              <a:ext cx="160" cy="1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210240" imgH="258480" progId="Equation.3">
                      <p:embed/>
                    </p:oleObj>
                  </mc:Choice>
                  <mc:Fallback>
                    <p:oleObj name="Equation" r:id="rId10" imgW="210240" imgH="258480" progId="Equation.3">
                      <p:embed/>
                      <p:pic>
                        <p:nvPicPr>
                          <p:cNvPr id="0" name="Picture 199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14" y="3583"/>
                            <a:ext cx="160" cy="19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237" name="Object 9"/>
              <p:cNvGraphicFramePr>
                <a:graphicFrameLocks noChangeAspect="1"/>
              </p:cNvGraphicFramePr>
              <p:nvPr/>
            </p:nvGraphicFramePr>
            <p:xfrm>
              <a:off x="3897" y="3600"/>
              <a:ext cx="159" cy="1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2" imgW="210240" imgH="258480" progId="Equation.3">
                      <p:embed/>
                    </p:oleObj>
                  </mc:Choice>
                  <mc:Fallback>
                    <p:oleObj name="Equation" r:id="rId12" imgW="210240" imgH="258480" progId="Equation.3">
                      <p:embed/>
                      <p:pic>
                        <p:nvPicPr>
                          <p:cNvPr id="0" name="Picture 199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97" y="3600"/>
                            <a:ext cx="159" cy="19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238" name="Object 10"/>
              <p:cNvGraphicFramePr>
                <a:graphicFrameLocks noChangeAspect="1"/>
              </p:cNvGraphicFramePr>
              <p:nvPr/>
            </p:nvGraphicFramePr>
            <p:xfrm>
              <a:off x="4680" y="2216"/>
              <a:ext cx="936" cy="2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1434240" imgH="392400" progId="Equation.3">
                      <p:embed/>
                    </p:oleObj>
                  </mc:Choice>
                  <mc:Fallback>
                    <p:oleObj name="Equation" r:id="rId14" imgW="1434240" imgH="392400" progId="Equation.3">
                      <p:embed/>
                      <p:pic>
                        <p:nvPicPr>
                          <p:cNvPr id="0" name="Picture 200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80" y="2216"/>
                            <a:ext cx="936" cy="28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239" name="Object 11"/>
              <p:cNvGraphicFramePr>
                <a:graphicFrameLocks noChangeAspect="1"/>
              </p:cNvGraphicFramePr>
              <p:nvPr/>
            </p:nvGraphicFramePr>
            <p:xfrm>
              <a:off x="3664" y="2216"/>
              <a:ext cx="904" cy="2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6" imgW="1386720" imgH="392400" progId="Equation.3">
                      <p:embed/>
                    </p:oleObj>
                  </mc:Choice>
                  <mc:Fallback>
                    <p:oleObj name="Equation" r:id="rId16" imgW="1386720" imgH="392400" progId="Equation.3">
                      <p:embed/>
                      <p:pic>
                        <p:nvPicPr>
                          <p:cNvPr id="0" name="Picture 200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64" y="2216"/>
                            <a:ext cx="904" cy="28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pic>
            <p:nvPicPr>
              <p:cNvPr id="8240" name="Picture 12"/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56" y="3552"/>
                <a:ext cx="192" cy="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8231" name="Line 13"/>
            <p:cNvSpPr>
              <a:spLocks noChangeShapeType="1"/>
            </p:cNvSpPr>
            <p:nvPr/>
          </p:nvSpPr>
          <p:spPr bwMode="auto">
            <a:xfrm>
              <a:off x="2018" y="1117"/>
              <a:ext cx="0" cy="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2" name="Rectangle 14"/>
            <p:cNvSpPr>
              <a:spLocks noChangeArrowheads="1"/>
            </p:cNvSpPr>
            <p:nvPr/>
          </p:nvSpPr>
          <p:spPr bwMode="auto">
            <a:xfrm>
              <a:off x="1985" y="1570"/>
              <a:ext cx="21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</a:p>
          </p:txBody>
        </p:sp>
      </p:grpSp>
      <p:graphicFrame>
        <p:nvGraphicFramePr>
          <p:cNvPr id="1127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6588316"/>
              </p:ext>
            </p:extLst>
          </p:nvPr>
        </p:nvGraphicFramePr>
        <p:xfrm>
          <a:off x="2324100" y="2143009"/>
          <a:ext cx="3249613" cy="8689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447560" imgH="342720" progId="Equation.DSMT4">
                  <p:embed/>
                </p:oleObj>
              </mc:Choice>
              <mc:Fallback>
                <p:oleObj name="Equation" r:id="rId19" imgW="1447560" imgH="342720" progId="Equation.DSMT4">
                  <p:embed/>
                  <p:pic>
                    <p:nvPicPr>
                      <p:cNvPr id="0" name="Picture 20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2143009"/>
                        <a:ext cx="3249613" cy="86893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280" name="Group 16"/>
          <p:cNvGrpSpPr>
            <a:grpSpLocks/>
          </p:cNvGrpSpPr>
          <p:nvPr/>
        </p:nvGrpSpPr>
        <p:grpSpPr bwMode="auto">
          <a:xfrm>
            <a:off x="7853364" y="1308101"/>
            <a:ext cx="1195387" cy="2030413"/>
            <a:chOff x="4042" y="2496"/>
            <a:chExt cx="753" cy="1279"/>
          </a:xfrm>
        </p:grpSpPr>
        <p:sp>
          <p:nvSpPr>
            <p:cNvPr id="8225" name="Line 17"/>
            <p:cNvSpPr>
              <a:spLocks noChangeShapeType="1"/>
            </p:cNvSpPr>
            <p:nvPr/>
          </p:nvSpPr>
          <p:spPr bwMode="auto">
            <a:xfrm>
              <a:off x="4135" y="2976"/>
              <a:ext cx="0" cy="5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226" name="Object 18"/>
            <p:cNvGraphicFramePr>
              <a:graphicFrameLocks noChangeAspect="1"/>
            </p:cNvGraphicFramePr>
            <p:nvPr/>
          </p:nvGraphicFramePr>
          <p:xfrm>
            <a:off x="4042" y="3583"/>
            <a:ext cx="160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210240" imgH="258480" progId="Equation.3">
                    <p:embed/>
                  </p:oleObj>
                </mc:Choice>
                <mc:Fallback>
                  <p:oleObj name="Equation" r:id="rId21" imgW="210240" imgH="258480" progId="Equation.3">
                    <p:embed/>
                    <p:pic>
                      <p:nvPicPr>
                        <p:cNvPr id="0" name="Picture 200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42" y="3583"/>
                          <a:ext cx="160" cy="19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27" name="Line 19"/>
            <p:cNvSpPr>
              <a:spLocks noChangeShapeType="1"/>
            </p:cNvSpPr>
            <p:nvPr/>
          </p:nvSpPr>
          <p:spPr bwMode="auto">
            <a:xfrm>
              <a:off x="4219" y="3072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228" name="Object 20"/>
            <p:cNvGraphicFramePr>
              <a:graphicFrameLocks noChangeAspect="1"/>
            </p:cNvGraphicFramePr>
            <p:nvPr/>
          </p:nvGraphicFramePr>
          <p:xfrm>
            <a:off x="4180" y="3531"/>
            <a:ext cx="615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975240" imgH="353880" progId="Equation.3">
                    <p:embed/>
                  </p:oleObj>
                </mc:Choice>
                <mc:Fallback>
                  <p:oleObj name="Equation" r:id="rId23" imgW="975240" imgH="353880" progId="Equation.3">
                    <p:embed/>
                    <p:pic>
                      <p:nvPicPr>
                        <p:cNvPr id="0" name="Picture 200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80" y="3531"/>
                          <a:ext cx="615" cy="2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29" name="Rectangle 21"/>
            <p:cNvSpPr>
              <a:spLocks noChangeArrowheads="1"/>
            </p:cNvSpPr>
            <p:nvPr/>
          </p:nvSpPr>
          <p:spPr bwMode="auto">
            <a:xfrm>
              <a:off x="4128" y="2496"/>
              <a:ext cx="91" cy="65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aphicFrame>
        <p:nvGraphicFramePr>
          <p:cNvPr id="1128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0571656"/>
              </p:ext>
            </p:extLst>
          </p:nvPr>
        </p:nvGraphicFramePr>
        <p:xfrm>
          <a:off x="2526448" y="2917155"/>
          <a:ext cx="3090865" cy="8363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422360" imgH="342720" progId="Equation.DSMT4">
                  <p:embed/>
                </p:oleObj>
              </mc:Choice>
              <mc:Fallback>
                <p:oleObj name="Equation" r:id="rId25" imgW="1422360" imgH="342720" progId="Equation.DSMT4">
                  <p:embed/>
                  <p:pic>
                    <p:nvPicPr>
                      <p:cNvPr id="0" name="Picture 20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6448" y="2917155"/>
                        <a:ext cx="3090865" cy="83636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7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884222"/>
              </p:ext>
            </p:extLst>
          </p:nvPr>
        </p:nvGraphicFramePr>
        <p:xfrm>
          <a:off x="2434506" y="4990216"/>
          <a:ext cx="2826471" cy="7128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473120" imgH="342720" progId="Equation.DSMT4">
                  <p:embed/>
                </p:oleObj>
              </mc:Choice>
              <mc:Fallback>
                <p:oleObj name="Equation" r:id="rId27" imgW="1473120" imgH="342720" progId="Equation.DSMT4">
                  <p:embed/>
                  <p:pic>
                    <p:nvPicPr>
                      <p:cNvPr id="0" name="Picture 20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4506" y="4990216"/>
                        <a:ext cx="2826471" cy="712848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288" name="Group 24"/>
          <p:cNvGrpSpPr>
            <a:grpSpLocks/>
          </p:cNvGrpSpPr>
          <p:nvPr/>
        </p:nvGrpSpPr>
        <p:grpSpPr bwMode="auto">
          <a:xfrm>
            <a:off x="6888164" y="3567116"/>
            <a:ext cx="2925763" cy="2801938"/>
            <a:chOff x="3400" y="2247"/>
            <a:chExt cx="1843" cy="1765"/>
          </a:xfrm>
        </p:grpSpPr>
        <p:grpSp>
          <p:nvGrpSpPr>
            <p:cNvPr id="8216" name="Group 25"/>
            <p:cNvGrpSpPr>
              <a:grpSpLocks/>
            </p:cNvGrpSpPr>
            <p:nvPr/>
          </p:nvGrpSpPr>
          <p:grpSpPr bwMode="auto">
            <a:xfrm>
              <a:off x="3400" y="2247"/>
              <a:ext cx="1843" cy="1765"/>
              <a:chOff x="3400" y="2247"/>
              <a:chExt cx="1843" cy="1765"/>
            </a:xfrm>
          </p:grpSpPr>
          <p:graphicFrame>
            <p:nvGraphicFramePr>
              <p:cNvPr id="8219" name="Object 2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93811317"/>
                  </p:ext>
                </p:extLst>
              </p:nvPr>
            </p:nvGraphicFramePr>
            <p:xfrm>
              <a:off x="3557" y="2247"/>
              <a:ext cx="1662" cy="176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位图图像" r:id="rId29" imgW="3086531" imgH="3277057" progId="PBrush">
                      <p:embed/>
                    </p:oleObj>
                  </mc:Choice>
                  <mc:Fallback>
                    <p:oleObj name="位图图像" r:id="rId29" imgW="3086531" imgH="3277057" progId="PBrush">
                      <p:embed/>
                      <p:pic>
                        <p:nvPicPr>
                          <p:cNvPr id="0" name="Picture 200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57" y="2247"/>
                            <a:ext cx="1662" cy="176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220" name="Line 27"/>
              <p:cNvSpPr>
                <a:spLocks noChangeShapeType="1"/>
              </p:cNvSpPr>
              <p:nvPr/>
            </p:nvSpPr>
            <p:spPr bwMode="auto">
              <a:xfrm>
                <a:off x="3563" y="3202"/>
                <a:ext cx="16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pic>
            <p:nvPicPr>
              <p:cNvPr id="8221" name="Picture 28"/>
              <p:cNvPicPr>
                <a:picLocks noChangeAspect="1" noChangeArrowheads="1"/>
              </p:cNvPicPr>
              <p:nvPr/>
            </p:nvPicPr>
            <p:blipFill>
              <a:blip r:embed="rId3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19" y="3242"/>
                <a:ext cx="192" cy="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222" name="Line 29"/>
              <p:cNvSpPr>
                <a:spLocks noChangeShapeType="1"/>
              </p:cNvSpPr>
              <p:nvPr/>
            </p:nvSpPr>
            <p:spPr bwMode="auto">
              <a:xfrm flipV="1">
                <a:off x="3606" y="2290"/>
                <a:ext cx="0" cy="16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8223" name="Object 30"/>
              <p:cNvGraphicFramePr>
                <a:graphicFrameLocks noChangeAspect="1"/>
              </p:cNvGraphicFramePr>
              <p:nvPr/>
            </p:nvGraphicFramePr>
            <p:xfrm>
              <a:off x="5075" y="3250"/>
              <a:ext cx="168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2" imgW="210240" imgH="258480" progId="Equation.3">
                      <p:embed/>
                    </p:oleObj>
                  </mc:Choice>
                  <mc:Fallback>
                    <p:oleObj name="Equation" r:id="rId32" imgW="210240" imgH="258480" progId="Equation.3">
                      <p:embed/>
                      <p:pic>
                        <p:nvPicPr>
                          <p:cNvPr id="0" name="Picture 200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75" y="3250"/>
                            <a:ext cx="168" cy="2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224" name="Object 31"/>
              <p:cNvGraphicFramePr>
                <a:graphicFrameLocks noChangeAspect="1"/>
              </p:cNvGraphicFramePr>
              <p:nvPr/>
            </p:nvGraphicFramePr>
            <p:xfrm>
              <a:off x="3400" y="2303"/>
              <a:ext cx="152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4" imgW="181800" imgH="258480" progId="Equation.3">
                      <p:embed/>
                    </p:oleObj>
                  </mc:Choice>
                  <mc:Fallback>
                    <p:oleObj name="Equation" r:id="rId34" imgW="181800" imgH="258480" progId="Equation.3">
                      <p:embed/>
                      <p:pic>
                        <p:nvPicPr>
                          <p:cNvPr id="0" name="Picture 200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00" y="2303"/>
                            <a:ext cx="152" cy="2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8217" name="Object 32"/>
            <p:cNvGraphicFramePr>
              <a:graphicFrameLocks noChangeAspect="1"/>
            </p:cNvGraphicFramePr>
            <p:nvPr/>
          </p:nvGraphicFramePr>
          <p:xfrm>
            <a:off x="4195" y="3249"/>
            <a:ext cx="861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6" imgW="516240" imgH="143640" progId="Equation.3">
                    <p:embed/>
                  </p:oleObj>
                </mc:Choice>
                <mc:Fallback>
                  <p:oleObj name="公式" r:id="rId36" imgW="516240" imgH="143640" progId="Equation.3">
                    <p:embed/>
                    <p:pic>
                      <p:nvPicPr>
                        <p:cNvPr id="0" name="Picture 20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5" y="3249"/>
                          <a:ext cx="861" cy="30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18" name="Object 33"/>
            <p:cNvGraphicFramePr>
              <a:graphicFrameLocks noChangeAspect="1"/>
            </p:cNvGraphicFramePr>
            <p:nvPr/>
          </p:nvGraphicFramePr>
          <p:xfrm>
            <a:off x="3787" y="2397"/>
            <a:ext cx="881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8" imgW="525960" imgH="143640" progId="Equation.3">
                    <p:embed/>
                  </p:oleObj>
                </mc:Choice>
                <mc:Fallback>
                  <p:oleObj name="公式" r:id="rId38" imgW="525960" imgH="143640" progId="Equation.3">
                    <p:embed/>
                    <p:pic>
                      <p:nvPicPr>
                        <p:cNvPr id="0" name="Picture 20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7" y="2397"/>
                          <a:ext cx="881" cy="30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298" name="Object 34"/>
          <p:cNvGraphicFramePr>
            <a:graphicFrameLocks noChangeAspect="1"/>
          </p:cNvGraphicFramePr>
          <p:nvPr/>
        </p:nvGraphicFramePr>
        <p:xfrm>
          <a:off x="7319964" y="3429000"/>
          <a:ext cx="333375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0" imgW="86040" imgH="124200" progId="Equation.3">
                  <p:embed/>
                </p:oleObj>
              </mc:Choice>
              <mc:Fallback>
                <p:oleObj name="公式" r:id="rId40" imgW="86040" imgH="124200" progId="Equation.3">
                  <p:embed/>
                  <p:pic>
                    <p:nvPicPr>
                      <p:cNvPr id="0" name="Picture 20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9964" y="3429000"/>
                        <a:ext cx="333375" cy="427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99" name="Object 35"/>
          <p:cNvGraphicFramePr>
            <a:graphicFrameLocks noChangeAspect="1"/>
          </p:cNvGraphicFramePr>
          <p:nvPr/>
        </p:nvGraphicFramePr>
        <p:xfrm>
          <a:off x="7248525" y="5686426"/>
          <a:ext cx="274638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2" imgW="57240" imgH="86040" progId="Equation.3">
                  <p:embed/>
                </p:oleObj>
              </mc:Choice>
              <mc:Fallback>
                <p:oleObj name="公式" r:id="rId42" imgW="57240" imgH="86040" progId="Equation.3">
                  <p:embed/>
                  <p:pic>
                    <p:nvPicPr>
                      <p:cNvPr id="0" name="Picture 20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8525" y="5686426"/>
                        <a:ext cx="274638" cy="334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00" name="Rectangle 36"/>
          <p:cNvSpPr>
            <a:spLocks noChangeArrowheads="1"/>
          </p:cNvSpPr>
          <p:nvPr/>
        </p:nvSpPr>
        <p:spPr bwMode="auto">
          <a:xfrm>
            <a:off x="7634288" y="4305300"/>
            <a:ext cx="1231900" cy="26035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pSp>
        <p:nvGrpSpPr>
          <p:cNvPr id="11301" name="Group 37"/>
          <p:cNvGrpSpPr>
            <a:grpSpLocks/>
          </p:cNvGrpSpPr>
          <p:nvPr/>
        </p:nvGrpSpPr>
        <p:grpSpPr bwMode="auto">
          <a:xfrm>
            <a:off x="6959600" y="4494214"/>
            <a:ext cx="1868488" cy="301625"/>
            <a:chOff x="3629" y="1933"/>
            <a:chExt cx="1177" cy="190"/>
          </a:xfrm>
        </p:grpSpPr>
        <p:graphicFrame>
          <p:nvGraphicFramePr>
            <p:cNvPr id="8214" name="Object 38"/>
            <p:cNvGraphicFramePr>
              <a:graphicFrameLocks noChangeAspect="1"/>
            </p:cNvGraphicFramePr>
            <p:nvPr/>
          </p:nvGraphicFramePr>
          <p:xfrm>
            <a:off x="3629" y="1933"/>
            <a:ext cx="145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4" imgW="181800" imgH="258480" progId="Equation.3">
                    <p:embed/>
                  </p:oleObj>
                </mc:Choice>
                <mc:Fallback>
                  <p:oleObj name="Equation" r:id="rId44" imgW="181800" imgH="258480" progId="Equation.3">
                    <p:embed/>
                    <p:pic>
                      <p:nvPicPr>
                        <p:cNvPr id="0" name="Picture 20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29" y="1933"/>
                          <a:ext cx="145" cy="19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5" name="Line 39"/>
            <p:cNvSpPr>
              <a:spLocks noChangeShapeType="1"/>
            </p:cNvSpPr>
            <p:nvPr/>
          </p:nvSpPr>
          <p:spPr bwMode="auto">
            <a:xfrm>
              <a:off x="3827" y="1978"/>
              <a:ext cx="97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304" name="Group 40"/>
          <p:cNvGrpSpPr>
            <a:grpSpLocks/>
          </p:cNvGrpSpPr>
          <p:nvPr/>
        </p:nvGrpSpPr>
        <p:grpSpPr bwMode="auto">
          <a:xfrm>
            <a:off x="6167439" y="4111626"/>
            <a:ext cx="2884487" cy="385763"/>
            <a:chOff x="3152" y="1692"/>
            <a:chExt cx="1817" cy="243"/>
          </a:xfrm>
        </p:grpSpPr>
        <p:sp>
          <p:nvSpPr>
            <p:cNvPr id="8212" name="Line 41"/>
            <p:cNvSpPr>
              <a:spLocks noChangeShapeType="1"/>
            </p:cNvSpPr>
            <p:nvPr/>
          </p:nvSpPr>
          <p:spPr bwMode="auto">
            <a:xfrm>
              <a:off x="3826" y="1814"/>
              <a:ext cx="11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213" name="Object 42"/>
            <p:cNvGraphicFramePr>
              <a:graphicFrameLocks noChangeAspect="1"/>
            </p:cNvGraphicFramePr>
            <p:nvPr/>
          </p:nvGraphicFramePr>
          <p:xfrm>
            <a:off x="3152" y="1692"/>
            <a:ext cx="617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6" imgW="975240" imgH="353880" progId="Equation.3">
                    <p:embed/>
                  </p:oleObj>
                </mc:Choice>
                <mc:Fallback>
                  <p:oleObj name="Equation" r:id="rId46" imgW="975240" imgH="353880" progId="Equation.3">
                    <p:embed/>
                    <p:pic>
                      <p:nvPicPr>
                        <p:cNvPr id="0" name="Picture 20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2" y="1692"/>
                          <a:ext cx="617" cy="24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307" name="Line 43"/>
          <p:cNvSpPr>
            <a:spLocks noChangeShapeType="1"/>
          </p:cNvSpPr>
          <p:nvPr/>
        </p:nvSpPr>
        <p:spPr bwMode="auto">
          <a:xfrm>
            <a:off x="7248526" y="3860800"/>
            <a:ext cx="2303463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08" name="Line 44"/>
          <p:cNvSpPr>
            <a:spLocks noChangeShapeType="1"/>
          </p:cNvSpPr>
          <p:nvPr/>
        </p:nvSpPr>
        <p:spPr bwMode="auto">
          <a:xfrm>
            <a:off x="7248526" y="5661025"/>
            <a:ext cx="576263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1309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6320259"/>
              </p:ext>
            </p:extLst>
          </p:nvPr>
        </p:nvGraphicFramePr>
        <p:xfrm>
          <a:off x="2089458" y="743034"/>
          <a:ext cx="3578584" cy="5966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8" imgW="1523880" imgH="228600" progId="Equation.DSMT4">
                  <p:embed/>
                </p:oleObj>
              </mc:Choice>
              <mc:Fallback>
                <p:oleObj name="Equation" r:id="rId48" imgW="1523880" imgH="228600" progId="Equation.DSMT4">
                  <p:embed/>
                  <p:pic>
                    <p:nvPicPr>
                      <p:cNvPr id="0" name="Picture 20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9458" y="743034"/>
                        <a:ext cx="3578584" cy="59669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11" name="Line 47"/>
          <p:cNvSpPr>
            <a:spLocks noChangeShapeType="1"/>
          </p:cNvSpPr>
          <p:nvPr/>
        </p:nvSpPr>
        <p:spPr bwMode="auto">
          <a:xfrm flipV="1">
            <a:off x="7824788" y="4508501"/>
            <a:ext cx="0" cy="1152525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1312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4377815"/>
              </p:ext>
            </p:extLst>
          </p:nvPr>
        </p:nvGraphicFramePr>
        <p:xfrm>
          <a:off x="2279650" y="4430574"/>
          <a:ext cx="2963864" cy="4589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0" imgW="1434960" imgH="203040" progId="Equation.DSMT4">
                  <p:embed/>
                </p:oleObj>
              </mc:Choice>
              <mc:Fallback>
                <p:oleObj name="Equation" r:id="rId50" imgW="1434960" imgH="203040" progId="Equation.DSMT4">
                  <p:embed/>
                  <p:pic>
                    <p:nvPicPr>
                      <p:cNvPr id="0" name="Picture 20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4430574"/>
                        <a:ext cx="2963864" cy="4589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8</a:t>
            </a:fld>
            <a:endParaRPr lang="en-US" altLang="zh-CN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310EF42-79E0-4917-A96B-378270F11181}"/>
              </a:ext>
            </a:extLst>
          </p:cNvPr>
          <p:cNvSpPr txBox="1"/>
          <p:nvPr/>
        </p:nvSpPr>
        <p:spPr>
          <a:xfrm>
            <a:off x="1617201" y="3749641"/>
            <a:ext cx="39549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/>
              <a:t>有时也会选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800" b="1"/>
              <a:t>为积分变量</a:t>
            </a:r>
          </a:p>
        </p:txBody>
      </p:sp>
    </p:spTree>
    <p:extLst>
      <p:ext uri="{BB962C8B-B14F-4D97-AF65-F5344CB8AC3E}">
        <p14:creationId xmlns:p14="http://schemas.microsoft.com/office/powerpoint/2010/main" val="257306631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1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5" dur="500"/>
                                        <p:tgtEl>
                                          <p:spTgt spid="113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1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1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11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1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500"/>
                                        <p:tgtEl>
                                          <p:spTgt spid="11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1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1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1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00" grpId="0" animBg="1"/>
      <p:bldP spid="11307" grpId="0" animBg="1"/>
      <p:bldP spid="11308" grpId="0" animBg="1"/>
      <p:bldP spid="11311" grpId="0" animBg="1"/>
      <p:bldP spid="11311" grpId="1" animBg="1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Box 2"/>
          <p:cNvSpPr txBox="1">
            <a:spLocks noChangeArrowheads="1"/>
          </p:cNvSpPr>
          <p:nvPr/>
        </p:nvSpPr>
        <p:spPr bwMode="auto">
          <a:xfrm>
            <a:off x="2209799" y="877891"/>
            <a:ext cx="7720383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zh-CN" altLang="en-US" sz="2800" b="1" dirty="0"/>
              <a:t> 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(1995.2) </a:t>
            </a:r>
            <a:r>
              <a:rPr lang="zh-CN" altLang="en-US" sz="2800" b="1" dirty="0"/>
              <a:t>曲线                            与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轴所围成的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图形的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面积可表示为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       ).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219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1059911"/>
              </p:ext>
            </p:extLst>
          </p:nvPr>
        </p:nvGraphicFramePr>
        <p:xfrm>
          <a:off x="4698390" y="895178"/>
          <a:ext cx="2743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18671" imgH="203112" progId="Equation.DSMT4">
                  <p:embed/>
                </p:oleObj>
              </mc:Choice>
              <mc:Fallback>
                <p:oleObj name="Equation" r:id="rId2" imgW="1218671" imgH="203112" progId="Equation.DSMT4">
                  <p:embed/>
                  <p:pic>
                    <p:nvPicPr>
                      <p:cNvPr id="0" name="Picture 5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8390" y="895178"/>
                        <a:ext cx="2743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0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2960083"/>
              </p:ext>
            </p:extLst>
          </p:nvPr>
        </p:nvGraphicFramePr>
        <p:xfrm>
          <a:off x="2185865" y="1924129"/>
          <a:ext cx="383857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63700" imgH="330200" progId="Equation.DSMT4">
                  <p:embed/>
                </p:oleObj>
              </mc:Choice>
              <mc:Fallback>
                <p:oleObj name="Equation" r:id="rId4" imgW="1663700" imgH="330200" progId="Equation.DSMT4">
                  <p:embed/>
                  <p:pic>
                    <p:nvPicPr>
                      <p:cNvPr id="0" name="Picture 5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5865" y="1924129"/>
                        <a:ext cx="3838575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431433"/>
              </p:ext>
            </p:extLst>
          </p:nvPr>
        </p:nvGraphicFramePr>
        <p:xfrm>
          <a:off x="2153792" y="2857195"/>
          <a:ext cx="66802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95600" imgH="330200" progId="Equation.DSMT4">
                  <p:embed/>
                </p:oleObj>
              </mc:Choice>
              <mc:Fallback>
                <p:oleObj name="Equation" r:id="rId6" imgW="2895600" imgH="330200" progId="Equation.DSMT4">
                  <p:embed/>
                  <p:pic>
                    <p:nvPicPr>
                      <p:cNvPr id="0" name="Picture 5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3792" y="2857195"/>
                        <a:ext cx="6680200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2" name="对象 6"/>
          <p:cNvGraphicFramePr>
            <a:graphicFrameLocks noChangeAspect="1"/>
          </p:cNvGraphicFramePr>
          <p:nvPr/>
        </p:nvGraphicFramePr>
        <p:xfrm>
          <a:off x="2133601" y="4724400"/>
          <a:ext cx="360362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62100" imgH="330200" progId="Equation.DSMT4">
                  <p:embed/>
                </p:oleObj>
              </mc:Choice>
              <mc:Fallback>
                <p:oleObj name="Equation" r:id="rId8" imgW="1562100" imgH="330200" progId="Equation.DSMT4">
                  <p:embed/>
                  <p:pic>
                    <p:nvPicPr>
                      <p:cNvPr id="0" name="Picture 5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1" y="4724400"/>
                        <a:ext cx="3603625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3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3673346"/>
              </p:ext>
            </p:extLst>
          </p:nvPr>
        </p:nvGraphicFramePr>
        <p:xfrm>
          <a:off x="2135671" y="3775405"/>
          <a:ext cx="694372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009600" imgH="330120" progId="Equation.DSMT4">
                  <p:embed/>
                </p:oleObj>
              </mc:Choice>
              <mc:Fallback>
                <p:oleObj name="Equation" r:id="rId10" imgW="3009600" imgH="330120" progId="Equation.DSMT4">
                  <p:embed/>
                  <p:pic>
                    <p:nvPicPr>
                      <p:cNvPr id="0" name="Picture 5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671" y="3775405"/>
                        <a:ext cx="6943725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组合 23"/>
          <p:cNvGrpSpPr>
            <a:grpSpLocks/>
          </p:cNvGrpSpPr>
          <p:nvPr/>
        </p:nvGrpSpPr>
        <p:grpSpPr bwMode="auto">
          <a:xfrm>
            <a:off x="6657975" y="5027613"/>
            <a:ext cx="3352800" cy="1460500"/>
            <a:chOff x="5134708" y="5028280"/>
            <a:chExt cx="3352800" cy="1460463"/>
          </a:xfrm>
        </p:grpSpPr>
        <p:sp>
          <p:nvSpPr>
            <p:cNvPr id="18" name="任意多边形 17"/>
            <p:cNvSpPr/>
            <p:nvPr/>
          </p:nvSpPr>
          <p:spPr>
            <a:xfrm>
              <a:off x="5134708" y="5028280"/>
              <a:ext cx="2727325" cy="1460463"/>
            </a:xfrm>
            <a:custGeom>
              <a:avLst/>
              <a:gdLst>
                <a:gd name="connsiteX0" fmla="*/ 0 w 2727507"/>
                <a:gd name="connsiteY0" fmla="*/ 27297 h 1460463"/>
                <a:gd name="connsiteX1" fmla="*/ 879230 w 2727507"/>
                <a:gd name="connsiteY1" fmla="*/ 1460443 h 1460463"/>
                <a:gd name="connsiteX2" fmla="*/ 1793630 w 2727507"/>
                <a:gd name="connsiteY2" fmla="*/ 920 h 1460463"/>
                <a:gd name="connsiteX3" fmla="*/ 2655277 w 2727507"/>
                <a:gd name="connsiteY3" fmla="*/ 1240635 h 1460463"/>
                <a:gd name="connsiteX4" fmla="*/ 2681654 w 2727507"/>
                <a:gd name="connsiteY4" fmla="*/ 1249428 h 1460463"/>
                <a:gd name="connsiteX5" fmla="*/ 2681654 w 2727507"/>
                <a:gd name="connsiteY5" fmla="*/ 1240635 h 1460463"/>
                <a:gd name="connsiteX6" fmla="*/ 2681654 w 2727507"/>
                <a:gd name="connsiteY6" fmla="*/ 1240635 h 1460463"/>
                <a:gd name="connsiteX7" fmla="*/ 2664069 w 2727507"/>
                <a:gd name="connsiteY7" fmla="*/ 1275805 h 1460463"/>
                <a:gd name="connsiteX8" fmla="*/ 2699238 w 2727507"/>
                <a:gd name="connsiteY8" fmla="*/ 1267012 h 1460463"/>
                <a:gd name="connsiteX9" fmla="*/ 2664069 w 2727507"/>
                <a:gd name="connsiteY9" fmla="*/ 1284597 h 1460463"/>
                <a:gd name="connsiteX10" fmla="*/ 2664069 w 2727507"/>
                <a:gd name="connsiteY10" fmla="*/ 1284597 h 1460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727507" h="1460463">
                  <a:moveTo>
                    <a:pt x="0" y="27297"/>
                  </a:moveTo>
                  <a:cubicBezTo>
                    <a:pt x="290146" y="746068"/>
                    <a:pt x="580292" y="1464839"/>
                    <a:pt x="879230" y="1460443"/>
                  </a:cubicBezTo>
                  <a:cubicBezTo>
                    <a:pt x="1178168" y="1456047"/>
                    <a:pt x="1497622" y="37555"/>
                    <a:pt x="1793630" y="920"/>
                  </a:cubicBezTo>
                  <a:cubicBezTo>
                    <a:pt x="2089638" y="-35715"/>
                    <a:pt x="2507273" y="1032550"/>
                    <a:pt x="2655277" y="1240635"/>
                  </a:cubicBezTo>
                  <a:cubicBezTo>
                    <a:pt x="2803281" y="1448720"/>
                    <a:pt x="2677258" y="1249428"/>
                    <a:pt x="2681654" y="1249428"/>
                  </a:cubicBezTo>
                  <a:cubicBezTo>
                    <a:pt x="2686050" y="1249428"/>
                    <a:pt x="2681654" y="1240635"/>
                    <a:pt x="2681654" y="1240635"/>
                  </a:cubicBezTo>
                  <a:lnTo>
                    <a:pt x="2681654" y="1240635"/>
                  </a:lnTo>
                  <a:cubicBezTo>
                    <a:pt x="2678723" y="1246497"/>
                    <a:pt x="2661138" y="1271409"/>
                    <a:pt x="2664069" y="1275805"/>
                  </a:cubicBezTo>
                  <a:cubicBezTo>
                    <a:pt x="2667000" y="1280201"/>
                    <a:pt x="2699238" y="1265547"/>
                    <a:pt x="2699238" y="1267012"/>
                  </a:cubicBezTo>
                  <a:cubicBezTo>
                    <a:pt x="2699238" y="1268477"/>
                    <a:pt x="2664069" y="1284597"/>
                    <a:pt x="2664069" y="1284597"/>
                  </a:cubicBezTo>
                  <a:lnTo>
                    <a:pt x="2664069" y="1284597"/>
                  </a:lnTo>
                </a:path>
              </a:pathLst>
            </a:cu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grpSp>
          <p:nvGrpSpPr>
            <p:cNvPr id="9226" name="组合 22"/>
            <p:cNvGrpSpPr>
              <a:grpSpLocks/>
            </p:cNvGrpSpPr>
            <p:nvPr/>
          </p:nvGrpSpPr>
          <p:grpSpPr bwMode="auto">
            <a:xfrm>
              <a:off x="5134708" y="5402262"/>
              <a:ext cx="3352800" cy="930275"/>
              <a:chOff x="4448908" y="5766467"/>
              <a:chExt cx="3352800" cy="930275"/>
            </a:xfrm>
          </p:grpSpPr>
          <p:cxnSp>
            <p:nvCxnSpPr>
              <p:cNvPr id="10" name="直接箭头连接符 9"/>
              <p:cNvCxnSpPr/>
              <p:nvPr/>
            </p:nvCxnSpPr>
            <p:spPr>
              <a:xfrm>
                <a:off x="4448908" y="6232251"/>
                <a:ext cx="335280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9228" name="对象 18"/>
              <p:cNvGraphicFramePr>
                <a:graphicFrameLocks noChangeAspect="1"/>
              </p:cNvGraphicFramePr>
              <p:nvPr/>
            </p:nvGraphicFramePr>
            <p:xfrm>
              <a:off x="4591003" y="6199367"/>
              <a:ext cx="2443316" cy="4072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2" imgW="1218671" imgH="203112" progId="Equation.DSMT4">
                      <p:embed/>
                    </p:oleObj>
                  </mc:Choice>
                  <mc:Fallback>
                    <p:oleObj name="Equation" r:id="rId12" imgW="1218671" imgH="203112" progId="Equation.DSMT4">
                      <p:embed/>
                      <p:pic>
                        <p:nvPicPr>
                          <p:cNvPr id="0" name="Picture 58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91003" y="6199367"/>
                            <a:ext cx="2443316" cy="40721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29" name="对象 19"/>
              <p:cNvGraphicFramePr>
                <a:graphicFrameLocks noChangeAspect="1"/>
              </p:cNvGraphicFramePr>
              <p:nvPr/>
            </p:nvGraphicFramePr>
            <p:xfrm>
              <a:off x="5064948" y="5766467"/>
              <a:ext cx="1495425" cy="9302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736600" imgH="457200" progId="Equation.DSMT4">
                      <p:embed/>
                    </p:oleObj>
                  </mc:Choice>
                  <mc:Fallback>
                    <p:oleObj name="Equation" r:id="rId14" imgW="736600" imgH="457200" progId="Equation.DSMT4">
                      <p:embed/>
                      <p:pic>
                        <p:nvPicPr>
                          <p:cNvPr id="0" name="Picture 58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64948" y="5766467"/>
                            <a:ext cx="1495425" cy="93027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8723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5041363"/>
              </p:ext>
            </p:extLst>
          </p:nvPr>
        </p:nvGraphicFramePr>
        <p:xfrm>
          <a:off x="2065319" y="284868"/>
          <a:ext cx="7642225" cy="1233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548391" imgH="1222168" progId="">
                  <p:embed/>
                </p:oleObj>
              </mc:Choice>
              <mc:Fallback>
                <p:oleObj name="Document" r:id="rId2" imgW="7548391" imgH="1222168" progId="">
                  <p:embed/>
                  <p:pic>
                    <p:nvPicPr>
                      <p:cNvPr id="0" name="Picture 9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5319" y="284868"/>
                        <a:ext cx="7642225" cy="12334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1970139" y="1626331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2667000" y="1676401"/>
            <a:ext cx="4495800" cy="180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）作图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）求出两曲线的交点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kumimoji="1" lang="en-US" altLang="zh-CN" sz="2800" b="1">
              <a:latin typeface="Times New Roman" panose="02020603050405020304" pitchFamily="18" charset="0"/>
            </a:endParaRPr>
          </a:p>
        </p:txBody>
      </p:sp>
      <p:graphicFrame>
        <p:nvGraphicFramePr>
          <p:cNvPr id="12293" name="Object 5"/>
          <p:cNvGraphicFramePr>
            <a:graphicFrameLocks noChangeAspect="1"/>
          </p:cNvGraphicFramePr>
          <p:nvPr/>
        </p:nvGraphicFramePr>
        <p:xfrm>
          <a:off x="3352800" y="2971801"/>
          <a:ext cx="18034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802618" imgH="406224" progId="Equation.3">
                  <p:embed/>
                </p:oleObj>
              </mc:Choice>
              <mc:Fallback>
                <p:oleObj name="公式" r:id="rId4" imgW="1802618" imgH="406224" progId="Equation.3">
                  <p:embed/>
                  <p:pic>
                    <p:nvPicPr>
                      <p:cNvPr id="0" name="Picture 9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971801"/>
                        <a:ext cx="1803400" cy="404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2590800" y="3352801"/>
            <a:ext cx="5334000" cy="519113"/>
            <a:chOff x="1066800" y="3352800"/>
            <a:chExt cx="5334000" cy="519113"/>
          </a:xfrm>
        </p:grpSpPr>
        <p:sp>
          <p:nvSpPr>
            <p:cNvPr id="10259" name="Text Box 6"/>
            <p:cNvSpPr txBox="1">
              <a:spLocks noChangeArrowheads="1"/>
            </p:cNvSpPr>
            <p:nvPr/>
          </p:nvSpPr>
          <p:spPr bwMode="auto">
            <a:xfrm>
              <a:off x="1066800" y="3352800"/>
              <a:ext cx="533400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 dirty="0">
                  <a:latin typeface="Times New Roman" panose="02020603050405020304" pitchFamily="18" charset="0"/>
                </a:rPr>
                <a:t>（</a:t>
              </a:r>
              <a:r>
                <a:rPr kumimoji="1" lang="en-US" altLang="zh-CN" sz="2800" b="1" dirty="0">
                  <a:latin typeface="Times New Roman" panose="02020603050405020304" pitchFamily="18" charset="0"/>
                </a:rPr>
                <a:t>3</a:t>
              </a:r>
              <a:r>
                <a:rPr kumimoji="1" lang="zh-CN" altLang="en-US" sz="2800" b="1" dirty="0">
                  <a:latin typeface="Times New Roman" panose="02020603050405020304" pitchFamily="18" charset="0"/>
                </a:rPr>
                <a:t>）   选    为积分变量</a:t>
              </a:r>
            </a:p>
          </p:txBody>
        </p:sp>
        <p:graphicFrame>
          <p:nvGraphicFramePr>
            <p:cNvPr id="10260" name="Object 7"/>
            <p:cNvGraphicFramePr>
              <a:graphicFrameLocks noChangeAspect="1"/>
            </p:cNvGraphicFramePr>
            <p:nvPr/>
          </p:nvGraphicFramePr>
          <p:xfrm>
            <a:off x="2743200" y="3505200"/>
            <a:ext cx="265113" cy="252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266469" imgH="253780" progId="Equation.3">
                    <p:embed/>
                  </p:oleObj>
                </mc:Choice>
                <mc:Fallback>
                  <p:oleObj name="公式" r:id="rId6" imgW="266469" imgH="253780" progId="Equation.3">
                    <p:embed/>
                    <p:pic>
                      <p:nvPicPr>
                        <p:cNvPr id="0" name="Picture 9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3200" y="3505200"/>
                          <a:ext cx="265113" cy="2524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29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5422880"/>
              </p:ext>
            </p:extLst>
          </p:nvPr>
        </p:nvGraphicFramePr>
        <p:xfrm>
          <a:off x="3543301" y="3964911"/>
          <a:ext cx="12954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294838" imgH="406224" progId="Equation.3">
                  <p:embed/>
                </p:oleObj>
              </mc:Choice>
              <mc:Fallback>
                <p:oleObj name="公式" r:id="rId8" imgW="1294838" imgH="406224" progId="Equation.3">
                  <p:embed/>
                  <p:pic>
                    <p:nvPicPr>
                      <p:cNvPr id="0" name="Picture 9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3301" y="3964911"/>
                        <a:ext cx="1295400" cy="404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5298128"/>
              </p:ext>
            </p:extLst>
          </p:nvPr>
        </p:nvGraphicFramePr>
        <p:xfrm>
          <a:off x="3068074" y="5182624"/>
          <a:ext cx="29337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933700" imgH="660400" progId="Equation.DSMT4">
                  <p:embed/>
                </p:oleObj>
              </mc:Choice>
              <mc:Fallback>
                <p:oleObj name="Equation" r:id="rId10" imgW="2933700" imgH="660400" progId="Equation.DSMT4">
                  <p:embed/>
                  <p:pic>
                    <p:nvPicPr>
                      <p:cNvPr id="0" name="Picture 9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8074" y="5182624"/>
                        <a:ext cx="2933700" cy="660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9241309"/>
              </p:ext>
            </p:extLst>
          </p:nvPr>
        </p:nvGraphicFramePr>
        <p:xfrm>
          <a:off x="6013931" y="4939498"/>
          <a:ext cx="222250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222500" imgH="1155700" progId="Equation.DSMT4">
                  <p:embed/>
                </p:oleObj>
              </mc:Choice>
              <mc:Fallback>
                <p:oleObj name="Equation" r:id="rId12" imgW="2222500" imgH="1155700" progId="Equation.DSMT4">
                  <p:embed/>
                  <p:pic>
                    <p:nvPicPr>
                      <p:cNvPr id="0" name="Picture 9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3931" y="4939498"/>
                        <a:ext cx="2222500" cy="1155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4455958"/>
              </p:ext>
            </p:extLst>
          </p:nvPr>
        </p:nvGraphicFramePr>
        <p:xfrm>
          <a:off x="8258460" y="5093724"/>
          <a:ext cx="647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47700" imgH="838200" progId="Equation.DSMT4">
                  <p:embed/>
                </p:oleObj>
              </mc:Choice>
              <mc:Fallback>
                <p:oleObj name="Equation" r:id="rId14" imgW="647700" imgH="838200" progId="Equation.DSMT4">
                  <p:embed/>
                  <p:pic>
                    <p:nvPicPr>
                      <p:cNvPr id="0" name="Picture 9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8460" y="5093724"/>
                        <a:ext cx="6477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300" name="Group 12"/>
          <p:cNvGrpSpPr>
            <a:grpSpLocks/>
          </p:cNvGrpSpPr>
          <p:nvPr/>
        </p:nvGrpSpPr>
        <p:grpSpPr bwMode="auto">
          <a:xfrm>
            <a:off x="8659723" y="1339047"/>
            <a:ext cx="3124200" cy="2971800"/>
            <a:chOff x="4454" y="1173"/>
            <a:chExt cx="1288" cy="1398"/>
          </a:xfrm>
        </p:grpSpPr>
        <p:graphicFrame>
          <p:nvGraphicFramePr>
            <p:cNvPr id="10256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49098497"/>
                </p:ext>
              </p:extLst>
            </p:nvPr>
          </p:nvGraphicFramePr>
          <p:xfrm>
            <a:off x="4454" y="1173"/>
            <a:ext cx="1288" cy="13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象" r:id="rId16" imgW="3010320" imgH="3266667" progId="PBrush">
                    <p:embed/>
                  </p:oleObj>
                </mc:Choice>
                <mc:Fallback>
                  <p:oleObj name="BMP 图象" r:id="rId16" imgW="3010320" imgH="3266667" progId="PBrush">
                    <p:embed/>
                    <p:pic>
                      <p:nvPicPr>
                        <p:cNvPr id="0" name="Picture 9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4" y="1173"/>
                          <a:ext cx="1288" cy="1398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FF99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57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94306759"/>
                </p:ext>
              </p:extLst>
            </p:nvPr>
          </p:nvGraphicFramePr>
          <p:xfrm>
            <a:off x="5203" y="1933"/>
            <a:ext cx="483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444240" imgH="228600" progId="Equation.DSMT4">
                    <p:embed/>
                  </p:oleObj>
                </mc:Choice>
                <mc:Fallback>
                  <p:oleObj name="Equation" r:id="rId18" imgW="444240" imgH="228600" progId="Equation.DSMT4">
                    <p:embed/>
                    <p:pic>
                      <p:nvPicPr>
                        <p:cNvPr id="0" name="Picture 9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03" y="1933"/>
                          <a:ext cx="483" cy="2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58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89073699"/>
                </p:ext>
              </p:extLst>
            </p:nvPr>
          </p:nvGraphicFramePr>
          <p:xfrm>
            <a:off x="4758" y="1482"/>
            <a:ext cx="486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444240" imgH="228600" progId="Equation.DSMT4">
                    <p:embed/>
                  </p:oleObj>
                </mc:Choice>
                <mc:Fallback>
                  <p:oleObj name="Equation" r:id="rId20" imgW="444240" imgH="228600" progId="Equation.DSMT4">
                    <p:embed/>
                    <p:pic>
                      <p:nvPicPr>
                        <p:cNvPr id="0" name="Picture 9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8" y="1482"/>
                          <a:ext cx="486" cy="26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304" name="Line 16"/>
          <p:cNvSpPr>
            <a:spLocks noChangeShapeType="1"/>
          </p:cNvSpPr>
          <p:nvPr/>
        </p:nvSpPr>
        <p:spPr bwMode="auto">
          <a:xfrm>
            <a:off x="8980488" y="25908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05" name="Rectangle 17" descr="宽上对角线"/>
          <p:cNvSpPr>
            <a:spLocks noChangeArrowheads="1"/>
          </p:cNvSpPr>
          <p:nvPr/>
        </p:nvSpPr>
        <p:spPr bwMode="auto">
          <a:xfrm>
            <a:off x="10723097" y="2324100"/>
            <a:ext cx="152400" cy="533400"/>
          </a:xfrm>
          <a:prstGeom prst="rect">
            <a:avLst/>
          </a:prstGeom>
          <a:pattFill prst="wdUpDiag">
            <a:fgClr>
              <a:srgbClr val="FF00FF"/>
            </a:fgClr>
            <a:bgClr>
              <a:srgbClr val="FFFFFF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9231" name="Text Box 18"/>
          <p:cNvSpPr txBox="1">
            <a:spLocks noChangeArrowheads="1"/>
          </p:cNvSpPr>
          <p:nvPr/>
        </p:nvSpPr>
        <p:spPr bwMode="auto">
          <a:xfrm>
            <a:off x="2541639" y="4392942"/>
            <a:ext cx="5410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4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）代公式</a:t>
            </a:r>
          </a:p>
        </p:txBody>
      </p:sp>
      <p:graphicFrame>
        <p:nvGraphicFramePr>
          <p:cNvPr id="1230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9359971"/>
              </p:ext>
            </p:extLst>
          </p:nvPr>
        </p:nvGraphicFramePr>
        <p:xfrm>
          <a:off x="4740690" y="4310847"/>
          <a:ext cx="36957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3695700" imgH="660400" progId="Equation.3">
                  <p:embed/>
                </p:oleObj>
              </mc:Choice>
              <mc:Fallback>
                <p:oleObj name="公式" r:id="rId22" imgW="3695700" imgH="660400" progId="Equation.3">
                  <p:embed/>
                  <p:pic>
                    <p:nvPicPr>
                      <p:cNvPr id="0" name="Picture 9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0690" y="4310847"/>
                        <a:ext cx="36957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053753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2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2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2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2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autoUpdateAnimBg="0"/>
      <p:bldP spid="12292" grpId="0" autoUpdateAnimBg="0"/>
      <p:bldP spid="12304" grpId="0" animBg="1"/>
      <p:bldP spid="12305" grpId="0" animBg="1"/>
      <p:bldP spid="923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2438400" y="2212976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3136900" y="2212976"/>
            <a:ext cx="3111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两曲线的交点</a:t>
            </a:r>
          </a:p>
        </p:txBody>
      </p:sp>
      <p:graphicFrame>
        <p:nvGraphicFramePr>
          <p:cNvPr id="13317" name="Object 5"/>
          <p:cNvGraphicFramePr>
            <a:graphicFrameLocks noChangeAspect="1"/>
          </p:cNvGraphicFramePr>
          <p:nvPr/>
        </p:nvGraphicFramePr>
        <p:xfrm>
          <a:off x="3517900" y="3944938"/>
          <a:ext cx="23114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311400" imgH="393700" progId="Equation.3">
                  <p:embed/>
                </p:oleObj>
              </mc:Choice>
              <mc:Fallback>
                <p:oleObj name="公式" r:id="rId2" imgW="2311400" imgH="393700" progId="Equation.3">
                  <p:embed/>
                  <p:pic>
                    <p:nvPicPr>
                      <p:cNvPr id="0" name="Picture 9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7900" y="3944938"/>
                        <a:ext cx="2311400" cy="392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8" name="Object 6"/>
          <p:cNvGraphicFramePr>
            <a:graphicFrameLocks noChangeAspect="1"/>
          </p:cNvGraphicFramePr>
          <p:nvPr/>
        </p:nvGraphicFramePr>
        <p:xfrm>
          <a:off x="3657600" y="2743200"/>
          <a:ext cx="16256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625600" imgH="1092200" progId="Equation.3">
                  <p:embed/>
                </p:oleObj>
              </mc:Choice>
              <mc:Fallback>
                <p:oleObj name="公式" r:id="rId4" imgW="1625600" imgH="1092200" progId="Equation.3">
                  <p:embed/>
                  <p:pic>
                    <p:nvPicPr>
                      <p:cNvPr id="0" name="Picture 9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743200"/>
                        <a:ext cx="1625600" cy="109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319" name="Group 7"/>
          <p:cNvGrpSpPr>
            <a:grpSpLocks/>
          </p:cNvGrpSpPr>
          <p:nvPr/>
        </p:nvGrpSpPr>
        <p:grpSpPr bwMode="auto">
          <a:xfrm>
            <a:off x="3136900" y="4433888"/>
            <a:ext cx="3200400" cy="519112"/>
            <a:chOff x="1016" y="2555"/>
            <a:chExt cx="2016" cy="327"/>
          </a:xfrm>
        </p:grpSpPr>
        <p:sp>
          <p:nvSpPr>
            <p:cNvPr id="11282" name="Text Box 8"/>
            <p:cNvSpPr txBox="1">
              <a:spLocks noChangeArrowheads="1"/>
            </p:cNvSpPr>
            <p:nvPr/>
          </p:nvSpPr>
          <p:spPr bwMode="auto">
            <a:xfrm>
              <a:off x="1016" y="2555"/>
              <a:ext cx="20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</a:rPr>
                <a:t>选    为积分变量</a:t>
              </a:r>
            </a:p>
          </p:txBody>
        </p:sp>
        <p:graphicFrame>
          <p:nvGraphicFramePr>
            <p:cNvPr id="11283" name="Object 9"/>
            <p:cNvGraphicFramePr>
              <a:graphicFrameLocks noChangeAspect="1"/>
            </p:cNvGraphicFramePr>
            <p:nvPr/>
          </p:nvGraphicFramePr>
          <p:xfrm>
            <a:off x="1332" y="2618"/>
            <a:ext cx="167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266584" imgH="330057" progId="Equation.3">
                    <p:embed/>
                  </p:oleObj>
                </mc:Choice>
                <mc:Fallback>
                  <p:oleObj name="公式" r:id="rId6" imgW="266584" imgH="330057" progId="Equation.3">
                    <p:embed/>
                    <p:pic>
                      <p:nvPicPr>
                        <p:cNvPr id="0" name="Picture 9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2" y="2618"/>
                          <a:ext cx="167" cy="20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322" name="Object 10"/>
          <p:cNvGraphicFramePr>
            <a:graphicFrameLocks noChangeAspect="1"/>
          </p:cNvGraphicFramePr>
          <p:nvPr/>
        </p:nvGraphicFramePr>
        <p:xfrm>
          <a:off x="6026150" y="4495801"/>
          <a:ext cx="16129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612900" imgH="406400" progId="Equation.3">
                  <p:embed/>
                </p:oleObj>
              </mc:Choice>
              <mc:Fallback>
                <p:oleObj name="公式" r:id="rId8" imgW="1612900" imgH="406400" progId="Equation.3">
                  <p:embed/>
                  <p:pic>
                    <p:nvPicPr>
                      <p:cNvPr id="0" name="Picture 9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6150" y="4495801"/>
                        <a:ext cx="1612900" cy="404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3" name="Object 11"/>
          <p:cNvGraphicFramePr>
            <a:graphicFrameLocks noChangeAspect="1"/>
          </p:cNvGraphicFramePr>
          <p:nvPr/>
        </p:nvGraphicFramePr>
        <p:xfrm>
          <a:off x="3048000" y="5105400"/>
          <a:ext cx="31623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162300" imgH="1054100" progId="Equation.3">
                  <p:embed/>
                </p:oleObj>
              </mc:Choice>
              <mc:Fallback>
                <p:oleObj name="公式" r:id="rId10" imgW="3162300" imgH="1054100" progId="Equation.3">
                  <p:embed/>
                  <p:pic>
                    <p:nvPicPr>
                      <p:cNvPr id="0" name="Picture 9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5105400"/>
                        <a:ext cx="3162300" cy="1054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4205732"/>
              </p:ext>
            </p:extLst>
          </p:nvPr>
        </p:nvGraphicFramePr>
        <p:xfrm>
          <a:off x="6819910" y="5283200"/>
          <a:ext cx="2406639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095500" imgH="698500" progId="Equation.3">
                  <p:embed/>
                </p:oleObj>
              </mc:Choice>
              <mc:Fallback>
                <p:oleObj name="公式" r:id="rId12" imgW="2095500" imgH="698500" progId="Equation.3">
                  <p:embed/>
                  <p:pic>
                    <p:nvPicPr>
                      <p:cNvPr id="0" name="Picture 9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9910" y="5283200"/>
                        <a:ext cx="2406639" cy="698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5" name="Object 13"/>
          <p:cNvGraphicFramePr>
            <a:graphicFrameLocks noChangeAspect="1"/>
          </p:cNvGraphicFramePr>
          <p:nvPr/>
        </p:nvGraphicFramePr>
        <p:xfrm>
          <a:off x="6992938" y="1974850"/>
          <a:ext cx="2233612" cy="214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14" imgW="3457143" imgH="3315163" progId="PBrush">
                  <p:embed/>
                </p:oleObj>
              </mc:Choice>
              <mc:Fallback>
                <p:oleObj name="BMP 图象" r:id="rId14" imgW="3457143" imgH="3315163" progId="PBrush">
                  <p:embed/>
                  <p:pic>
                    <p:nvPicPr>
                      <p:cNvPr id="0" name="Picture 9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2938" y="1974850"/>
                        <a:ext cx="2233612" cy="214153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6" name="Object 14"/>
          <p:cNvGraphicFramePr>
            <a:graphicFrameLocks noChangeAspect="1"/>
          </p:cNvGraphicFramePr>
          <p:nvPr/>
        </p:nvGraphicFramePr>
        <p:xfrm>
          <a:off x="6992938" y="1974850"/>
          <a:ext cx="2233612" cy="214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16" imgW="3457143" imgH="3315163" progId="PBrush">
                  <p:embed/>
                </p:oleObj>
              </mc:Choice>
              <mc:Fallback>
                <p:oleObj name="BMP 图象" r:id="rId16" imgW="3457143" imgH="3315163" progId="PBrush">
                  <p:embed/>
                  <p:pic>
                    <p:nvPicPr>
                      <p:cNvPr id="0" name="Picture 9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2938" y="1974850"/>
                        <a:ext cx="2233612" cy="214153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7" name="Line 15"/>
          <p:cNvSpPr>
            <a:spLocks noChangeShapeType="1"/>
          </p:cNvSpPr>
          <p:nvPr/>
        </p:nvSpPr>
        <p:spPr bwMode="auto">
          <a:xfrm flipH="1">
            <a:off x="7632700" y="2438400"/>
            <a:ext cx="0" cy="15240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8" name="Line 16"/>
          <p:cNvSpPr>
            <a:spLocks noChangeShapeType="1"/>
          </p:cNvSpPr>
          <p:nvPr/>
        </p:nvSpPr>
        <p:spPr bwMode="auto">
          <a:xfrm flipH="1">
            <a:off x="7467600" y="2438400"/>
            <a:ext cx="0" cy="1524000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9" name="Line 17"/>
          <p:cNvSpPr>
            <a:spLocks noChangeShapeType="1"/>
          </p:cNvSpPr>
          <p:nvPr/>
        </p:nvSpPr>
        <p:spPr bwMode="auto">
          <a:xfrm flipH="1">
            <a:off x="7772400" y="2438400"/>
            <a:ext cx="0" cy="15240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1280" name="Object 18"/>
          <p:cNvGraphicFramePr>
            <a:graphicFrameLocks noChangeAspect="1"/>
          </p:cNvGraphicFramePr>
          <p:nvPr/>
        </p:nvGraphicFramePr>
        <p:xfrm>
          <a:off x="8534400" y="3657600"/>
          <a:ext cx="584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168400" imgH="457200" progId="Equation.3">
                  <p:embed/>
                </p:oleObj>
              </mc:Choice>
              <mc:Fallback>
                <p:oleObj name="公式" r:id="rId18" imgW="1168400" imgH="457200" progId="Equation.3">
                  <p:embed/>
                  <p:pic>
                    <p:nvPicPr>
                      <p:cNvPr id="0" name="Picture 9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4400" y="3657600"/>
                        <a:ext cx="584200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1" name="Object 19"/>
          <p:cNvGraphicFramePr>
            <a:graphicFrameLocks noChangeAspect="1"/>
          </p:cNvGraphicFramePr>
          <p:nvPr/>
        </p:nvGraphicFramePr>
        <p:xfrm>
          <a:off x="8559800" y="2514600"/>
          <a:ext cx="736600" cy="204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320800" imgH="368300" progId="Equation.3">
                  <p:embed/>
                </p:oleObj>
              </mc:Choice>
              <mc:Fallback>
                <p:oleObj name="公式" r:id="rId20" imgW="1320800" imgH="368300" progId="Equation.3">
                  <p:embed/>
                  <p:pic>
                    <p:nvPicPr>
                      <p:cNvPr id="0" name="Picture 9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9800" y="2514600"/>
                        <a:ext cx="736600" cy="204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3357194"/>
              </p:ext>
            </p:extLst>
          </p:nvPr>
        </p:nvGraphicFramePr>
        <p:xfrm>
          <a:off x="3114910" y="785400"/>
          <a:ext cx="6862419" cy="5347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933640" imgH="228600" progId="Equation.DSMT4">
                  <p:embed/>
                </p:oleObj>
              </mc:Choice>
              <mc:Fallback>
                <p:oleObj name="Equation" r:id="rId22" imgW="2933640" imgH="228600" progId="Equation.DSMT4">
                  <p:embed/>
                  <p:pic>
                    <p:nvPicPr>
                      <p:cNvPr id="0" name="Picture 9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4910" y="785400"/>
                        <a:ext cx="6862419" cy="534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70"/>
          <p:cNvSpPr>
            <a:spLocks noChangeArrowheads="1"/>
          </p:cNvSpPr>
          <p:nvPr/>
        </p:nvSpPr>
        <p:spPr bwMode="auto">
          <a:xfrm>
            <a:off x="2283419" y="796914"/>
            <a:ext cx="72648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72"/>
          <p:cNvSpPr>
            <a:spLocks noChangeArrowheads="1"/>
          </p:cNvSpPr>
          <p:nvPr/>
        </p:nvSpPr>
        <p:spPr bwMode="auto">
          <a:xfrm>
            <a:off x="2263383" y="1383597"/>
            <a:ext cx="24384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的图形的面积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076474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3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3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33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33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3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3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autoUpdateAnimBg="0"/>
      <p:bldP spid="13316" grpId="0" autoUpdateAnimBg="0"/>
      <p:bldP spid="13327" grpId="0" animBg="1"/>
      <p:bldP spid="13328" grpId="0" animBg="1"/>
      <p:bldP spid="1332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1"/>
          <p:cNvSpPr txBox="1">
            <a:spLocks noChangeArrowheads="1"/>
          </p:cNvSpPr>
          <p:nvPr/>
        </p:nvSpPr>
        <p:spPr bwMode="auto">
          <a:xfrm>
            <a:off x="1825625" y="511175"/>
            <a:ext cx="6624638" cy="5222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例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(1992.2)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800" b="1" dirty="0"/>
              <a:t>求曲线               的一条切线    </a:t>
            </a:r>
            <a:r>
              <a:rPr lang="en-US" altLang="zh-CN" sz="2800" b="1" dirty="0"/>
              <a:t>,</a:t>
            </a:r>
            <a:endParaRPr lang="zh-CN" altLang="en-US" sz="2800" b="1" dirty="0"/>
          </a:p>
        </p:txBody>
      </p:sp>
      <p:graphicFrame>
        <p:nvGraphicFramePr>
          <p:cNvPr id="12291" name="对象 2"/>
          <p:cNvGraphicFramePr>
            <a:graphicFrameLocks noChangeAspect="1"/>
          </p:cNvGraphicFramePr>
          <p:nvPr/>
        </p:nvGraphicFramePr>
        <p:xfrm>
          <a:off x="4637089" y="447675"/>
          <a:ext cx="132397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08000" imgH="241300" progId="Equation.DSMT4">
                  <p:embed/>
                </p:oleObj>
              </mc:Choice>
              <mc:Fallback>
                <p:oleObj name="Equation" r:id="rId2" imgW="508000" imgH="241300" progId="Equation.DSMT4">
                  <p:embed/>
                  <p:pic>
                    <p:nvPicPr>
                      <p:cNvPr id="0" name="Picture 13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7089" y="447675"/>
                        <a:ext cx="1323975" cy="628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2" name="对象 3"/>
          <p:cNvGraphicFramePr>
            <a:graphicFrameLocks noChangeAspect="1"/>
          </p:cNvGraphicFramePr>
          <p:nvPr/>
        </p:nvGraphicFramePr>
        <p:xfrm>
          <a:off x="7848600" y="550863"/>
          <a:ext cx="381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1468" imgH="177569" progId="Equation.DSMT4">
                  <p:embed/>
                </p:oleObj>
              </mc:Choice>
              <mc:Fallback>
                <p:oleObj name="Equation" r:id="rId4" imgW="101468" imgH="177569" progId="Equation.DSMT4">
                  <p:embed/>
                  <p:pic>
                    <p:nvPicPr>
                      <p:cNvPr id="0" name="Picture 13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550863"/>
                        <a:ext cx="3810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3" name="TextBox 4"/>
          <p:cNvSpPr txBox="1">
            <a:spLocks noChangeArrowheads="1"/>
          </p:cNvSpPr>
          <p:nvPr/>
        </p:nvSpPr>
        <p:spPr bwMode="auto">
          <a:xfrm>
            <a:off x="8450263" y="500064"/>
            <a:ext cx="17637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使该曲线</a:t>
            </a:r>
          </a:p>
        </p:txBody>
      </p:sp>
      <p:sp>
        <p:nvSpPr>
          <p:cNvPr id="12294" name="TextBox 5"/>
          <p:cNvSpPr txBox="1">
            <a:spLocks noChangeArrowheads="1"/>
          </p:cNvSpPr>
          <p:nvPr/>
        </p:nvSpPr>
        <p:spPr bwMode="auto">
          <a:xfrm>
            <a:off x="1808164" y="1109664"/>
            <a:ext cx="84407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与切线    及直线                    所围成的图形面积最小</a:t>
            </a:r>
            <a:r>
              <a:rPr lang="en-US" altLang="zh-CN" sz="2800" b="1"/>
              <a:t>.</a:t>
            </a:r>
            <a:endParaRPr lang="zh-CN" altLang="en-US" sz="2800" b="1"/>
          </a:p>
        </p:txBody>
      </p:sp>
      <p:graphicFrame>
        <p:nvGraphicFramePr>
          <p:cNvPr id="12295" name="对象 6"/>
          <p:cNvGraphicFramePr>
            <a:graphicFrameLocks noChangeAspect="1"/>
          </p:cNvGraphicFramePr>
          <p:nvPr/>
        </p:nvGraphicFramePr>
        <p:xfrm>
          <a:off x="3032125" y="1123950"/>
          <a:ext cx="381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1468" imgH="177569" progId="Equation.DSMT4">
                  <p:embed/>
                </p:oleObj>
              </mc:Choice>
              <mc:Fallback>
                <p:oleObj name="Equation" r:id="rId6" imgW="101468" imgH="177569" progId="Equation.DSMT4">
                  <p:embed/>
                  <p:pic>
                    <p:nvPicPr>
                      <p:cNvPr id="0" name="Picture 13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2125" y="1123950"/>
                        <a:ext cx="3810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6" name="对象 7"/>
          <p:cNvGraphicFramePr>
            <a:graphicFrameLocks noChangeAspect="1"/>
          </p:cNvGraphicFramePr>
          <p:nvPr/>
        </p:nvGraphicFramePr>
        <p:xfrm>
          <a:off x="4495800" y="1189039"/>
          <a:ext cx="1849438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87058" imgH="203112" progId="Equation.DSMT4">
                  <p:embed/>
                </p:oleObj>
              </mc:Choice>
              <mc:Fallback>
                <p:oleObj name="Equation" r:id="rId8" imgW="787058" imgH="203112" progId="Equation.DSMT4">
                  <p:embed/>
                  <p:pic>
                    <p:nvPicPr>
                      <p:cNvPr id="0" name="Picture 13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1189039"/>
                        <a:ext cx="1849438" cy="477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1919289" y="1693864"/>
            <a:ext cx="542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pSp>
        <p:nvGrpSpPr>
          <p:cNvPr id="15" name="组合 14"/>
          <p:cNvGrpSpPr>
            <a:grpSpLocks/>
          </p:cNvGrpSpPr>
          <p:nvPr/>
        </p:nvGrpSpPr>
        <p:grpSpPr bwMode="auto">
          <a:xfrm>
            <a:off x="2590800" y="1725614"/>
            <a:ext cx="3081338" cy="574675"/>
            <a:chOff x="1066800" y="1920426"/>
            <a:chExt cx="3081293" cy="573942"/>
          </a:xfrm>
        </p:grpSpPr>
        <p:sp>
          <p:nvSpPr>
            <p:cNvPr id="12329" name="TextBox 9"/>
            <p:cNvSpPr txBox="1">
              <a:spLocks noChangeArrowheads="1"/>
            </p:cNvSpPr>
            <p:nvPr/>
          </p:nvSpPr>
          <p:spPr bwMode="auto">
            <a:xfrm>
              <a:off x="1066800" y="1928602"/>
              <a:ext cx="308129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设切点为           ，</a:t>
              </a:r>
            </a:p>
          </p:txBody>
        </p:sp>
        <p:graphicFrame>
          <p:nvGraphicFramePr>
            <p:cNvPr id="12330" name="对象 10"/>
            <p:cNvGraphicFramePr>
              <a:graphicFrameLocks noChangeAspect="1"/>
            </p:cNvGraphicFramePr>
            <p:nvPr/>
          </p:nvGraphicFramePr>
          <p:xfrm>
            <a:off x="2590800" y="1920426"/>
            <a:ext cx="1027054" cy="5739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431613" imgH="241195" progId="Equation.DSMT4">
                    <p:embed/>
                  </p:oleObj>
                </mc:Choice>
                <mc:Fallback>
                  <p:oleObj name="Equation" r:id="rId10" imgW="431613" imgH="241195" progId="Equation.DSMT4">
                    <p:embed/>
                    <p:pic>
                      <p:nvPicPr>
                        <p:cNvPr id="0" name="Picture 13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0800" y="1920426"/>
                          <a:ext cx="1027054" cy="57394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组合 15"/>
          <p:cNvGrpSpPr>
            <a:grpSpLocks/>
          </p:cNvGrpSpPr>
          <p:nvPr/>
        </p:nvGrpSpPr>
        <p:grpSpPr bwMode="auto">
          <a:xfrm>
            <a:off x="5231904" y="1556792"/>
            <a:ext cx="5151783" cy="901700"/>
            <a:chOff x="3810000" y="1758436"/>
            <a:chExt cx="5152279" cy="901661"/>
          </a:xfrm>
        </p:grpSpPr>
        <p:graphicFrame>
          <p:nvGraphicFramePr>
            <p:cNvPr id="12327" name="对象 11"/>
            <p:cNvGraphicFramePr>
              <a:graphicFrameLocks noChangeAspect="1"/>
            </p:cNvGraphicFramePr>
            <p:nvPr/>
          </p:nvGraphicFramePr>
          <p:xfrm>
            <a:off x="6258507" y="1758436"/>
            <a:ext cx="2703772" cy="9016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295280" imgH="431640" progId="Equation.DSMT4">
                    <p:embed/>
                  </p:oleObj>
                </mc:Choice>
                <mc:Fallback>
                  <p:oleObj name="Equation" r:id="rId12" imgW="1295280" imgH="431640" progId="Equation.DSMT4">
                    <p:embed/>
                    <p:pic>
                      <p:nvPicPr>
                        <p:cNvPr id="0" name="Picture 138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58507" y="1758436"/>
                          <a:ext cx="2703772" cy="90166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28" name="矩形 13"/>
            <p:cNvSpPr>
              <a:spLocks noChangeArrowheads="1"/>
            </p:cNvSpPr>
            <p:nvPr/>
          </p:nvSpPr>
          <p:spPr bwMode="auto">
            <a:xfrm>
              <a:off x="3810000" y="1955595"/>
              <a:ext cx="2586037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solidFill>
                    <a:srgbClr val="000000"/>
                  </a:solidFill>
                </a:rPr>
                <a:t>则切线方程为                  </a:t>
              </a:r>
            </a:p>
          </p:txBody>
        </p:sp>
      </p:grpSp>
      <p:grpSp>
        <p:nvGrpSpPr>
          <p:cNvPr id="19" name="组合 18"/>
          <p:cNvGrpSpPr>
            <a:grpSpLocks/>
          </p:cNvGrpSpPr>
          <p:nvPr/>
        </p:nvGrpSpPr>
        <p:grpSpPr bwMode="auto">
          <a:xfrm>
            <a:off x="1966913" y="2201863"/>
            <a:ext cx="2690812" cy="1028700"/>
            <a:chOff x="427892" y="2478815"/>
            <a:chExt cx="2691506" cy="1027158"/>
          </a:xfrm>
        </p:grpSpPr>
        <p:sp>
          <p:nvSpPr>
            <p:cNvPr id="12325" name="TextBox 16"/>
            <p:cNvSpPr txBox="1">
              <a:spLocks noChangeArrowheads="1"/>
            </p:cNvSpPr>
            <p:nvPr/>
          </p:nvSpPr>
          <p:spPr bwMode="auto">
            <a:xfrm>
              <a:off x="427892" y="27432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或</a:t>
              </a:r>
            </a:p>
          </p:txBody>
        </p:sp>
        <p:graphicFrame>
          <p:nvGraphicFramePr>
            <p:cNvPr id="12326" name="对象 17"/>
            <p:cNvGraphicFramePr>
              <a:graphicFrameLocks noChangeAspect="1"/>
            </p:cNvGraphicFramePr>
            <p:nvPr/>
          </p:nvGraphicFramePr>
          <p:xfrm>
            <a:off x="979484" y="2478815"/>
            <a:ext cx="2139914" cy="10271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952500" imgH="457200" progId="Equation.DSMT4">
                    <p:embed/>
                  </p:oleObj>
                </mc:Choice>
                <mc:Fallback>
                  <p:oleObj name="Equation" r:id="rId14" imgW="952500" imgH="457200" progId="Equation.DSMT4">
                    <p:embed/>
                    <p:pic>
                      <p:nvPicPr>
                        <p:cNvPr id="0" name="Picture 13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9484" y="2478815"/>
                          <a:ext cx="2139914" cy="102715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4795839" y="2454276"/>
            <a:ext cx="48529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四条曲线所围成的图形面积为</a:t>
            </a:r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2595563" y="3124200"/>
          <a:ext cx="680085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022600" imgH="508000" progId="Equation.DSMT4">
                  <p:embed/>
                </p:oleObj>
              </mc:Choice>
              <mc:Fallback>
                <p:oleObj name="Equation" r:id="rId16" imgW="3022600" imgH="508000" progId="Equation.DSMT4">
                  <p:embed/>
                  <p:pic>
                    <p:nvPicPr>
                      <p:cNvPr id="0" name="Picture 13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5563" y="3124200"/>
                        <a:ext cx="680085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" name="组合 38"/>
          <p:cNvGrpSpPr>
            <a:grpSpLocks/>
          </p:cNvGrpSpPr>
          <p:nvPr/>
        </p:nvGrpSpPr>
        <p:grpSpPr bwMode="auto">
          <a:xfrm>
            <a:off x="1854200" y="4114801"/>
            <a:ext cx="3937000" cy="936625"/>
            <a:chOff x="394754" y="4267200"/>
            <a:chExt cx="3937833" cy="936123"/>
          </a:xfrm>
        </p:grpSpPr>
        <p:sp>
          <p:nvSpPr>
            <p:cNvPr id="12323" name="TextBox 21"/>
            <p:cNvSpPr txBox="1">
              <a:spLocks noChangeArrowheads="1"/>
            </p:cNvSpPr>
            <p:nvPr/>
          </p:nvSpPr>
          <p:spPr bwMode="auto">
            <a:xfrm>
              <a:off x="394754" y="44196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令</a:t>
              </a:r>
            </a:p>
          </p:txBody>
        </p:sp>
        <p:graphicFrame>
          <p:nvGraphicFramePr>
            <p:cNvPr id="12324" name="对象 22"/>
            <p:cNvGraphicFramePr>
              <a:graphicFrameLocks noChangeAspect="1"/>
            </p:cNvGraphicFramePr>
            <p:nvPr/>
          </p:nvGraphicFramePr>
          <p:xfrm>
            <a:off x="882304" y="4267200"/>
            <a:ext cx="3450283" cy="9361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637589" imgH="444307" progId="Equation.DSMT4">
                    <p:embed/>
                  </p:oleObj>
                </mc:Choice>
                <mc:Fallback>
                  <p:oleObj name="Equation" r:id="rId18" imgW="1637589" imgH="444307" progId="Equation.DSMT4">
                    <p:embed/>
                    <p:pic>
                      <p:nvPicPr>
                        <p:cNvPr id="0" name="Picture 138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2304" y="4267200"/>
                          <a:ext cx="3450283" cy="93612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" name="组合 39"/>
          <p:cNvGrpSpPr>
            <a:grpSpLocks/>
          </p:cNvGrpSpPr>
          <p:nvPr/>
        </p:nvGrpSpPr>
        <p:grpSpPr bwMode="auto">
          <a:xfrm>
            <a:off x="6027738" y="4267201"/>
            <a:ext cx="2139950" cy="523875"/>
            <a:chOff x="4507281" y="4419600"/>
            <a:chExt cx="2139739" cy="523220"/>
          </a:xfrm>
        </p:grpSpPr>
        <p:sp>
          <p:nvSpPr>
            <p:cNvPr id="12321" name="TextBox 23"/>
            <p:cNvSpPr txBox="1">
              <a:spLocks noChangeArrowheads="1"/>
            </p:cNvSpPr>
            <p:nvPr/>
          </p:nvSpPr>
          <p:spPr bwMode="auto">
            <a:xfrm>
              <a:off x="4507281" y="4419600"/>
              <a:ext cx="126188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得驻点</a:t>
              </a:r>
            </a:p>
          </p:txBody>
        </p:sp>
        <p:graphicFrame>
          <p:nvGraphicFramePr>
            <p:cNvPr id="12322" name="对象 24"/>
            <p:cNvGraphicFramePr>
              <a:graphicFrameLocks noChangeAspect="1"/>
            </p:cNvGraphicFramePr>
            <p:nvPr/>
          </p:nvGraphicFramePr>
          <p:xfrm>
            <a:off x="5769165" y="4461746"/>
            <a:ext cx="877855" cy="4389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355138" imgH="177569" progId="Equation.DSMT4">
                    <p:embed/>
                  </p:oleObj>
                </mc:Choice>
                <mc:Fallback>
                  <p:oleObj name="Equation" r:id="rId20" imgW="355138" imgH="177569" progId="Equation.DSMT4">
                    <p:embed/>
                    <p:pic>
                      <p:nvPicPr>
                        <p:cNvPr id="0" name="Picture 13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9165" y="4461746"/>
                          <a:ext cx="877855" cy="4389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1" name="组合 40"/>
          <p:cNvGrpSpPr>
            <a:grpSpLocks/>
          </p:cNvGrpSpPr>
          <p:nvPr/>
        </p:nvGrpSpPr>
        <p:grpSpPr bwMode="auto">
          <a:xfrm>
            <a:off x="1919288" y="4995864"/>
            <a:ext cx="2197100" cy="523875"/>
            <a:chOff x="409408" y="5334000"/>
            <a:chExt cx="2198038" cy="523220"/>
          </a:xfrm>
        </p:grpSpPr>
        <p:sp>
          <p:nvSpPr>
            <p:cNvPr id="12319" name="TextBox 25"/>
            <p:cNvSpPr txBox="1">
              <a:spLocks noChangeArrowheads="1"/>
            </p:cNvSpPr>
            <p:nvPr/>
          </p:nvSpPr>
          <p:spPr bwMode="auto">
            <a:xfrm>
              <a:off x="409408" y="5334000"/>
              <a:ext cx="219803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当            时</a:t>
              </a:r>
              <a:r>
                <a:rPr lang="en-US" altLang="zh-CN" sz="2800" b="1"/>
                <a:t>,</a:t>
              </a:r>
              <a:endParaRPr lang="zh-CN" altLang="en-US" sz="2800" b="1"/>
            </a:p>
          </p:txBody>
        </p:sp>
        <p:graphicFrame>
          <p:nvGraphicFramePr>
            <p:cNvPr id="12320" name="对象 26"/>
            <p:cNvGraphicFramePr>
              <a:graphicFrameLocks noChangeAspect="1"/>
            </p:cNvGraphicFramePr>
            <p:nvPr/>
          </p:nvGraphicFramePr>
          <p:xfrm>
            <a:off x="941638" y="5411074"/>
            <a:ext cx="1133578" cy="3690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545626" imgH="177646" progId="Equation.DSMT4">
                    <p:embed/>
                  </p:oleObj>
                </mc:Choice>
                <mc:Fallback>
                  <p:oleObj name="Equation" r:id="rId22" imgW="545626" imgH="177646" progId="Equation.DSMT4">
                    <p:embed/>
                    <p:pic>
                      <p:nvPicPr>
                        <p:cNvPr id="0" name="Picture 138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1638" y="5411074"/>
                          <a:ext cx="1133578" cy="3690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4051301" y="5070476"/>
          <a:ext cx="1374775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622030" imgH="203112" progId="Equation.DSMT4">
                  <p:embed/>
                </p:oleObj>
              </mc:Choice>
              <mc:Fallback>
                <p:oleObj name="Equation" r:id="rId24" imgW="622030" imgH="203112" progId="Equation.DSMT4">
                  <p:embed/>
                  <p:pic>
                    <p:nvPicPr>
                      <p:cNvPr id="0" name="Picture 13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1301" y="5070476"/>
                        <a:ext cx="1374775" cy="449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" name="组合 41"/>
          <p:cNvGrpSpPr>
            <a:grpSpLocks/>
          </p:cNvGrpSpPr>
          <p:nvPr/>
        </p:nvGrpSpPr>
        <p:grpSpPr bwMode="auto">
          <a:xfrm>
            <a:off x="5527675" y="4995864"/>
            <a:ext cx="2198688" cy="523875"/>
            <a:chOff x="4003999" y="5334000"/>
            <a:chExt cx="2198038" cy="523220"/>
          </a:xfrm>
        </p:grpSpPr>
        <p:sp>
          <p:nvSpPr>
            <p:cNvPr id="12317" name="TextBox 28"/>
            <p:cNvSpPr txBox="1">
              <a:spLocks noChangeArrowheads="1"/>
            </p:cNvSpPr>
            <p:nvPr/>
          </p:nvSpPr>
          <p:spPr bwMode="auto">
            <a:xfrm>
              <a:off x="4003999" y="5334000"/>
              <a:ext cx="219803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当            时</a:t>
              </a:r>
              <a:r>
                <a:rPr lang="en-US" altLang="zh-CN" sz="2800" b="1"/>
                <a:t>,</a:t>
              </a:r>
              <a:endParaRPr lang="zh-CN" altLang="en-US" sz="2800" b="1"/>
            </a:p>
          </p:txBody>
        </p:sp>
        <p:graphicFrame>
          <p:nvGraphicFramePr>
            <p:cNvPr id="12318" name="对象 29"/>
            <p:cNvGraphicFramePr>
              <a:graphicFrameLocks noChangeAspect="1"/>
            </p:cNvGraphicFramePr>
            <p:nvPr/>
          </p:nvGraphicFramePr>
          <p:xfrm>
            <a:off x="4524865" y="5411833"/>
            <a:ext cx="1037735" cy="4171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545626" imgH="177646" progId="Equation.DSMT4">
                    <p:embed/>
                  </p:oleObj>
                </mc:Choice>
                <mc:Fallback>
                  <p:oleObj name="Equation" r:id="rId26" imgW="545626" imgH="177646" progId="Equation.DSMT4">
                    <p:embed/>
                    <p:pic>
                      <p:nvPicPr>
                        <p:cNvPr id="0" name="Picture 139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24865" y="5411833"/>
                          <a:ext cx="1037735" cy="4171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7726363" y="5048251"/>
          <a:ext cx="1281112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622030" imgH="203112" progId="Equation.DSMT4">
                  <p:embed/>
                </p:oleObj>
              </mc:Choice>
              <mc:Fallback>
                <p:oleObj name="Equation" r:id="rId28" imgW="622030" imgH="203112" progId="Equation.DSMT4">
                  <p:embed/>
                  <p:pic>
                    <p:nvPicPr>
                      <p:cNvPr id="0" name="Picture 13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26363" y="5048251"/>
                        <a:ext cx="1281112" cy="417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" name="组合 42"/>
          <p:cNvGrpSpPr>
            <a:grpSpLocks/>
          </p:cNvGrpSpPr>
          <p:nvPr/>
        </p:nvGrpSpPr>
        <p:grpSpPr bwMode="auto">
          <a:xfrm>
            <a:off x="1966913" y="5627689"/>
            <a:ext cx="2062162" cy="523875"/>
            <a:chOff x="465992" y="5911517"/>
            <a:chExt cx="2061783" cy="523220"/>
          </a:xfrm>
        </p:grpSpPr>
        <p:sp>
          <p:nvSpPr>
            <p:cNvPr id="12315" name="TextBox 31"/>
            <p:cNvSpPr txBox="1">
              <a:spLocks noChangeArrowheads="1"/>
            </p:cNvSpPr>
            <p:nvPr/>
          </p:nvSpPr>
          <p:spPr bwMode="auto">
            <a:xfrm>
              <a:off x="465992" y="5911517"/>
              <a:ext cx="206178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故        时，</a:t>
              </a:r>
            </a:p>
          </p:txBody>
        </p:sp>
        <p:graphicFrame>
          <p:nvGraphicFramePr>
            <p:cNvPr id="12316" name="对象 32"/>
            <p:cNvGraphicFramePr>
              <a:graphicFrameLocks noChangeAspect="1"/>
            </p:cNvGraphicFramePr>
            <p:nvPr/>
          </p:nvGraphicFramePr>
          <p:xfrm>
            <a:off x="1000939" y="5981083"/>
            <a:ext cx="685869" cy="3840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317087" imgH="177569" progId="Equation.DSMT4">
                    <p:embed/>
                  </p:oleObj>
                </mc:Choice>
                <mc:Fallback>
                  <p:oleObj name="Equation" r:id="rId30" imgW="317087" imgH="177569" progId="Equation.DSMT4">
                    <p:embed/>
                    <p:pic>
                      <p:nvPicPr>
                        <p:cNvPr id="0" name="Picture 139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0939" y="5981083"/>
                          <a:ext cx="685869" cy="3840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4" name="组合 43"/>
          <p:cNvGrpSpPr>
            <a:grpSpLocks/>
          </p:cNvGrpSpPr>
          <p:nvPr/>
        </p:nvGrpSpPr>
        <p:grpSpPr bwMode="auto">
          <a:xfrm>
            <a:off x="3760788" y="5627689"/>
            <a:ext cx="2462212" cy="523875"/>
            <a:chOff x="2236605" y="5911517"/>
            <a:chExt cx="2461950" cy="523220"/>
          </a:xfrm>
        </p:grpSpPr>
        <p:graphicFrame>
          <p:nvGraphicFramePr>
            <p:cNvPr id="12313" name="对象 33"/>
            <p:cNvGraphicFramePr>
              <a:graphicFrameLocks noChangeAspect="1"/>
            </p:cNvGraphicFramePr>
            <p:nvPr/>
          </p:nvGraphicFramePr>
          <p:xfrm>
            <a:off x="2236605" y="5960061"/>
            <a:ext cx="741682" cy="4746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317225" imgH="203024" progId="Equation.DSMT4">
                    <p:embed/>
                  </p:oleObj>
                </mc:Choice>
                <mc:Fallback>
                  <p:oleObj name="Equation" r:id="rId32" imgW="317225" imgH="203024" progId="Equation.DSMT4">
                    <p:embed/>
                    <p:pic>
                      <p:nvPicPr>
                        <p:cNvPr id="0" name="Picture 139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36605" y="5960061"/>
                          <a:ext cx="741682" cy="4746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14" name="TextBox 34"/>
            <p:cNvSpPr txBox="1">
              <a:spLocks noChangeArrowheads="1"/>
            </p:cNvSpPr>
            <p:nvPr/>
          </p:nvSpPr>
          <p:spPr bwMode="auto">
            <a:xfrm>
              <a:off x="2971800" y="5911517"/>
              <a:ext cx="172675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取最小值</a:t>
              </a:r>
              <a:r>
                <a:rPr lang="en-US" altLang="zh-CN" sz="2800" b="1"/>
                <a:t>,</a:t>
              </a:r>
              <a:endParaRPr lang="zh-CN" altLang="en-US" sz="2800" b="1"/>
            </a:p>
          </p:txBody>
        </p:sp>
      </p:grp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251575" y="5627689"/>
            <a:ext cx="2698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此时切线方程为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8912225" y="5475288"/>
          <a:ext cx="1485900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710891" imgH="406224" progId="Equation.DSMT4">
                  <p:embed/>
                </p:oleObj>
              </mc:Choice>
              <mc:Fallback>
                <p:oleObj name="Equation" r:id="rId34" imgW="710891" imgH="406224" progId="Equation.DSMT4">
                  <p:embed/>
                  <p:pic>
                    <p:nvPicPr>
                      <p:cNvPr id="0" name="Picture 13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2225" y="5475288"/>
                        <a:ext cx="1485900" cy="849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48914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0" grpId="0"/>
      <p:bldP spid="3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5305296"/>
              </p:ext>
            </p:extLst>
          </p:nvPr>
        </p:nvGraphicFramePr>
        <p:xfrm>
          <a:off x="1736831" y="4279781"/>
          <a:ext cx="3872821" cy="5497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09088" imgH="215806" progId="Equation.3">
                  <p:embed/>
                </p:oleObj>
              </mc:Choice>
              <mc:Fallback>
                <p:oleObj name="公式" r:id="rId2" imgW="1409088" imgH="215806" progId="Equation.3">
                  <p:embed/>
                  <p:pic>
                    <p:nvPicPr>
                      <p:cNvPr id="0" name="Picture 9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6831" y="4279781"/>
                        <a:ext cx="3872821" cy="54974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1306391"/>
              </p:ext>
            </p:extLst>
          </p:nvPr>
        </p:nvGraphicFramePr>
        <p:xfrm>
          <a:off x="5422692" y="4001893"/>
          <a:ext cx="3194181" cy="10292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053643" imgH="406224" progId="Equation.3">
                  <p:embed/>
                </p:oleObj>
              </mc:Choice>
              <mc:Fallback>
                <p:oleObj name="公式" r:id="rId4" imgW="1053643" imgH="406224" progId="Equation.3">
                  <p:embed/>
                  <p:pic>
                    <p:nvPicPr>
                      <p:cNvPr id="0" name="Picture 9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2692" y="4001893"/>
                        <a:ext cx="3194181" cy="102923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340" name="Group 4"/>
          <p:cNvGrpSpPr>
            <a:grpSpLocks/>
          </p:cNvGrpSpPr>
          <p:nvPr/>
        </p:nvGrpSpPr>
        <p:grpSpPr bwMode="auto">
          <a:xfrm>
            <a:off x="6622962" y="1013309"/>
            <a:ext cx="4997637" cy="2653867"/>
            <a:chOff x="1632" y="693"/>
            <a:chExt cx="3958" cy="2043"/>
          </a:xfrm>
        </p:grpSpPr>
        <p:sp>
          <p:nvSpPr>
            <p:cNvPr id="13332" name="Line 5"/>
            <p:cNvSpPr>
              <a:spLocks noChangeShapeType="1"/>
            </p:cNvSpPr>
            <p:nvPr/>
          </p:nvSpPr>
          <p:spPr bwMode="auto">
            <a:xfrm flipV="1">
              <a:off x="1632" y="1296"/>
              <a:ext cx="2688" cy="144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3" name="Line 6"/>
            <p:cNvSpPr>
              <a:spLocks noChangeShapeType="1"/>
            </p:cNvSpPr>
            <p:nvPr/>
          </p:nvSpPr>
          <p:spPr bwMode="auto">
            <a:xfrm flipV="1">
              <a:off x="1632" y="912"/>
              <a:ext cx="2448" cy="182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4" name="Arc 7"/>
            <p:cNvSpPr>
              <a:spLocks/>
            </p:cNvSpPr>
            <p:nvPr/>
          </p:nvSpPr>
          <p:spPr bwMode="auto">
            <a:xfrm>
              <a:off x="2064" y="2496"/>
              <a:ext cx="144" cy="2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 type="stealth" w="med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5" name="Arc 8"/>
            <p:cNvSpPr>
              <a:spLocks/>
            </p:cNvSpPr>
            <p:nvPr/>
          </p:nvSpPr>
          <p:spPr bwMode="auto">
            <a:xfrm>
              <a:off x="3024" y="1681"/>
              <a:ext cx="192" cy="216"/>
            </a:xfrm>
            <a:custGeom>
              <a:avLst/>
              <a:gdLst>
                <a:gd name="T0" fmla="*/ 0 w 21600"/>
                <a:gd name="T1" fmla="*/ 0 h 24279"/>
                <a:gd name="T2" fmla="*/ 0 w 21600"/>
                <a:gd name="T3" fmla="*/ 0 h 24279"/>
                <a:gd name="T4" fmla="*/ 0 w 21600"/>
                <a:gd name="T5" fmla="*/ 0 h 2427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4279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495"/>
                    <a:pt x="21544" y="23390"/>
                    <a:pt x="21433" y="24279"/>
                  </a:cubicBezTo>
                </a:path>
                <a:path w="21600" h="24279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495"/>
                    <a:pt x="21544" y="23390"/>
                    <a:pt x="21433" y="24279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3336" name="Object 9"/>
            <p:cNvGraphicFramePr>
              <a:graphicFrameLocks noChangeAspect="1"/>
            </p:cNvGraphicFramePr>
            <p:nvPr/>
          </p:nvGraphicFramePr>
          <p:xfrm>
            <a:off x="2269" y="2400"/>
            <a:ext cx="22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39579" imgH="177646" progId="Equation.3">
                    <p:embed/>
                  </p:oleObj>
                </mc:Choice>
                <mc:Fallback>
                  <p:oleObj name="公式" r:id="rId6" imgW="139579" imgH="177646" progId="Equation.3">
                    <p:embed/>
                    <p:pic>
                      <p:nvPicPr>
                        <p:cNvPr id="0" name="Picture 9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9" y="2400"/>
                          <a:ext cx="228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7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04043116"/>
                </p:ext>
              </p:extLst>
            </p:nvPr>
          </p:nvGraphicFramePr>
          <p:xfrm>
            <a:off x="3239" y="1498"/>
            <a:ext cx="336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228402" imgH="177646" progId="Equation.3">
                    <p:embed/>
                  </p:oleObj>
                </mc:Choice>
                <mc:Fallback>
                  <p:oleObj name="公式" r:id="rId8" imgW="228402" imgH="177646" progId="Equation.3">
                    <p:embed/>
                    <p:pic>
                      <p:nvPicPr>
                        <p:cNvPr id="0" name="Picture 9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39" y="1498"/>
                          <a:ext cx="336" cy="30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8" name="Line 11"/>
            <p:cNvSpPr>
              <a:spLocks noChangeShapeType="1"/>
            </p:cNvSpPr>
            <p:nvPr/>
          </p:nvSpPr>
          <p:spPr bwMode="auto">
            <a:xfrm>
              <a:off x="4080" y="912"/>
              <a:ext cx="240" cy="38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9" name="AutoShape 12"/>
            <p:cNvSpPr>
              <a:spLocks/>
            </p:cNvSpPr>
            <p:nvPr/>
          </p:nvSpPr>
          <p:spPr bwMode="auto">
            <a:xfrm>
              <a:off x="4470" y="693"/>
              <a:ext cx="1120" cy="355"/>
            </a:xfrm>
            <a:prstGeom prst="callout2">
              <a:avLst>
                <a:gd name="adj1" fmla="val 18509"/>
                <a:gd name="adj2" fmla="val -3884"/>
                <a:gd name="adj3" fmla="val 18509"/>
                <a:gd name="adj4" fmla="val -26620"/>
                <a:gd name="adj5" fmla="val 135218"/>
                <a:gd name="adj6" fmla="val -4271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38100">
              <a:solidFill>
                <a:srgbClr val="9933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 b="1" dirty="0">
                  <a:solidFill>
                    <a:srgbClr val="A5002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面积微元</a:t>
              </a:r>
            </a:p>
          </p:txBody>
        </p:sp>
      </p:grpSp>
      <p:grpSp>
        <p:nvGrpSpPr>
          <p:cNvPr id="14349" name="Group 13"/>
          <p:cNvGrpSpPr>
            <a:grpSpLocks/>
          </p:cNvGrpSpPr>
          <p:nvPr/>
        </p:nvGrpSpPr>
        <p:grpSpPr bwMode="auto">
          <a:xfrm>
            <a:off x="6367672" y="548000"/>
            <a:ext cx="4891818" cy="3436937"/>
            <a:chOff x="1440" y="816"/>
            <a:chExt cx="4176" cy="2112"/>
          </a:xfrm>
        </p:grpSpPr>
        <p:sp>
          <p:nvSpPr>
            <p:cNvPr id="13321" name="Line 14"/>
            <p:cNvSpPr>
              <a:spLocks noChangeShapeType="1"/>
            </p:cNvSpPr>
            <p:nvPr/>
          </p:nvSpPr>
          <p:spPr bwMode="auto">
            <a:xfrm>
              <a:off x="1632" y="2736"/>
              <a:ext cx="39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22" name="Line 15"/>
            <p:cNvSpPr>
              <a:spLocks noChangeShapeType="1"/>
            </p:cNvSpPr>
            <p:nvPr/>
          </p:nvSpPr>
          <p:spPr bwMode="auto">
            <a:xfrm flipV="1">
              <a:off x="1632" y="816"/>
              <a:ext cx="1296" cy="19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23" name="Line 16"/>
            <p:cNvSpPr>
              <a:spLocks noChangeShapeType="1"/>
            </p:cNvSpPr>
            <p:nvPr/>
          </p:nvSpPr>
          <p:spPr bwMode="auto">
            <a:xfrm flipV="1">
              <a:off x="1632" y="1968"/>
              <a:ext cx="3168" cy="7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24" name="Freeform 17"/>
            <p:cNvSpPr>
              <a:spLocks/>
            </p:cNvSpPr>
            <p:nvPr/>
          </p:nvSpPr>
          <p:spPr bwMode="auto">
            <a:xfrm>
              <a:off x="2856" y="816"/>
              <a:ext cx="1944" cy="1152"/>
            </a:xfrm>
            <a:custGeom>
              <a:avLst/>
              <a:gdLst>
                <a:gd name="T0" fmla="*/ 72 w 1944"/>
                <a:gd name="T1" fmla="*/ 0 h 1152"/>
                <a:gd name="T2" fmla="*/ 216 w 1944"/>
                <a:gd name="T3" fmla="*/ 336 h 1152"/>
                <a:gd name="T4" fmla="*/ 1368 w 1944"/>
                <a:gd name="T5" fmla="*/ 432 h 1152"/>
                <a:gd name="T6" fmla="*/ 1944 w 1944"/>
                <a:gd name="T7" fmla="*/ 1152 h 11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44" h="1152">
                  <a:moveTo>
                    <a:pt x="72" y="0"/>
                  </a:moveTo>
                  <a:cubicBezTo>
                    <a:pt x="36" y="132"/>
                    <a:pt x="0" y="264"/>
                    <a:pt x="216" y="336"/>
                  </a:cubicBezTo>
                  <a:cubicBezTo>
                    <a:pt x="432" y="408"/>
                    <a:pt x="1080" y="296"/>
                    <a:pt x="1368" y="432"/>
                  </a:cubicBezTo>
                  <a:cubicBezTo>
                    <a:pt x="1656" y="568"/>
                    <a:pt x="1848" y="1032"/>
                    <a:pt x="1944" y="1152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25" name="Arc 18"/>
            <p:cNvSpPr>
              <a:spLocks/>
            </p:cNvSpPr>
            <p:nvPr/>
          </p:nvSpPr>
          <p:spPr bwMode="auto">
            <a:xfrm>
              <a:off x="2160" y="1968"/>
              <a:ext cx="672" cy="76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 type="stealth" w="med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26" name="Arc 19"/>
            <p:cNvSpPr>
              <a:spLocks/>
            </p:cNvSpPr>
            <p:nvPr/>
          </p:nvSpPr>
          <p:spPr bwMode="auto">
            <a:xfrm>
              <a:off x="3744" y="2208"/>
              <a:ext cx="192" cy="52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 type="stealth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3327" name="Object 20"/>
            <p:cNvGraphicFramePr>
              <a:graphicFrameLocks noChangeAspect="1"/>
            </p:cNvGraphicFramePr>
            <p:nvPr/>
          </p:nvGraphicFramePr>
          <p:xfrm>
            <a:off x="5280" y="2492"/>
            <a:ext cx="336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52268" imgH="164957" progId="Equation.3">
                    <p:embed/>
                  </p:oleObj>
                </mc:Choice>
                <mc:Fallback>
                  <p:oleObj name="公式" r:id="rId10" imgW="152268" imgH="164957" progId="Equation.3">
                    <p:embed/>
                    <p:pic>
                      <p:nvPicPr>
                        <p:cNvPr id="0" name="Picture 9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0" y="2492"/>
                          <a:ext cx="336" cy="2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8" name="Object 21"/>
            <p:cNvGraphicFramePr>
              <a:graphicFrameLocks noChangeAspect="1"/>
            </p:cNvGraphicFramePr>
            <p:nvPr/>
          </p:nvGraphicFramePr>
          <p:xfrm>
            <a:off x="3936" y="2304"/>
            <a:ext cx="240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152334" imgH="139639" progId="Equation.3">
                    <p:embed/>
                  </p:oleObj>
                </mc:Choice>
                <mc:Fallback>
                  <p:oleObj name="公式" r:id="rId12" imgW="152334" imgH="139639" progId="Equation.3">
                    <p:embed/>
                    <p:pic>
                      <p:nvPicPr>
                        <p:cNvPr id="0" name="Picture 9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6" y="2304"/>
                          <a:ext cx="240" cy="2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9" name="Object 22"/>
            <p:cNvGraphicFramePr>
              <a:graphicFrameLocks noChangeAspect="1"/>
            </p:cNvGraphicFramePr>
            <p:nvPr/>
          </p:nvGraphicFramePr>
          <p:xfrm>
            <a:off x="2400" y="1728"/>
            <a:ext cx="274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64957" imgH="203024" progId="Equation.3">
                    <p:embed/>
                  </p:oleObj>
                </mc:Choice>
                <mc:Fallback>
                  <p:oleObj name="公式" r:id="rId14" imgW="164957" imgH="203024" progId="Equation.3">
                    <p:embed/>
                    <p:pic>
                      <p:nvPicPr>
                        <p:cNvPr id="0" name="Picture 9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0" y="1728"/>
                          <a:ext cx="274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0" name="Object 23"/>
            <p:cNvGraphicFramePr>
              <a:graphicFrameLocks noChangeAspect="1"/>
            </p:cNvGraphicFramePr>
            <p:nvPr/>
          </p:nvGraphicFramePr>
          <p:xfrm>
            <a:off x="4608" y="1387"/>
            <a:ext cx="912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622030" imgH="203112" progId="Equation.3">
                    <p:embed/>
                  </p:oleObj>
                </mc:Choice>
                <mc:Fallback>
                  <p:oleObj name="公式" r:id="rId16" imgW="622030" imgH="203112" progId="Equation.3">
                    <p:embed/>
                    <p:pic>
                      <p:nvPicPr>
                        <p:cNvPr id="0" name="Picture 9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1387"/>
                          <a:ext cx="912" cy="3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1" name="Object 24"/>
            <p:cNvGraphicFramePr>
              <a:graphicFrameLocks noChangeAspect="1"/>
            </p:cNvGraphicFramePr>
            <p:nvPr/>
          </p:nvGraphicFramePr>
          <p:xfrm>
            <a:off x="1440" y="2642"/>
            <a:ext cx="288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126835" imgH="139518" progId="Equation.3">
                    <p:embed/>
                  </p:oleObj>
                </mc:Choice>
                <mc:Fallback>
                  <p:oleObj name="公式" r:id="rId18" imgW="126835" imgH="139518" progId="Equation.3">
                    <p:embed/>
                    <p:pic>
                      <p:nvPicPr>
                        <p:cNvPr id="0" name="Picture 9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2642"/>
                          <a:ext cx="288" cy="28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318" name="Text Box 25"/>
          <p:cNvSpPr txBox="1">
            <a:spLocks noChangeArrowheads="1"/>
          </p:cNvSpPr>
          <p:nvPr/>
        </p:nvSpPr>
        <p:spPr bwMode="auto">
          <a:xfrm>
            <a:off x="1845668" y="990347"/>
            <a:ext cx="4417345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2.  </a:t>
            </a:r>
            <a:r>
              <a:rPr kumimoji="1"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极坐标系下平面图形</a:t>
            </a:r>
            <a:endParaRPr kumimoji="1" lang="en-US" altLang="zh-C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   面积的计算</a:t>
            </a:r>
          </a:p>
        </p:txBody>
      </p:sp>
      <p:graphicFrame>
        <p:nvGraphicFramePr>
          <p:cNvPr id="14362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4432663"/>
              </p:ext>
            </p:extLst>
          </p:nvPr>
        </p:nvGraphicFramePr>
        <p:xfrm>
          <a:off x="1736831" y="2368070"/>
          <a:ext cx="3471599" cy="1725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282700" imgH="673100" progId="Equation.3">
                  <p:embed/>
                </p:oleObj>
              </mc:Choice>
              <mc:Fallback>
                <p:oleObj name="公式" r:id="rId20" imgW="1282700" imgH="673100" progId="Equation.3">
                  <p:embed/>
                  <p:pic>
                    <p:nvPicPr>
                      <p:cNvPr id="0" name="Picture 9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6831" y="2368070"/>
                        <a:ext cx="3471599" cy="17252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3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9178670"/>
              </p:ext>
            </p:extLst>
          </p:nvPr>
        </p:nvGraphicFramePr>
        <p:xfrm>
          <a:off x="3356241" y="5048085"/>
          <a:ext cx="3147285" cy="10100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180588" imgH="406224" progId="Equation.3">
                  <p:embed/>
                </p:oleObj>
              </mc:Choice>
              <mc:Fallback>
                <p:oleObj name="公式" r:id="rId22" imgW="1180588" imgH="406224" progId="Equation.3">
                  <p:embed/>
                  <p:pic>
                    <p:nvPicPr>
                      <p:cNvPr id="0" name="Picture 9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6241" y="5048085"/>
                        <a:ext cx="3147285" cy="1010033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81299709"/>
      </p:ext>
    </p:extLst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2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7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2" dur="500"/>
                                        <p:tgtEl>
                                          <p:spTgt spid="14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0638538"/>
              </p:ext>
            </p:extLst>
          </p:nvPr>
        </p:nvGraphicFramePr>
        <p:xfrm>
          <a:off x="2758615" y="865982"/>
          <a:ext cx="7207250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68400" imgH="215640" progId="Equation.DSMT4">
                  <p:embed/>
                </p:oleObj>
              </mc:Choice>
              <mc:Fallback>
                <p:oleObj name="Equation" r:id="rId2" imgW="2768400" imgH="215640" progId="Equation.DSMT4">
                  <p:embed/>
                  <p:pic>
                    <p:nvPicPr>
                      <p:cNvPr id="0" name="Picture 7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8615" y="865982"/>
                        <a:ext cx="7207250" cy="534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278" y="2163766"/>
            <a:ext cx="4024313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364" name="Line 4"/>
          <p:cNvSpPr>
            <a:spLocks noChangeShapeType="1"/>
          </p:cNvSpPr>
          <p:nvPr/>
        </p:nvSpPr>
        <p:spPr bwMode="auto">
          <a:xfrm flipV="1">
            <a:off x="2596018" y="4219177"/>
            <a:ext cx="1915805" cy="66076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5" name="Line 5"/>
          <p:cNvSpPr>
            <a:spLocks noChangeShapeType="1"/>
          </p:cNvSpPr>
          <p:nvPr/>
        </p:nvSpPr>
        <p:spPr bwMode="auto">
          <a:xfrm flipV="1">
            <a:off x="2567608" y="4059663"/>
            <a:ext cx="1780879" cy="80949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53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2352638"/>
              </p:ext>
            </p:extLst>
          </p:nvPr>
        </p:nvGraphicFramePr>
        <p:xfrm>
          <a:off x="3094998" y="1727175"/>
          <a:ext cx="2117032" cy="5042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812447" imgH="203112" progId="Equation.3">
                  <p:embed/>
                </p:oleObj>
              </mc:Choice>
              <mc:Fallback>
                <p:oleObj name="公式" r:id="rId5" imgW="812447" imgH="203112" progId="Equation.3">
                  <p:embed/>
                  <p:pic>
                    <p:nvPicPr>
                      <p:cNvPr id="0" name="Picture 7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4998" y="1727175"/>
                        <a:ext cx="2117032" cy="50422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6197157"/>
              </p:ext>
            </p:extLst>
          </p:nvPr>
        </p:nvGraphicFramePr>
        <p:xfrm>
          <a:off x="5564465" y="1649096"/>
          <a:ext cx="1372766" cy="5418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532937" imgH="215713" progId="Equation.3">
                  <p:embed/>
                </p:oleObj>
              </mc:Choice>
              <mc:Fallback>
                <p:oleObj name="公式" r:id="rId7" imgW="532937" imgH="215713" progId="Equation.3">
                  <p:embed/>
                  <p:pic>
                    <p:nvPicPr>
                      <p:cNvPr id="0" name="Picture 7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4465" y="1649096"/>
                        <a:ext cx="1372766" cy="54184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2728952"/>
              </p:ext>
            </p:extLst>
          </p:nvPr>
        </p:nvGraphicFramePr>
        <p:xfrm>
          <a:off x="5994348" y="3213865"/>
          <a:ext cx="3455760" cy="100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167893" imgH="406224" progId="Equation.3">
                  <p:embed/>
                </p:oleObj>
              </mc:Choice>
              <mc:Fallback>
                <p:oleObj name="公式" r:id="rId9" imgW="1167893" imgH="406224" progId="Equation.3">
                  <p:embed/>
                  <p:pic>
                    <p:nvPicPr>
                      <p:cNvPr id="0" name="Picture 7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4348" y="3213865"/>
                        <a:ext cx="3455760" cy="1005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008706"/>
              </p:ext>
            </p:extLst>
          </p:nvPr>
        </p:nvGraphicFramePr>
        <p:xfrm>
          <a:off x="2198986" y="4471106"/>
          <a:ext cx="53657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26835" imgH="139518" progId="Equation.3">
                  <p:embed/>
                </p:oleObj>
              </mc:Choice>
              <mc:Fallback>
                <p:oleObj name="公式" r:id="rId11" imgW="126835" imgH="139518" progId="Equation.3">
                  <p:embed/>
                  <p:pic>
                    <p:nvPicPr>
                      <p:cNvPr id="0" name="Picture 7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8986" y="4471106"/>
                        <a:ext cx="536575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4498968"/>
              </p:ext>
            </p:extLst>
          </p:nvPr>
        </p:nvGraphicFramePr>
        <p:xfrm>
          <a:off x="6019800" y="4219177"/>
          <a:ext cx="2740496" cy="9232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028700" imgH="381000" progId="Equation.3">
                  <p:embed/>
                </p:oleObj>
              </mc:Choice>
              <mc:Fallback>
                <p:oleObj name="公式" r:id="rId13" imgW="1028700" imgH="381000" progId="Equation.3">
                  <p:embed/>
                  <p:pic>
                    <p:nvPicPr>
                      <p:cNvPr id="0" name="Picture 7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4219177"/>
                        <a:ext cx="2740496" cy="92324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7" name="Text Box 11"/>
          <p:cNvSpPr txBox="1">
            <a:spLocks noChangeArrowheads="1"/>
          </p:cNvSpPr>
          <p:nvPr/>
        </p:nvSpPr>
        <p:spPr bwMode="auto">
          <a:xfrm>
            <a:off x="2178606" y="1653663"/>
            <a:ext cx="59663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endParaRPr kumimoji="1" lang="en-US" altLang="zh-CN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537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5070298"/>
              </p:ext>
            </p:extLst>
          </p:nvPr>
        </p:nvGraphicFramePr>
        <p:xfrm>
          <a:off x="5994348" y="2279081"/>
          <a:ext cx="3460575" cy="875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1371600" imgH="355600" progId="Equation.3">
                  <p:embed/>
                </p:oleObj>
              </mc:Choice>
              <mc:Fallback>
                <p:oleObj name="公式" r:id="rId15" imgW="1371600" imgH="355600" progId="Equation.3">
                  <p:embed/>
                  <p:pic>
                    <p:nvPicPr>
                      <p:cNvPr id="0" name="Picture 7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4348" y="2279081"/>
                        <a:ext cx="3460575" cy="8757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4410920"/>
              </p:ext>
            </p:extLst>
          </p:nvPr>
        </p:nvGraphicFramePr>
        <p:xfrm>
          <a:off x="6044686" y="5210668"/>
          <a:ext cx="1300336" cy="9370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495085" imgH="393529" progId="Equation.3">
                  <p:embed/>
                </p:oleObj>
              </mc:Choice>
              <mc:Fallback>
                <p:oleObj name="公式" r:id="rId17" imgW="495085" imgH="393529" progId="Equation.3">
                  <p:embed/>
                  <p:pic>
                    <p:nvPicPr>
                      <p:cNvPr id="0" name="Picture 7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4686" y="5210668"/>
                        <a:ext cx="1300336" cy="93706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8960194"/>
              </p:ext>
            </p:extLst>
          </p:nvPr>
        </p:nvGraphicFramePr>
        <p:xfrm>
          <a:off x="6931152" y="1421659"/>
          <a:ext cx="3054378" cy="1004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1167893" imgH="393529" progId="Equation.3">
                  <p:embed/>
                </p:oleObj>
              </mc:Choice>
              <mc:Fallback>
                <p:oleObj name="公式" r:id="rId19" imgW="1167893" imgH="393529" progId="Equation.3">
                  <p:embed/>
                  <p:pic>
                    <p:nvPicPr>
                      <p:cNvPr id="0" name="Picture 7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1152" y="1421659"/>
                        <a:ext cx="3054378" cy="10048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2173288" y="816588"/>
            <a:ext cx="8226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5199252"/>
      </p:ext>
    </p:extLst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3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3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15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 animBg="1"/>
      <p:bldP spid="1536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9678889"/>
              </p:ext>
            </p:extLst>
          </p:nvPr>
        </p:nvGraphicFramePr>
        <p:xfrm>
          <a:off x="2711624" y="1584938"/>
          <a:ext cx="6501854" cy="184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63480" imgH="736560" progId="Equation.DSMT4">
                  <p:embed/>
                </p:oleObj>
              </mc:Choice>
              <mc:Fallback>
                <p:oleObj name="Equation" r:id="rId2" imgW="2463480" imgH="736560" progId="Equation.DSMT4">
                  <p:embed/>
                  <p:pic>
                    <p:nvPicPr>
                      <p:cNvPr id="0" name="Picture 1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624" y="1584938"/>
                        <a:ext cx="6501854" cy="1844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3" name="Line 3"/>
          <p:cNvSpPr>
            <a:spLocks noChangeShapeType="1"/>
          </p:cNvSpPr>
          <p:nvPr/>
        </p:nvSpPr>
        <p:spPr bwMode="auto">
          <a:xfrm>
            <a:off x="3886200" y="5334000"/>
            <a:ext cx="381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4" name="Line 4"/>
          <p:cNvSpPr>
            <a:spLocks noChangeShapeType="1"/>
          </p:cNvSpPr>
          <p:nvPr/>
        </p:nvSpPr>
        <p:spPr bwMode="auto">
          <a:xfrm flipV="1">
            <a:off x="5715000" y="3886200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5" name="Oval 5"/>
          <p:cNvSpPr>
            <a:spLocks noChangeArrowheads="1"/>
          </p:cNvSpPr>
          <p:nvPr/>
        </p:nvSpPr>
        <p:spPr bwMode="auto">
          <a:xfrm>
            <a:off x="4648200" y="4267200"/>
            <a:ext cx="2133600" cy="2133600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5366" name="Oval 6"/>
          <p:cNvSpPr>
            <a:spLocks noChangeArrowheads="1"/>
          </p:cNvSpPr>
          <p:nvPr/>
        </p:nvSpPr>
        <p:spPr bwMode="auto">
          <a:xfrm>
            <a:off x="6248400" y="5105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5367" name="Oval 7"/>
          <p:cNvSpPr>
            <a:spLocks noChangeArrowheads="1"/>
          </p:cNvSpPr>
          <p:nvPr/>
        </p:nvSpPr>
        <p:spPr bwMode="auto">
          <a:xfrm>
            <a:off x="5791200" y="4343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5368" name="Arc 8"/>
          <p:cNvSpPr>
            <a:spLocks/>
          </p:cNvSpPr>
          <p:nvPr/>
        </p:nvSpPr>
        <p:spPr bwMode="auto">
          <a:xfrm>
            <a:off x="4572000" y="5334000"/>
            <a:ext cx="1143000" cy="11430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9" name="Arc 9"/>
          <p:cNvSpPr>
            <a:spLocks/>
          </p:cNvSpPr>
          <p:nvPr/>
        </p:nvSpPr>
        <p:spPr bwMode="auto">
          <a:xfrm flipH="1">
            <a:off x="5715000" y="5334000"/>
            <a:ext cx="1143000" cy="11430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70" name="Arc 10"/>
          <p:cNvSpPr>
            <a:spLocks/>
          </p:cNvSpPr>
          <p:nvPr/>
        </p:nvSpPr>
        <p:spPr bwMode="auto">
          <a:xfrm flipV="1">
            <a:off x="4572000" y="4191000"/>
            <a:ext cx="1143000" cy="11430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71" name="Arc 11"/>
          <p:cNvSpPr>
            <a:spLocks/>
          </p:cNvSpPr>
          <p:nvPr/>
        </p:nvSpPr>
        <p:spPr bwMode="auto">
          <a:xfrm flipH="1" flipV="1">
            <a:off x="5715000" y="4114800"/>
            <a:ext cx="1143000" cy="12192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5372" name="Object 12"/>
          <p:cNvGraphicFramePr>
            <a:graphicFrameLocks noChangeAspect="1"/>
          </p:cNvGraphicFramePr>
          <p:nvPr/>
        </p:nvGraphicFramePr>
        <p:xfrm>
          <a:off x="6753226" y="4953000"/>
          <a:ext cx="409575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835" imgH="139518" progId="Equation.3">
                  <p:embed/>
                </p:oleObj>
              </mc:Choice>
              <mc:Fallback>
                <p:oleObj name="Equation" r:id="rId4" imgW="126835" imgH="139518" progId="Equation.3">
                  <p:embed/>
                  <p:pic>
                    <p:nvPicPr>
                      <p:cNvPr id="0" name="Picture 1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3226" y="4953000"/>
                        <a:ext cx="409575" cy="427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3" name="Text Box 13"/>
          <p:cNvSpPr txBox="1">
            <a:spLocks noChangeArrowheads="1"/>
          </p:cNvSpPr>
          <p:nvPr/>
        </p:nvSpPr>
        <p:spPr bwMode="auto">
          <a:xfrm>
            <a:off x="1655795" y="859155"/>
            <a:ext cx="471795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3.</a:t>
            </a:r>
            <a:r>
              <a:rPr kumimoji="1"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参数方程下求图形面积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655795" y="1892094"/>
            <a:ext cx="9156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例 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02374954"/>
      </p:ext>
    </p:extLst>
  </p:cSld>
  <p:clrMapOvr>
    <a:masterClrMapping/>
  </p:clrMapOvr>
  <p:transition spd="slow">
    <p:split orient="vert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2662756" y="836090"/>
            <a:ext cx="59663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endParaRPr kumimoji="1" lang="en-US" altLang="zh-CN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74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197343"/>
              </p:ext>
            </p:extLst>
          </p:nvPr>
        </p:nvGraphicFramePr>
        <p:xfrm>
          <a:off x="3344512" y="888791"/>
          <a:ext cx="2232248" cy="5320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812447" imgH="203112" progId="Equation.3">
                  <p:embed/>
                </p:oleObj>
              </mc:Choice>
              <mc:Fallback>
                <p:oleObj name="公式" r:id="rId2" imgW="812447" imgH="203112" progId="Equation.3">
                  <p:embed/>
                  <p:pic>
                    <p:nvPicPr>
                      <p:cNvPr id="0" name="Picture 5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4512" y="888791"/>
                        <a:ext cx="2232248" cy="53207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2" name="Object 4"/>
          <p:cNvGraphicFramePr>
            <a:graphicFrameLocks noChangeAspect="1"/>
          </p:cNvGraphicFramePr>
          <p:nvPr/>
        </p:nvGraphicFramePr>
        <p:xfrm>
          <a:off x="2743200" y="1609725"/>
          <a:ext cx="1500188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32937" imgH="215713" progId="Equation.3">
                  <p:embed/>
                </p:oleObj>
              </mc:Choice>
              <mc:Fallback>
                <p:oleObj name="Equation" r:id="rId4" imgW="532937" imgH="215713" progId="Equation.3">
                  <p:embed/>
                  <p:pic>
                    <p:nvPicPr>
                      <p:cNvPr id="0" name="Picture 5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609725"/>
                        <a:ext cx="1500188" cy="592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3" name="Object 5"/>
          <p:cNvGraphicFramePr>
            <a:graphicFrameLocks noChangeAspect="1"/>
          </p:cNvGraphicFramePr>
          <p:nvPr/>
        </p:nvGraphicFramePr>
        <p:xfrm>
          <a:off x="4267200" y="1457326"/>
          <a:ext cx="1785938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34725" imgH="330057" progId="Equation.3">
                  <p:embed/>
                </p:oleObj>
              </mc:Choice>
              <mc:Fallback>
                <p:oleObj name="Equation" r:id="rId6" imgW="634725" imgH="330057" progId="Equation.3">
                  <p:embed/>
                  <p:pic>
                    <p:nvPicPr>
                      <p:cNvPr id="0" name="Picture 5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1457326"/>
                        <a:ext cx="1785938" cy="904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4" name="Object 6"/>
          <p:cNvGraphicFramePr>
            <a:graphicFrameLocks noChangeAspect="1"/>
          </p:cNvGraphicFramePr>
          <p:nvPr/>
        </p:nvGraphicFramePr>
        <p:xfrm>
          <a:off x="3119438" y="2411414"/>
          <a:ext cx="5643562" cy="1112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05729" imgH="406224" progId="Equation.3">
                  <p:embed/>
                </p:oleObj>
              </mc:Choice>
              <mc:Fallback>
                <p:oleObj name="Equation" r:id="rId8" imgW="2005729" imgH="406224" progId="Equation.3">
                  <p:embed/>
                  <p:pic>
                    <p:nvPicPr>
                      <p:cNvPr id="0" name="Picture 5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9438" y="2411414"/>
                        <a:ext cx="5643562" cy="1112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5" name="Object 7"/>
          <p:cNvGraphicFramePr>
            <a:graphicFrameLocks noChangeAspect="1"/>
          </p:cNvGraphicFramePr>
          <p:nvPr/>
        </p:nvGraphicFramePr>
        <p:xfrm>
          <a:off x="3124201" y="3282951"/>
          <a:ext cx="4964113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65300" imgH="381000" progId="Equation.3">
                  <p:embed/>
                </p:oleObj>
              </mc:Choice>
              <mc:Fallback>
                <p:oleObj name="Equation" r:id="rId10" imgW="1765300" imgH="381000" progId="Equation.3">
                  <p:embed/>
                  <p:pic>
                    <p:nvPicPr>
                      <p:cNvPr id="0" name="Picture 5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1" y="3282951"/>
                        <a:ext cx="4964113" cy="1044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6" name="Object 8"/>
          <p:cNvGraphicFramePr>
            <a:graphicFrameLocks noChangeAspect="1"/>
          </p:cNvGraphicFramePr>
          <p:nvPr/>
        </p:nvGraphicFramePr>
        <p:xfrm>
          <a:off x="3200400" y="4330700"/>
          <a:ext cx="525145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866090" imgH="393529" progId="Equation.3">
                  <p:embed/>
                </p:oleObj>
              </mc:Choice>
              <mc:Fallback>
                <p:oleObj name="Equation" r:id="rId12" imgW="1866090" imgH="393529" progId="Equation.3">
                  <p:embed/>
                  <p:pic>
                    <p:nvPicPr>
                      <p:cNvPr id="0" name="Picture 5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330700"/>
                        <a:ext cx="5251450" cy="1079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7" name="Object 9"/>
          <p:cNvGraphicFramePr>
            <a:graphicFrameLocks noChangeAspect="1"/>
          </p:cNvGraphicFramePr>
          <p:nvPr/>
        </p:nvGraphicFramePr>
        <p:xfrm>
          <a:off x="3200401" y="5246688"/>
          <a:ext cx="1393825" cy="1077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95085" imgH="393529" progId="Equation.3">
                  <p:embed/>
                </p:oleObj>
              </mc:Choice>
              <mc:Fallback>
                <p:oleObj name="Equation" r:id="rId14" imgW="495085" imgH="393529" progId="Equation.3">
                  <p:embed/>
                  <p:pic>
                    <p:nvPicPr>
                      <p:cNvPr id="0" name="Picture 5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1" y="5246688"/>
                        <a:ext cx="1393825" cy="1077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86181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>
            <a:spLocks noGrp="1" noChangeArrowheads="1"/>
          </p:cNvSpPr>
          <p:nvPr>
            <p:ph type="title"/>
          </p:nvPr>
        </p:nvSpPr>
        <p:spPr>
          <a:xfrm>
            <a:off x="2567608" y="1154008"/>
            <a:ext cx="2112235" cy="63386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/>
          <a:lstStyle/>
          <a:p>
            <a:pPr algn="l" eaLnBrk="1" hangingPunct="1">
              <a:spcBef>
                <a:spcPct val="50000"/>
              </a:spcBef>
            </a:pPr>
            <a:r>
              <a:rPr kumimoji="1"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解题步骤：</a:t>
            </a:r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2801370" y="3079170"/>
            <a:ext cx="53641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(2)  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求出交点；</a:t>
            </a:r>
            <a:endParaRPr kumimoji="1" lang="zh-CN" altLang="en-US" sz="24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18437" name="Text Box 5"/>
          <p:cNvSpPr txBox="1">
            <a:spLocks noChangeArrowheads="1"/>
          </p:cNvSpPr>
          <p:nvPr/>
        </p:nvSpPr>
        <p:spPr bwMode="auto">
          <a:xfrm>
            <a:off x="2801370" y="3933056"/>
            <a:ext cx="81359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(3)  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选择合适的积分变量，确定积分区间，计算</a:t>
            </a:r>
            <a:r>
              <a:rPr kumimoji="1" lang="en-US" altLang="zh-CN" sz="2800" b="1" dirty="0">
                <a:latin typeface="宋体" panose="02010600030101010101" pitchFamily="2" charset="-122"/>
              </a:rPr>
              <a:t>.</a:t>
            </a:r>
            <a:endParaRPr kumimoji="1" lang="zh-CN" altLang="en-US" sz="2400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2801370" y="2232634"/>
            <a:ext cx="29511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(1)  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画出草图；</a:t>
            </a:r>
            <a:endParaRPr kumimoji="1" lang="zh-CN" altLang="en-US" sz="24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1AFB-9D3F-4C35-906A-8E91BE352314}" type="slidenum">
              <a:rPr lang="zh-CN" altLang="en-US" smtClean="0"/>
              <a:pPr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5251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6" grpId="0"/>
      <p:bldP spid="1843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Group 2"/>
          <p:cNvGrpSpPr>
            <a:grpSpLocks/>
          </p:cNvGrpSpPr>
          <p:nvPr/>
        </p:nvGrpSpPr>
        <p:grpSpPr bwMode="auto">
          <a:xfrm>
            <a:off x="6924675" y="1457326"/>
            <a:ext cx="2827338" cy="1668463"/>
            <a:chOff x="3402" y="1058"/>
            <a:chExt cx="1781" cy="1051"/>
          </a:xfrm>
        </p:grpSpPr>
        <p:sp>
          <p:nvSpPr>
            <p:cNvPr id="18471" name="Oval 3"/>
            <p:cNvSpPr>
              <a:spLocks noChangeArrowheads="1"/>
            </p:cNvSpPr>
            <p:nvPr/>
          </p:nvSpPr>
          <p:spPr bwMode="auto">
            <a:xfrm>
              <a:off x="3402" y="1245"/>
              <a:ext cx="1632" cy="864"/>
            </a:xfrm>
            <a:prstGeom prst="ellipse">
              <a:avLst/>
            </a:prstGeom>
            <a:solidFill>
              <a:srgbClr val="66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aphicFrame>
          <p:nvGraphicFramePr>
            <p:cNvPr id="18472" name="Object 4"/>
            <p:cNvGraphicFramePr>
              <a:graphicFrameLocks noChangeAspect="1"/>
            </p:cNvGraphicFramePr>
            <p:nvPr/>
          </p:nvGraphicFramePr>
          <p:xfrm>
            <a:off x="5047" y="1728"/>
            <a:ext cx="136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72080" imgH="181800" progId="Equation.3">
                    <p:embed/>
                  </p:oleObj>
                </mc:Choice>
                <mc:Fallback>
                  <p:oleObj name="Equation" r:id="rId2" imgW="172080" imgH="181800" progId="Equation.3">
                    <p:embed/>
                    <p:pic>
                      <p:nvPicPr>
                        <p:cNvPr id="0" name="Picture 16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7" y="1728"/>
                          <a:ext cx="136" cy="1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73" name="Object 5"/>
            <p:cNvGraphicFramePr>
              <a:graphicFrameLocks noChangeAspect="1"/>
            </p:cNvGraphicFramePr>
            <p:nvPr/>
          </p:nvGraphicFramePr>
          <p:xfrm>
            <a:off x="4272" y="1058"/>
            <a:ext cx="130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62720" imgH="258480" progId="Equation.3">
                    <p:embed/>
                  </p:oleObj>
                </mc:Choice>
                <mc:Fallback>
                  <p:oleObj name="Equation" r:id="rId4" imgW="162720" imgH="258480" progId="Equation.3">
                    <p:embed/>
                    <p:pic>
                      <p:nvPicPr>
                        <p:cNvPr id="0" name="Picture 16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2" y="1058"/>
                          <a:ext cx="130" cy="19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462" name="Arc 6"/>
          <p:cNvSpPr>
            <a:spLocks/>
          </p:cNvSpPr>
          <p:nvPr/>
        </p:nvSpPr>
        <p:spPr bwMode="auto">
          <a:xfrm>
            <a:off x="8231188" y="1758951"/>
            <a:ext cx="1295400" cy="684213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0066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843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3904123"/>
              </p:ext>
            </p:extLst>
          </p:nvPr>
        </p:nvGraphicFramePr>
        <p:xfrm>
          <a:off x="4156817" y="379026"/>
          <a:ext cx="1781893" cy="9851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74360" imgH="419040" progId="Equation.DSMT4">
                  <p:embed/>
                </p:oleObj>
              </mc:Choice>
              <mc:Fallback>
                <p:oleObj name="Equation" r:id="rId6" imgW="774360" imgH="419040" progId="Equation.DSMT4">
                  <p:embed/>
                  <p:pic>
                    <p:nvPicPr>
                      <p:cNvPr id="0" name="Picture 16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6817" y="379026"/>
                        <a:ext cx="1781893" cy="98519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112072"/>
              </p:ext>
            </p:extLst>
          </p:nvPr>
        </p:nvGraphicFramePr>
        <p:xfrm>
          <a:off x="5171372" y="1261902"/>
          <a:ext cx="1608137" cy="5043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98400" imgH="203040" progId="Equation.DSMT4">
                  <p:embed/>
                </p:oleObj>
              </mc:Choice>
              <mc:Fallback>
                <p:oleObj name="Equation" r:id="rId8" imgW="698400" imgH="203040" progId="Equation.DSMT4">
                  <p:embed/>
                  <p:pic>
                    <p:nvPicPr>
                      <p:cNvPr id="0" name="Picture 16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1372" y="1261902"/>
                        <a:ext cx="1608137" cy="50430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1877692"/>
              </p:ext>
            </p:extLst>
          </p:nvPr>
        </p:nvGraphicFramePr>
        <p:xfrm>
          <a:off x="1804500" y="1834943"/>
          <a:ext cx="2051153" cy="826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76240" imgH="342720" progId="Equation.DSMT4">
                  <p:embed/>
                </p:oleObj>
              </mc:Choice>
              <mc:Fallback>
                <p:oleObj name="Equation" r:id="rId10" imgW="876240" imgH="342720" progId="Equation.DSMT4">
                  <p:embed/>
                  <p:pic>
                    <p:nvPicPr>
                      <p:cNvPr id="0" name="Picture 16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4500" y="1834943"/>
                        <a:ext cx="2051153" cy="8262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7453419"/>
              </p:ext>
            </p:extLst>
          </p:nvPr>
        </p:nvGraphicFramePr>
        <p:xfrm>
          <a:off x="3123226" y="3091490"/>
          <a:ext cx="3423624" cy="10119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62040" imgH="444240" progId="Equation.DSMT4">
                  <p:embed/>
                </p:oleObj>
              </mc:Choice>
              <mc:Fallback>
                <p:oleObj name="Equation" r:id="rId12" imgW="1562040" imgH="444240" progId="Equation.DSMT4">
                  <p:embed/>
                  <p:pic>
                    <p:nvPicPr>
                      <p:cNvPr id="0" name="Picture 16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3226" y="3091490"/>
                        <a:ext cx="3423624" cy="10119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145623"/>
              </p:ext>
            </p:extLst>
          </p:nvPr>
        </p:nvGraphicFramePr>
        <p:xfrm>
          <a:off x="2540286" y="4550605"/>
          <a:ext cx="1368425" cy="883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83920" imgH="368280" progId="Equation.DSMT4">
                  <p:embed/>
                </p:oleObj>
              </mc:Choice>
              <mc:Fallback>
                <p:oleObj name="Equation" r:id="rId14" imgW="583920" imgH="368280" progId="Equation.DSMT4">
                  <p:embed/>
                  <p:pic>
                    <p:nvPicPr>
                      <p:cNvPr id="0" name="Picture 16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286" y="4550605"/>
                        <a:ext cx="1368425" cy="88355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5595648"/>
              </p:ext>
            </p:extLst>
          </p:nvPr>
        </p:nvGraphicFramePr>
        <p:xfrm>
          <a:off x="3803872" y="4747452"/>
          <a:ext cx="888778" cy="4215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06080" imgH="177480" progId="Equation.DSMT4">
                  <p:embed/>
                </p:oleObj>
              </mc:Choice>
              <mc:Fallback>
                <p:oleObj name="Equation" r:id="rId16" imgW="406080" imgH="177480" progId="Equation.DSMT4">
                  <p:embed/>
                  <p:pic>
                    <p:nvPicPr>
                      <p:cNvPr id="0" name="Picture 16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3872" y="4747452"/>
                        <a:ext cx="888778" cy="42151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7155630"/>
              </p:ext>
            </p:extLst>
          </p:nvPr>
        </p:nvGraphicFramePr>
        <p:xfrm>
          <a:off x="4724400" y="4730591"/>
          <a:ext cx="1836454" cy="5095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799920" imgH="203040" progId="Equation.DSMT4">
                  <p:embed/>
                </p:oleObj>
              </mc:Choice>
              <mc:Fallback>
                <p:oleObj name="Equation" r:id="rId18" imgW="799920" imgH="203040" progId="Equation.DSMT4">
                  <p:embed/>
                  <p:pic>
                    <p:nvPicPr>
                      <p:cNvPr id="0" name="Picture 16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4730591"/>
                        <a:ext cx="1836454" cy="50953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9788844"/>
              </p:ext>
            </p:extLst>
          </p:nvPr>
        </p:nvGraphicFramePr>
        <p:xfrm>
          <a:off x="6473539" y="4508501"/>
          <a:ext cx="2502781" cy="8461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091880" imgH="355320" progId="Equation.DSMT4">
                  <p:embed/>
                </p:oleObj>
              </mc:Choice>
              <mc:Fallback>
                <p:oleObj name="Equation" r:id="rId20" imgW="1091880" imgH="355320" progId="Equation.DSMT4">
                  <p:embed/>
                  <p:pic>
                    <p:nvPicPr>
                      <p:cNvPr id="0" name="Picture 16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3539" y="4508501"/>
                        <a:ext cx="2502781" cy="84616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790916"/>
              </p:ext>
            </p:extLst>
          </p:nvPr>
        </p:nvGraphicFramePr>
        <p:xfrm>
          <a:off x="2930196" y="5470994"/>
          <a:ext cx="978515" cy="5201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406080" imgH="203040" progId="Equation.DSMT4">
                  <p:embed/>
                </p:oleObj>
              </mc:Choice>
              <mc:Fallback>
                <p:oleObj name="Equation" r:id="rId22" imgW="406080" imgH="203040" progId="Equation.DSMT4">
                  <p:embed/>
                  <p:pic>
                    <p:nvPicPr>
                      <p:cNvPr id="0" name="Picture 16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0196" y="5470994"/>
                        <a:ext cx="978515" cy="5201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425940"/>
              </p:ext>
            </p:extLst>
          </p:nvPr>
        </p:nvGraphicFramePr>
        <p:xfrm>
          <a:off x="3803872" y="5275769"/>
          <a:ext cx="665833" cy="883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64880" imgH="228600" progId="Equation.DSMT4">
                  <p:embed/>
                </p:oleObj>
              </mc:Choice>
              <mc:Fallback>
                <p:oleObj name="Equation" r:id="rId24" imgW="164880" imgH="228600" progId="Equation.DSMT4">
                  <p:embed/>
                  <p:pic>
                    <p:nvPicPr>
                      <p:cNvPr id="0" name="Picture 16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3872" y="5275769"/>
                        <a:ext cx="665833" cy="88351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9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6212820"/>
              </p:ext>
            </p:extLst>
          </p:nvPr>
        </p:nvGraphicFramePr>
        <p:xfrm>
          <a:off x="4315710" y="5232186"/>
          <a:ext cx="764290" cy="9270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77480" imgH="228600" progId="Equation.DSMT4">
                  <p:embed/>
                </p:oleObj>
              </mc:Choice>
              <mc:Fallback>
                <p:oleObj name="Equation" r:id="rId26" imgW="177480" imgH="228600" progId="Equation.DSMT4">
                  <p:embed/>
                  <p:pic>
                    <p:nvPicPr>
                      <p:cNvPr id="0" name="Picture 16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5710" y="5232186"/>
                        <a:ext cx="764290" cy="9270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80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3463315"/>
              </p:ext>
            </p:extLst>
          </p:nvPr>
        </p:nvGraphicFramePr>
        <p:xfrm>
          <a:off x="4933466" y="5470994"/>
          <a:ext cx="1028771" cy="490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457200" imgH="203040" progId="Equation.DSMT4">
                  <p:embed/>
                </p:oleObj>
              </mc:Choice>
              <mc:Fallback>
                <p:oleObj name="Equation" r:id="rId28" imgW="457200" imgH="203040" progId="Equation.DSMT4">
                  <p:embed/>
                  <p:pic>
                    <p:nvPicPr>
                      <p:cNvPr id="0" name="Picture 16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3466" y="5470994"/>
                        <a:ext cx="1028771" cy="4905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482" name="Group 26"/>
          <p:cNvGrpSpPr>
            <a:grpSpLocks/>
          </p:cNvGrpSpPr>
          <p:nvPr/>
        </p:nvGrpSpPr>
        <p:grpSpPr bwMode="auto">
          <a:xfrm>
            <a:off x="8324850" y="1760538"/>
            <a:ext cx="217488" cy="989012"/>
            <a:chOff x="4279" y="1109"/>
            <a:chExt cx="137" cy="623"/>
          </a:xfrm>
        </p:grpSpPr>
        <p:sp>
          <p:nvSpPr>
            <p:cNvPr id="18469" name="Line 27"/>
            <p:cNvSpPr>
              <a:spLocks noChangeShapeType="1"/>
            </p:cNvSpPr>
            <p:nvPr/>
          </p:nvSpPr>
          <p:spPr bwMode="auto">
            <a:xfrm>
              <a:off x="4342" y="1109"/>
              <a:ext cx="0" cy="43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8470" name="Object 28"/>
            <p:cNvGraphicFramePr>
              <a:graphicFrameLocks noChangeAspect="1"/>
            </p:cNvGraphicFramePr>
            <p:nvPr/>
          </p:nvGraphicFramePr>
          <p:xfrm>
            <a:off x="4279" y="1589"/>
            <a:ext cx="137" cy="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172080" imgH="181800" progId="Equation.3">
                    <p:embed/>
                  </p:oleObj>
                </mc:Choice>
                <mc:Fallback>
                  <p:oleObj name="Equation" r:id="rId30" imgW="172080" imgH="181800" progId="Equation.3">
                    <p:embed/>
                    <p:pic>
                      <p:nvPicPr>
                        <p:cNvPr id="0" name="Picture 16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9" y="1589"/>
                          <a:ext cx="137" cy="14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485" name="Group 29"/>
          <p:cNvGrpSpPr>
            <a:grpSpLocks/>
          </p:cNvGrpSpPr>
          <p:nvPr/>
        </p:nvGrpSpPr>
        <p:grpSpPr bwMode="auto">
          <a:xfrm>
            <a:off x="8540750" y="1798638"/>
            <a:ext cx="939800" cy="952500"/>
            <a:chOff x="4420" y="1133"/>
            <a:chExt cx="592" cy="600"/>
          </a:xfrm>
        </p:grpSpPr>
        <p:graphicFrame>
          <p:nvGraphicFramePr>
            <p:cNvPr id="18467" name="Object 30"/>
            <p:cNvGraphicFramePr>
              <a:graphicFrameLocks noChangeAspect="1"/>
            </p:cNvGraphicFramePr>
            <p:nvPr/>
          </p:nvGraphicFramePr>
          <p:xfrm>
            <a:off x="4420" y="1536"/>
            <a:ext cx="592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937080" imgH="277560" progId="Equation.3">
                    <p:embed/>
                  </p:oleObj>
                </mc:Choice>
                <mc:Fallback>
                  <p:oleObj name="Equation" r:id="rId32" imgW="937080" imgH="277560" progId="Equation.3">
                    <p:embed/>
                    <p:pic>
                      <p:nvPicPr>
                        <p:cNvPr id="0" name="Picture 16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20" y="1536"/>
                          <a:ext cx="592" cy="19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68" name="Line 31"/>
            <p:cNvSpPr>
              <a:spLocks noChangeShapeType="1"/>
            </p:cNvSpPr>
            <p:nvPr/>
          </p:nvSpPr>
          <p:spPr bwMode="auto">
            <a:xfrm flipV="1">
              <a:off x="4483" y="1133"/>
              <a:ext cx="0" cy="4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9488" name="Rectangle 32"/>
          <p:cNvSpPr>
            <a:spLocks noChangeArrowheads="1"/>
          </p:cNvSpPr>
          <p:nvPr/>
        </p:nvSpPr>
        <p:spPr bwMode="auto">
          <a:xfrm>
            <a:off x="8412163" y="1752600"/>
            <a:ext cx="228600" cy="6731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9489" name="AutoShape 33"/>
          <p:cNvSpPr>
            <a:spLocks/>
          </p:cNvSpPr>
          <p:nvPr/>
        </p:nvSpPr>
        <p:spPr bwMode="auto">
          <a:xfrm>
            <a:off x="2892067" y="3257760"/>
            <a:ext cx="179388" cy="792163"/>
          </a:xfrm>
          <a:prstGeom prst="leftBrace">
            <a:avLst>
              <a:gd name="adj1" fmla="val 36799"/>
              <a:gd name="adj2" fmla="val 50000"/>
            </a:avLst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pSp>
        <p:nvGrpSpPr>
          <p:cNvPr id="19490" name="Group 34"/>
          <p:cNvGrpSpPr>
            <a:grpSpLocks/>
          </p:cNvGrpSpPr>
          <p:nvPr/>
        </p:nvGrpSpPr>
        <p:grpSpPr bwMode="auto">
          <a:xfrm>
            <a:off x="6705600" y="1220788"/>
            <a:ext cx="3505200" cy="2159000"/>
            <a:chOff x="3264" y="769"/>
            <a:chExt cx="2208" cy="1360"/>
          </a:xfrm>
        </p:grpSpPr>
        <p:grpSp>
          <p:nvGrpSpPr>
            <p:cNvPr id="18461" name="Group 35"/>
            <p:cNvGrpSpPr>
              <a:grpSpLocks/>
            </p:cNvGrpSpPr>
            <p:nvPr/>
          </p:nvGrpSpPr>
          <p:grpSpPr bwMode="auto">
            <a:xfrm>
              <a:off x="3264" y="769"/>
              <a:ext cx="2208" cy="1360"/>
              <a:chOff x="3264" y="769"/>
              <a:chExt cx="2208" cy="1360"/>
            </a:xfrm>
          </p:grpSpPr>
          <p:graphicFrame>
            <p:nvGraphicFramePr>
              <p:cNvPr id="18463" name="Object 36"/>
              <p:cNvGraphicFramePr>
                <a:graphicFrameLocks noChangeAspect="1"/>
              </p:cNvGraphicFramePr>
              <p:nvPr/>
            </p:nvGraphicFramePr>
            <p:xfrm>
              <a:off x="5280" y="1590"/>
              <a:ext cx="192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4" imgW="248760" imgH="258480" progId="Equation.3">
                      <p:embed/>
                    </p:oleObj>
                  </mc:Choice>
                  <mc:Fallback>
                    <p:oleObj name="Equation" r:id="rId34" imgW="248760" imgH="258480" progId="Equation.3">
                      <p:embed/>
                      <p:pic>
                        <p:nvPicPr>
                          <p:cNvPr id="0" name="Picture 163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80" y="1590"/>
                            <a:ext cx="192" cy="2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464" name="Object 37"/>
              <p:cNvGraphicFramePr>
                <a:graphicFrameLocks noChangeAspect="1"/>
              </p:cNvGraphicFramePr>
              <p:nvPr/>
            </p:nvGraphicFramePr>
            <p:xfrm>
              <a:off x="4032" y="774"/>
              <a:ext cx="160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6" imgW="200880" imgH="258480" progId="Equation.3">
                      <p:embed/>
                    </p:oleObj>
                  </mc:Choice>
                  <mc:Fallback>
                    <p:oleObj name="Equation" r:id="rId36" imgW="200880" imgH="258480" progId="Equation.3">
                      <p:embed/>
                      <p:pic>
                        <p:nvPicPr>
                          <p:cNvPr id="0" name="Picture 163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32" y="774"/>
                            <a:ext cx="160" cy="2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8465" name="Line 38"/>
              <p:cNvSpPr>
                <a:spLocks noChangeShapeType="1"/>
              </p:cNvSpPr>
              <p:nvPr/>
            </p:nvSpPr>
            <p:spPr bwMode="auto">
              <a:xfrm>
                <a:off x="3264" y="1537"/>
                <a:ext cx="215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66" name="Line 39"/>
              <p:cNvSpPr>
                <a:spLocks noChangeShapeType="1"/>
              </p:cNvSpPr>
              <p:nvPr/>
            </p:nvSpPr>
            <p:spPr bwMode="auto">
              <a:xfrm flipV="1">
                <a:off x="4218" y="769"/>
                <a:ext cx="0" cy="136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pic>
          <p:nvPicPr>
            <p:cNvPr id="18462" name="Picture 40"/>
            <p:cNvPicPr>
              <a:picLocks noChangeAspect="1" noChangeArrowheads="1"/>
            </p:cNvPicPr>
            <p:nvPr/>
          </p:nvPicPr>
          <p:blipFill>
            <a:blip r:embed="rId3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21" y="1546"/>
              <a:ext cx="192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19497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5792901"/>
              </p:ext>
            </p:extLst>
          </p:nvPr>
        </p:nvGraphicFramePr>
        <p:xfrm>
          <a:off x="3838138" y="1618250"/>
          <a:ext cx="2832537" cy="1206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1371600" imgH="520560" progId="Equation.DSMT4">
                  <p:embed/>
                </p:oleObj>
              </mc:Choice>
              <mc:Fallback>
                <p:oleObj name="Equation" r:id="rId39" imgW="1371600" imgH="520560" progId="Equation.DSMT4">
                  <p:embed/>
                  <p:pic>
                    <p:nvPicPr>
                      <p:cNvPr id="0" name="Picture 16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8138" y="1618250"/>
                        <a:ext cx="2832537" cy="120663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18</a:t>
            </a:fld>
            <a:endParaRPr lang="en-US" altLang="zh-CN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11A1A64-BC6E-4E4E-A499-617D47CF6C4C}"/>
              </a:ext>
            </a:extLst>
          </p:cNvPr>
          <p:cNvSpPr txBox="1"/>
          <p:nvPr/>
        </p:nvSpPr>
        <p:spPr>
          <a:xfrm>
            <a:off x="2123118" y="621111"/>
            <a:ext cx="18966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求椭圆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8C54810-447C-48A5-92C9-E801C14527EC}"/>
              </a:ext>
            </a:extLst>
          </p:cNvPr>
          <p:cNvSpPr txBox="1"/>
          <p:nvPr/>
        </p:nvSpPr>
        <p:spPr>
          <a:xfrm>
            <a:off x="5938710" y="628993"/>
            <a:ext cx="284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/>
              <a:t>所围图形的面积</a:t>
            </a:r>
            <a:r>
              <a:rPr lang="en-US" altLang="zh-CN" sz="2800" b="1"/>
              <a:t>.</a:t>
            </a:r>
            <a:endParaRPr lang="zh-CN" altLang="en-US" sz="2800" b="1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D05092E-0FA1-425B-B1F7-F5981D238878}"/>
              </a:ext>
            </a:extLst>
          </p:cNvPr>
          <p:cNvSpPr txBox="1"/>
          <p:nvPr/>
        </p:nvSpPr>
        <p:spPr>
          <a:xfrm>
            <a:off x="1726780" y="1225514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E7EAB95-6D66-4232-9F38-14C180D69974}"/>
              </a:ext>
            </a:extLst>
          </p:cNvPr>
          <p:cNvSpPr txBox="1"/>
          <p:nvPr/>
        </p:nvSpPr>
        <p:spPr>
          <a:xfrm>
            <a:off x="2554189" y="1244564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/>
              <a:t>利用对称性有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F376726-EE0A-4A17-9F93-62944F2D3AED}"/>
              </a:ext>
            </a:extLst>
          </p:cNvPr>
          <p:cNvSpPr txBox="1"/>
          <p:nvPr/>
        </p:nvSpPr>
        <p:spPr>
          <a:xfrm>
            <a:off x="1604933" y="2658028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/>
              <a:t>利用椭圆的参数方程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1678E4-6655-4155-B502-0AF0B08EFE05}"/>
              </a:ext>
            </a:extLst>
          </p:cNvPr>
          <p:cNvSpPr txBox="1"/>
          <p:nvPr/>
        </p:nvSpPr>
        <p:spPr>
          <a:xfrm>
            <a:off x="1726780" y="4130797"/>
            <a:ext cx="37914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应用定积分换元公式得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4C63A05-FD5A-4061-A1D7-587A6A10E7C3}"/>
              </a:ext>
            </a:extLst>
          </p:cNvPr>
          <p:cNvSpPr txBox="1"/>
          <p:nvPr/>
        </p:nvSpPr>
        <p:spPr>
          <a:xfrm>
            <a:off x="6319287" y="5375602"/>
            <a:ext cx="3799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/>
              <a:t>当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800" b="1"/>
              <a:t>时得圆面积公式</a:t>
            </a:r>
            <a:r>
              <a:rPr lang="en-US" altLang="zh-CN" sz="2800" b="1"/>
              <a:t>.</a:t>
            </a:r>
            <a:endParaRPr lang="zh-CN" altLang="en-US" sz="2800" b="1"/>
          </a:p>
        </p:txBody>
      </p:sp>
    </p:spTree>
    <p:extLst>
      <p:ext uri="{BB962C8B-B14F-4D97-AF65-F5344CB8AC3E}">
        <p14:creationId xmlns:p14="http://schemas.microsoft.com/office/powerpoint/2010/main" val="254149008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9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9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9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9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9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9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9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9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9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9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9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9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9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9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2" grpId="0" animBg="1"/>
      <p:bldP spid="19488" grpId="0" animBg="1"/>
      <p:bldP spid="19489" grpId="0" animBg="1"/>
      <p:bldP spid="6" grpId="0"/>
      <p:bldP spid="7" grpId="0"/>
      <p:bldP spid="8" grpId="0"/>
      <p:bldP spid="9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677134" y="339926"/>
            <a:ext cx="2712119" cy="576263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二、立体体积</a:t>
            </a:r>
          </a:p>
        </p:txBody>
      </p:sp>
      <p:graphicFrame>
        <p:nvGraphicFramePr>
          <p:cNvPr id="204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6459545"/>
              </p:ext>
            </p:extLst>
          </p:nvPr>
        </p:nvGraphicFramePr>
        <p:xfrm>
          <a:off x="8325912" y="1810918"/>
          <a:ext cx="1726774" cy="486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38080" imgH="215640" progId="Equation.DSMT4">
                  <p:embed/>
                </p:oleObj>
              </mc:Choice>
              <mc:Fallback>
                <p:oleObj name="Equation" r:id="rId2" imgW="838080" imgH="215640" progId="Equation.DSMT4">
                  <p:embed/>
                  <p:pic>
                    <p:nvPicPr>
                      <p:cNvPr id="0" name="Picture 9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5912" y="1810918"/>
                        <a:ext cx="1726774" cy="48605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5" name="Text Box 5"/>
          <p:cNvSpPr txBox="1">
            <a:spLocks noChangeArrowheads="1"/>
          </p:cNvSpPr>
          <p:nvPr/>
        </p:nvSpPr>
        <p:spPr bwMode="auto">
          <a:xfrm>
            <a:off x="2971800" y="2397126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宋体" panose="02010600030101010101" pitchFamily="2" charset="-122"/>
              </a:rPr>
              <a:t>则对应于小区间</a:t>
            </a:r>
          </a:p>
        </p:txBody>
      </p:sp>
      <p:graphicFrame>
        <p:nvGraphicFramePr>
          <p:cNvPr id="2048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2895239"/>
              </p:ext>
            </p:extLst>
          </p:nvPr>
        </p:nvGraphicFramePr>
        <p:xfrm>
          <a:off x="5605265" y="2443443"/>
          <a:ext cx="1481335" cy="4585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11000" imgH="203040" progId="Equation.DSMT4">
                  <p:embed/>
                </p:oleObj>
              </mc:Choice>
              <mc:Fallback>
                <p:oleObj name="Equation" r:id="rId4" imgW="711000" imgH="203040" progId="Equation.DSMT4">
                  <p:embed/>
                  <p:pic>
                    <p:nvPicPr>
                      <p:cNvPr id="0" name="Picture 9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5265" y="2443443"/>
                        <a:ext cx="1481335" cy="45850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7010400" y="2382838"/>
            <a:ext cx="2438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宋体" panose="02010600030101010101" pitchFamily="2" charset="-122"/>
              </a:rPr>
              <a:t>的体积元素为</a:t>
            </a:r>
          </a:p>
        </p:txBody>
      </p:sp>
      <p:graphicFrame>
        <p:nvGraphicFramePr>
          <p:cNvPr id="2048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4721421"/>
              </p:ext>
            </p:extLst>
          </p:nvPr>
        </p:nvGraphicFramePr>
        <p:xfrm>
          <a:off x="3503712" y="3121281"/>
          <a:ext cx="2058888" cy="503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14400" imgH="203040" progId="Equation.DSMT4">
                  <p:embed/>
                </p:oleObj>
              </mc:Choice>
              <mc:Fallback>
                <p:oleObj name="Equation" r:id="rId6" imgW="914400" imgH="203040" progId="Equation.DSMT4">
                  <p:embed/>
                  <p:pic>
                    <p:nvPicPr>
                      <p:cNvPr id="0" name="Picture 9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712" y="3121281"/>
                        <a:ext cx="2058888" cy="503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9" name="Text Box 9"/>
          <p:cNvSpPr txBox="1">
            <a:spLocks noChangeArrowheads="1"/>
          </p:cNvSpPr>
          <p:nvPr/>
        </p:nvSpPr>
        <p:spPr bwMode="auto">
          <a:xfrm>
            <a:off x="2057400" y="3682797"/>
            <a:ext cx="3733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宋体" panose="02010600030101010101" pitchFamily="2" charset="-122"/>
              </a:rPr>
              <a:t>因此所求立体体积为</a:t>
            </a:r>
          </a:p>
        </p:txBody>
      </p:sp>
      <p:graphicFrame>
        <p:nvGraphicFramePr>
          <p:cNvPr id="2049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2777938"/>
              </p:ext>
            </p:extLst>
          </p:nvPr>
        </p:nvGraphicFramePr>
        <p:xfrm>
          <a:off x="3359150" y="4344986"/>
          <a:ext cx="2355279" cy="8636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77760" imgH="342720" progId="Equation.DSMT4">
                  <p:embed/>
                </p:oleObj>
              </mc:Choice>
              <mc:Fallback>
                <p:oleObj name="Equation" r:id="rId8" imgW="977760" imgH="342720" progId="Equation.DSMT4">
                  <p:embed/>
                  <p:pic>
                    <p:nvPicPr>
                      <p:cNvPr id="0" name="Picture 9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0" y="4344986"/>
                        <a:ext cx="2355279" cy="863601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491" name="Group 11"/>
          <p:cNvGrpSpPr>
            <a:grpSpLocks/>
          </p:cNvGrpSpPr>
          <p:nvPr/>
        </p:nvGrpSpPr>
        <p:grpSpPr bwMode="auto">
          <a:xfrm>
            <a:off x="6251575" y="3722688"/>
            <a:ext cx="4033838" cy="2533650"/>
            <a:chOff x="2978" y="1860"/>
            <a:chExt cx="2541" cy="1596"/>
          </a:xfrm>
        </p:grpSpPr>
        <p:graphicFrame>
          <p:nvGraphicFramePr>
            <p:cNvPr id="19479" name="Object 12"/>
            <p:cNvGraphicFramePr>
              <a:graphicFrameLocks noChangeAspect="1"/>
            </p:cNvGraphicFramePr>
            <p:nvPr/>
          </p:nvGraphicFramePr>
          <p:xfrm>
            <a:off x="3168" y="1860"/>
            <a:ext cx="2016" cy="11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象" r:id="rId10" imgW="3200000" imgH="1848108" progId="PBrush">
                    <p:embed/>
                  </p:oleObj>
                </mc:Choice>
                <mc:Fallback>
                  <p:oleObj name="BMP 图象" r:id="rId10" imgW="3200000" imgH="1848108" progId="PBrush">
                    <p:embed/>
                    <p:pic>
                      <p:nvPicPr>
                        <p:cNvPr id="0" name="Picture 9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8" y="1860"/>
                          <a:ext cx="2016" cy="11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9480" name="Group 13"/>
            <p:cNvGrpSpPr>
              <a:grpSpLocks/>
            </p:cNvGrpSpPr>
            <p:nvPr/>
          </p:nvGrpSpPr>
          <p:grpSpPr bwMode="auto">
            <a:xfrm>
              <a:off x="2978" y="3216"/>
              <a:ext cx="2541" cy="240"/>
              <a:chOff x="2978" y="3216"/>
              <a:chExt cx="2541" cy="240"/>
            </a:xfrm>
          </p:grpSpPr>
          <p:sp>
            <p:nvSpPr>
              <p:cNvPr id="19486" name="Line 14"/>
              <p:cNvSpPr>
                <a:spLocks noChangeShapeType="1"/>
              </p:cNvSpPr>
              <p:nvPr/>
            </p:nvSpPr>
            <p:spPr bwMode="auto">
              <a:xfrm>
                <a:off x="2978" y="3216"/>
                <a:ext cx="249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9487" name="Object 15"/>
              <p:cNvGraphicFramePr>
                <a:graphicFrameLocks noChangeAspect="1"/>
              </p:cNvGraphicFramePr>
              <p:nvPr/>
            </p:nvGraphicFramePr>
            <p:xfrm>
              <a:off x="5376" y="3304"/>
              <a:ext cx="143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2" imgW="172080" imgH="181800" progId="Equation.3">
                      <p:embed/>
                    </p:oleObj>
                  </mc:Choice>
                  <mc:Fallback>
                    <p:oleObj name="Equation" r:id="rId12" imgW="172080" imgH="181800" progId="Equation.3">
                      <p:embed/>
                      <p:pic>
                        <p:nvPicPr>
                          <p:cNvPr id="0" name="Picture 9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76" y="3304"/>
                            <a:ext cx="143" cy="15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9481" name="Group 16"/>
            <p:cNvGrpSpPr>
              <a:grpSpLocks/>
            </p:cNvGrpSpPr>
            <p:nvPr/>
          </p:nvGrpSpPr>
          <p:grpSpPr bwMode="auto">
            <a:xfrm>
              <a:off x="3360" y="2853"/>
              <a:ext cx="1720" cy="603"/>
              <a:chOff x="3360" y="2853"/>
              <a:chExt cx="1720" cy="603"/>
            </a:xfrm>
          </p:grpSpPr>
          <p:graphicFrame>
            <p:nvGraphicFramePr>
              <p:cNvPr id="19482" name="Object 17"/>
              <p:cNvGraphicFramePr>
                <a:graphicFrameLocks noChangeAspect="1"/>
              </p:cNvGraphicFramePr>
              <p:nvPr/>
            </p:nvGraphicFramePr>
            <p:xfrm>
              <a:off x="3360" y="3264"/>
              <a:ext cx="144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172080" imgH="181800" progId="Equation.3">
                      <p:embed/>
                    </p:oleObj>
                  </mc:Choice>
                  <mc:Fallback>
                    <p:oleObj name="Equation" r:id="rId14" imgW="172080" imgH="181800" progId="Equation.3">
                      <p:embed/>
                      <p:pic>
                        <p:nvPicPr>
                          <p:cNvPr id="0" name="Picture 9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60" y="3264"/>
                            <a:ext cx="144" cy="15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483" name="Object 18"/>
              <p:cNvGraphicFramePr>
                <a:graphicFrameLocks noChangeAspect="1"/>
              </p:cNvGraphicFramePr>
              <p:nvPr/>
            </p:nvGraphicFramePr>
            <p:xfrm>
              <a:off x="4944" y="3248"/>
              <a:ext cx="136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6" imgW="162720" imgH="277560" progId="Equation.3">
                      <p:embed/>
                    </p:oleObj>
                  </mc:Choice>
                  <mc:Fallback>
                    <p:oleObj name="Equation" r:id="rId16" imgW="162720" imgH="277560" progId="Equation.3">
                      <p:embed/>
                      <p:pic>
                        <p:nvPicPr>
                          <p:cNvPr id="0" name="Picture 9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44" y="3248"/>
                            <a:ext cx="136" cy="20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9484" name="Line 19"/>
              <p:cNvSpPr>
                <a:spLocks noChangeShapeType="1"/>
              </p:cNvSpPr>
              <p:nvPr/>
            </p:nvSpPr>
            <p:spPr bwMode="auto">
              <a:xfrm>
                <a:off x="3408" y="2880"/>
                <a:ext cx="0" cy="3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85" name="Line 20"/>
              <p:cNvSpPr>
                <a:spLocks noChangeShapeType="1"/>
              </p:cNvSpPr>
              <p:nvPr/>
            </p:nvSpPr>
            <p:spPr bwMode="auto">
              <a:xfrm>
                <a:off x="4987" y="2853"/>
                <a:ext cx="0" cy="36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0501" name="Group 21"/>
          <p:cNvGrpSpPr>
            <a:grpSpLocks/>
          </p:cNvGrpSpPr>
          <p:nvPr/>
        </p:nvGrpSpPr>
        <p:grpSpPr bwMode="auto">
          <a:xfrm>
            <a:off x="7504114" y="3817938"/>
            <a:ext cx="604837" cy="2362200"/>
            <a:chOff x="3767" y="1920"/>
            <a:chExt cx="381" cy="1488"/>
          </a:xfrm>
        </p:grpSpPr>
        <p:sp>
          <p:nvSpPr>
            <p:cNvPr id="20502" name="Oval 22"/>
            <p:cNvSpPr>
              <a:spLocks noChangeArrowheads="1"/>
            </p:cNvSpPr>
            <p:nvPr/>
          </p:nvSpPr>
          <p:spPr bwMode="auto">
            <a:xfrm>
              <a:off x="3767" y="1920"/>
              <a:ext cx="381" cy="1018"/>
            </a:xfrm>
            <a:prstGeom prst="ellipse">
              <a:avLst/>
            </a:prstGeom>
            <a:gradFill rotWithShape="0">
              <a:gsLst>
                <a:gs pos="0">
                  <a:schemeClr val="folHlink">
                    <a:gamma/>
                    <a:shade val="33333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graphicFrame>
          <p:nvGraphicFramePr>
            <p:cNvPr id="19477" name="Object 23"/>
            <p:cNvGraphicFramePr>
              <a:graphicFrameLocks noChangeAspect="1"/>
            </p:cNvGraphicFramePr>
            <p:nvPr/>
          </p:nvGraphicFramePr>
          <p:xfrm>
            <a:off x="3888" y="3256"/>
            <a:ext cx="142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72080" imgH="181800" progId="Equation.3">
                    <p:embed/>
                  </p:oleObj>
                </mc:Choice>
                <mc:Fallback>
                  <p:oleObj name="Equation" r:id="rId18" imgW="172080" imgH="181800" progId="Equation.3">
                    <p:embed/>
                    <p:pic>
                      <p:nvPicPr>
                        <p:cNvPr id="0" name="Picture 9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3256"/>
                          <a:ext cx="142" cy="15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78" name="Line 24"/>
            <p:cNvSpPr>
              <a:spLocks noChangeShapeType="1"/>
            </p:cNvSpPr>
            <p:nvPr/>
          </p:nvSpPr>
          <p:spPr bwMode="auto">
            <a:xfrm>
              <a:off x="3967" y="2944"/>
              <a:ext cx="0" cy="2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505" name="Group 25"/>
          <p:cNvGrpSpPr>
            <a:grpSpLocks/>
          </p:cNvGrpSpPr>
          <p:nvPr/>
        </p:nvGrpSpPr>
        <p:grpSpPr bwMode="auto">
          <a:xfrm>
            <a:off x="7597776" y="3863976"/>
            <a:ext cx="1241425" cy="2405063"/>
            <a:chOff x="3826" y="1949"/>
            <a:chExt cx="782" cy="1515"/>
          </a:xfrm>
        </p:grpSpPr>
        <p:graphicFrame>
          <p:nvGraphicFramePr>
            <p:cNvPr id="19473" name="Object 26"/>
            <p:cNvGraphicFramePr>
              <a:graphicFrameLocks noChangeAspect="1"/>
            </p:cNvGraphicFramePr>
            <p:nvPr/>
          </p:nvGraphicFramePr>
          <p:xfrm>
            <a:off x="4035" y="3210"/>
            <a:ext cx="573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860760" imgH="353880" progId="Equation.3">
                    <p:embed/>
                  </p:oleObj>
                </mc:Choice>
                <mc:Fallback>
                  <p:oleObj name="Equation" r:id="rId20" imgW="860760" imgH="353880" progId="Equation.3">
                    <p:embed/>
                    <p:pic>
                      <p:nvPicPr>
                        <p:cNvPr id="0" name="Picture 9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5" y="3210"/>
                          <a:ext cx="573" cy="25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07" name="Oval 27"/>
            <p:cNvSpPr>
              <a:spLocks noChangeArrowheads="1"/>
            </p:cNvSpPr>
            <p:nvPr/>
          </p:nvSpPr>
          <p:spPr bwMode="auto">
            <a:xfrm>
              <a:off x="3826" y="1949"/>
              <a:ext cx="390" cy="975"/>
            </a:xfrm>
            <a:prstGeom prst="ellipse">
              <a:avLst/>
            </a:prstGeom>
            <a:gradFill rotWithShape="0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9525">
              <a:solidFill>
                <a:schemeClr val="folHlink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9475" name="Line 28"/>
            <p:cNvSpPr>
              <a:spLocks noChangeShapeType="1"/>
            </p:cNvSpPr>
            <p:nvPr/>
          </p:nvSpPr>
          <p:spPr bwMode="auto">
            <a:xfrm>
              <a:off x="4035" y="2922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0509" name="Object 29"/>
          <p:cNvGraphicFramePr>
            <a:graphicFrameLocks noChangeAspect="1"/>
          </p:cNvGraphicFramePr>
          <p:nvPr/>
        </p:nvGraphicFramePr>
        <p:xfrm>
          <a:off x="7645400" y="4503738"/>
          <a:ext cx="736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678960" imgH="353880" progId="Equation.3">
                  <p:embed/>
                </p:oleObj>
              </mc:Choice>
              <mc:Fallback>
                <p:oleObj name="Equation" r:id="rId22" imgW="678960" imgH="353880" progId="Equation.3">
                  <p:embed/>
                  <p:pic>
                    <p:nvPicPr>
                      <p:cNvPr id="0" name="Picture 9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5400" y="4503738"/>
                        <a:ext cx="7366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0" name="Text Box 30"/>
          <p:cNvSpPr txBox="1">
            <a:spLocks noChangeArrowheads="1"/>
          </p:cNvSpPr>
          <p:nvPr/>
        </p:nvSpPr>
        <p:spPr bwMode="auto">
          <a:xfrm>
            <a:off x="1752601" y="2397126"/>
            <a:ext cx="13557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宋体" panose="02010600030101010101" pitchFamily="2" charset="-122"/>
              </a:rPr>
              <a:t>上连续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sp>
        <p:nvSpPr>
          <p:cNvPr id="20511" name="Rectangle 31"/>
          <p:cNvSpPr>
            <a:spLocks noChangeArrowheads="1"/>
          </p:cNvSpPr>
          <p:nvPr/>
        </p:nvSpPr>
        <p:spPr bwMode="auto">
          <a:xfrm>
            <a:off x="1832897" y="1094443"/>
            <a:ext cx="595387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1. </a:t>
            </a: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已知平行截面面积函数的立体体积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19</a:t>
            </a:fld>
            <a:endParaRPr lang="en-US" altLang="zh-CN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3DCD794-9567-4D76-B4EE-9559C6EECB87}"/>
              </a:ext>
            </a:extLst>
          </p:cNvPr>
          <p:cNvSpPr txBox="1"/>
          <p:nvPr/>
        </p:nvSpPr>
        <p:spPr>
          <a:xfrm>
            <a:off x="2246987" y="1744991"/>
            <a:ext cx="61350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/>
              <a:t>设所给立体垂直于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b="1"/>
              <a:t>轴的截面积为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49284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0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0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5" grpId="0" autoUpdateAnimBg="0"/>
      <p:bldP spid="20487" grpId="0" autoUpdateAnimBg="0"/>
      <p:bldP spid="20489" grpId="0" autoUpdateAnimBg="0"/>
      <p:bldP spid="20510" grpId="0" build="p" autoUpdateAnimBg="0" advAuto="0"/>
      <p:bldP spid="20511" grpId="0"/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roup 2"/>
          <p:cNvGrpSpPr>
            <a:grpSpLocks/>
          </p:cNvGrpSpPr>
          <p:nvPr/>
        </p:nvGrpSpPr>
        <p:grpSpPr bwMode="auto">
          <a:xfrm>
            <a:off x="8488364" y="2767013"/>
            <a:ext cx="1819275" cy="2019300"/>
            <a:chOff x="4257" y="1310"/>
            <a:chExt cx="1146" cy="1272"/>
          </a:xfrm>
        </p:grpSpPr>
        <p:graphicFrame>
          <p:nvGraphicFramePr>
            <p:cNvPr id="20519" name="Object 3"/>
            <p:cNvGraphicFramePr>
              <a:graphicFrameLocks noChangeAspect="1"/>
            </p:cNvGraphicFramePr>
            <p:nvPr/>
          </p:nvGraphicFramePr>
          <p:xfrm>
            <a:off x="4257" y="1310"/>
            <a:ext cx="1146" cy="1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象" r:id="rId2" imgW="1819529" imgH="2019048" progId="PBrush">
                    <p:embed/>
                  </p:oleObj>
                </mc:Choice>
                <mc:Fallback>
                  <p:oleObj name="BMP 图象" r:id="rId2" imgW="1819529" imgH="2019048" progId="PBrush">
                    <p:embed/>
                    <p:pic>
                      <p:nvPicPr>
                        <p:cNvPr id="0" name="Picture 14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57" y="1310"/>
                          <a:ext cx="1146" cy="1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20" name="Object 4"/>
            <p:cNvGraphicFramePr>
              <a:graphicFrameLocks noChangeAspect="1"/>
            </p:cNvGraphicFramePr>
            <p:nvPr/>
          </p:nvGraphicFramePr>
          <p:xfrm>
            <a:off x="4848" y="1967"/>
            <a:ext cx="160" cy="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10240" imgH="181800" progId="Equation.3">
                    <p:embed/>
                  </p:oleObj>
                </mc:Choice>
                <mc:Fallback>
                  <p:oleObj name="Equation" r:id="rId4" imgW="210240" imgH="181800" progId="Equation.3">
                    <p:embed/>
                    <p:pic>
                      <p:nvPicPr>
                        <p:cNvPr id="0" name="Picture 14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1967"/>
                          <a:ext cx="160" cy="14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21" name="Arc 5"/>
            <p:cNvSpPr>
              <a:spLocks/>
            </p:cNvSpPr>
            <p:nvPr/>
          </p:nvSpPr>
          <p:spPr bwMode="auto">
            <a:xfrm>
              <a:off x="4650" y="2093"/>
              <a:ext cx="186" cy="163"/>
            </a:xfrm>
            <a:custGeom>
              <a:avLst/>
              <a:gdLst>
                <a:gd name="T0" fmla="*/ 0 w 19886"/>
                <a:gd name="T1" fmla="*/ 0 h 17541"/>
                <a:gd name="T2" fmla="*/ 0 w 19886"/>
                <a:gd name="T3" fmla="*/ 0 h 17541"/>
                <a:gd name="T4" fmla="*/ 0 w 19886"/>
                <a:gd name="T5" fmla="*/ 0 h 175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886" h="17541" fill="none" extrusionOk="0">
                  <a:moveTo>
                    <a:pt x="12604" y="-1"/>
                  </a:moveTo>
                  <a:cubicBezTo>
                    <a:pt x="15820" y="2311"/>
                    <a:pt x="18339" y="5462"/>
                    <a:pt x="19886" y="9108"/>
                  </a:cubicBezTo>
                </a:path>
                <a:path w="19886" h="17541" stroke="0" extrusionOk="0">
                  <a:moveTo>
                    <a:pt x="12604" y="-1"/>
                  </a:moveTo>
                  <a:cubicBezTo>
                    <a:pt x="15820" y="2311"/>
                    <a:pt x="18339" y="5462"/>
                    <a:pt x="19886" y="9108"/>
                  </a:cubicBezTo>
                  <a:lnTo>
                    <a:pt x="0" y="17541"/>
                  </a:lnTo>
                  <a:lnTo>
                    <a:pt x="12604" y="-1"/>
                  </a:lnTo>
                  <a:close/>
                </a:path>
              </a:pathLst>
            </a:cu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483" name="Rectangle 6"/>
          <p:cNvSpPr>
            <a:spLocks noGrp="1" noChangeArrowheads="1"/>
          </p:cNvSpPr>
          <p:nvPr>
            <p:ph type="title"/>
          </p:nvPr>
        </p:nvSpPr>
        <p:spPr>
          <a:xfrm>
            <a:off x="1695452" y="338138"/>
            <a:ext cx="7766050" cy="609600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1.</a:t>
            </a:r>
            <a:r>
              <a:rPr lang="en-US" altLang="zh-CN" sz="2800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一平面经过半径为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的圆柱体的底圆中心 </a:t>
            </a:r>
            <a:r>
              <a:rPr lang="en-US" altLang="zh-CN" sz="2800" b="1" dirty="0">
                <a:solidFill>
                  <a:schemeClr val="tx1"/>
                </a:solidFill>
                <a:ea typeface="楷体_GB2312" pitchFamily="49" charset="-122"/>
              </a:rPr>
              <a:t>,</a:t>
            </a:r>
            <a:endParaRPr lang="en-US" altLang="zh-CN" sz="2800" b="1" dirty="0">
              <a:ea typeface="楷体_GB2312" pitchFamily="49" charset="-122"/>
            </a:endParaRPr>
          </a:p>
        </p:txBody>
      </p:sp>
      <p:sp>
        <p:nvSpPr>
          <p:cNvPr id="21512" name="Text Box 8"/>
          <p:cNvSpPr txBox="1">
            <a:spLocks noChangeArrowheads="1"/>
          </p:cNvSpPr>
          <p:nvPr/>
        </p:nvSpPr>
        <p:spPr bwMode="auto">
          <a:xfrm>
            <a:off x="983432" y="1081088"/>
            <a:ext cx="366476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宋体" panose="02010600030101010101" pitchFamily="2" charset="-122"/>
              </a:rPr>
              <a:t>并与底面交成 </a:t>
            </a:r>
            <a:r>
              <a:rPr kumimoji="1" lang="zh-CN" altLang="en-US" sz="2800" b="1" i="1">
                <a:latin typeface="宋体" panose="02010600030101010101" pitchFamily="2" charset="-122"/>
                <a:sym typeface="Symbol" panose="05050102010706020507" pitchFamily="18" charset="2"/>
              </a:rPr>
              <a:t> </a:t>
            </a:r>
            <a:r>
              <a:rPr kumimoji="1" lang="zh-CN" altLang="en-US" sz="2800" b="1">
                <a:latin typeface="宋体" panose="02010600030101010101" pitchFamily="2" charset="-122"/>
              </a:rPr>
              <a:t>角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grpSp>
        <p:nvGrpSpPr>
          <p:cNvPr id="21513" name="Group 9"/>
          <p:cNvGrpSpPr>
            <a:grpSpLocks/>
          </p:cNvGrpSpPr>
          <p:nvPr/>
        </p:nvGrpSpPr>
        <p:grpSpPr bwMode="auto">
          <a:xfrm>
            <a:off x="9359901" y="3925888"/>
            <a:ext cx="550863" cy="431800"/>
            <a:chOff x="4806" y="2040"/>
            <a:chExt cx="347" cy="272"/>
          </a:xfrm>
        </p:grpSpPr>
        <p:graphicFrame>
          <p:nvGraphicFramePr>
            <p:cNvPr id="20517" name="Object 10"/>
            <p:cNvGraphicFramePr>
              <a:graphicFrameLocks noChangeAspect="1"/>
            </p:cNvGraphicFramePr>
            <p:nvPr/>
          </p:nvGraphicFramePr>
          <p:xfrm>
            <a:off x="4992" y="2040"/>
            <a:ext cx="161" cy="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10240" imgH="181800" progId="Equation.3">
                    <p:embed/>
                  </p:oleObj>
                </mc:Choice>
                <mc:Fallback>
                  <p:oleObj name="Equation" r:id="rId6" imgW="210240" imgH="181800" progId="Equation.3">
                    <p:embed/>
                    <p:pic>
                      <p:nvPicPr>
                        <p:cNvPr id="0" name="Picture 14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2" y="2040"/>
                          <a:ext cx="161" cy="14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18" name="Arc 11"/>
            <p:cNvSpPr>
              <a:spLocks/>
            </p:cNvSpPr>
            <p:nvPr/>
          </p:nvSpPr>
          <p:spPr bwMode="auto">
            <a:xfrm>
              <a:off x="4806" y="2149"/>
              <a:ext cx="186" cy="163"/>
            </a:xfrm>
            <a:custGeom>
              <a:avLst/>
              <a:gdLst>
                <a:gd name="T0" fmla="*/ 0 w 19886"/>
                <a:gd name="T1" fmla="*/ 0 h 17541"/>
                <a:gd name="T2" fmla="*/ 0 w 19886"/>
                <a:gd name="T3" fmla="*/ 0 h 17541"/>
                <a:gd name="T4" fmla="*/ 0 w 19886"/>
                <a:gd name="T5" fmla="*/ 0 h 175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886" h="17541" fill="none" extrusionOk="0">
                  <a:moveTo>
                    <a:pt x="12604" y="-1"/>
                  </a:moveTo>
                  <a:cubicBezTo>
                    <a:pt x="15820" y="2311"/>
                    <a:pt x="18339" y="5462"/>
                    <a:pt x="19886" y="9108"/>
                  </a:cubicBezTo>
                </a:path>
                <a:path w="19886" h="17541" stroke="0" extrusionOk="0">
                  <a:moveTo>
                    <a:pt x="12604" y="-1"/>
                  </a:moveTo>
                  <a:cubicBezTo>
                    <a:pt x="15820" y="2311"/>
                    <a:pt x="18339" y="5462"/>
                    <a:pt x="19886" y="9108"/>
                  </a:cubicBezTo>
                  <a:lnTo>
                    <a:pt x="0" y="17541"/>
                  </a:lnTo>
                  <a:lnTo>
                    <a:pt x="12604" y="-1"/>
                  </a:lnTo>
                  <a:close/>
                </a:path>
              </a:pathLst>
            </a:cu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151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5434010"/>
              </p:ext>
            </p:extLst>
          </p:nvPr>
        </p:nvGraphicFramePr>
        <p:xfrm>
          <a:off x="3840959" y="2186983"/>
          <a:ext cx="1944686" cy="579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25480" imgH="228600" progId="Equation.DSMT4">
                  <p:embed/>
                </p:oleObj>
              </mc:Choice>
              <mc:Fallback>
                <p:oleObj name="Equation" r:id="rId8" imgW="825480" imgH="228600" progId="Equation.DSMT4">
                  <p:embed/>
                  <p:pic>
                    <p:nvPicPr>
                      <p:cNvPr id="0" name="Picture 14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0959" y="2186983"/>
                        <a:ext cx="1944686" cy="57903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7" name="Text Box 13"/>
          <p:cNvSpPr txBox="1">
            <a:spLocks noChangeArrowheads="1"/>
          </p:cNvSpPr>
          <p:nvPr/>
        </p:nvSpPr>
        <p:spPr bwMode="auto">
          <a:xfrm>
            <a:off x="1676400" y="1652588"/>
            <a:ext cx="3886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r>
              <a:rPr kumimoji="1"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:</a:t>
            </a:r>
            <a:r>
              <a:rPr kumimoji="1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如图所示取坐标系</a:t>
            </a:r>
            <a:r>
              <a:rPr kumimoji="1" lang="en-US" altLang="zh-CN" sz="2800" b="1" dirty="0">
                <a:latin typeface="宋体" panose="02010600030101010101" pitchFamily="2" charset="-122"/>
              </a:rPr>
              <a:t>,</a:t>
            </a:r>
          </a:p>
        </p:txBody>
      </p:sp>
      <p:sp>
        <p:nvSpPr>
          <p:cNvPr id="21518" name="Text Box 14"/>
          <p:cNvSpPr txBox="1">
            <a:spLocks noChangeArrowheads="1"/>
          </p:cNvSpPr>
          <p:nvPr/>
        </p:nvSpPr>
        <p:spPr bwMode="auto">
          <a:xfrm>
            <a:off x="5319970" y="1656533"/>
            <a:ext cx="2667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宋体" panose="02010600030101010101" pitchFamily="2" charset="-122"/>
              </a:rPr>
              <a:t>则圆的方程为</a:t>
            </a:r>
          </a:p>
        </p:txBody>
      </p:sp>
      <p:sp>
        <p:nvSpPr>
          <p:cNvPr id="21519" name="Text Box 15"/>
          <p:cNvSpPr txBox="1">
            <a:spLocks noChangeArrowheads="1"/>
          </p:cNvSpPr>
          <p:nvPr/>
        </p:nvSpPr>
        <p:spPr bwMode="auto">
          <a:xfrm>
            <a:off x="1100036" y="2755781"/>
            <a:ext cx="548184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宋体" panose="02010600030101010101" pitchFamily="2" charset="-122"/>
              </a:rPr>
              <a:t>垂直于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宋体" panose="02010600030101010101" pitchFamily="2" charset="-122"/>
              </a:rPr>
              <a:t>轴的截面是直角三角形</a:t>
            </a:r>
            <a:r>
              <a:rPr kumimoji="1" lang="en-US" altLang="zh-CN" sz="2800" b="1">
                <a:latin typeface="宋体" panose="02010600030101010101" pitchFamily="2" charset="-122"/>
              </a:rPr>
              <a:t>,</a:t>
            </a:r>
          </a:p>
        </p:txBody>
      </p:sp>
      <p:sp>
        <p:nvSpPr>
          <p:cNvPr id="21520" name="Text Box 16"/>
          <p:cNvSpPr txBox="1">
            <a:spLocks noChangeArrowheads="1"/>
          </p:cNvSpPr>
          <p:nvPr/>
        </p:nvSpPr>
        <p:spPr bwMode="auto">
          <a:xfrm>
            <a:off x="6454156" y="2719060"/>
            <a:ext cx="175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宋体" panose="02010600030101010101" pitchFamily="2" charset="-122"/>
              </a:rPr>
              <a:t>其面积为</a:t>
            </a:r>
          </a:p>
        </p:txBody>
      </p:sp>
      <p:graphicFrame>
        <p:nvGraphicFramePr>
          <p:cNvPr id="2152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1179606"/>
              </p:ext>
            </p:extLst>
          </p:nvPr>
        </p:nvGraphicFramePr>
        <p:xfrm>
          <a:off x="2304200" y="3230547"/>
          <a:ext cx="3524067" cy="9572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74640" imgH="406080" progId="Equation.DSMT4">
                  <p:embed/>
                </p:oleObj>
              </mc:Choice>
              <mc:Fallback>
                <p:oleObj name="Equation" r:id="rId10" imgW="1574640" imgH="406080" progId="Equation.DSMT4">
                  <p:embed/>
                  <p:pic>
                    <p:nvPicPr>
                      <p:cNvPr id="0" name="Picture 14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4200" y="3230547"/>
                        <a:ext cx="3524067" cy="95728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8637579"/>
              </p:ext>
            </p:extLst>
          </p:nvPr>
        </p:nvGraphicFramePr>
        <p:xfrm>
          <a:off x="6147049" y="3479801"/>
          <a:ext cx="1815853" cy="4587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76240" imgH="203040" progId="Equation.DSMT4">
                  <p:embed/>
                </p:oleObj>
              </mc:Choice>
              <mc:Fallback>
                <p:oleObj name="Equation" r:id="rId12" imgW="876240" imgH="203040" progId="Equation.DSMT4">
                  <p:embed/>
                  <p:pic>
                    <p:nvPicPr>
                      <p:cNvPr id="0" name="Picture 14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7049" y="3479801"/>
                        <a:ext cx="1815853" cy="45877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858361"/>
              </p:ext>
            </p:extLst>
          </p:nvPr>
        </p:nvGraphicFramePr>
        <p:xfrm>
          <a:off x="2465564" y="4439762"/>
          <a:ext cx="4056679" cy="9471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828800" imgH="406080" progId="Equation.DSMT4">
                  <p:embed/>
                </p:oleObj>
              </mc:Choice>
              <mc:Fallback>
                <p:oleObj name="Equation" r:id="rId14" imgW="1828800" imgH="406080" progId="Equation.DSMT4">
                  <p:embed/>
                  <p:pic>
                    <p:nvPicPr>
                      <p:cNvPr id="0" name="Picture 14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5564" y="4439762"/>
                        <a:ext cx="4056679" cy="94713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1899857"/>
              </p:ext>
            </p:extLst>
          </p:nvPr>
        </p:nvGraphicFramePr>
        <p:xfrm>
          <a:off x="2873375" y="5270500"/>
          <a:ext cx="323215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96800" imgH="406080" progId="Equation.DSMT4">
                  <p:embed/>
                </p:oleObj>
              </mc:Choice>
              <mc:Fallback>
                <p:oleObj name="Equation" r:id="rId16" imgW="1396800" imgH="406080" progId="Equation.DSMT4">
                  <p:embed/>
                  <p:pic>
                    <p:nvPicPr>
                      <p:cNvPr id="0" name="Picture 14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3375" y="5270500"/>
                        <a:ext cx="3232150" cy="977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9498996"/>
              </p:ext>
            </p:extLst>
          </p:nvPr>
        </p:nvGraphicFramePr>
        <p:xfrm>
          <a:off x="5951984" y="5373216"/>
          <a:ext cx="381818" cy="8492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77480" imgH="431640" progId="Equation.DSMT4">
                  <p:embed/>
                </p:oleObj>
              </mc:Choice>
              <mc:Fallback>
                <p:oleObj name="Equation" r:id="rId18" imgW="177480" imgH="431640" progId="Equation.DSMT4">
                  <p:embed/>
                  <p:pic>
                    <p:nvPicPr>
                      <p:cNvPr id="0" name="Picture 14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1984" y="5373216"/>
                        <a:ext cx="381818" cy="8492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8491189"/>
              </p:ext>
            </p:extLst>
          </p:nvPr>
        </p:nvGraphicFramePr>
        <p:xfrm>
          <a:off x="6384032" y="5301208"/>
          <a:ext cx="1828337" cy="9295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825480" imgH="406080" progId="Equation.DSMT4">
                  <p:embed/>
                </p:oleObj>
              </mc:Choice>
              <mc:Fallback>
                <p:oleObj name="Equation" r:id="rId20" imgW="825480" imgH="406080" progId="Equation.DSMT4">
                  <p:embed/>
                  <p:pic>
                    <p:nvPicPr>
                      <p:cNvPr id="0" name="Picture 14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4032" y="5301208"/>
                        <a:ext cx="1828337" cy="92954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7" name="Text Box 23"/>
          <p:cNvSpPr txBox="1">
            <a:spLocks noChangeArrowheads="1"/>
          </p:cNvSpPr>
          <p:nvPr/>
        </p:nvSpPr>
        <p:spPr bwMode="auto">
          <a:xfrm>
            <a:off x="1164318" y="4090988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宋体" panose="02010600030101010101" pitchFamily="2" charset="-122"/>
              </a:rPr>
              <a:t>利用对称性</a:t>
            </a:r>
          </a:p>
        </p:txBody>
      </p:sp>
      <p:sp>
        <p:nvSpPr>
          <p:cNvPr id="21528" name="Text Box 24"/>
          <p:cNvSpPr txBox="1">
            <a:spLocks noChangeArrowheads="1"/>
          </p:cNvSpPr>
          <p:nvPr/>
        </p:nvSpPr>
        <p:spPr bwMode="auto">
          <a:xfrm>
            <a:off x="4511824" y="1081088"/>
            <a:ext cx="612068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宋体" panose="02010600030101010101" pitchFamily="2" charset="-122"/>
              </a:rPr>
              <a:t>计算该平面截圆柱体所得立体的体积 </a:t>
            </a:r>
            <a:r>
              <a:rPr kumimoji="1" lang="en-US" altLang="zh-CN" sz="2800" b="1">
                <a:latin typeface="宋体" panose="02010600030101010101" pitchFamily="2" charset="-122"/>
              </a:rPr>
              <a:t>.</a:t>
            </a:r>
          </a:p>
        </p:txBody>
      </p:sp>
      <p:grpSp>
        <p:nvGrpSpPr>
          <p:cNvPr id="21529" name="Group 25"/>
          <p:cNvGrpSpPr>
            <a:grpSpLocks/>
          </p:cNvGrpSpPr>
          <p:nvPr/>
        </p:nvGrpSpPr>
        <p:grpSpPr bwMode="auto">
          <a:xfrm>
            <a:off x="9351964" y="3192463"/>
            <a:ext cx="820737" cy="1181100"/>
            <a:chOff x="1894" y="1248"/>
            <a:chExt cx="1034" cy="1488"/>
          </a:xfrm>
        </p:grpSpPr>
        <p:sp>
          <p:nvSpPr>
            <p:cNvPr id="20514" name="Line 26"/>
            <p:cNvSpPr>
              <a:spLocks noChangeShapeType="1"/>
            </p:cNvSpPr>
            <p:nvPr/>
          </p:nvSpPr>
          <p:spPr bwMode="auto">
            <a:xfrm flipV="1">
              <a:off x="1894" y="1248"/>
              <a:ext cx="1034" cy="147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5" name="Line 27"/>
            <p:cNvSpPr>
              <a:spLocks noChangeShapeType="1"/>
            </p:cNvSpPr>
            <p:nvPr/>
          </p:nvSpPr>
          <p:spPr bwMode="auto">
            <a:xfrm>
              <a:off x="2921" y="1299"/>
              <a:ext cx="0" cy="97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6" name="Line 28"/>
            <p:cNvSpPr>
              <a:spLocks noChangeShapeType="1"/>
            </p:cNvSpPr>
            <p:nvPr/>
          </p:nvSpPr>
          <p:spPr bwMode="auto">
            <a:xfrm flipV="1">
              <a:off x="1915" y="2275"/>
              <a:ext cx="1013" cy="46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533" name="Group 29"/>
          <p:cNvGrpSpPr>
            <a:grpSpLocks/>
          </p:cNvGrpSpPr>
          <p:nvPr/>
        </p:nvGrpSpPr>
        <p:grpSpPr bwMode="auto">
          <a:xfrm>
            <a:off x="8224839" y="3360738"/>
            <a:ext cx="2308225" cy="1993900"/>
            <a:chOff x="4221" y="2117"/>
            <a:chExt cx="1454" cy="1256"/>
          </a:xfrm>
        </p:grpSpPr>
        <p:graphicFrame>
          <p:nvGraphicFramePr>
            <p:cNvPr id="20508" name="Object 30"/>
            <p:cNvGraphicFramePr>
              <a:graphicFrameLocks noChangeAspect="1"/>
            </p:cNvGraphicFramePr>
            <p:nvPr/>
          </p:nvGraphicFramePr>
          <p:xfrm>
            <a:off x="4610" y="2640"/>
            <a:ext cx="190" cy="2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248760" imgH="258480" progId="Equation.3">
                    <p:embed/>
                  </p:oleObj>
                </mc:Choice>
                <mc:Fallback>
                  <p:oleObj name="Equation" r:id="rId22" imgW="248760" imgH="258480" progId="Equation.3">
                    <p:embed/>
                    <p:pic>
                      <p:nvPicPr>
                        <p:cNvPr id="0" name="Picture 14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10" y="2640"/>
                          <a:ext cx="190" cy="20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9" name="Object 31"/>
            <p:cNvGraphicFramePr>
              <a:graphicFrameLocks noChangeAspect="1"/>
            </p:cNvGraphicFramePr>
            <p:nvPr/>
          </p:nvGraphicFramePr>
          <p:xfrm>
            <a:off x="5000" y="2932"/>
            <a:ext cx="229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95760" imgH="105120" progId="Equation.3">
                    <p:embed/>
                  </p:oleObj>
                </mc:Choice>
                <mc:Fallback>
                  <p:oleObj name="Equation" r:id="rId24" imgW="95760" imgH="105120" progId="Equation.3">
                    <p:embed/>
                    <p:pic>
                      <p:nvPicPr>
                        <p:cNvPr id="0" name="Picture 14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00" y="2932"/>
                          <a:ext cx="229" cy="24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10" name="Line 32"/>
            <p:cNvSpPr>
              <a:spLocks noChangeShapeType="1"/>
            </p:cNvSpPr>
            <p:nvPr/>
          </p:nvSpPr>
          <p:spPr bwMode="auto">
            <a:xfrm>
              <a:off x="4221" y="2203"/>
              <a:ext cx="1292" cy="100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1" name="Line 33"/>
            <p:cNvSpPr>
              <a:spLocks noChangeShapeType="1"/>
            </p:cNvSpPr>
            <p:nvPr/>
          </p:nvSpPr>
          <p:spPr bwMode="auto">
            <a:xfrm flipV="1">
              <a:off x="4811" y="2307"/>
              <a:ext cx="864" cy="3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0512" name="Object 34"/>
            <p:cNvGraphicFramePr>
              <a:graphicFrameLocks noChangeAspect="1"/>
            </p:cNvGraphicFramePr>
            <p:nvPr/>
          </p:nvGraphicFramePr>
          <p:xfrm>
            <a:off x="5324" y="3221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72080" imgH="181800" progId="Equation.3">
                    <p:embed/>
                  </p:oleObj>
                </mc:Choice>
                <mc:Fallback>
                  <p:oleObj name="Equation" r:id="rId26" imgW="172080" imgH="181800" progId="Equation.3">
                    <p:embed/>
                    <p:pic>
                      <p:nvPicPr>
                        <p:cNvPr id="0" name="Picture 14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4" y="3221"/>
                          <a:ext cx="144" cy="15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13" name="Object 35"/>
            <p:cNvGraphicFramePr>
              <a:graphicFrameLocks noChangeAspect="1"/>
            </p:cNvGraphicFramePr>
            <p:nvPr/>
          </p:nvGraphicFramePr>
          <p:xfrm>
            <a:off x="5516" y="2117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181800" imgH="258480" progId="Equation.3">
                    <p:embed/>
                  </p:oleObj>
                </mc:Choice>
                <mc:Fallback>
                  <p:oleObj name="Equation" r:id="rId28" imgW="181800" imgH="258480" progId="Equation.3">
                    <p:embed/>
                    <p:pic>
                      <p:nvPicPr>
                        <p:cNvPr id="0" name="Picture 14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16" y="2117"/>
                          <a:ext cx="152" cy="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540" name="Object 36"/>
          <p:cNvGraphicFramePr>
            <a:graphicFrameLocks noChangeAspect="1"/>
          </p:cNvGraphicFramePr>
          <p:nvPr/>
        </p:nvGraphicFramePr>
        <p:xfrm>
          <a:off x="9151939" y="4419600"/>
          <a:ext cx="219075" cy="230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72080" imgH="181800" progId="Equation.3">
                  <p:embed/>
                </p:oleObj>
              </mc:Choice>
              <mc:Fallback>
                <p:oleObj name="Equation" r:id="rId30" imgW="172080" imgH="181800" progId="Equation.3">
                  <p:embed/>
                  <p:pic>
                    <p:nvPicPr>
                      <p:cNvPr id="0" name="Picture 14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51939" y="4419600"/>
                        <a:ext cx="219075" cy="230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41" name="Line 37"/>
          <p:cNvSpPr>
            <a:spLocks noChangeShapeType="1"/>
          </p:cNvSpPr>
          <p:nvPr/>
        </p:nvSpPr>
        <p:spPr bwMode="auto">
          <a:xfrm flipV="1">
            <a:off x="9191626" y="4005263"/>
            <a:ext cx="936625" cy="215900"/>
          </a:xfrm>
          <a:prstGeom prst="line">
            <a:avLst/>
          </a:prstGeom>
          <a:noFill/>
          <a:ln w="19050">
            <a:solidFill>
              <a:schemeClr val="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42" name="Line 38"/>
          <p:cNvSpPr>
            <a:spLocks noChangeShapeType="1"/>
          </p:cNvSpPr>
          <p:nvPr/>
        </p:nvSpPr>
        <p:spPr bwMode="auto">
          <a:xfrm flipH="1">
            <a:off x="9120189" y="4221163"/>
            <a:ext cx="720725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1543" name="Object 39"/>
          <p:cNvGraphicFramePr>
            <a:graphicFrameLocks noChangeAspect="1"/>
          </p:cNvGraphicFramePr>
          <p:nvPr/>
        </p:nvGraphicFramePr>
        <p:xfrm>
          <a:off x="8399464" y="5005388"/>
          <a:ext cx="1152525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659880" imgH="210600" progId="Equation.3">
                  <p:embed/>
                </p:oleObj>
              </mc:Choice>
              <mc:Fallback>
                <p:oleObj name="公式" r:id="rId32" imgW="659880" imgH="210600" progId="Equation.3">
                  <p:embed/>
                  <p:pic>
                    <p:nvPicPr>
                      <p:cNvPr id="0" name="Picture 14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9464" y="5005388"/>
                        <a:ext cx="1152525" cy="430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44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6484150"/>
              </p:ext>
            </p:extLst>
          </p:nvPr>
        </p:nvGraphicFramePr>
        <p:xfrm>
          <a:off x="8662988" y="1847850"/>
          <a:ext cx="174783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091880" imgH="266400" progId="Equation.DSMT4">
                  <p:embed/>
                </p:oleObj>
              </mc:Choice>
              <mc:Fallback>
                <p:oleObj name="Equation" r:id="rId34" imgW="1091880" imgH="266400" progId="Equation.DSMT4">
                  <p:embed/>
                  <p:pic>
                    <p:nvPicPr>
                      <p:cNvPr id="0" name="Picture 14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62988" y="1847850"/>
                        <a:ext cx="1747837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45" name="Line 41"/>
          <p:cNvSpPr>
            <a:spLocks noChangeShapeType="1"/>
          </p:cNvSpPr>
          <p:nvPr/>
        </p:nvSpPr>
        <p:spPr bwMode="auto">
          <a:xfrm flipH="1" flipV="1">
            <a:off x="9551988" y="2349500"/>
            <a:ext cx="576262" cy="1149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483093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5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1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1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1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1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1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1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21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1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1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1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1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1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21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2" grpId="0" build="p" autoUpdateAnimBg="0" advAuto="0"/>
      <p:bldP spid="21517" grpId="0" autoUpdateAnimBg="0"/>
      <p:bldP spid="21518" grpId="0" autoUpdateAnimBg="0"/>
      <p:bldP spid="21519" grpId="0" autoUpdateAnimBg="0"/>
      <p:bldP spid="21520" grpId="0" autoUpdateAnimBg="0"/>
      <p:bldP spid="21527" grpId="0" autoUpdateAnimBg="0"/>
      <p:bldP spid="21528" grpId="0" build="p" autoUpdateAnimBg="0"/>
      <p:bldP spid="21541" grpId="0" animBg="1"/>
      <p:bldP spid="21542" grpId="0" animBg="1"/>
      <p:bldP spid="2154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roup 2"/>
          <p:cNvGrpSpPr>
            <a:grpSpLocks/>
          </p:cNvGrpSpPr>
          <p:nvPr/>
        </p:nvGrpSpPr>
        <p:grpSpPr bwMode="auto">
          <a:xfrm>
            <a:off x="7620000" y="1219201"/>
            <a:ext cx="2654300" cy="2587625"/>
            <a:chOff x="3840" y="768"/>
            <a:chExt cx="1672" cy="1630"/>
          </a:xfrm>
        </p:grpSpPr>
        <p:grpSp>
          <p:nvGrpSpPr>
            <p:cNvPr id="21528" name="Group 3"/>
            <p:cNvGrpSpPr>
              <a:grpSpLocks/>
            </p:cNvGrpSpPr>
            <p:nvPr/>
          </p:nvGrpSpPr>
          <p:grpSpPr bwMode="auto">
            <a:xfrm>
              <a:off x="3840" y="768"/>
              <a:ext cx="1672" cy="1630"/>
              <a:chOff x="3840" y="768"/>
              <a:chExt cx="1672" cy="1630"/>
            </a:xfrm>
          </p:grpSpPr>
          <p:graphicFrame>
            <p:nvGraphicFramePr>
              <p:cNvPr id="21533" name="Object 4"/>
              <p:cNvGraphicFramePr>
                <a:graphicFrameLocks noChangeAspect="1"/>
              </p:cNvGraphicFramePr>
              <p:nvPr/>
            </p:nvGraphicFramePr>
            <p:xfrm>
              <a:off x="3998" y="768"/>
              <a:ext cx="1146" cy="1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BMP 图象" r:id="rId2" imgW="1819529" imgH="2019048" progId="PBrush">
                      <p:embed/>
                    </p:oleObj>
                  </mc:Choice>
                  <mc:Fallback>
                    <p:oleObj name="BMP 图象" r:id="rId2" imgW="1819529" imgH="2019048" progId="PBrush">
                      <p:embed/>
                      <p:pic>
                        <p:nvPicPr>
                          <p:cNvPr id="0" name="Picture 136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98" y="768"/>
                            <a:ext cx="1146" cy="127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1534" name="Arc 5"/>
              <p:cNvSpPr>
                <a:spLocks/>
              </p:cNvSpPr>
              <p:nvPr/>
            </p:nvSpPr>
            <p:spPr bwMode="auto">
              <a:xfrm>
                <a:off x="4391" y="1551"/>
                <a:ext cx="186" cy="163"/>
              </a:xfrm>
              <a:custGeom>
                <a:avLst/>
                <a:gdLst>
                  <a:gd name="T0" fmla="*/ 0 w 19886"/>
                  <a:gd name="T1" fmla="*/ 0 h 17541"/>
                  <a:gd name="T2" fmla="*/ 0 w 19886"/>
                  <a:gd name="T3" fmla="*/ 0 h 17541"/>
                  <a:gd name="T4" fmla="*/ 0 w 19886"/>
                  <a:gd name="T5" fmla="*/ 0 h 1754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886" h="17541" fill="none" extrusionOk="0">
                    <a:moveTo>
                      <a:pt x="12604" y="-1"/>
                    </a:moveTo>
                    <a:cubicBezTo>
                      <a:pt x="15820" y="2311"/>
                      <a:pt x="18339" y="5462"/>
                      <a:pt x="19886" y="9108"/>
                    </a:cubicBezTo>
                  </a:path>
                  <a:path w="19886" h="17541" stroke="0" extrusionOk="0">
                    <a:moveTo>
                      <a:pt x="12604" y="-1"/>
                    </a:moveTo>
                    <a:cubicBezTo>
                      <a:pt x="15820" y="2311"/>
                      <a:pt x="18339" y="5462"/>
                      <a:pt x="19886" y="9108"/>
                    </a:cubicBezTo>
                    <a:lnTo>
                      <a:pt x="0" y="17541"/>
                    </a:lnTo>
                    <a:lnTo>
                      <a:pt x="12604" y="-1"/>
                    </a:lnTo>
                    <a:close/>
                  </a:path>
                </a:pathLst>
              </a:cu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1535" name="Object 6"/>
              <p:cNvGraphicFramePr>
                <a:graphicFrameLocks noChangeAspect="1"/>
              </p:cNvGraphicFramePr>
              <p:nvPr/>
            </p:nvGraphicFramePr>
            <p:xfrm>
              <a:off x="4226" y="1680"/>
              <a:ext cx="190" cy="20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248760" imgH="258480" progId="Equation.3">
                      <p:embed/>
                    </p:oleObj>
                  </mc:Choice>
                  <mc:Fallback>
                    <p:oleObj name="Equation" r:id="rId4" imgW="248760" imgH="258480" progId="Equation.3">
                      <p:embed/>
                      <p:pic>
                        <p:nvPicPr>
                          <p:cNvPr id="0" name="Picture 136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26" y="1680"/>
                            <a:ext cx="190" cy="20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36" name="Object 7"/>
              <p:cNvGraphicFramePr>
                <a:graphicFrameLocks noChangeAspect="1"/>
              </p:cNvGraphicFramePr>
              <p:nvPr/>
            </p:nvGraphicFramePr>
            <p:xfrm>
              <a:off x="4619" y="1957"/>
              <a:ext cx="229" cy="2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95760" imgH="105120" progId="Equation.3">
                      <p:embed/>
                    </p:oleObj>
                  </mc:Choice>
                  <mc:Fallback>
                    <p:oleObj name="Equation" r:id="rId6" imgW="95760" imgH="105120" progId="Equation.3">
                      <p:embed/>
                      <p:pic>
                        <p:nvPicPr>
                          <p:cNvPr id="0" name="Picture 136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19" y="1957"/>
                            <a:ext cx="229" cy="24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1537" name="Line 8"/>
              <p:cNvSpPr>
                <a:spLocks noChangeShapeType="1"/>
              </p:cNvSpPr>
              <p:nvPr/>
            </p:nvSpPr>
            <p:spPr bwMode="auto">
              <a:xfrm>
                <a:off x="3840" y="1233"/>
                <a:ext cx="1292" cy="100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38" name="Line 9"/>
              <p:cNvSpPr>
                <a:spLocks noChangeShapeType="1"/>
              </p:cNvSpPr>
              <p:nvPr/>
            </p:nvSpPr>
            <p:spPr bwMode="auto">
              <a:xfrm flipV="1">
                <a:off x="4430" y="1310"/>
                <a:ext cx="864" cy="3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1539" name="Object 10"/>
              <p:cNvGraphicFramePr>
                <a:graphicFrameLocks noChangeAspect="1"/>
              </p:cNvGraphicFramePr>
              <p:nvPr/>
            </p:nvGraphicFramePr>
            <p:xfrm>
              <a:off x="4943" y="2246"/>
              <a:ext cx="144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172080" imgH="181800" progId="Equation.3">
                      <p:embed/>
                    </p:oleObj>
                  </mc:Choice>
                  <mc:Fallback>
                    <p:oleObj name="Equation" r:id="rId8" imgW="172080" imgH="181800" progId="Equation.3">
                      <p:embed/>
                      <p:pic>
                        <p:nvPicPr>
                          <p:cNvPr id="0" name="Picture 136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43" y="2246"/>
                            <a:ext cx="144" cy="15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40" name="Object 11"/>
              <p:cNvGraphicFramePr>
                <a:graphicFrameLocks noChangeAspect="1"/>
              </p:cNvGraphicFramePr>
              <p:nvPr/>
            </p:nvGraphicFramePr>
            <p:xfrm>
              <a:off x="5003" y="1864"/>
              <a:ext cx="509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774720" imgH="353880" progId="Equation.3">
                      <p:embed/>
                    </p:oleObj>
                  </mc:Choice>
                  <mc:Fallback>
                    <p:oleObj name="Equation" r:id="rId10" imgW="774720" imgH="353880" progId="Equation.3">
                      <p:embed/>
                      <p:pic>
                        <p:nvPicPr>
                          <p:cNvPr id="0" name="Picture 136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03" y="1864"/>
                            <a:ext cx="509" cy="24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1529" name="Object 12"/>
            <p:cNvGraphicFramePr>
              <a:graphicFrameLocks noChangeAspect="1"/>
            </p:cNvGraphicFramePr>
            <p:nvPr/>
          </p:nvGraphicFramePr>
          <p:xfrm>
            <a:off x="4080" y="1631"/>
            <a:ext cx="160" cy="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10240" imgH="181800" progId="Equation.3">
                    <p:embed/>
                  </p:oleObj>
                </mc:Choice>
                <mc:Fallback>
                  <p:oleObj name="Equation" r:id="rId12" imgW="210240" imgH="181800" progId="Equation.3">
                    <p:embed/>
                    <p:pic>
                      <p:nvPicPr>
                        <p:cNvPr id="0" name="Picture 136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1631"/>
                          <a:ext cx="160" cy="14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30" name="Freeform 13"/>
            <p:cNvSpPr>
              <a:spLocks/>
            </p:cNvSpPr>
            <p:nvPr/>
          </p:nvSpPr>
          <p:spPr bwMode="auto">
            <a:xfrm>
              <a:off x="4176" y="1536"/>
              <a:ext cx="336" cy="96"/>
            </a:xfrm>
            <a:custGeom>
              <a:avLst/>
              <a:gdLst>
                <a:gd name="T0" fmla="*/ 0 w 336"/>
                <a:gd name="T1" fmla="*/ 96 h 96"/>
                <a:gd name="T2" fmla="*/ 144 w 336"/>
                <a:gd name="T3" fmla="*/ 0 h 96"/>
                <a:gd name="T4" fmla="*/ 336 w 336"/>
                <a:gd name="T5" fmla="*/ 96 h 9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6" h="96">
                  <a:moveTo>
                    <a:pt x="0" y="96"/>
                  </a:moveTo>
                  <a:cubicBezTo>
                    <a:pt x="44" y="48"/>
                    <a:pt x="88" y="0"/>
                    <a:pt x="144" y="0"/>
                  </a:cubicBezTo>
                  <a:cubicBezTo>
                    <a:pt x="200" y="0"/>
                    <a:pt x="268" y="48"/>
                    <a:pt x="336" y="96"/>
                  </a:cubicBez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1531" name="Object 14"/>
            <p:cNvGraphicFramePr>
              <a:graphicFrameLocks noChangeAspect="1"/>
            </p:cNvGraphicFramePr>
            <p:nvPr/>
          </p:nvGraphicFramePr>
          <p:xfrm>
            <a:off x="5135" y="1142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81800" imgH="258480" progId="Equation.3">
                    <p:embed/>
                  </p:oleObj>
                </mc:Choice>
                <mc:Fallback>
                  <p:oleObj name="Equation" r:id="rId14" imgW="181800" imgH="258480" progId="Equation.3">
                    <p:embed/>
                    <p:pic>
                      <p:nvPicPr>
                        <p:cNvPr id="0" name="Picture 13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5" y="1142"/>
                          <a:ext cx="152" cy="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32" name="Object 15"/>
            <p:cNvGraphicFramePr>
              <a:graphicFrameLocks noChangeAspect="1"/>
            </p:cNvGraphicFramePr>
            <p:nvPr/>
          </p:nvGraphicFramePr>
          <p:xfrm>
            <a:off x="4848" y="1275"/>
            <a:ext cx="158" cy="1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219960" imgH="239040" progId="Equation.3">
                    <p:embed/>
                  </p:oleObj>
                </mc:Choice>
                <mc:Fallback>
                  <p:oleObj name="Equation" r:id="rId16" imgW="219960" imgH="239040" progId="Equation.3">
                    <p:embed/>
                    <p:pic>
                      <p:nvPicPr>
                        <p:cNvPr id="0" name="Picture 13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1275"/>
                          <a:ext cx="158" cy="16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544" name="Group 16"/>
          <p:cNvGrpSpPr>
            <a:grpSpLocks/>
          </p:cNvGrpSpPr>
          <p:nvPr/>
        </p:nvGrpSpPr>
        <p:grpSpPr bwMode="auto">
          <a:xfrm>
            <a:off x="8382000" y="1727200"/>
            <a:ext cx="1143000" cy="1219200"/>
            <a:chOff x="4320" y="1088"/>
            <a:chExt cx="720" cy="768"/>
          </a:xfrm>
        </p:grpSpPr>
        <p:sp>
          <p:nvSpPr>
            <p:cNvPr id="21526" name="Freeform 17"/>
            <p:cNvSpPr>
              <a:spLocks/>
            </p:cNvSpPr>
            <p:nvPr/>
          </p:nvSpPr>
          <p:spPr bwMode="auto">
            <a:xfrm>
              <a:off x="4320" y="1088"/>
              <a:ext cx="720" cy="768"/>
            </a:xfrm>
            <a:custGeom>
              <a:avLst/>
              <a:gdLst>
                <a:gd name="T0" fmla="*/ 0 w 720"/>
                <a:gd name="T1" fmla="*/ 0 h 768"/>
                <a:gd name="T2" fmla="*/ 0 w 720"/>
                <a:gd name="T3" fmla="*/ 240 h 768"/>
                <a:gd name="T4" fmla="*/ 720 w 720"/>
                <a:gd name="T5" fmla="*/ 768 h 768"/>
                <a:gd name="T6" fmla="*/ 720 w 720"/>
                <a:gd name="T7" fmla="*/ 576 h 768"/>
                <a:gd name="T8" fmla="*/ 0 w 720"/>
                <a:gd name="T9" fmla="*/ 0 h 7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0" h="768">
                  <a:moveTo>
                    <a:pt x="0" y="0"/>
                  </a:moveTo>
                  <a:lnTo>
                    <a:pt x="0" y="240"/>
                  </a:lnTo>
                  <a:lnTo>
                    <a:pt x="720" y="768"/>
                  </a:lnTo>
                  <a:lnTo>
                    <a:pt x="720" y="5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B2B2">
                <a:alpha val="50195"/>
              </a:srgbClr>
            </a:solidFill>
            <a:ln w="9525">
              <a:solidFill>
                <a:srgbClr val="B2B2B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7" name="Line 18"/>
            <p:cNvSpPr>
              <a:spLocks noChangeShapeType="1"/>
            </p:cNvSpPr>
            <p:nvPr/>
          </p:nvSpPr>
          <p:spPr bwMode="auto">
            <a:xfrm>
              <a:off x="4656" y="1344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508" name="Rectangle 19"/>
          <p:cNvSpPr>
            <a:spLocks noGrp="1" noChangeArrowheads="1"/>
          </p:cNvSpPr>
          <p:nvPr>
            <p:ph type="title"/>
          </p:nvPr>
        </p:nvSpPr>
        <p:spPr>
          <a:xfrm>
            <a:off x="1842980" y="820738"/>
            <a:ext cx="5336717" cy="609600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思考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en-US" altLang="zh-CN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可否选择</a:t>
            </a:r>
            <a:r>
              <a:rPr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en-US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作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积分变量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22548" name="Text Box 20"/>
          <p:cNvSpPr txBox="1">
            <a:spLocks noChangeArrowheads="1"/>
          </p:cNvSpPr>
          <p:nvPr/>
        </p:nvSpPr>
        <p:spPr bwMode="auto">
          <a:xfrm>
            <a:off x="2325688" y="1563486"/>
            <a:ext cx="44910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宋体" panose="02010600030101010101" pitchFamily="2" charset="-122"/>
              </a:rPr>
              <a:t>此时截面面积函数是什么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?</a:t>
            </a:r>
          </a:p>
        </p:txBody>
      </p:sp>
      <p:sp>
        <p:nvSpPr>
          <p:cNvPr id="22549" name="Text Box 21"/>
          <p:cNvSpPr txBox="1">
            <a:spLocks noChangeArrowheads="1"/>
          </p:cNvSpPr>
          <p:nvPr/>
        </p:nvSpPr>
        <p:spPr bwMode="auto">
          <a:xfrm>
            <a:off x="2352651" y="2156122"/>
            <a:ext cx="4191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宋体" panose="02010600030101010101" pitchFamily="2" charset="-122"/>
              </a:rPr>
              <a:t>如何用定积分表示体积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?</a:t>
            </a:r>
          </a:p>
        </p:txBody>
      </p:sp>
      <p:graphicFrame>
        <p:nvGraphicFramePr>
          <p:cNvPr id="22550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06664"/>
              </p:ext>
            </p:extLst>
          </p:nvPr>
        </p:nvGraphicFramePr>
        <p:xfrm>
          <a:off x="2938861" y="3433606"/>
          <a:ext cx="1195600" cy="538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82400" imgH="203040" progId="Equation.DSMT4">
                  <p:embed/>
                </p:oleObj>
              </mc:Choice>
              <mc:Fallback>
                <p:oleObj name="Equation" r:id="rId18" imgW="482400" imgH="203040" progId="Equation.DSMT4">
                  <p:embed/>
                  <p:pic>
                    <p:nvPicPr>
                      <p:cNvPr id="0" name="Picture 13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8861" y="3433606"/>
                        <a:ext cx="1195600" cy="5380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51" name="Text Box 23"/>
          <p:cNvSpPr txBox="1">
            <a:spLocks noChangeArrowheads="1"/>
          </p:cNvSpPr>
          <p:nvPr/>
        </p:nvSpPr>
        <p:spPr bwMode="auto">
          <a:xfrm>
            <a:off x="2351485" y="2946400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提示</a:t>
            </a:r>
            <a:r>
              <a:rPr kumimoji="1"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:</a:t>
            </a:r>
          </a:p>
        </p:txBody>
      </p:sp>
      <p:graphicFrame>
        <p:nvGraphicFramePr>
          <p:cNvPr id="22552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9528349"/>
              </p:ext>
            </p:extLst>
          </p:nvPr>
        </p:nvGraphicFramePr>
        <p:xfrm>
          <a:off x="4134461" y="3433606"/>
          <a:ext cx="1802364" cy="5429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749160" imgH="203040" progId="Equation.DSMT4">
                  <p:embed/>
                </p:oleObj>
              </mc:Choice>
              <mc:Fallback>
                <p:oleObj name="Equation" r:id="rId20" imgW="749160" imgH="203040" progId="Equation.DSMT4">
                  <p:embed/>
                  <p:pic>
                    <p:nvPicPr>
                      <p:cNvPr id="0" name="Picture 13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4461" y="3433606"/>
                        <a:ext cx="1802364" cy="54292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53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3299693"/>
              </p:ext>
            </p:extLst>
          </p:nvPr>
        </p:nvGraphicFramePr>
        <p:xfrm>
          <a:off x="3733851" y="3953623"/>
          <a:ext cx="3181198" cy="7159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346040" imgH="279360" progId="Equation.DSMT4">
                  <p:embed/>
                </p:oleObj>
              </mc:Choice>
              <mc:Fallback>
                <p:oleObj name="Equation" r:id="rId22" imgW="1346040" imgH="279360" progId="Equation.DSMT4">
                  <p:embed/>
                  <p:pic>
                    <p:nvPicPr>
                      <p:cNvPr id="0" name="Picture 13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51" y="3953623"/>
                        <a:ext cx="3181198" cy="71595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54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6358532"/>
              </p:ext>
            </p:extLst>
          </p:nvPr>
        </p:nvGraphicFramePr>
        <p:xfrm>
          <a:off x="3040573" y="4890399"/>
          <a:ext cx="691564" cy="4790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79360" imgH="177480" progId="Equation.DSMT4">
                  <p:embed/>
                </p:oleObj>
              </mc:Choice>
              <mc:Fallback>
                <p:oleObj name="Equation" r:id="rId24" imgW="279360" imgH="177480" progId="Equation.DSMT4">
                  <p:embed/>
                  <p:pic>
                    <p:nvPicPr>
                      <p:cNvPr id="0" name="Picture 13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0573" y="4890399"/>
                        <a:ext cx="691564" cy="47905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55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5884121"/>
              </p:ext>
            </p:extLst>
          </p:nvPr>
        </p:nvGraphicFramePr>
        <p:xfrm>
          <a:off x="3699153" y="4729006"/>
          <a:ext cx="1758393" cy="8375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749160" imgH="342720" progId="Equation.DSMT4">
                  <p:embed/>
                </p:oleObj>
              </mc:Choice>
              <mc:Fallback>
                <p:oleObj name="Equation" r:id="rId26" imgW="749160" imgH="342720" progId="Equation.DSMT4">
                  <p:embed/>
                  <p:pic>
                    <p:nvPicPr>
                      <p:cNvPr id="0" name="Picture 13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9153" y="4729006"/>
                        <a:ext cx="1758393" cy="8375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56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6809399"/>
              </p:ext>
            </p:extLst>
          </p:nvPr>
        </p:nvGraphicFramePr>
        <p:xfrm>
          <a:off x="5217319" y="4703028"/>
          <a:ext cx="2130425" cy="70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914400" imgH="279360" progId="Equation.DSMT4">
                  <p:embed/>
                </p:oleObj>
              </mc:Choice>
              <mc:Fallback>
                <p:oleObj name="Equation" r:id="rId28" imgW="914400" imgH="279360" progId="Equation.DSMT4">
                  <p:embed/>
                  <p:pic>
                    <p:nvPicPr>
                      <p:cNvPr id="0" name="Picture 13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7319" y="4703028"/>
                        <a:ext cx="2130425" cy="700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57" name="Line 29"/>
          <p:cNvSpPr>
            <a:spLocks noChangeShapeType="1"/>
          </p:cNvSpPr>
          <p:nvPr/>
        </p:nvSpPr>
        <p:spPr bwMode="auto">
          <a:xfrm>
            <a:off x="8543926" y="2708275"/>
            <a:ext cx="936625" cy="215900"/>
          </a:xfrm>
          <a:prstGeom prst="line">
            <a:avLst/>
          </a:prstGeom>
          <a:noFill/>
          <a:ln w="19050">
            <a:solidFill>
              <a:schemeClr val="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58" name="Line 30"/>
          <p:cNvSpPr>
            <a:spLocks noChangeShapeType="1"/>
          </p:cNvSpPr>
          <p:nvPr/>
        </p:nvSpPr>
        <p:spPr bwMode="auto">
          <a:xfrm flipV="1">
            <a:off x="8543925" y="2492375"/>
            <a:ext cx="431800" cy="2159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59" name="Line 31"/>
          <p:cNvSpPr>
            <a:spLocks noChangeShapeType="1"/>
          </p:cNvSpPr>
          <p:nvPr/>
        </p:nvSpPr>
        <p:spPr bwMode="auto">
          <a:xfrm>
            <a:off x="8904288" y="2133600"/>
            <a:ext cx="0" cy="3810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60" name="Line 32"/>
          <p:cNvSpPr>
            <a:spLocks noChangeShapeType="1"/>
          </p:cNvSpPr>
          <p:nvPr/>
        </p:nvSpPr>
        <p:spPr bwMode="auto">
          <a:xfrm>
            <a:off x="8904288" y="2492375"/>
            <a:ext cx="576262" cy="4318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61" name="Line 33"/>
          <p:cNvSpPr>
            <a:spLocks noChangeShapeType="1"/>
          </p:cNvSpPr>
          <p:nvPr/>
        </p:nvSpPr>
        <p:spPr bwMode="auto">
          <a:xfrm flipH="1">
            <a:off x="8472489" y="2708275"/>
            <a:ext cx="649287" cy="865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2562" name="Object 34"/>
          <p:cNvGraphicFramePr>
            <a:graphicFrameLocks noChangeAspect="1"/>
          </p:cNvGraphicFramePr>
          <p:nvPr/>
        </p:nvGraphicFramePr>
        <p:xfrm>
          <a:off x="7759700" y="3644901"/>
          <a:ext cx="1576388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898920" imgH="219960" progId="Equation.3">
                  <p:embed/>
                </p:oleObj>
              </mc:Choice>
              <mc:Fallback>
                <p:oleObj name="公式" r:id="rId30" imgW="898920" imgH="219960" progId="Equation.3">
                  <p:embed/>
                  <p:pic>
                    <p:nvPicPr>
                      <p:cNvPr id="0" name="Picture 13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9700" y="3644901"/>
                        <a:ext cx="1576388" cy="460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63" name="Object 35"/>
          <p:cNvGraphicFramePr>
            <a:graphicFrameLocks noChangeAspect="1"/>
          </p:cNvGraphicFramePr>
          <p:nvPr/>
        </p:nvGraphicFramePr>
        <p:xfrm>
          <a:off x="8040688" y="769938"/>
          <a:ext cx="1008062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516240" imgH="143640" progId="Equation.3">
                  <p:embed/>
                </p:oleObj>
              </mc:Choice>
              <mc:Fallback>
                <p:oleObj name="公式" r:id="rId32" imgW="516240" imgH="143640" progId="Equation.3">
                  <p:embed/>
                  <p:pic>
                    <p:nvPicPr>
                      <p:cNvPr id="0" name="Picture 13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0688" y="769938"/>
                        <a:ext cx="1008062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64" name="Line 36"/>
          <p:cNvSpPr>
            <a:spLocks noChangeShapeType="1"/>
          </p:cNvSpPr>
          <p:nvPr/>
        </p:nvSpPr>
        <p:spPr bwMode="auto">
          <a:xfrm flipH="1" flipV="1">
            <a:off x="8328026" y="1196975"/>
            <a:ext cx="576263" cy="1149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33600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2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2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2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2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2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2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2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2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2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2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2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2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2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48" grpId="0" autoUpdateAnimBg="0"/>
      <p:bldP spid="22549" grpId="0" autoUpdateAnimBg="0"/>
      <p:bldP spid="22551" grpId="0" autoUpdateAnimBg="0"/>
      <p:bldP spid="22557" grpId="0" animBg="1"/>
      <p:bldP spid="22558" grpId="0" animBg="1"/>
      <p:bldP spid="22559" grpId="0" animBg="1"/>
      <p:bldP spid="22560" grpId="0" animBg="1"/>
      <p:bldP spid="22561" grpId="0" animBg="1"/>
      <p:bldP spid="2256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4" name="Object 2"/>
          <p:cNvGraphicFramePr>
            <a:graphicFrameLocks noChangeAspect="1"/>
          </p:cNvGraphicFramePr>
          <p:nvPr/>
        </p:nvGraphicFramePr>
        <p:xfrm>
          <a:off x="8610601" y="3810001"/>
          <a:ext cx="828675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2" imgW="828791" imgH="1057423" progId="PBrush">
                  <p:embed/>
                </p:oleObj>
              </mc:Choice>
              <mc:Fallback>
                <p:oleObj name="BMP 图象" r:id="rId2" imgW="828791" imgH="1057423" progId="PBrush">
                  <p:embed/>
                  <p:pic>
                    <p:nvPicPr>
                      <p:cNvPr id="0" name="Picture 2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0601" y="3810001"/>
                        <a:ext cx="828675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5" name="Object 3"/>
          <p:cNvGraphicFramePr>
            <a:graphicFrameLocks noChangeAspect="1"/>
          </p:cNvGraphicFramePr>
          <p:nvPr/>
        </p:nvGraphicFramePr>
        <p:xfrm>
          <a:off x="7664451" y="3397251"/>
          <a:ext cx="1914525" cy="185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4" imgW="1914286" imgH="1857143" progId="PBrush">
                  <p:embed/>
                </p:oleObj>
              </mc:Choice>
              <mc:Fallback>
                <p:oleObj name="BMP 图象" r:id="rId4" imgW="1914286" imgH="1857143" progId="PBrush">
                  <p:embed/>
                  <p:pic>
                    <p:nvPicPr>
                      <p:cNvPr id="0" name="Picture 2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4451" y="3397251"/>
                        <a:ext cx="1914525" cy="185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6" name="Object 4"/>
          <p:cNvGraphicFramePr>
            <a:graphicFrameLocks noChangeAspect="1"/>
          </p:cNvGraphicFramePr>
          <p:nvPr/>
        </p:nvGraphicFramePr>
        <p:xfrm>
          <a:off x="5029201" y="3457576"/>
          <a:ext cx="1762125" cy="172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6" imgW="1762371" imgH="1724266" progId="PBrush">
                  <p:embed/>
                </p:oleObj>
              </mc:Choice>
              <mc:Fallback>
                <p:oleObj name="BMP 图象" r:id="rId6" imgW="1762371" imgH="1724266" progId="PBrush">
                  <p:embed/>
                  <p:pic>
                    <p:nvPicPr>
                      <p:cNvPr id="0" name="Picture 2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1" y="3457576"/>
                        <a:ext cx="1762125" cy="172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7" name="Line 5"/>
          <p:cNvSpPr>
            <a:spLocks noChangeShapeType="1"/>
          </p:cNvSpPr>
          <p:nvPr/>
        </p:nvSpPr>
        <p:spPr bwMode="auto">
          <a:xfrm>
            <a:off x="8610600" y="3581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8" name="Rectangle 6"/>
          <p:cNvSpPr>
            <a:spLocks noChangeArrowheads="1"/>
          </p:cNvSpPr>
          <p:nvPr/>
        </p:nvSpPr>
        <p:spPr bwMode="auto">
          <a:xfrm>
            <a:off x="3581400" y="3714750"/>
            <a:ext cx="533400" cy="1066800"/>
          </a:xfrm>
          <a:prstGeom prst="rect">
            <a:avLst/>
          </a:prstGeom>
          <a:solidFill>
            <a:srgbClr val="FF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3559" name="AutoShape 7"/>
          <p:cNvSpPr>
            <a:spLocks noChangeArrowheads="1"/>
          </p:cNvSpPr>
          <p:nvPr/>
        </p:nvSpPr>
        <p:spPr bwMode="auto">
          <a:xfrm>
            <a:off x="3048000" y="3429000"/>
            <a:ext cx="1066800" cy="1600200"/>
          </a:xfrm>
          <a:prstGeom prst="can">
            <a:avLst>
              <a:gd name="adj" fmla="val 52382"/>
            </a:avLst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3560" name="Text Box 8"/>
          <p:cNvSpPr txBox="1">
            <a:spLocks noChangeArrowheads="1"/>
          </p:cNvSpPr>
          <p:nvPr/>
        </p:nvSpPr>
        <p:spPr bwMode="auto">
          <a:xfrm>
            <a:off x="2590800" y="1704673"/>
            <a:ext cx="72390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kumimoji="1"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旋转体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就是由一个平面图形绕这平面内一条直线旋转一周而成的立体．这直线叫做</a:t>
            </a:r>
            <a:r>
              <a:rPr kumimoji="1"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旋转轴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．</a:t>
            </a:r>
          </a:p>
        </p:txBody>
      </p:sp>
      <p:sp>
        <p:nvSpPr>
          <p:cNvPr id="23561" name="Line 9"/>
          <p:cNvSpPr>
            <a:spLocks noChangeShapeType="1"/>
          </p:cNvSpPr>
          <p:nvPr/>
        </p:nvSpPr>
        <p:spPr bwMode="auto">
          <a:xfrm>
            <a:off x="3581400" y="3352800"/>
            <a:ext cx="0" cy="1752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2" name="AutoShape 10"/>
          <p:cNvSpPr>
            <a:spLocks noChangeArrowheads="1"/>
          </p:cNvSpPr>
          <p:nvPr/>
        </p:nvSpPr>
        <p:spPr bwMode="auto">
          <a:xfrm>
            <a:off x="5943600" y="3505200"/>
            <a:ext cx="762000" cy="1371600"/>
          </a:xfrm>
          <a:prstGeom prst="rtTriangle">
            <a:avLst/>
          </a:prstGeom>
          <a:solidFill>
            <a:srgbClr val="FF0066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3563" name="Line 11"/>
          <p:cNvSpPr>
            <a:spLocks noChangeShapeType="1"/>
          </p:cNvSpPr>
          <p:nvPr/>
        </p:nvSpPr>
        <p:spPr bwMode="auto">
          <a:xfrm>
            <a:off x="5943600" y="3200400"/>
            <a:ext cx="0" cy="1905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4" name="Text Box 12"/>
          <p:cNvSpPr txBox="1">
            <a:spLocks noChangeArrowheads="1"/>
          </p:cNvSpPr>
          <p:nvPr/>
        </p:nvSpPr>
        <p:spPr bwMode="auto">
          <a:xfrm>
            <a:off x="3200400" y="5334001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圆柱</a:t>
            </a:r>
          </a:p>
        </p:txBody>
      </p:sp>
      <p:sp>
        <p:nvSpPr>
          <p:cNvPr id="23565" name="Text Box 13"/>
          <p:cNvSpPr txBox="1">
            <a:spLocks noChangeArrowheads="1"/>
          </p:cNvSpPr>
          <p:nvPr/>
        </p:nvSpPr>
        <p:spPr bwMode="auto">
          <a:xfrm>
            <a:off x="5486400" y="5334001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圆锥</a:t>
            </a:r>
          </a:p>
        </p:txBody>
      </p:sp>
      <p:sp>
        <p:nvSpPr>
          <p:cNvPr id="23566" name="Text Box 14"/>
          <p:cNvSpPr txBox="1">
            <a:spLocks noChangeArrowheads="1"/>
          </p:cNvSpPr>
          <p:nvPr/>
        </p:nvSpPr>
        <p:spPr bwMode="auto">
          <a:xfrm>
            <a:off x="8153400" y="5334001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圆台</a:t>
            </a:r>
          </a:p>
        </p:txBody>
      </p:sp>
      <p:sp>
        <p:nvSpPr>
          <p:cNvPr id="22543" name="Rectangle 15"/>
          <p:cNvSpPr>
            <a:spLocks noGrp="1" noChangeArrowheads="1"/>
          </p:cNvSpPr>
          <p:nvPr>
            <p:ph type="title"/>
          </p:nvPr>
        </p:nvSpPr>
        <p:spPr>
          <a:xfrm>
            <a:off x="2573992" y="817076"/>
            <a:ext cx="3312368" cy="922908"/>
          </a:xfrm>
        </p:spPr>
        <p:txBody>
          <a:bodyPr/>
          <a:lstStyle/>
          <a:p>
            <a:pPr algn="l" eaLnBrk="1" hangingPunct="1"/>
            <a:r>
              <a:rPr lang="zh-CN" altLang="en-US" sz="4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旋转体的体积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441264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0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0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9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9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0" fill="hold"/>
                                        <p:tgtEl>
                                          <p:spTgt spid="235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0" fill="hold"/>
                                        <p:tgtEl>
                                          <p:spTgt spid="235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3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7" grpId="0" animBg="1"/>
      <p:bldP spid="23558" grpId="0" animBg="1"/>
      <p:bldP spid="23559" grpId="0" animBg="1"/>
      <p:bldP spid="23560" grpId="0" autoUpdateAnimBg="0"/>
      <p:bldP spid="23561" grpId="0" animBg="1"/>
      <p:bldP spid="23562" grpId="0" animBg="1"/>
      <p:bldP spid="23563" grpId="0" animBg="1"/>
      <p:bldP spid="23564" grpId="0" autoUpdateAnimBg="0"/>
      <p:bldP spid="23565" grpId="0" autoUpdateAnimBg="0"/>
      <p:bldP spid="23566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8" name="Group 2"/>
          <p:cNvGrpSpPr>
            <a:grpSpLocks/>
          </p:cNvGrpSpPr>
          <p:nvPr/>
        </p:nvGrpSpPr>
        <p:grpSpPr bwMode="auto">
          <a:xfrm>
            <a:off x="7267576" y="3657600"/>
            <a:ext cx="3114675" cy="2590800"/>
            <a:chOff x="3618" y="2304"/>
            <a:chExt cx="1962" cy="1632"/>
          </a:xfrm>
        </p:grpSpPr>
        <p:graphicFrame>
          <p:nvGraphicFramePr>
            <p:cNvPr id="23613" name="Object 3"/>
            <p:cNvGraphicFramePr>
              <a:graphicFrameLocks noChangeAspect="1"/>
            </p:cNvGraphicFramePr>
            <p:nvPr/>
          </p:nvGraphicFramePr>
          <p:xfrm>
            <a:off x="4274" y="3737"/>
            <a:ext cx="190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48760" imgH="258480" progId="Equation.3">
                    <p:embed/>
                  </p:oleObj>
                </mc:Choice>
                <mc:Fallback>
                  <p:oleObj name="Equation" r:id="rId2" imgW="248760" imgH="258480" progId="Equation.3">
                    <p:embed/>
                    <p:pic>
                      <p:nvPicPr>
                        <p:cNvPr id="0" name="Picture 19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4" y="3737"/>
                          <a:ext cx="190" cy="19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14005A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614" name="Object 4"/>
            <p:cNvGraphicFramePr>
              <a:graphicFrameLocks noChangeAspect="1"/>
            </p:cNvGraphicFramePr>
            <p:nvPr/>
          </p:nvGraphicFramePr>
          <p:xfrm>
            <a:off x="5088" y="3744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72080" imgH="181800" progId="Equation.3">
                    <p:embed/>
                  </p:oleObj>
                </mc:Choice>
                <mc:Fallback>
                  <p:oleObj name="Equation" r:id="rId4" imgW="172080" imgH="181800" progId="Equation.3">
                    <p:embed/>
                    <p:pic>
                      <p:nvPicPr>
                        <p:cNvPr id="0" name="Picture 19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8" y="3744"/>
                          <a:ext cx="144" cy="15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14005A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615" name="Line 5"/>
            <p:cNvSpPr>
              <a:spLocks noChangeShapeType="1"/>
            </p:cNvSpPr>
            <p:nvPr/>
          </p:nvSpPr>
          <p:spPr bwMode="auto">
            <a:xfrm>
              <a:off x="3618" y="3704"/>
              <a:ext cx="15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16" name="Line 6"/>
            <p:cNvSpPr>
              <a:spLocks noChangeShapeType="1"/>
            </p:cNvSpPr>
            <p:nvPr/>
          </p:nvSpPr>
          <p:spPr bwMode="auto">
            <a:xfrm flipV="1">
              <a:off x="4358" y="2352"/>
              <a:ext cx="0" cy="13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17" name="Freeform 7"/>
            <p:cNvSpPr>
              <a:spLocks/>
            </p:cNvSpPr>
            <p:nvPr/>
          </p:nvSpPr>
          <p:spPr bwMode="auto">
            <a:xfrm>
              <a:off x="4593" y="2764"/>
              <a:ext cx="403" cy="739"/>
            </a:xfrm>
            <a:custGeom>
              <a:avLst/>
              <a:gdLst>
                <a:gd name="T0" fmla="*/ 97 w 576"/>
                <a:gd name="T1" fmla="*/ 0 h 1056"/>
                <a:gd name="T2" fmla="*/ 32 w 576"/>
                <a:gd name="T3" fmla="*/ 73 h 1056"/>
                <a:gd name="T4" fmla="*/ 0 w 576"/>
                <a:gd name="T5" fmla="*/ 177 h 10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76" h="1056">
                  <a:moveTo>
                    <a:pt x="576" y="0"/>
                  </a:moveTo>
                  <a:cubicBezTo>
                    <a:pt x="432" y="128"/>
                    <a:pt x="288" y="256"/>
                    <a:pt x="192" y="432"/>
                  </a:cubicBezTo>
                  <a:cubicBezTo>
                    <a:pt x="96" y="608"/>
                    <a:pt x="32" y="952"/>
                    <a:pt x="0" y="1056"/>
                  </a:cubicBezTo>
                </a:path>
              </a:pathLst>
            </a:custGeom>
            <a:noFill/>
            <a:ln w="28575" cmpd="sng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14005A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3618" name="Object 8"/>
            <p:cNvGraphicFramePr>
              <a:graphicFrameLocks noChangeAspect="1"/>
            </p:cNvGraphicFramePr>
            <p:nvPr/>
          </p:nvGraphicFramePr>
          <p:xfrm>
            <a:off x="4392" y="2304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81800" imgH="258480" progId="Equation.3">
                    <p:embed/>
                  </p:oleObj>
                </mc:Choice>
                <mc:Fallback>
                  <p:oleObj name="Equation" r:id="rId6" imgW="181800" imgH="258480" progId="Equation.3">
                    <p:embed/>
                    <p:pic>
                      <p:nvPicPr>
                        <p:cNvPr id="0" name="Picture 19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92" y="2304"/>
                          <a:ext cx="152" cy="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14005A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619" name="Object 9"/>
            <p:cNvGraphicFramePr>
              <a:graphicFrameLocks noChangeAspect="1"/>
            </p:cNvGraphicFramePr>
            <p:nvPr/>
          </p:nvGraphicFramePr>
          <p:xfrm>
            <a:off x="4752" y="3002"/>
            <a:ext cx="828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243080" imgH="353880" progId="Equation.3">
                    <p:embed/>
                  </p:oleObj>
                </mc:Choice>
                <mc:Fallback>
                  <p:oleObj name="Equation" r:id="rId8" imgW="1243080" imgH="353880" progId="Equation.3">
                    <p:embed/>
                    <p:pic>
                      <p:nvPicPr>
                        <p:cNvPr id="0" name="Picture 19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2" y="3002"/>
                          <a:ext cx="828" cy="25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14005A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586" name="Rectangle 10"/>
          <p:cNvSpPr>
            <a:spLocks noGrp="1" noChangeArrowheads="1"/>
          </p:cNvSpPr>
          <p:nvPr>
            <p:ph type="title"/>
          </p:nvPr>
        </p:nvSpPr>
        <p:spPr>
          <a:xfrm>
            <a:off x="1828800" y="838200"/>
            <a:ext cx="4267200" cy="457200"/>
          </a:xfrm>
        </p:spPr>
        <p:txBody>
          <a:bodyPr/>
          <a:lstStyle/>
          <a:p>
            <a:pPr eaLnBrk="1" hangingPunct="1"/>
            <a:r>
              <a:rPr lang="zh-CN" altLang="en-US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当考虑连续曲线段</a:t>
            </a:r>
          </a:p>
        </p:txBody>
      </p:sp>
      <p:graphicFrame>
        <p:nvGraphicFramePr>
          <p:cNvPr id="24587" name="Object 11"/>
          <p:cNvGraphicFramePr>
            <a:graphicFrameLocks noChangeAspect="1"/>
          </p:cNvGraphicFramePr>
          <p:nvPr/>
        </p:nvGraphicFramePr>
        <p:xfrm>
          <a:off x="2590800" y="1725614"/>
          <a:ext cx="3200400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43080" imgH="277560" progId="Equation.DSMT4">
                  <p:embed/>
                </p:oleObj>
              </mc:Choice>
              <mc:Fallback>
                <p:oleObj name="Equation" r:id="rId10" imgW="1243080" imgH="277560" progId="Equation.DSMT4">
                  <p:embed/>
                  <p:pic>
                    <p:nvPicPr>
                      <p:cNvPr id="0" name="Picture 19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1725614"/>
                        <a:ext cx="3200400" cy="814387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8" name="Text Box 12"/>
          <p:cNvSpPr txBox="1">
            <a:spLocks noChangeArrowheads="1"/>
          </p:cNvSpPr>
          <p:nvPr/>
        </p:nvSpPr>
        <p:spPr bwMode="auto">
          <a:xfrm>
            <a:off x="1676401" y="1254126"/>
            <a:ext cx="55911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宋体" panose="02010600030101010101" pitchFamily="2" charset="-122"/>
              </a:rPr>
              <a:t>绕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轴旋转一周围成的立体体积时</a:t>
            </a:r>
            <a:r>
              <a:rPr kumimoji="1" lang="en-US" altLang="zh-CN" sz="2800" b="1" dirty="0">
                <a:latin typeface="宋体" panose="02010600030101010101" pitchFamily="2" charset="-122"/>
              </a:rPr>
              <a:t>,</a:t>
            </a:r>
          </a:p>
        </p:txBody>
      </p:sp>
      <p:sp>
        <p:nvSpPr>
          <p:cNvPr id="24589" name="Text Box 13"/>
          <p:cNvSpPr txBox="1">
            <a:spLocks noChangeArrowheads="1"/>
          </p:cNvSpPr>
          <p:nvPr/>
        </p:nvSpPr>
        <p:spPr bwMode="auto">
          <a:xfrm>
            <a:off x="1687513" y="1893888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宋体" panose="02010600030101010101" pitchFamily="2" charset="-122"/>
              </a:rPr>
              <a:t>有</a:t>
            </a:r>
          </a:p>
        </p:txBody>
      </p:sp>
      <p:graphicFrame>
        <p:nvGraphicFramePr>
          <p:cNvPr id="2459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9795477"/>
              </p:ext>
            </p:extLst>
          </p:nvPr>
        </p:nvGraphicFramePr>
        <p:xfrm>
          <a:off x="6085025" y="779463"/>
          <a:ext cx="321945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67280" imgH="181800" progId="Equation.DSMT4">
                  <p:embed/>
                </p:oleObj>
              </mc:Choice>
              <mc:Fallback>
                <p:oleObj name="Equation" r:id="rId12" imgW="1367280" imgH="181800" progId="Equation.DSMT4">
                  <p:embed/>
                  <p:pic>
                    <p:nvPicPr>
                      <p:cNvPr id="0" name="Picture 19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5025" y="779463"/>
                        <a:ext cx="3219450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1" name="Text Box 15"/>
          <p:cNvSpPr txBox="1">
            <a:spLocks noChangeArrowheads="1"/>
          </p:cNvSpPr>
          <p:nvPr/>
        </p:nvSpPr>
        <p:spPr bwMode="auto">
          <a:xfrm>
            <a:off x="1981200" y="2717801"/>
            <a:ext cx="3733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宋体" panose="02010600030101010101" pitchFamily="2" charset="-122"/>
              </a:rPr>
              <a:t>当考虑连续曲线段</a:t>
            </a:r>
          </a:p>
        </p:txBody>
      </p:sp>
      <p:graphicFrame>
        <p:nvGraphicFramePr>
          <p:cNvPr id="2459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9456478"/>
              </p:ext>
            </p:extLst>
          </p:nvPr>
        </p:nvGraphicFramePr>
        <p:xfrm>
          <a:off x="2776540" y="3371134"/>
          <a:ext cx="3148012" cy="5441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20480" imgH="203040" progId="Equation.DSMT4">
                  <p:embed/>
                </p:oleObj>
              </mc:Choice>
              <mc:Fallback>
                <p:oleObj name="Equation" r:id="rId14" imgW="1320480" imgH="203040" progId="Equation.DSMT4">
                  <p:embed/>
                  <p:pic>
                    <p:nvPicPr>
                      <p:cNvPr id="0" name="Picture 19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6540" y="3371134"/>
                        <a:ext cx="3148012" cy="5441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3" name="Text Box 17"/>
          <p:cNvSpPr txBox="1">
            <a:spLocks noChangeArrowheads="1"/>
          </p:cNvSpPr>
          <p:nvPr/>
        </p:nvSpPr>
        <p:spPr bwMode="auto">
          <a:xfrm>
            <a:off x="1676400" y="4114801"/>
            <a:ext cx="579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宋体" panose="02010600030101010101" pitchFamily="2" charset="-122"/>
              </a:rPr>
              <a:t>绕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>
                <a:latin typeface="宋体" panose="02010600030101010101" pitchFamily="2" charset="-122"/>
              </a:rPr>
              <a:t>轴旋转一周围成的立体体积时</a:t>
            </a:r>
            <a:r>
              <a:rPr kumimoji="1" lang="en-US" altLang="zh-CN" sz="2800" b="1">
                <a:latin typeface="宋体" panose="02010600030101010101" pitchFamily="2" charset="-122"/>
              </a:rPr>
              <a:t>,</a:t>
            </a:r>
          </a:p>
        </p:txBody>
      </p:sp>
      <p:sp>
        <p:nvSpPr>
          <p:cNvPr id="24594" name="Text Box 18"/>
          <p:cNvSpPr txBox="1">
            <a:spLocks noChangeArrowheads="1"/>
          </p:cNvSpPr>
          <p:nvPr/>
        </p:nvSpPr>
        <p:spPr bwMode="auto">
          <a:xfrm>
            <a:off x="1676400" y="4738688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宋体" panose="02010600030101010101" pitchFamily="2" charset="-122"/>
              </a:rPr>
              <a:t>有</a:t>
            </a:r>
          </a:p>
        </p:txBody>
      </p:sp>
      <p:sp>
        <p:nvSpPr>
          <p:cNvPr id="24595" name="Arc 19"/>
          <p:cNvSpPr>
            <a:spLocks/>
          </p:cNvSpPr>
          <p:nvPr/>
        </p:nvSpPr>
        <p:spPr bwMode="auto">
          <a:xfrm rot="10800000">
            <a:off x="7924801" y="4800601"/>
            <a:ext cx="1082675" cy="150813"/>
          </a:xfrm>
          <a:custGeom>
            <a:avLst/>
            <a:gdLst>
              <a:gd name="T0" fmla="*/ 2147483647 w 43188"/>
              <a:gd name="T1" fmla="*/ 0 h 22229"/>
              <a:gd name="T2" fmla="*/ 0 w 43188"/>
              <a:gd name="T3" fmla="*/ 19363157 h 22229"/>
              <a:gd name="T4" fmla="*/ 2147483647 w 43188"/>
              <a:gd name="T5" fmla="*/ 9040774 h 2222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188" h="22229" fill="none" extrusionOk="0">
                <a:moveTo>
                  <a:pt x="43178" y="0"/>
                </a:moveTo>
                <a:cubicBezTo>
                  <a:pt x="43184" y="209"/>
                  <a:pt x="43188" y="419"/>
                  <a:pt x="43188" y="629"/>
                </a:cubicBezTo>
                <a:cubicBezTo>
                  <a:pt x="43188" y="12558"/>
                  <a:pt x="33517" y="22229"/>
                  <a:pt x="21588" y="22229"/>
                </a:cubicBezTo>
                <a:cubicBezTo>
                  <a:pt x="9938" y="22229"/>
                  <a:pt x="387" y="12990"/>
                  <a:pt x="-1" y="1347"/>
                </a:cubicBezTo>
              </a:path>
              <a:path w="43188" h="22229" stroke="0" extrusionOk="0">
                <a:moveTo>
                  <a:pt x="43178" y="0"/>
                </a:moveTo>
                <a:cubicBezTo>
                  <a:pt x="43184" y="209"/>
                  <a:pt x="43188" y="419"/>
                  <a:pt x="43188" y="629"/>
                </a:cubicBezTo>
                <a:cubicBezTo>
                  <a:pt x="43188" y="12558"/>
                  <a:pt x="33517" y="22229"/>
                  <a:pt x="21588" y="22229"/>
                </a:cubicBezTo>
                <a:cubicBezTo>
                  <a:pt x="9938" y="22229"/>
                  <a:pt x="387" y="12990"/>
                  <a:pt x="-1" y="1347"/>
                </a:cubicBezTo>
                <a:lnTo>
                  <a:pt x="21588" y="629"/>
                </a:lnTo>
                <a:lnTo>
                  <a:pt x="43178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006600">
                    <a:alpha val="50195"/>
                  </a:srgbClr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4596" name="Group 20"/>
          <p:cNvGrpSpPr>
            <a:grpSpLocks/>
          </p:cNvGrpSpPr>
          <p:nvPr/>
        </p:nvGrpSpPr>
        <p:grpSpPr bwMode="auto">
          <a:xfrm>
            <a:off x="7391400" y="4227514"/>
            <a:ext cx="2000250" cy="1335087"/>
            <a:chOff x="3899" y="2938"/>
            <a:chExt cx="1260" cy="841"/>
          </a:xfrm>
        </p:grpSpPr>
        <p:sp>
          <p:nvSpPr>
            <p:cNvPr id="23611" name="Arc 21"/>
            <p:cNvSpPr>
              <a:spLocks/>
            </p:cNvSpPr>
            <p:nvPr/>
          </p:nvSpPr>
          <p:spPr bwMode="auto">
            <a:xfrm rot="10800000">
              <a:off x="3899" y="2938"/>
              <a:ext cx="1260" cy="118"/>
            </a:xfrm>
            <a:custGeom>
              <a:avLst/>
              <a:gdLst>
                <a:gd name="T0" fmla="*/ 0 w 42855"/>
                <a:gd name="T1" fmla="*/ 0 h 25263"/>
                <a:gd name="T2" fmla="*/ 0 w 42855"/>
                <a:gd name="T3" fmla="*/ 0 h 25263"/>
                <a:gd name="T4" fmla="*/ 0 w 42855"/>
                <a:gd name="T5" fmla="*/ 0 h 252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855" h="25263" fill="none" extrusionOk="0">
                  <a:moveTo>
                    <a:pt x="42542" y="-1"/>
                  </a:moveTo>
                  <a:cubicBezTo>
                    <a:pt x="42750" y="1209"/>
                    <a:pt x="42855" y="2435"/>
                    <a:pt x="42855" y="3663"/>
                  </a:cubicBezTo>
                  <a:cubicBezTo>
                    <a:pt x="42855" y="15592"/>
                    <a:pt x="33184" y="25263"/>
                    <a:pt x="21255" y="25263"/>
                  </a:cubicBezTo>
                  <a:cubicBezTo>
                    <a:pt x="10808" y="25263"/>
                    <a:pt x="1858" y="17786"/>
                    <a:pt x="-1" y="7506"/>
                  </a:cubicBezTo>
                </a:path>
                <a:path w="42855" h="25263" stroke="0" extrusionOk="0">
                  <a:moveTo>
                    <a:pt x="42542" y="-1"/>
                  </a:moveTo>
                  <a:cubicBezTo>
                    <a:pt x="42750" y="1209"/>
                    <a:pt x="42855" y="2435"/>
                    <a:pt x="42855" y="3663"/>
                  </a:cubicBezTo>
                  <a:cubicBezTo>
                    <a:pt x="42855" y="15592"/>
                    <a:pt x="33184" y="25263"/>
                    <a:pt x="21255" y="25263"/>
                  </a:cubicBezTo>
                  <a:cubicBezTo>
                    <a:pt x="10808" y="25263"/>
                    <a:pt x="1858" y="17786"/>
                    <a:pt x="-1" y="7506"/>
                  </a:cubicBezTo>
                  <a:lnTo>
                    <a:pt x="21255" y="3663"/>
                  </a:lnTo>
                  <a:lnTo>
                    <a:pt x="42542" y="-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12" name="Arc 22"/>
            <p:cNvSpPr>
              <a:spLocks/>
            </p:cNvSpPr>
            <p:nvPr/>
          </p:nvSpPr>
          <p:spPr bwMode="auto">
            <a:xfrm>
              <a:off x="4309" y="3717"/>
              <a:ext cx="470" cy="62"/>
            </a:xfrm>
            <a:custGeom>
              <a:avLst/>
              <a:gdLst>
                <a:gd name="T0" fmla="*/ 0 w 43114"/>
                <a:gd name="T1" fmla="*/ 0 h 21600"/>
                <a:gd name="T2" fmla="*/ 0 w 43114"/>
                <a:gd name="T3" fmla="*/ 0 h 21600"/>
                <a:gd name="T4" fmla="*/ 0 w 43114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114" h="21600" fill="none" extrusionOk="0">
                  <a:moveTo>
                    <a:pt x="-1" y="19677"/>
                  </a:moveTo>
                  <a:cubicBezTo>
                    <a:pt x="994" y="8537"/>
                    <a:pt x="10329" y="-1"/>
                    <a:pt x="21514" y="0"/>
                  </a:cubicBezTo>
                  <a:cubicBezTo>
                    <a:pt x="33443" y="0"/>
                    <a:pt x="43114" y="9670"/>
                    <a:pt x="43114" y="21600"/>
                  </a:cubicBezTo>
                </a:path>
                <a:path w="43114" h="21600" stroke="0" extrusionOk="0">
                  <a:moveTo>
                    <a:pt x="-1" y="19677"/>
                  </a:moveTo>
                  <a:cubicBezTo>
                    <a:pt x="994" y="8537"/>
                    <a:pt x="10329" y="-1"/>
                    <a:pt x="21514" y="0"/>
                  </a:cubicBezTo>
                  <a:cubicBezTo>
                    <a:pt x="33443" y="0"/>
                    <a:pt x="43114" y="9670"/>
                    <a:pt x="43114" y="21600"/>
                  </a:cubicBezTo>
                  <a:lnTo>
                    <a:pt x="21514" y="21600"/>
                  </a:lnTo>
                  <a:lnTo>
                    <a:pt x="-1" y="1967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4599" name="Arc 23"/>
          <p:cNvSpPr>
            <a:spLocks/>
          </p:cNvSpPr>
          <p:nvPr/>
        </p:nvSpPr>
        <p:spPr bwMode="auto">
          <a:xfrm>
            <a:off x="7848601" y="4953001"/>
            <a:ext cx="1116013" cy="150813"/>
          </a:xfrm>
          <a:custGeom>
            <a:avLst/>
            <a:gdLst>
              <a:gd name="T0" fmla="*/ 2147483647 w 43188"/>
              <a:gd name="T1" fmla="*/ 0 h 22229"/>
              <a:gd name="T2" fmla="*/ 0 w 43188"/>
              <a:gd name="T3" fmla="*/ 19363157 h 22229"/>
              <a:gd name="T4" fmla="*/ 2147483647 w 43188"/>
              <a:gd name="T5" fmla="*/ 9040774 h 2222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188" h="22229" fill="none" extrusionOk="0">
                <a:moveTo>
                  <a:pt x="43178" y="0"/>
                </a:moveTo>
                <a:cubicBezTo>
                  <a:pt x="43184" y="209"/>
                  <a:pt x="43188" y="419"/>
                  <a:pt x="43188" y="629"/>
                </a:cubicBezTo>
                <a:cubicBezTo>
                  <a:pt x="43188" y="12558"/>
                  <a:pt x="33517" y="22229"/>
                  <a:pt x="21588" y="22229"/>
                </a:cubicBezTo>
                <a:cubicBezTo>
                  <a:pt x="9938" y="22229"/>
                  <a:pt x="387" y="12990"/>
                  <a:pt x="-1" y="1347"/>
                </a:cubicBezTo>
              </a:path>
              <a:path w="43188" h="22229" stroke="0" extrusionOk="0">
                <a:moveTo>
                  <a:pt x="43178" y="0"/>
                </a:moveTo>
                <a:cubicBezTo>
                  <a:pt x="43184" y="209"/>
                  <a:pt x="43188" y="419"/>
                  <a:pt x="43188" y="629"/>
                </a:cubicBezTo>
                <a:cubicBezTo>
                  <a:pt x="43188" y="12558"/>
                  <a:pt x="33517" y="22229"/>
                  <a:pt x="21588" y="22229"/>
                </a:cubicBezTo>
                <a:cubicBezTo>
                  <a:pt x="9938" y="22229"/>
                  <a:pt x="387" y="12990"/>
                  <a:pt x="-1" y="1347"/>
                </a:cubicBezTo>
                <a:lnTo>
                  <a:pt x="21588" y="629"/>
                </a:lnTo>
                <a:lnTo>
                  <a:pt x="43178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14005A">
                    <a:alpha val="50195"/>
                  </a:srgbClr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4600" name="Group 24"/>
          <p:cNvGrpSpPr>
            <a:grpSpLocks/>
          </p:cNvGrpSpPr>
          <p:nvPr/>
        </p:nvGrpSpPr>
        <p:grpSpPr bwMode="auto">
          <a:xfrm>
            <a:off x="8059738" y="4724401"/>
            <a:ext cx="855662" cy="466725"/>
            <a:chOff x="4117" y="2976"/>
            <a:chExt cx="539" cy="294"/>
          </a:xfrm>
        </p:grpSpPr>
        <p:graphicFrame>
          <p:nvGraphicFramePr>
            <p:cNvPr id="23609" name="Object 25"/>
            <p:cNvGraphicFramePr>
              <a:graphicFrameLocks noChangeAspect="1"/>
            </p:cNvGraphicFramePr>
            <p:nvPr/>
          </p:nvGraphicFramePr>
          <p:xfrm>
            <a:off x="4117" y="2976"/>
            <a:ext cx="251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86040" imgH="105120" progId="Equation.3">
                    <p:embed/>
                  </p:oleObj>
                </mc:Choice>
                <mc:Fallback>
                  <p:oleObj name="Equation" r:id="rId16" imgW="86040" imgH="105120" progId="Equation.3">
                    <p:embed/>
                    <p:pic>
                      <p:nvPicPr>
                        <p:cNvPr id="0" name="Picture 19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17" y="2976"/>
                          <a:ext cx="251" cy="29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610" name="Line 26"/>
            <p:cNvSpPr>
              <a:spLocks noChangeShapeType="1"/>
            </p:cNvSpPr>
            <p:nvPr/>
          </p:nvSpPr>
          <p:spPr bwMode="auto">
            <a:xfrm>
              <a:off x="4368" y="3120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4603" name="Group 27"/>
          <p:cNvGrpSpPr>
            <a:grpSpLocks/>
          </p:cNvGrpSpPr>
          <p:nvPr/>
        </p:nvGrpSpPr>
        <p:grpSpPr bwMode="auto">
          <a:xfrm>
            <a:off x="7408863" y="4357689"/>
            <a:ext cx="2012950" cy="1290637"/>
            <a:chOff x="3906" y="3027"/>
            <a:chExt cx="1268" cy="813"/>
          </a:xfrm>
        </p:grpSpPr>
        <p:sp>
          <p:nvSpPr>
            <p:cNvPr id="23606" name="Arc 28"/>
            <p:cNvSpPr>
              <a:spLocks/>
            </p:cNvSpPr>
            <p:nvPr/>
          </p:nvSpPr>
          <p:spPr bwMode="auto">
            <a:xfrm>
              <a:off x="3914" y="3027"/>
              <a:ext cx="1260" cy="118"/>
            </a:xfrm>
            <a:custGeom>
              <a:avLst/>
              <a:gdLst>
                <a:gd name="T0" fmla="*/ 0 w 42855"/>
                <a:gd name="T1" fmla="*/ 0 h 25263"/>
                <a:gd name="T2" fmla="*/ 0 w 42855"/>
                <a:gd name="T3" fmla="*/ 0 h 25263"/>
                <a:gd name="T4" fmla="*/ 0 w 42855"/>
                <a:gd name="T5" fmla="*/ 0 h 252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855" h="25263" fill="none" extrusionOk="0">
                  <a:moveTo>
                    <a:pt x="42542" y="-1"/>
                  </a:moveTo>
                  <a:cubicBezTo>
                    <a:pt x="42750" y="1209"/>
                    <a:pt x="42855" y="2435"/>
                    <a:pt x="42855" y="3663"/>
                  </a:cubicBezTo>
                  <a:cubicBezTo>
                    <a:pt x="42855" y="15592"/>
                    <a:pt x="33184" y="25263"/>
                    <a:pt x="21255" y="25263"/>
                  </a:cubicBezTo>
                  <a:cubicBezTo>
                    <a:pt x="10808" y="25263"/>
                    <a:pt x="1858" y="17786"/>
                    <a:pt x="-1" y="7506"/>
                  </a:cubicBezTo>
                </a:path>
                <a:path w="42855" h="25263" stroke="0" extrusionOk="0">
                  <a:moveTo>
                    <a:pt x="42542" y="-1"/>
                  </a:moveTo>
                  <a:cubicBezTo>
                    <a:pt x="42750" y="1209"/>
                    <a:pt x="42855" y="2435"/>
                    <a:pt x="42855" y="3663"/>
                  </a:cubicBezTo>
                  <a:cubicBezTo>
                    <a:pt x="42855" y="15592"/>
                    <a:pt x="33184" y="25263"/>
                    <a:pt x="21255" y="25263"/>
                  </a:cubicBezTo>
                  <a:cubicBezTo>
                    <a:pt x="10808" y="25263"/>
                    <a:pt x="1858" y="17786"/>
                    <a:pt x="-1" y="7506"/>
                  </a:cubicBezTo>
                  <a:lnTo>
                    <a:pt x="21255" y="3663"/>
                  </a:lnTo>
                  <a:lnTo>
                    <a:pt x="42542" y="-1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07" name="Freeform 29"/>
            <p:cNvSpPr>
              <a:spLocks/>
            </p:cNvSpPr>
            <p:nvPr/>
          </p:nvSpPr>
          <p:spPr bwMode="auto">
            <a:xfrm>
              <a:off x="3906" y="3045"/>
              <a:ext cx="403" cy="739"/>
            </a:xfrm>
            <a:custGeom>
              <a:avLst/>
              <a:gdLst>
                <a:gd name="T0" fmla="*/ 0 w 576"/>
                <a:gd name="T1" fmla="*/ 0 h 1056"/>
                <a:gd name="T2" fmla="*/ 64 w 576"/>
                <a:gd name="T3" fmla="*/ 73 h 1056"/>
                <a:gd name="T4" fmla="*/ 97 w 576"/>
                <a:gd name="T5" fmla="*/ 177 h 10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76" h="1056">
                  <a:moveTo>
                    <a:pt x="0" y="0"/>
                  </a:moveTo>
                  <a:cubicBezTo>
                    <a:pt x="144" y="128"/>
                    <a:pt x="288" y="256"/>
                    <a:pt x="384" y="432"/>
                  </a:cubicBezTo>
                  <a:cubicBezTo>
                    <a:pt x="480" y="608"/>
                    <a:pt x="528" y="832"/>
                    <a:pt x="576" y="1056"/>
                  </a:cubicBezTo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08" name="Arc 30"/>
            <p:cNvSpPr>
              <a:spLocks/>
            </p:cNvSpPr>
            <p:nvPr/>
          </p:nvSpPr>
          <p:spPr bwMode="auto">
            <a:xfrm rot="10800000">
              <a:off x="4309" y="3779"/>
              <a:ext cx="470" cy="61"/>
            </a:xfrm>
            <a:custGeom>
              <a:avLst/>
              <a:gdLst>
                <a:gd name="T0" fmla="*/ 0 w 43114"/>
                <a:gd name="T1" fmla="*/ 0 h 21600"/>
                <a:gd name="T2" fmla="*/ 0 w 43114"/>
                <a:gd name="T3" fmla="*/ 0 h 21600"/>
                <a:gd name="T4" fmla="*/ 0 w 43114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114" h="21600" fill="none" extrusionOk="0">
                  <a:moveTo>
                    <a:pt x="-1" y="19677"/>
                  </a:moveTo>
                  <a:cubicBezTo>
                    <a:pt x="994" y="8537"/>
                    <a:pt x="10329" y="-1"/>
                    <a:pt x="21514" y="0"/>
                  </a:cubicBezTo>
                  <a:cubicBezTo>
                    <a:pt x="33443" y="0"/>
                    <a:pt x="43114" y="9670"/>
                    <a:pt x="43114" y="21600"/>
                  </a:cubicBezTo>
                </a:path>
                <a:path w="43114" h="21600" stroke="0" extrusionOk="0">
                  <a:moveTo>
                    <a:pt x="-1" y="19677"/>
                  </a:moveTo>
                  <a:cubicBezTo>
                    <a:pt x="994" y="8537"/>
                    <a:pt x="10329" y="-1"/>
                    <a:pt x="21514" y="0"/>
                  </a:cubicBezTo>
                  <a:cubicBezTo>
                    <a:pt x="33443" y="0"/>
                    <a:pt x="43114" y="9670"/>
                    <a:pt x="43114" y="21600"/>
                  </a:cubicBezTo>
                  <a:lnTo>
                    <a:pt x="21514" y="21600"/>
                  </a:lnTo>
                  <a:lnTo>
                    <a:pt x="-1" y="19677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4607" name="Group 31"/>
          <p:cNvGrpSpPr>
            <a:grpSpLocks/>
          </p:cNvGrpSpPr>
          <p:nvPr/>
        </p:nvGrpSpPr>
        <p:grpSpPr bwMode="auto">
          <a:xfrm>
            <a:off x="8153400" y="4191000"/>
            <a:ext cx="1296988" cy="1498600"/>
            <a:chOff x="4176" y="2640"/>
            <a:chExt cx="817" cy="944"/>
          </a:xfrm>
        </p:grpSpPr>
        <p:grpSp>
          <p:nvGrpSpPr>
            <p:cNvPr id="23600" name="Group 32"/>
            <p:cNvGrpSpPr>
              <a:grpSpLocks/>
            </p:cNvGrpSpPr>
            <p:nvPr/>
          </p:nvGrpSpPr>
          <p:grpSpPr bwMode="auto">
            <a:xfrm>
              <a:off x="4192" y="3432"/>
              <a:ext cx="393" cy="152"/>
              <a:chOff x="4192" y="3432"/>
              <a:chExt cx="393" cy="152"/>
            </a:xfrm>
          </p:grpSpPr>
          <p:sp>
            <p:nvSpPr>
              <p:cNvPr id="23604" name="Line 33"/>
              <p:cNvSpPr>
                <a:spLocks noChangeShapeType="1"/>
              </p:cNvSpPr>
              <p:nvPr/>
            </p:nvSpPr>
            <p:spPr bwMode="auto">
              <a:xfrm>
                <a:off x="4358" y="3503"/>
                <a:ext cx="22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3605" name="Object 34"/>
              <p:cNvGraphicFramePr>
                <a:graphicFrameLocks noChangeAspect="1"/>
              </p:cNvGraphicFramePr>
              <p:nvPr/>
            </p:nvGraphicFramePr>
            <p:xfrm>
              <a:off x="4192" y="3432"/>
              <a:ext cx="128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8" imgW="143280" imgH="181800" progId="Equation.3">
                      <p:embed/>
                    </p:oleObj>
                  </mc:Choice>
                  <mc:Fallback>
                    <p:oleObj name="Equation" r:id="rId18" imgW="143280" imgH="181800" progId="Equation.3">
                      <p:embed/>
                      <p:pic>
                        <p:nvPicPr>
                          <p:cNvPr id="0" name="Picture 197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92" y="3432"/>
                            <a:ext cx="128" cy="15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3601" name="Group 35"/>
            <p:cNvGrpSpPr>
              <a:grpSpLocks/>
            </p:cNvGrpSpPr>
            <p:nvPr/>
          </p:nvGrpSpPr>
          <p:grpSpPr bwMode="auto">
            <a:xfrm>
              <a:off x="4176" y="2640"/>
              <a:ext cx="817" cy="208"/>
              <a:chOff x="4176" y="2640"/>
              <a:chExt cx="817" cy="208"/>
            </a:xfrm>
          </p:grpSpPr>
          <p:sp>
            <p:nvSpPr>
              <p:cNvPr id="23602" name="Line 36"/>
              <p:cNvSpPr>
                <a:spLocks noChangeShapeType="1"/>
              </p:cNvSpPr>
              <p:nvPr/>
            </p:nvSpPr>
            <p:spPr bwMode="auto">
              <a:xfrm>
                <a:off x="4358" y="2764"/>
                <a:ext cx="63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3603" name="Object 37"/>
              <p:cNvGraphicFramePr>
                <a:graphicFrameLocks noChangeAspect="1"/>
              </p:cNvGraphicFramePr>
              <p:nvPr/>
            </p:nvGraphicFramePr>
            <p:xfrm>
              <a:off x="4176" y="2640"/>
              <a:ext cx="160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0" imgW="200880" imgH="277560" progId="Equation.3">
                      <p:embed/>
                    </p:oleObj>
                  </mc:Choice>
                  <mc:Fallback>
                    <p:oleObj name="Equation" r:id="rId20" imgW="200880" imgH="277560" progId="Equation.3">
                      <p:embed/>
                      <p:pic>
                        <p:nvPicPr>
                          <p:cNvPr id="0" name="Picture 197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76" y="2640"/>
                            <a:ext cx="160" cy="20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24614" name="Group 38"/>
          <p:cNvGrpSpPr>
            <a:grpSpLocks/>
          </p:cNvGrpSpPr>
          <p:nvPr/>
        </p:nvGrpSpPr>
        <p:grpSpPr bwMode="auto">
          <a:xfrm>
            <a:off x="8443914" y="4419601"/>
            <a:ext cx="3175" cy="1116013"/>
            <a:chOff x="4359" y="2784"/>
            <a:chExt cx="2" cy="703"/>
          </a:xfrm>
        </p:grpSpPr>
        <p:sp>
          <p:nvSpPr>
            <p:cNvPr id="23598" name="Line 39"/>
            <p:cNvSpPr>
              <a:spLocks noChangeShapeType="1"/>
            </p:cNvSpPr>
            <p:nvPr/>
          </p:nvSpPr>
          <p:spPr bwMode="auto">
            <a:xfrm>
              <a:off x="4361" y="2784"/>
              <a:ext cx="0" cy="70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9" name="Line 40"/>
            <p:cNvSpPr>
              <a:spLocks noChangeShapeType="1"/>
            </p:cNvSpPr>
            <p:nvPr/>
          </p:nvSpPr>
          <p:spPr bwMode="auto">
            <a:xfrm>
              <a:off x="4359" y="2784"/>
              <a:ext cx="0" cy="70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617" name="Group 41"/>
          <p:cNvGrpSpPr>
            <a:grpSpLocks/>
          </p:cNvGrpSpPr>
          <p:nvPr/>
        </p:nvGrpSpPr>
        <p:grpSpPr bwMode="auto">
          <a:xfrm>
            <a:off x="7086600" y="1757363"/>
            <a:ext cx="3352800" cy="1885950"/>
            <a:chOff x="3552" y="1107"/>
            <a:chExt cx="2112" cy="1188"/>
          </a:xfrm>
        </p:grpSpPr>
        <p:graphicFrame>
          <p:nvGraphicFramePr>
            <p:cNvPr id="23591" name="Object 42"/>
            <p:cNvGraphicFramePr>
              <a:graphicFrameLocks noChangeAspect="1"/>
            </p:cNvGraphicFramePr>
            <p:nvPr/>
          </p:nvGraphicFramePr>
          <p:xfrm>
            <a:off x="3660" y="1107"/>
            <a:ext cx="2004" cy="1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象" r:id="rId22" imgW="3180952" imgH="1886213" progId="PBrush">
                    <p:embed/>
                  </p:oleObj>
                </mc:Choice>
                <mc:Fallback>
                  <p:oleObj name="BMP 图象" r:id="rId22" imgW="3180952" imgH="1886213" progId="PBrush">
                    <p:embed/>
                    <p:pic>
                      <p:nvPicPr>
                        <p:cNvPr id="0" name="Picture 198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0" y="1107"/>
                          <a:ext cx="2004" cy="11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2" name="Object 43"/>
            <p:cNvGraphicFramePr>
              <a:graphicFrameLocks noChangeAspect="1"/>
            </p:cNvGraphicFramePr>
            <p:nvPr/>
          </p:nvGraphicFramePr>
          <p:xfrm>
            <a:off x="5472" y="1759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72080" imgH="181800" progId="Equation.3">
                    <p:embed/>
                  </p:oleObj>
                </mc:Choice>
                <mc:Fallback>
                  <p:oleObj name="Equation" r:id="rId24" imgW="172080" imgH="181800" progId="Equation.3">
                    <p:embed/>
                    <p:pic>
                      <p:nvPicPr>
                        <p:cNvPr id="0" name="Picture 19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72" y="1759"/>
                          <a:ext cx="144" cy="15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3" name="Object 44"/>
            <p:cNvGraphicFramePr>
              <a:graphicFrameLocks noChangeAspect="1"/>
            </p:cNvGraphicFramePr>
            <p:nvPr/>
          </p:nvGraphicFramePr>
          <p:xfrm>
            <a:off x="3552" y="1135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81800" imgH="258480" progId="Equation.3">
                    <p:embed/>
                  </p:oleObj>
                </mc:Choice>
                <mc:Fallback>
                  <p:oleObj name="Equation" r:id="rId26" imgW="181800" imgH="258480" progId="Equation.3">
                    <p:embed/>
                    <p:pic>
                      <p:nvPicPr>
                        <p:cNvPr id="0" name="Picture 198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1135"/>
                          <a:ext cx="152" cy="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4" name="Object 45"/>
            <p:cNvGraphicFramePr>
              <a:graphicFrameLocks noChangeAspect="1"/>
            </p:cNvGraphicFramePr>
            <p:nvPr/>
          </p:nvGraphicFramePr>
          <p:xfrm>
            <a:off x="3984" y="1719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172080" imgH="181800" progId="Equation.3">
                    <p:embed/>
                  </p:oleObj>
                </mc:Choice>
                <mc:Fallback>
                  <p:oleObj name="Equation" r:id="rId28" imgW="172080" imgH="181800" progId="Equation.3">
                    <p:embed/>
                    <p:pic>
                      <p:nvPicPr>
                        <p:cNvPr id="0" name="Picture 19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4" y="1719"/>
                          <a:ext cx="144" cy="15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5" name="Object 46"/>
            <p:cNvGraphicFramePr>
              <a:graphicFrameLocks noChangeAspect="1"/>
            </p:cNvGraphicFramePr>
            <p:nvPr/>
          </p:nvGraphicFramePr>
          <p:xfrm>
            <a:off x="5040" y="1719"/>
            <a:ext cx="136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162720" imgH="277560" progId="Equation.3">
                    <p:embed/>
                  </p:oleObj>
                </mc:Choice>
                <mc:Fallback>
                  <p:oleObj name="Equation" r:id="rId30" imgW="162720" imgH="277560" progId="Equation.3">
                    <p:embed/>
                    <p:pic>
                      <p:nvPicPr>
                        <p:cNvPr id="0" name="Picture 198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0" y="1719"/>
                          <a:ext cx="136" cy="20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96" name="Line 47"/>
            <p:cNvSpPr>
              <a:spLocks noChangeShapeType="1"/>
            </p:cNvSpPr>
            <p:nvPr/>
          </p:nvSpPr>
          <p:spPr bwMode="auto">
            <a:xfrm>
              <a:off x="4059" y="150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7" name="Line 48"/>
            <p:cNvSpPr>
              <a:spLocks noChangeShapeType="1"/>
            </p:cNvSpPr>
            <p:nvPr/>
          </p:nvSpPr>
          <p:spPr bwMode="auto">
            <a:xfrm>
              <a:off x="5067" y="13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4625" name="Group 49"/>
          <p:cNvGrpSpPr>
            <a:grpSpLocks/>
          </p:cNvGrpSpPr>
          <p:nvPr/>
        </p:nvGrpSpPr>
        <p:grpSpPr bwMode="auto">
          <a:xfrm>
            <a:off x="7086601" y="1619250"/>
            <a:ext cx="3409950" cy="2114550"/>
            <a:chOff x="3552" y="1020"/>
            <a:chExt cx="2148" cy="1332"/>
          </a:xfrm>
        </p:grpSpPr>
        <p:graphicFrame>
          <p:nvGraphicFramePr>
            <p:cNvPr id="23586" name="Object 50"/>
            <p:cNvGraphicFramePr>
              <a:graphicFrameLocks noChangeAspect="1"/>
            </p:cNvGraphicFramePr>
            <p:nvPr/>
          </p:nvGraphicFramePr>
          <p:xfrm>
            <a:off x="3552" y="1020"/>
            <a:ext cx="2148" cy="1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象" r:id="rId32" imgW="3409524" imgH="2114845" progId="PBrush">
                    <p:embed/>
                  </p:oleObj>
                </mc:Choice>
                <mc:Fallback>
                  <p:oleObj name="BMP 图象" r:id="rId32" imgW="3409524" imgH="2114845" progId="PBrush">
                    <p:embed/>
                    <p:pic>
                      <p:nvPicPr>
                        <p:cNvPr id="0" name="Picture 19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1020"/>
                          <a:ext cx="2148" cy="1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87" name="Object 51"/>
            <p:cNvGraphicFramePr>
              <a:graphicFrameLocks noChangeAspect="1"/>
            </p:cNvGraphicFramePr>
            <p:nvPr/>
          </p:nvGraphicFramePr>
          <p:xfrm>
            <a:off x="5472" y="1768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172080" imgH="181800" progId="Equation.3">
                    <p:embed/>
                  </p:oleObj>
                </mc:Choice>
                <mc:Fallback>
                  <p:oleObj name="Equation" r:id="rId34" imgW="172080" imgH="181800" progId="Equation.3">
                    <p:embed/>
                    <p:pic>
                      <p:nvPicPr>
                        <p:cNvPr id="0" name="Picture 198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72" y="1768"/>
                          <a:ext cx="144" cy="15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88" name="Object 52"/>
            <p:cNvGraphicFramePr>
              <a:graphicFrameLocks noChangeAspect="1"/>
            </p:cNvGraphicFramePr>
            <p:nvPr/>
          </p:nvGraphicFramePr>
          <p:xfrm>
            <a:off x="3552" y="1144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181800" imgH="258480" progId="Equation.3">
                    <p:embed/>
                  </p:oleObj>
                </mc:Choice>
                <mc:Fallback>
                  <p:oleObj name="Equation" r:id="rId36" imgW="181800" imgH="258480" progId="Equation.3">
                    <p:embed/>
                    <p:pic>
                      <p:nvPicPr>
                        <p:cNvPr id="0" name="Picture 198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1144"/>
                          <a:ext cx="152" cy="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89" name="Object 53"/>
            <p:cNvGraphicFramePr>
              <a:graphicFrameLocks noChangeAspect="1"/>
            </p:cNvGraphicFramePr>
            <p:nvPr/>
          </p:nvGraphicFramePr>
          <p:xfrm>
            <a:off x="3984" y="1728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8" imgW="172080" imgH="181800" progId="Equation.3">
                    <p:embed/>
                  </p:oleObj>
                </mc:Choice>
                <mc:Fallback>
                  <p:oleObj name="Equation" r:id="rId38" imgW="172080" imgH="181800" progId="Equation.3">
                    <p:embed/>
                    <p:pic>
                      <p:nvPicPr>
                        <p:cNvPr id="0" name="Picture 19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4" y="1728"/>
                          <a:ext cx="144" cy="15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0" name="Object 54"/>
            <p:cNvGraphicFramePr>
              <a:graphicFrameLocks noChangeAspect="1"/>
            </p:cNvGraphicFramePr>
            <p:nvPr/>
          </p:nvGraphicFramePr>
          <p:xfrm>
            <a:off x="5040" y="1728"/>
            <a:ext cx="136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0" imgW="162720" imgH="277560" progId="Equation.3">
                    <p:embed/>
                  </p:oleObj>
                </mc:Choice>
                <mc:Fallback>
                  <p:oleObj name="Equation" r:id="rId40" imgW="162720" imgH="277560" progId="Equation.3">
                    <p:embed/>
                    <p:pic>
                      <p:nvPicPr>
                        <p:cNvPr id="0" name="Picture 198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0" y="1728"/>
                          <a:ext cx="136" cy="20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631" name="Object 55"/>
          <p:cNvGraphicFramePr>
            <a:graphicFrameLocks noChangeAspect="1"/>
          </p:cNvGraphicFramePr>
          <p:nvPr/>
        </p:nvGraphicFramePr>
        <p:xfrm>
          <a:off x="7086600" y="2730500"/>
          <a:ext cx="3048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248760" imgH="258480" progId="Equation.3">
                  <p:embed/>
                </p:oleObj>
              </mc:Choice>
              <mc:Fallback>
                <p:oleObj name="Equation" r:id="rId42" imgW="248760" imgH="258480" progId="Equation.3">
                  <p:embed/>
                  <p:pic>
                    <p:nvPicPr>
                      <p:cNvPr id="0" name="Picture 19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2730500"/>
                        <a:ext cx="304800" cy="317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32" name="Object 56"/>
          <p:cNvGraphicFramePr>
            <a:graphicFrameLocks noChangeAspect="1"/>
          </p:cNvGraphicFramePr>
          <p:nvPr/>
        </p:nvGraphicFramePr>
        <p:xfrm>
          <a:off x="8172450" y="1566863"/>
          <a:ext cx="1282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4" imgW="1233720" imgH="334800" progId="Equation.3">
                  <p:embed/>
                </p:oleObj>
              </mc:Choice>
              <mc:Fallback>
                <p:oleObj name="Equation" r:id="rId44" imgW="1233720" imgH="334800" progId="Equation.3">
                  <p:embed/>
                  <p:pic>
                    <p:nvPicPr>
                      <p:cNvPr id="0" name="Picture 19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2450" y="1566863"/>
                        <a:ext cx="12827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633" name="Group 57"/>
          <p:cNvGrpSpPr>
            <a:grpSpLocks/>
          </p:cNvGrpSpPr>
          <p:nvPr/>
        </p:nvGrpSpPr>
        <p:grpSpPr bwMode="auto">
          <a:xfrm>
            <a:off x="8305801" y="1978026"/>
            <a:ext cx="574675" cy="1508125"/>
            <a:chOff x="4235" y="1060"/>
            <a:chExt cx="362" cy="908"/>
          </a:xfrm>
        </p:grpSpPr>
        <p:sp>
          <p:nvSpPr>
            <p:cNvPr id="23584" name="Arc 58"/>
            <p:cNvSpPr>
              <a:spLocks/>
            </p:cNvSpPr>
            <p:nvPr/>
          </p:nvSpPr>
          <p:spPr bwMode="auto">
            <a:xfrm>
              <a:off x="4235" y="1061"/>
              <a:ext cx="181" cy="907"/>
            </a:xfrm>
            <a:custGeom>
              <a:avLst/>
              <a:gdLst>
                <a:gd name="T0" fmla="*/ 0 w 21600"/>
                <a:gd name="T1" fmla="*/ 0 h 43179"/>
                <a:gd name="T2" fmla="*/ 0 w 21600"/>
                <a:gd name="T3" fmla="*/ 0 h 43179"/>
                <a:gd name="T4" fmla="*/ 0 w 21600"/>
                <a:gd name="T5" fmla="*/ 0 h 4317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43179" fill="none" extrusionOk="0">
                  <a:moveTo>
                    <a:pt x="20769" y="43179"/>
                  </a:moveTo>
                  <a:cubicBezTo>
                    <a:pt x="9172" y="42733"/>
                    <a:pt x="0" y="33201"/>
                    <a:pt x="0" y="21595"/>
                  </a:cubicBezTo>
                  <a:cubicBezTo>
                    <a:pt x="-1" y="9841"/>
                    <a:pt x="9398" y="244"/>
                    <a:pt x="21149" y="-1"/>
                  </a:cubicBezTo>
                </a:path>
                <a:path w="21600" h="43179" stroke="0" extrusionOk="0">
                  <a:moveTo>
                    <a:pt x="20769" y="43179"/>
                  </a:moveTo>
                  <a:cubicBezTo>
                    <a:pt x="9172" y="42733"/>
                    <a:pt x="0" y="33201"/>
                    <a:pt x="0" y="21595"/>
                  </a:cubicBezTo>
                  <a:cubicBezTo>
                    <a:pt x="-1" y="9841"/>
                    <a:pt x="9398" y="244"/>
                    <a:pt x="21149" y="-1"/>
                  </a:cubicBezTo>
                  <a:lnTo>
                    <a:pt x="21600" y="21595"/>
                  </a:lnTo>
                  <a:lnTo>
                    <a:pt x="20769" y="4317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5" name="Arc 59"/>
            <p:cNvSpPr>
              <a:spLocks/>
            </p:cNvSpPr>
            <p:nvPr/>
          </p:nvSpPr>
          <p:spPr bwMode="auto">
            <a:xfrm rot="10800000">
              <a:off x="4386" y="1060"/>
              <a:ext cx="211" cy="907"/>
            </a:xfrm>
            <a:custGeom>
              <a:avLst/>
              <a:gdLst>
                <a:gd name="T0" fmla="*/ 0 w 25187"/>
                <a:gd name="T1" fmla="*/ 0 h 43184"/>
                <a:gd name="T2" fmla="*/ 0 w 25187"/>
                <a:gd name="T3" fmla="*/ 0 h 43184"/>
                <a:gd name="T4" fmla="*/ 0 w 25187"/>
                <a:gd name="T5" fmla="*/ 0 h 431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187" h="43184" fill="none" extrusionOk="0">
                  <a:moveTo>
                    <a:pt x="20769" y="43184"/>
                  </a:moveTo>
                  <a:cubicBezTo>
                    <a:pt x="9172" y="42738"/>
                    <a:pt x="0" y="33206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2801" y="-1"/>
                    <a:pt x="24001" y="100"/>
                    <a:pt x="25187" y="299"/>
                  </a:cubicBezTo>
                </a:path>
                <a:path w="25187" h="43184" stroke="0" extrusionOk="0">
                  <a:moveTo>
                    <a:pt x="20769" y="43184"/>
                  </a:moveTo>
                  <a:cubicBezTo>
                    <a:pt x="9172" y="42738"/>
                    <a:pt x="0" y="33206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2801" y="-1"/>
                    <a:pt x="24001" y="100"/>
                    <a:pt x="25187" y="299"/>
                  </a:cubicBezTo>
                  <a:lnTo>
                    <a:pt x="21600" y="21600"/>
                  </a:lnTo>
                  <a:lnTo>
                    <a:pt x="20769" y="4318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4636" name="Group 60"/>
          <p:cNvGrpSpPr>
            <a:grpSpLocks/>
          </p:cNvGrpSpPr>
          <p:nvPr/>
        </p:nvGrpSpPr>
        <p:grpSpPr bwMode="auto">
          <a:xfrm>
            <a:off x="8170864" y="1998663"/>
            <a:ext cx="574675" cy="1441450"/>
            <a:chOff x="4235" y="1259"/>
            <a:chExt cx="362" cy="908"/>
          </a:xfrm>
        </p:grpSpPr>
        <p:grpSp>
          <p:nvGrpSpPr>
            <p:cNvPr id="23579" name="Group 61"/>
            <p:cNvGrpSpPr>
              <a:grpSpLocks/>
            </p:cNvGrpSpPr>
            <p:nvPr/>
          </p:nvGrpSpPr>
          <p:grpSpPr bwMode="auto">
            <a:xfrm>
              <a:off x="4235" y="1259"/>
              <a:ext cx="362" cy="908"/>
              <a:chOff x="4235" y="1060"/>
              <a:chExt cx="362" cy="908"/>
            </a:xfrm>
          </p:grpSpPr>
          <p:sp>
            <p:nvSpPr>
              <p:cNvPr id="23582" name="Arc 62"/>
              <p:cNvSpPr>
                <a:spLocks/>
              </p:cNvSpPr>
              <p:nvPr/>
            </p:nvSpPr>
            <p:spPr bwMode="auto">
              <a:xfrm>
                <a:off x="4235" y="1061"/>
                <a:ext cx="181" cy="907"/>
              </a:xfrm>
              <a:custGeom>
                <a:avLst/>
                <a:gdLst>
                  <a:gd name="T0" fmla="*/ 0 w 21600"/>
                  <a:gd name="T1" fmla="*/ 0 h 43179"/>
                  <a:gd name="T2" fmla="*/ 0 w 21600"/>
                  <a:gd name="T3" fmla="*/ 0 h 43179"/>
                  <a:gd name="T4" fmla="*/ 0 w 21600"/>
                  <a:gd name="T5" fmla="*/ 0 h 4317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43179" fill="none" extrusionOk="0">
                    <a:moveTo>
                      <a:pt x="20769" y="43179"/>
                    </a:moveTo>
                    <a:cubicBezTo>
                      <a:pt x="9172" y="42733"/>
                      <a:pt x="0" y="33201"/>
                      <a:pt x="0" y="21595"/>
                    </a:cubicBezTo>
                    <a:cubicBezTo>
                      <a:pt x="-1" y="9841"/>
                      <a:pt x="9398" y="244"/>
                      <a:pt x="21149" y="-1"/>
                    </a:cubicBezTo>
                  </a:path>
                  <a:path w="21600" h="43179" stroke="0" extrusionOk="0">
                    <a:moveTo>
                      <a:pt x="20769" y="43179"/>
                    </a:moveTo>
                    <a:cubicBezTo>
                      <a:pt x="9172" y="42733"/>
                      <a:pt x="0" y="33201"/>
                      <a:pt x="0" y="21595"/>
                    </a:cubicBezTo>
                    <a:cubicBezTo>
                      <a:pt x="-1" y="9841"/>
                      <a:pt x="9398" y="244"/>
                      <a:pt x="21149" y="-1"/>
                    </a:cubicBezTo>
                    <a:lnTo>
                      <a:pt x="21600" y="21595"/>
                    </a:lnTo>
                    <a:lnTo>
                      <a:pt x="20769" y="43179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83" name="Arc 63"/>
              <p:cNvSpPr>
                <a:spLocks/>
              </p:cNvSpPr>
              <p:nvPr/>
            </p:nvSpPr>
            <p:spPr bwMode="auto">
              <a:xfrm rot="10800000">
                <a:off x="4386" y="1060"/>
                <a:ext cx="211" cy="907"/>
              </a:xfrm>
              <a:custGeom>
                <a:avLst/>
                <a:gdLst>
                  <a:gd name="T0" fmla="*/ 0 w 25187"/>
                  <a:gd name="T1" fmla="*/ 0 h 43184"/>
                  <a:gd name="T2" fmla="*/ 0 w 25187"/>
                  <a:gd name="T3" fmla="*/ 0 h 43184"/>
                  <a:gd name="T4" fmla="*/ 0 w 25187"/>
                  <a:gd name="T5" fmla="*/ 0 h 4318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5187" h="43184" fill="none" extrusionOk="0">
                    <a:moveTo>
                      <a:pt x="20769" y="43184"/>
                    </a:moveTo>
                    <a:cubicBezTo>
                      <a:pt x="9172" y="42738"/>
                      <a:pt x="0" y="3320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2801" y="-1"/>
                      <a:pt x="24001" y="100"/>
                      <a:pt x="25187" y="299"/>
                    </a:cubicBezTo>
                  </a:path>
                  <a:path w="25187" h="43184" stroke="0" extrusionOk="0">
                    <a:moveTo>
                      <a:pt x="20769" y="43184"/>
                    </a:moveTo>
                    <a:cubicBezTo>
                      <a:pt x="9172" y="42738"/>
                      <a:pt x="0" y="3320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2801" y="-1"/>
                      <a:pt x="24001" y="100"/>
                      <a:pt x="25187" y="299"/>
                    </a:cubicBezTo>
                    <a:lnTo>
                      <a:pt x="21600" y="21600"/>
                    </a:lnTo>
                    <a:lnTo>
                      <a:pt x="20769" y="43184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3580" name="Line 64"/>
            <p:cNvSpPr>
              <a:spLocks noChangeShapeType="1"/>
            </p:cNvSpPr>
            <p:nvPr/>
          </p:nvSpPr>
          <p:spPr bwMode="auto">
            <a:xfrm>
              <a:off x="4416" y="1269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3581" name="Object 65"/>
            <p:cNvGraphicFramePr>
              <a:graphicFrameLocks noChangeAspect="1"/>
            </p:cNvGraphicFramePr>
            <p:nvPr/>
          </p:nvGraphicFramePr>
          <p:xfrm>
            <a:off x="4337" y="1754"/>
            <a:ext cx="139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6" imgW="172080" imgH="181800" progId="Equation.3">
                    <p:embed/>
                  </p:oleObj>
                </mc:Choice>
                <mc:Fallback>
                  <p:oleObj name="Equation" r:id="rId46" imgW="172080" imgH="181800" progId="Equation.3">
                    <p:embed/>
                    <p:pic>
                      <p:nvPicPr>
                        <p:cNvPr id="0" name="Picture 199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7" y="1754"/>
                          <a:ext cx="139" cy="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577" name="Rectangle 66"/>
          <p:cNvSpPr>
            <a:spLocks noChangeArrowheads="1"/>
          </p:cNvSpPr>
          <p:nvPr/>
        </p:nvSpPr>
        <p:spPr bwMode="auto">
          <a:xfrm>
            <a:off x="1607344" y="267495"/>
            <a:ext cx="3382963" cy="5794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2. </a:t>
            </a:r>
            <a:r>
              <a:rPr kumimoji="1"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旋转体的体积</a:t>
            </a:r>
          </a:p>
        </p:txBody>
      </p:sp>
      <p:graphicFrame>
        <p:nvGraphicFramePr>
          <p:cNvPr id="24643" name="Object 67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8046908"/>
              </p:ext>
            </p:extLst>
          </p:nvPr>
        </p:nvGraphicFramePr>
        <p:xfrm>
          <a:off x="3125788" y="5029200"/>
          <a:ext cx="350202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8" imgW="1282680" imgH="330120" progId="Equation.DSMT4">
                  <p:embed/>
                </p:oleObj>
              </mc:Choice>
              <mc:Fallback>
                <p:oleObj name="Equation" r:id="rId48" imgW="1282680" imgH="330120" progId="Equation.DSMT4">
                  <p:embed/>
                  <p:pic>
                    <p:nvPicPr>
                      <p:cNvPr id="0" name="Picture 199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5788" y="5029200"/>
                        <a:ext cx="3502025" cy="9017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1AFB-9D3F-4C35-906A-8E91BE352314}" type="slidenum">
              <a:rPr lang="zh-CN" altLang="en-US" smtClean="0"/>
              <a:pPr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035157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4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4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4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4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4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4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4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4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24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45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24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24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4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4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24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4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4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4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6" grpId="0"/>
      <p:bldP spid="24588" grpId="0"/>
      <p:bldP spid="24589" grpId="0" build="p" autoUpdateAnimBg="0"/>
      <p:bldP spid="24591" grpId="0" autoUpdateAnimBg="0"/>
      <p:bldP spid="24593" grpId="0" build="p" autoUpdateAnimBg="0"/>
      <p:bldP spid="24594" grpId="0" autoUpdateAnimBg="0"/>
      <p:bldP spid="24595" grpId="0" animBg="1"/>
      <p:bldP spid="2459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8" name="Group 2"/>
          <p:cNvGrpSpPr>
            <a:grpSpLocks/>
          </p:cNvGrpSpPr>
          <p:nvPr/>
        </p:nvGrpSpPr>
        <p:grpSpPr bwMode="auto">
          <a:xfrm>
            <a:off x="1992313" y="404814"/>
            <a:ext cx="3192462" cy="2738437"/>
            <a:chOff x="295" y="255"/>
            <a:chExt cx="2011" cy="1725"/>
          </a:xfrm>
        </p:grpSpPr>
        <p:graphicFrame>
          <p:nvGraphicFramePr>
            <p:cNvPr id="24619" name="Object 3"/>
            <p:cNvGraphicFramePr>
              <a:graphicFrameLocks noChangeAspect="1"/>
            </p:cNvGraphicFramePr>
            <p:nvPr/>
          </p:nvGraphicFramePr>
          <p:xfrm>
            <a:off x="295" y="255"/>
            <a:ext cx="2011" cy="1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3612023" imgH="4654868" progId="">
                    <p:embed/>
                  </p:oleObj>
                </mc:Choice>
                <mc:Fallback>
                  <p:oleObj name="Visio" r:id="rId2" imgW="3612023" imgH="4654868" progId="">
                    <p:embed/>
                    <p:pic>
                      <p:nvPicPr>
                        <p:cNvPr id="0" name="Picture 157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" y="255"/>
                          <a:ext cx="2011" cy="17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20" name="Object 4"/>
            <p:cNvGraphicFramePr>
              <a:graphicFrameLocks noChangeAspect="1"/>
            </p:cNvGraphicFramePr>
            <p:nvPr/>
          </p:nvGraphicFramePr>
          <p:xfrm>
            <a:off x="567" y="1480"/>
            <a:ext cx="184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66960" imgH="86040" progId="Equation.3">
                    <p:embed/>
                  </p:oleObj>
                </mc:Choice>
                <mc:Fallback>
                  <p:oleObj name="公式" r:id="rId4" imgW="66960" imgH="86040" progId="Equation.3">
                    <p:embed/>
                    <p:pic>
                      <p:nvPicPr>
                        <p:cNvPr id="0" name="Picture 158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7" y="1480"/>
                          <a:ext cx="184" cy="20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21" name="Object 5"/>
            <p:cNvGraphicFramePr>
              <a:graphicFrameLocks noChangeAspect="1"/>
            </p:cNvGraphicFramePr>
            <p:nvPr/>
          </p:nvGraphicFramePr>
          <p:xfrm>
            <a:off x="1746" y="1480"/>
            <a:ext cx="184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66960" imgH="124200" progId="Equation.3">
                    <p:embed/>
                  </p:oleObj>
                </mc:Choice>
                <mc:Fallback>
                  <p:oleObj name="公式" r:id="rId6" imgW="66960" imgH="124200" progId="Equation.3">
                    <p:embed/>
                    <p:pic>
                      <p:nvPicPr>
                        <p:cNvPr id="0" name="Picture 15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6" y="1480"/>
                          <a:ext cx="184" cy="25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22" name="Object 6"/>
            <p:cNvGraphicFramePr>
              <a:graphicFrameLocks noChangeAspect="1"/>
            </p:cNvGraphicFramePr>
            <p:nvPr/>
          </p:nvGraphicFramePr>
          <p:xfrm>
            <a:off x="892" y="699"/>
            <a:ext cx="718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525960" imgH="143640" progId="Equation.3">
                    <p:embed/>
                  </p:oleObj>
                </mc:Choice>
                <mc:Fallback>
                  <p:oleObj name="公式" r:id="rId8" imgW="525960" imgH="143640" progId="Equation.3">
                    <p:embed/>
                    <p:pic>
                      <p:nvPicPr>
                        <p:cNvPr id="0" name="Picture 158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2" y="699"/>
                          <a:ext cx="718" cy="2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23" name="Object 7"/>
            <p:cNvGraphicFramePr>
              <a:graphicFrameLocks noChangeAspect="1"/>
            </p:cNvGraphicFramePr>
            <p:nvPr/>
          </p:nvGraphicFramePr>
          <p:xfrm>
            <a:off x="907" y="1169"/>
            <a:ext cx="680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516240" imgH="143640" progId="Equation.3">
                    <p:embed/>
                  </p:oleObj>
                </mc:Choice>
                <mc:Fallback>
                  <p:oleObj name="公式" r:id="rId10" imgW="516240" imgH="143640" progId="Equation.3">
                    <p:embed/>
                    <p:pic>
                      <p:nvPicPr>
                        <p:cNvPr id="0" name="Picture 15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7" y="1169"/>
                          <a:ext cx="680" cy="24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60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4687811"/>
              </p:ext>
            </p:extLst>
          </p:nvPr>
        </p:nvGraphicFramePr>
        <p:xfrm>
          <a:off x="7176120" y="2006508"/>
          <a:ext cx="2492271" cy="613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17440" imgH="228600" progId="Equation.DSMT4">
                  <p:embed/>
                </p:oleObj>
              </mc:Choice>
              <mc:Fallback>
                <p:oleObj name="Equation" r:id="rId12" imgW="1117440" imgH="228600" progId="Equation.DSMT4">
                  <p:embed/>
                  <p:pic>
                    <p:nvPicPr>
                      <p:cNvPr id="0" name="Picture 15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6120" y="2006508"/>
                        <a:ext cx="2492271" cy="6134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5361529"/>
              </p:ext>
            </p:extLst>
          </p:nvPr>
        </p:nvGraphicFramePr>
        <p:xfrm>
          <a:off x="9626154" y="2095756"/>
          <a:ext cx="537467" cy="4926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15640" imgH="203040" progId="Equation.DSMT4">
                  <p:embed/>
                </p:oleObj>
              </mc:Choice>
              <mc:Fallback>
                <p:oleObj name="Equation" r:id="rId14" imgW="215640" imgH="203040" progId="Equation.DSMT4">
                  <p:embed/>
                  <p:pic>
                    <p:nvPicPr>
                      <p:cNvPr id="0" name="Picture 15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6154" y="2095756"/>
                        <a:ext cx="537467" cy="4926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3550988"/>
              </p:ext>
            </p:extLst>
          </p:nvPr>
        </p:nvGraphicFramePr>
        <p:xfrm>
          <a:off x="5930899" y="1855789"/>
          <a:ext cx="1527175" cy="9726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45760" imgH="342720" progId="Equation.DSMT4">
                  <p:embed/>
                </p:oleObj>
              </mc:Choice>
              <mc:Fallback>
                <p:oleObj name="Equation" r:id="rId16" imgW="545760" imgH="342720" progId="Equation.DSMT4">
                  <p:embed/>
                  <p:pic>
                    <p:nvPicPr>
                      <p:cNvPr id="0" name="Picture 15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0899" y="1855789"/>
                        <a:ext cx="1527175" cy="97261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5653930"/>
              </p:ext>
            </p:extLst>
          </p:nvPr>
        </p:nvGraphicFramePr>
        <p:xfrm>
          <a:off x="6799263" y="1116014"/>
          <a:ext cx="2177057" cy="538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041120" imgH="203040" progId="Equation.DSMT4">
                  <p:embed/>
                </p:oleObj>
              </mc:Choice>
              <mc:Fallback>
                <p:oleObj name="Equation" r:id="rId18" imgW="1041120" imgH="203040" progId="Equation.DSMT4">
                  <p:embed/>
                  <p:pic>
                    <p:nvPicPr>
                      <p:cNvPr id="0" name="Picture 15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9263" y="1116014"/>
                        <a:ext cx="2177057" cy="5381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8071060"/>
              </p:ext>
            </p:extLst>
          </p:nvPr>
        </p:nvGraphicFramePr>
        <p:xfrm>
          <a:off x="7233594" y="4613590"/>
          <a:ext cx="2377322" cy="5901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117440" imgH="228600" progId="Equation.DSMT4">
                  <p:embed/>
                </p:oleObj>
              </mc:Choice>
              <mc:Fallback>
                <p:oleObj name="Equation" r:id="rId20" imgW="1117440" imgH="228600" progId="Equation.DSMT4">
                  <p:embed/>
                  <p:pic>
                    <p:nvPicPr>
                      <p:cNvPr id="0" name="Picture 15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3594" y="4613590"/>
                        <a:ext cx="2377322" cy="5901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4859083"/>
              </p:ext>
            </p:extLst>
          </p:nvPr>
        </p:nvGraphicFramePr>
        <p:xfrm>
          <a:off x="9602592" y="4676642"/>
          <a:ext cx="560074" cy="527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15640" imgH="203040" progId="Equation.DSMT4">
                  <p:embed/>
                </p:oleObj>
              </mc:Choice>
              <mc:Fallback>
                <p:oleObj name="Equation" r:id="rId22" imgW="215640" imgH="203040" progId="Equation.DSMT4">
                  <p:embed/>
                  <p:pic>
                    <p:nvPicPr>
                      <p:cNvPr id="0" name="Picture 15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2592" y="4676642"/>
                        <a:ext cx="560074" cy="5271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00822"/>
              </p:ext>
            </p:extLst>
          </p:nvPr>
        </p:nvGraphicFramePr>
        <p:xfrm>
          <a:off x="6067425" y="4424363"/>
          <a:ext cx="1541463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558720" imgH="342720" progId="Equation.DSMT4">
                  <p:embed/>
                </p:oleObj>
              </mc:Choice>
              <mc:Fallback>
                <p:oleObj name="Equation" r:id="rId24" imgW="558720" imgH="342720" progId="Equation.DSMT4">
                  <p:embed/>
                  <p:pic>
                    <p:nvPicPr>
                      <p:cNvPr id="0" name="Picture 15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7425" y="4424363"/>
                        <a:ext cx="1541463" cy="1004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6628074"/>
              </p:ext>
            </p:extLst>
          </p:nvPr>
        </p:nvGraphicFramePr>
        <p:xfrm>
          <a:off x="6837363" y="3763523"/>
          <a:ext cx="2498997" cy="5494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041120" imgH="203040" progId="Equation.DSMT4">
                  <p:embed/>
                </p:oleObj>
              </mc:Choice>
              <mc:Fallback>
                <p:oleObj name="Equation" r:id="rId26" imgW="1041120" imgH="203040" progId="Equation.DSMT4">
                  <p:embed/>
                  <p:pic>
                    <p:nvPicPr>
                      <p:cNvPr id="0" name="Picture 15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7363" y="3763523"/>
                        <a:ext cx="2498997" cy="54941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587" name="Group 16"/>
          <p:cNvGrpSpPr>
            <a:grpSpLocks/>
          </p:cNvGrpSpPr>
          <p:nvPr/>
        </p:nvGrpSpPr>
        <p:grpSpPr bwMode="auto">
          <a:xfrm>
            <a:off x="2640014" y="1916113"/>
            <a:ext cx="287337" cy="792162"/>
            <a:chOff x="4235" y="1060"/>
            <a:chExt cx="362" cy="908"/>
          </a:xfrm>
        </p:grpSpPr>
        <p:sp>
          <p:nvSpPr>
            <p:cNvPr id="24617" name="Arc 17"/>
            <p:cNvSpPr>
              <a:spLocks/>
            </p:cNvSpPr>
            <p:nvPr/>
          </p:nvSpPr>
          <p:spPr bwMode="auto">
            <a:xfrm>
              <a:off x="4235" y="1061"/>
              <a:ext cx="181" cy="907"/>
            </a:xfrm>
            <a:custGeom>
              <a:avLst/>
              <a:gdLst>
                <a:gd name="T0" fmla="*/ 0 w 21600"/>
                <a:gd name="T1" fmla="*/ 0 h 43179"/>
                <a:gd name="T2" fmla="*/ 0 w 21600"/>
                <a:gd name="T3" fmla="*/ 0 h 43179"/>
                <a:gd name="T4" fmla="*/ 0 w 21600"/>
                <a:gd name="T5" fmla="*/ 0 h 4317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43179" fill="none" extrusionOk="0">
                  <a:moveTo>
                    <a:pt x="20769" y="43179"/>
                  </a:moveTo>
                  <a:cubicBezTo>
                    <a:pt x="9172" y="42733"/>
                    <a:pt x="0" y="33201"/>
                    <a:pt x="0" y="21595"/>
                  </a:cubicBezTo>
                  <a:cubicBezTo>
                    <a:pt x="-1" y="9841"/>
                    <a:pt x="9398" y="244"/>
                    <a:pt x="21149" y="-1"/>
                  </a:cubicBezTo>
                </a:path>
                <a:path w="21600" h="43179" stroke="0" extrusionOk="0">
                  <a:moveTo>
                    <a:pt x="20769" y="43179"/>
                  </a:moveTo>
                  <a:cubicBezTo>
                    <a:pt x="9172" y="42733"/>
                    <a:pt x="0" y="33201"/>
                    <a:pt x="0" y="21595"/>
                  </a:cubicBezTo>
                  <a:cubicBezTo>
                    <a:pt x="-1" y="9841"/>
                    <a:pt x="9398" y="244"/>
                    <a:pt x="21149" y="-1"/>
                  </a:cubicBezTo>
                  <a:lnTo>
                    <a:pt x="21600" y="21595"/>
                  </a:lnTo>
                  <a:lnTo>
                    <a:pt x="20769" y="43179"/>
                  </a:lnTo>
                  <a:close/>
                </a:path>
              </a:pathLst>
            </a:custGeom>
            <a:noFill/>
            <a:ln w="1905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18" name="Arc 18"/>
            <p:cNvSpPr>
              <a:spLocks/>
            </p:cNvSpPr>
            <p:nvPr/>
          </p:nvSpPr>
          <p:spPr bwMode="auto">
            <a:xfrm rot="10800000">
              <a:off x="4386" y="1060"/>
              <a:ext cx="211" cy="907"/>
            </a:xfrm>
            <a:custGeom>
              <a:avLst/>
              <a:gdLst>
                <a:gd name="T0" fmla="*/ 0 w 25187"/>
                <a:gd name="T1" fmla="*/ 0 h 43184"/>
                <a:gd name="T2" fmla="*/ 0 w 25187"/>
                <a:gd name="T3" fmla="*/ 0 h 43184"/>
                <a:gd name="T4" fmla="*/ 0 w 25187"/>
                <a:gd name="T5" fmla="*/ 0 h 431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187" h="43184" fill="none" extrusionOk="0">
                  <a:moveTo>
                    <a:pt x="20769" y="43184"/>
                  </a:moveTo>
                  <a:cubicBezTo>
                    <a:pt x="9172" y="42738"/>
                    <a:pt x="0" y="33206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2801" y="-1"/>
                    <a:pt x="24001" y="100"/>
                    <a:pt x="25187" y="299"/>
                  </a:cubicBezTo>
                </a:path>
                <a:path w="25187" h="43184" stroke="0" extrusionOk="0">
                  <a:moveTo>
                    <a:pt x="20769" y="43184"/>
                  </a:moveTo>
                  <a:cubicBezTo>
                    <a:pt x="9172" y="42738"/>
                    <a:pt x="0" y="33206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2801" y="-1"/>
                    <a:pt x="24001" y="100"/>
                    <a:pt x="25187" y="299"/>
                  </a:cubicBezTo>
                  <a:lnTo>
                    <a:pt x="21600" y="21600"/>
                  </a:lnTo>
                  <a:lnTo>
                    <a:pt x="20769" y="43184"/>
                  </a:lnTo>
                  <a:close/>
                </a:path>
              </a:pathLst>
            </a:custGeom>
            <a:noFill/>
            <a:ln w="19050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4588" name="Object 19"/>
          <p:cNvGraphicFramePr>
            <a:graphicFrameLocks noChangeAspect="1"/>
          </p:cNvGraphicFramePr>
          <p:nvPr/>
        </p:nvGraphicFramePr>
        <p:xfrm>
          <a:off x="2720976" y="2347914"/>
          <a:ext cx="111125" cy="13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72080" imgH="181800" progId="Equation.3">
                  <p:embed/>
                </p:oleObj>
              </mc:Choice>
              <mc:Fallback>
                <p:oleObj name="Equation" r:id="rId28" imgW="172080" imgH="181800" progId="Equation.3">
                  <p:embed/>
                  <p:pic>
                    <p:nvPicPr>
                      <p:cNvPr id="0" name="Picture 15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0976" y="2347914"/>
                        <a:ext cx="111125" cy="130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589" name="Group 20"/>
          <p:cNvGrpSpPr>
            <a:grpSpLocks/>
          </p:cNvGrpSpPr>
          <p:nvPr/>
        </p:nvGrpSpPr>
        <p:grpSpPr bwMode="auto">
          <a:xfrm>
            <a:off x="2495551" y="1628776"/>
            <a:ext cx="576263" cy="1368425"/>
            <a:chOff x="612" y="1026"/>
            <a:chExt cx="363" cy="907"/>
          </a:xfrm>
        </p:grpSpPr>
        <p:sp>
          <p:nvSpPr>
            <p:cNvPr id="24615" name="Arc 21"/>
            <p:cNvSpPr>
              <a:spLocks/>
            </p:cNvSpPr>
            <p:nvPr/>
          </p:nvSpPr>
          <p:spPr bwMode="auto">
            <a:xfrm>
              <a:off x="612" y="1027"/>
              <a:ext cx="182" cy="906"/>
            </a:xfrm>
            <a:custGeom>
              <a:avLst/>
              <a:gdLst>
                <a:gd name="T0" fmla="*/ 0 w 21600"/>
                <a:gd name="T1" fmla="*/ 0 h 43179"/>
                <a:gd name="T2" fmla="*/ 0 w 21600"/>
                <a:gd name="T3" fmla="*/ 0 h 43179"/>
                <a:gd name="T4" fmla="*/ 0 w 21600"/>
                <a:gd name="T5" fmla="*/ 0 h 4317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43179" fill="none" extrusionOk="0">
                  <a:moveTo>
                    <a:pt x="20769" y="43179"/>
                  </a:moveTo>
                  <a:cubicBezTo>
                    <a:pt x="9172" y="42733"/>
                    <a:pt x="0" y="33201"/>
                    <a:pt x="0" y="21595"/>
                  </a:cubicBezTo>
                  <a:cubicBezTo>
                    <a:pt x="-1" y="9841"/>
                    <a:pt x="9398" y="244"/>
                    <a:pt x="21149" y="-1"/>
                  </a:cubicBezTo>
                </a:path>
                <a:path w="21600" h="43179" stroke="0" extrusionOk="0">
                  <a:moveTo>
                    <a:pt x="20769" y="43179"/>
                  </a:moveTo>
                  <a:cubicBezTo>
                    <a:pt x="9172" y="42733"/>
                    <a:pt x="0" y="33201"/>
                    <a:pt x="0" y="21595"/>
                  </a:cubicBezTo>
                  <a:cubicBezTo>
                    <a:pt x="-1" y="9841"/>
                    <a:pt x="9398" y="244"/>
                    <a:pt x="21149" y="-1"/>
                  </a:cubicBezTo>
                  <a:lnTo>
                    <a:pt x="21600" y="21595"/>
                  </a:lnTo>
                  <a:lnTo>
                    <a:pt x="20769" y="43179"/>
                  </a:lnTo>
                  <a:close/>
                </a:path>
              </a:pathLst>
            </a:custGeom>
            <a:noFill/>
            <a:ln w="1905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16" name="Arc 22"/>
            <p:cNvSpPr>
              <a:spLocks/>
            </p:cNvSpPr>
            <p:nvPr/>
          </p:nvSpPr>
          <p:spPr bwMode="auto">
            <a:xfrm rot="10800000">
              <a:off x="763" y="1026"/>
              <a:ext cx="212" cy="906"/>
            </a:xfrm>
            <a:custGeom>
              <a:avLst/>
              <a:gdLst>
                <a:gd name="T0" fmla="*/ 0 w 25187"/>
                <a:gd name="T1" fmla="*/ 0 h 43184"/>
                <a:gd name="T2" fmla="*/ 0 w 25187"/>
                <a:gd name="T3" fmla="*/ 0 h 43184"/>
                <a:gd name="T4" fmla="*/ 0 w 25187"/>
                <a:gd name="T5" fmla="*/ 0 h 431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187" h="43184" fill="none" extrusionOk="0">
                  <a:moveTo>
                    <a:pt x="20769" y="43184"/>
                  </a:moveTo>
                  <a:cubicBezTo>
                    <a:pt x="9172" y="42738"/>
                    <a:pt x="0" y="33206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2801" y="-1"/>
                    <a:pt x="24001" y="100"/>
                    <a:pt x="25187" y="299"/>
                  </a:cubicBezTo>
                </a:path>
                <a:path w="25187" h="43184" stroke="0" extrusionOk="0">
                  <a:moveTo>
                    <a:pt x="20769" y="43184"/>
                  </a:moveTo>
                  <a:cubicBezTo>
                    <a:pt x="9172" y="42738"/>
                    <a:pt x="0" y="33206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2801" y="-1"/>
                    <a:pt x="24001" y="100"/>
                    <a:pt x="25187" y="299"/>
                  </a:cubicBezTo>
                  <a:lnTo>
                    <a:pt x="21600" y="21600"/>
                  </a:lnTo>
                  <a:lnTo>
                    <a:pt x="20769" y="43184"/>
                  </a:lnTo>
                  <a:close/>
                </a:path>
              </a:pathLst>
            </a:custGeom>
            <a:noFill/>
            <a:ln w="19050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4590" name="Group 23"/>
          <p:cNvGrpSpPr>
            <a:grpSpLocks/>
          </p:cNvGrpSpPr>
          <p:nvPr/>
        </p:nvGrpSpPr>
        <p:grpSpPr bwMode="auto">
          <a:xfrm>
            <a:off x="4079875" y="1916113"/>
            <a:ext cx="287338" cy="792162"/>
            <a:chOff x="4235" y="1060"/>
            <a:chExt cx="362" cy="908"/>
          </a:xfrm>
        </p:grpSpPr>
        <p:sp>
          <p:nvSpPr>
            <p:cNvPr id="24613" name="Arc 24"/>
            <p:cNvSpPr>
              <a:spLocks/>
            </p:cNvSpPr>
            <p:nvPr/>
          </p:nvSpPr>
          <p:spPr bwMode="auto">
            <a:xfrm>
              <a:off x="4235" y="1061"/>
              <a:ext cx="181" cy="907"/>
            </a:xfrm>
            <a:custGeom>
              <a:avLst/>
              <a:gdLst>
                <a:gd name="T0" fmla="*/ 0 w 21600"/>
                <a:gd name="T1" fmla="*/ 0 h 43179"/>
                <a:gd name="T2" fmla="*/ 0 w 21600"/>
                <a:gd name="T3" fmla="*/ 0 h 43179"/>
                <a:gd name="T4" fmla="*/ 0 w 21600"/>
                <a:gd name="T5" fmla="*/ 0 h 4317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43179" fill="none" extrusionOk="0">
                  <a:moveTo>
                    <a:pt x="20769" y="43179"/>
                  </a:moveTo>
                  <a:cubicBezTo>
                    <a:pt x="9172" y="42733"/>
                    <a:pt x="0" y="33201"/>
                    <a:pt x="0" y="21595"/>
                  </a:cubicBezTo>
                  <a:cubicBezTo>
                    <a:pt x="-1" y="9841"/>
                    <a:pt x="9398" y="244"/>
                    <a:pt x="21149" y="-1"/>
                  </a:cubicBezTo>
                </a:path>
                <a:path w="21600" h="43179" stroke="0" extrusionOk="0">
                  <a:moveTo>
                    <a:pt x="20769" y="43179"/>
                  </a:moveTo>
                  <a:cubicBezTo>
                    <a:pt x="9172" y="42733"/>
                    <a:pt x="0" y="33201"/>
                    <a:pt x="0" y="21595"/>
                  </a:cubicBezTo>
                  <a:cubicBezTo>
                    <a:pt x="-1" y="9841"/>
                    <a:pt x="9398" y="244"/>
                    <a:pt x="21149" y="-1"/>
                  </a:cubicBezTo>
                  <a:lnTo>
                    <a:pt x="21600" y="21595"/>
                  </a:lnTo>
                  <a:lnTo>
                    <a:pt x="20769" y="43179"/>
                  </a:lnTo>
                  <a:close/>
                </a:path>
              </a:pathLst>
            </a:custGeom>
            <a:noFill/>
            <a:ln w="1905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14" name="Arc 25"/>
            <p:cNvSpPr>
              <a:spLocks/>
            </p:cNvSpPr>
            <p:nvPr/>
          </p:nvSpPr>
          <p:spPr bwMode="auto">
            <a:xfrm rot="10800000">
              <a:off x="4386" y="1060"/>
              <a:ext cx="211" cy="907"/>
            </a:xfrm>
            <a:custGeom>
              <a:avLst/>
              <a:gdLst>
                <a:gd name="T0" fmla="*/ 0 w 25187"/>
                <a:gd name="T1" fmla="*/ 0 h 43184"/>
                <a:gd name="T2" fmla="*/ 0 w 25187"/>
                <a:gd name="T3" fmla="*/ 0 h 43184"/>
                <a:gd name="T4" fmla="*/ 0 w 25187"/>
                <a:gd name="T5" fmla="*/ 0 h 431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187" h="43184" fill="none" extrusionOk="0">
                  <a:moveTo>
                    <a:pt x="20769" y="43184"/>
                  </a:moveTo>
                  <a:cubicBezTo>
                    <a:pt x="9172" y="42738"/>
                    <a:pt x="0" y="33206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2801" y="-1"/>
                    <a:pt x="24001" y="100"/>
                    <a:pt x="25187" y="299"/>
                  </a:cubicBezTo>
                </a:path>
                <a:path w="25187" h="43184" stroke="0" extrusionOk="0">
                  <a:moveTo>
                    <a:pt x="20769" y="43184"/>
                  </a:moveTo>
                  <a:cubicBezTo>
                    <a:pt x="9172" y="42738"/>
                    <a:pt x="0" y="33206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2801" y="-1"/>
                    <a:pt x="24001" y="100"/>
                    <a:pt x="25187" y="299"/>
                  </a:cubicBezTo>
                  <a:lnTo>
                    <a:pt x="21600" y="21600"/>
                  </a:lnTo>
                  <a:lnTo>
                    <a:pt x="20769" y="43184"/>
                  </a:lnTo>
                  <a:close/>
                </a:path>
              </a:pathLst>
            </a:custGeom>
            <a:noFill/>
            <a:ln w="19050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4591" name="Group 26"/>
          <p:cNvGrpSpPr>
            <a:grpSpLocks/>
          </p:cNvGrpSpPr>
          <p:nvPr/>
        </p:nvGrpSpPr>
        <p:grpSpPr bwMode="auto">
          <a:xfrm>
            <a:off x="3935413" y="1557339"/>
            <a:ext cx="576262" cy="1584325"/>
            <a:chOff x="612" y="1026"/>
            <a:chExt cx="363" cy="907"/>
          </a:xfrm>
        </p:grpSpPr>
        <p:sp>
          <p:nvSpPr>
            <p:cNvPr id="24611" name="Arc 27"/>
            <p:cNvSpPr>
              <a:spLocks/>
            </p:cNvSpPr>
            <p:nvPr/>
          </p:nvSpPr>
          <p:spPr bwMode="auto">
            <a:xfrm>
              <a:off x="612" y="1027"/>
              <a:ext cx="182" cy="906"/>
            </a:xfrm>
            <a:custGeom>
              <a:avLst/>
              <a:gdLst>
                <a:gd name="T0" fmla="*/ 0 w 21600"/>
                <a:gd name="T1" fmla="*/ 0 h 43179"/>
                <a:gd name="T2" fmla="*/ 0 w 21600"/>
                <a:gd name="T3" fmla="*/ 0 h 43179"/>
                <a:gd name="T4" fmla="*/ 0 w 21600"/>
                <a:gd name="T5" fmla="*/ 0 h 4317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43179" fill="none" extrusionOk="0">
                  <a:moveTo>
                    <a:pt x="20769" y="43179"/>
                  </a:moveTo>
                  <a:cubicBezTo>
                    <a:pt x="9172" y="42733"/>
                    <a:pt x="0" y="33201"/>
                    <a:pt x="0" y="21595"/>
                  </a:cubicBezTo>
                  <a:cubicBezTo>
                    <a:pt x="-1" y="9841"/>
                    <a:pt x="9398" y="244"/>
                    <a:pt x="21149" y="-1"/>
                  </a:cubicBezTo>
                </a:path>
                <a:path w="21600" h="43179" stroke="0" extrusionOk="0">
                  <a:moveTo>
                    <a:pt x="20769" y="43179"/>
                  </a:moveTo>
                  <a:cubicBezTo>
                    <a:pt x="9172" y="42733"/>
                    <a:pt x="0" y="33201"/>
                    <a:pt x="0" y="21595"/>
                  </a:cubicBezTo>
                  <a:cubicBezTo>
                    <a:pt x="-1" y="9841"/>
                    <a:pt x="9398" y="244"/>
                    <a:pt x="21149" y="-1"/>
                  </a:cubicBezTo>
                  <a:lnTo>
                    <a:pt x="21600" y="21595"/>
                  </a:lnTo>
                  <a:lnTo>
                    <a:pt x="20769" y="43179"/>
                  </a:lnTo>
                  <a:close/>
                </a:path>
              </a:pathLst>
            </a:custGeom>
            <a:noFill/>
            <a:ln w="1905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12" name="Arc 28"/>
            <p:cNvSpPr>
              <a:spLocks/>
            </p:cNvSpPr>
            <p:nvPr/>
          </p:nvSpPr>
          <p:spPr bwMode="auto">
            <a:xfrm rot="10800000">
              <a:off x="763" y="1026"/>
              <a:ext cx="212" cy="906"/>
            </a:xfrm>
            <a:custGeom>
              <a:avLst/>
              <a:gdLst>
                <a:gd name="T0" fmla="*/ 0 w 25187"/>
                <a:gd name="T1" fmla="*/ 0 h 43184"/>
                <a:gd name="T2" fmla="*/ 0 w 25187"/>
                <a:gd name="T3" fmla="*/ 0 h 43184"/>
                <a:gd name="T4" fmla="*/ 0 w 25187"/>
                <a:gd name="T5" fmla="*/ 0 h 431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187" h="43184" fill="none" extrusionOk="0">
                  <a:moveTo>
                    <a:pt x="20769" y="43184"/>
                  </a:moveTo>
                  <a:cubicBezTo>
                    <a:pt x="9172" y="42738"/>
                    <a:pt x="0" y="33206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2801" y="-1"/>
                    <a:pt x="24001" y="100"/>
                    <a:pt x="25187" y="299"/>
                  </a:cubicBezTo>
                </a:path>
                <a:path w="25187" h="43184" stroke="0" extrusionOk="0">
                  <a:moveTo>
                    <a:pt x="20769" y="43184"/>
                  </a:moveTo>
                  <a:cubicBezTo>
                    <a:pt x="9172" y="42738"/>
                    <a:pt x="0" y="33206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2801" y="-1"/>
                    <a:pt x="24001" y="100"/>
                    <a:pt x="25187" y="299"/>
                  </a:cubicBezTo>
                  <a:lnTo>
                    <a:pt x="21600" y="21600"/>
                  </a:lnTo>
                  <a:lnTo>
                    <a:pt x="20769" y="43184"/>
                  </a:lnTo>
                  <a:close/>
                </a:path>
              </a:pathLst>
            </a:custGeom>
            <a:noFill/>
            <a:ln w="19050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5629" name="Group 29"/>
          <p:cNvGrpSpPr>
            <a:grpSpLocks/>
          </p:cNvGrpSpPr>
          <p:nvPr/>
        </p:nvGrpSpPr>
        <p:grpSpPr bwMode="auto">
          <a:xfrm>
            <a:off x="1919288" y="3508376"/>
            <a:ext cx="3713162" cy="2297113"/>
            <a:chOff x="249" y="2210"/>
            <a:chExt cx="2339" cy="1447"/>
          </a:xfrm>
        </p:grpSpPr>
        <p:grpSp>
          <p:nvGrpSpPr>
            <p:cNvPr id="24593" name="Group 30"/>
            <p:cNvGrpSpPr>
              <a:grpSpLocks/>
            </p:cNvGrpSpPr>
            <p:nvPr/>
          </p:nvGrpSpPr>
          <p:grpSpPr bwMode="auto">
            <a:xfrm>
              <a:off x="249" y="2210"/>
              <a:ext cx="2339" cy="1447"/>
              <a:chOff x="402" y="2218"/>
              <a:chExt cx="2427" cy="1431"/>
            </a:xfrm>
          </p:grpSpPr>
          <p:graphicFrame>
            <p:nvGraphicFramePr>
              <p:cNvPr id="24606" name="Object 31"/>
              <p:cNvGraphicFramePr>
                <a:graphicFrameLocks noChangeAspect="1"/>
              </p:cNvGraphicFramePr>
              <p:nvPr/>
            </p:nvGraphicFramePr>
            <p:xfrm>
              <a:off x="402" y="2218"/>
              <a:ext cx="2365" cy="14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Visio" r:id="rId30" imgW="4101084" imgH="2471452" progId="">
                      <p:embed/>
                    </p:oleObj>
                  </mc:Choice>
                  <mc:Fallback>
                    <p:oleObj name="Visio" r:id="rId30" imgW="4101084" imgH="2471452" progId="">
                      <p:embed/>
                      <p:pic>
                        <p:nvPicPr>
                          <p:cNvPr id="0" name="Picture 159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2" y="2218"/>
                            <a:ext cx="2365" cy="143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607" name="Object 32"/>
              <p:cNvGraphicFramePr>
                <a:graphicFrameLocks noChangeAspect="1"/>
              </p:cNvGraphicFramePr>
              <p:nvPr/>
            </p:nvGraphicFramePr>
            <p:xfrm>
              <a:off x="1111" y="2799"/>
              <a:ext cx="642" cy="22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2" imgW="525960" imgH="143640" progId="Equation.3">
                      <p:embed/>
                    </p:oleObj>
                  </mc:Choice>
                  <mc:Fallback>
                    <p:oleObj name="公式" r:id="rId32" imgW="525960" imgH="143640" progId="Equation.3">
                      <p:embed/>
                      <p:pic>
                        <p:nvPicPr>
                          <p:cNvPr id="0" name="Picture 159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11" y="2799"/>
                            <a:ext cx="642" cy="22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608" name="Object 33"/>
              <p:cNvGraphicFramePr>
                <a:graphicFrameLocks noChangeAspect="1"/>
              </p:cNvGraphicFramePr>
              <p:nvPr/>
            </p:nvGraphicFramePr>
            <p:xfrm>
              <a:off x="2200" y="2795"/>
              <a:ext cx="629" cy="22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4" imgW="516240" imgH="143640" progId="Equation.3">
                      <p:embed/>
                    </p:oleObj>
                  </mc:Choice>
                  <mc:Fallback>
                    <p:oleObj name="公式" r:id="rId34" imgW="516240" imgH="143640" progId="Equation.3">
                      <p:embed/>
                      <p:pic>
                        <p:nvPicPr>
                          <p:cNvPr id="0" name="Picture 159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00" y="2795"/>
                            <a:ext cx="629" cy="22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609" name="Object 34"/>
              <p:cNvGraphicFramePr>
                <a:graphicFrameLocks noChangeAspect="1"/>
              </p:cNvGraphicFramePr>
              <p:nvPr/>
            </p:nvGraphicFramePr>
            <p:xfrm>
              <a:off x="1095" y="3294"/>
              <a:ext cx="164" cy="20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6" imgW="57240" imgH="86040" progId="Equation.3">
                      <p:embed/>
                    </p:oleObj>
                  </mc:Choice>
                  <mc:Fallback>
                    <p:oleObj name="公式" r:id="rId36" imgW="57240" imgH="86040" progId="Equation.3">
                      <p:embed/>
                      <p:pic>
                        <p:nvPicPr>
                          <p:cNvPr id="0" name="Picture 159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95" y="3294"/>
                            <a:ext cx="164" cy="20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610" name="Object 35"/>
              <p:cNvGraphicFramePr>
                <a:graphicFrameLocks noChangeAspect="1"/>
              </p:cNvGraphicFramePr>
              <p:nvPr/>
            </p:nvGraphicFramePr>
            <p:xfrm>
              <a:off x="1091" y="2432"/>
              <a:ext cx="201" cy="2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8" imgW="86040" imgH="124200" progId="Equation.3">
                      <p:embed/>
                    </p:oleObj>
                  </mc:Choice>
                  <mc:Fallback>
                    <p:oleObj name="公式" r:id="rId38" imgW="86040" imgH="124200" progId="Equation.3">
                      <p:embed/>
                      <p:pic>
                        <p:nvPicPr>
                          <p:cNvPr id="0" name="Picture 159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91" y="2432"/>
                            <a:ext cx="201" cy="25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4594" name="Group 36"/>
            <p:cNvGrpSpPr>
              <a:grpSpLocks/>
            </p:cNvGrpSpPr>
            <p:nvPr/>
          </p:nvGrpSpPr>
          <p:grpSpPr bwMode="auto">
            <a:xfrm rot="-5400000">
              <a:off x="1018" y="2240"/>
              <a:ext cx="183" cy="841"/>
              <a:chOff x="4235" y="1060"/>
              <a:chExt cx="362" cy="908"/>
            </a:xfrm>
          </p:grpSpPr>
          <p:sp>
            <p:nvSpPr>
              <p:cNvPr id="24604" name="Arc 37"/>
              <p:cNvSpPr>
                <a:spLocks/>
              </p:cNvSpPr>
              <p:nvPr/>
            </p:nvSpPr>
            <p:spPr bwMode="auto">
              <a:xfrm>
                <a:off x="4235" y="1061"/>
                <a:ext cx="181" cy="907"/>
              </a:xfrm>
              <a:custGeom>
                <a:avLst/>
                <a:gdLst>
                  <a:gd name="T0" fmla="*/ 0 w 21600"/>
                  <a:gd name="T1" fmla="*/ 0 h 43179"/>
                  <a:gd name="T2" fmla="*/ 0 w 21600"/>
                  <a:gd name="T3" fmla="*/ 0 h 43179"/>
                  <a:gd name="T4" fmla="*/ 0 w 21600"/>
                  <a:gd name="T5" fmla="*/ 0 h 4317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43179" fill="none" extrusionOk="0">
                    <a:moveTo>
                      <a:pt x="20769" y="43179"/>
                    </a:moveTo>
                    <a:cubicBezTo>
                      <a:pt x="9172" y="42733"/>
                      <a:pt x="0" y="33201"/>
                      <a:pt x="0" y="21595"/>
                    </a:cubicBezTo>
                    <a:cubicBezTo>
                      <a:pt x="-1" y="9841"/>
                      <a:pt x="9398" y="244"/>
                      <a:pt x="21149" y="-1"/>
                    </a:cubicBezTo>
                  </a:path>
                  <a:path w="21600" h="43179" stroke="0" extrusionOk="0">
                    <a:moveTo>
                      <a:pt x="20769" y="43179"/>
                    </a:moveTo>
                    <a:cubicBezTo>
                      <a:pt x="9172" y="42733"/>
                      <a:pt x="0" y="33201"/>
                      <a:pt x="0" y="21595"/>
                    </a:cubicBezTo>
                    <a:cubicBezTo>
                      <a:pt x="-1" y="9841"/>
                      <a:pt x="9398" y="244"/>
                      <a:pt x="21149" y="-1"/>
                    </a:cubicBezTo>
                    <a:lnTo>
                      <a:pt x="21600" y="21595"/>
                    </a:lnTo>
                    <a:lnTo>
                      <a:pt x="20769" y="43179"/>
                    </a:lnTo>
                    <a:close/>
                  </a:path>
                </a:pathLst>
              </a:custGeom>
              <a:noFill/>
              <a:ln w="19050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05" name="Arc 38"/>
              <p:cNvSpPr>
                <a:spLocks/>
              </p:cNvSpPr>
              <p:nvPr/>
            </p:nvSpPr>
            <p:spPr bwMode="auto">
              <a:xfrm rot="10800000">
                <a:off x="4386" y="1060"/>
                <a:ext cx="211" cy="907"/>
              </a:xfrm>
              <a:custGeom>
                <a:avLst/>
                <a:gdLst>
                  <a:gd name="T0" fmla="*/ 0 w 25187"/>
                  <a:gd name="T1" fmla="*/ 0 h 43184"/>
                  <a:gd name="T2" fmla="*/ 0 w 25187"/>
                  <a:gd name="T3" fmla="*/ 0 h 43184"/>
                  <a:gd name="T4" fmla="*/ 0 w 25187"/>
                  <a:gd name="T5" fmla="*/ 0 h 4318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5187" h="43184" fill="none" extrusionOk="0">
                    <a:moveTo>
                      <a:pt x="20769" y="43184"/>
                    </a:moveTo>
                    <a:cubicBezTo>
                      <a:pt x="9172" y="42738"/>
                      <a:pt x="0" y="3320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2801" y="-1"/>
                      <a:pt x="24001" y="100"/>
                      <a:pt x="25187" y="299"/>
                    </a:cubicBezTo>
                  </a:path>
                  <a:path w="25187" h="43184" stroke="0" extrusionOk="0">
                    <a:moveTo>
                      <a:pt x="20769" y="43184"/>
                    </a:moveTo>
                    <a:cubicBezTo>
                      <a:pt x="9172" y="42738"/>
                      <a:pt x="0" y="3320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2801" y="-1"/>
                      <a:pt x="24001" y="100"/>
                      <a:pt x="25187" y="299"/>
                    </a:cubicBezTo>
                    <a:lnTo>
                      <a:pt x="21600" y="21600"/>
                    </a:lnTo>
                    <a:lnTo>
                      <a:pt x="20769" y="43184"/>
                    </a:ln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4595" name="Group 39"/>
            <p:cNvGrpSpPr>
              <a:grpSpLocks/>
            </p:cNvGrpSpPr>
            <p:nvPr/>
          </p:nvGrpSpPr>
          <p:grpSpPr bwMode="auto">
            <a:xfrm rot="-5400000">
              <a:off x="926" y="1844"/>
              <a:ext cx="367" cy="1635"/>
              <a:chOff x="612" y="1026"/>
              <a:chExt cx="363" cy="907"/>
            </a:xfrm>
          </p:grpSpPr>
          <p:sp>
            <p:nvSpPr>
              <p:cNvPr id="24602" name="Arc 40"/>
              <p:cNvSpPr>
                <a:spLocks/>
              </p:cNvSpPr>
              <p:nvPr/>
            </p:nvSpPr>
            <p:spPr bwMode="auto">
              <a:xfrm>
                <a:off x="612" y="1027"/>
                <a:ext cx="182" cy="906"/>
              </a:xfrm>
              <a:custGeom>
                <a:avLst/>
                <a:gdLst>
                  <a:gd name="T0" fmla="*/ 0 w 21600"/>
                  <a:gd name="T1" fmla="*/ 0 h 43179"/>
                  <a:gd name="T2" fmla="*/ 0 w 21600"/>
                  <a:gd name="T3" fmla="*/ 0 h 43179"/>
                  <a:gd name="T4" fmla="*/ 0 w 21600"/>
                  <a:gd name="T5" fmla="*/ 0 h 4317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43179" fill="none" extrusionOk="0">
                    <a:moveTo>
                      <a:pt x="20769" y="43179"/>
                    </a:moveTo>
                    <a:cubicBezTo>
                      <a:pt x="9172" y="42733"/>
                      <a:pt x="0" y="33201"/>
                      <a:pt x="0" y="21595"/>
                    </a:cubicBezTo>
                    <a:cubicBezTo>
                      <a:pt x="-1" y="9841"/>
                      <a:pt x="9398" y="244"/>
                      <a:pt x="21149" y="-1"/>
                    </a:cubicBezTo>
                  </a:path>
                  <a:path w="21600" h="43179" stroke="0" extrusionOk="0">
                    <a:moveTo>
                      <a:pt x="20769" y="43179"/>
                    </a:moveTo>
                    <a:cubicBezTo>
                      <a:pt x="9172" y="42733"/>
                      <a:pt x="0" y="33201"/>
                      <a:pt x="0" y="21595"/>
                    </a:cubicBezTo>
                    <a:cubicBezTo>
                      <a:pt x="-1" y="9841"/>
                      <a:pt x="9398" y="244"/>
                      <a:pt x="21149" y="-1"/>
                    </a:cubicBezTo>
                    <a:lnTo>
                      <a:pt x="21600" y="21595"/>
                    </a:lnTo>
                    <a:lnTo>
                      <a:pt x="20769" y="43179"/>
                    </a:lnTo>
                    <a:close/>
                  </a:path>
                </a:pathLst>
              </a:custGeom>
              <a:noFill/>
              <a:ln w="19050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03" name="Arc 41"/>
              <p:cNvSpPr>
                <a:spLocks/>
              </p:cNvSpPr>
              <p:nvPr/>
            </p:nvSpPr>
            <p:spPr bwMode="auto">
              <a:xfrm rot="10800000">
                <a:off x="763" y="1026"/>
                <a:ext cx="212" cy="906"/>
              </a:xfrm>
              <a:custGeom>
                <a:avLst/>
                <a:gdLst>
                  <a:gd name="T0" fmla="*/ 0 w 25187"/>
                  <a:gd name="T1" fmla="*/ 0 h 43184"/>
                  <a:gd name="T2" fmla="*/ 0 w 25187"/>
                  <a:gd name="T3" fmla="*/ 0 h 43184"/>
                  <a:gd name="T4" fmla="*/ 0 w 25187"/>
                  <a:gd name="T5" fmla="*/ 0 h 4318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5187" h="43184" fill="none" extrusionOk="0">
                    <a:moveTo>
                      <a:pt x="20769" y="43184"/>
                    </a:moveTo>
                    <a:cubicBezTo>
                      <a:pt x="9172" y="42738"/>
                      <a:pt x="0" y="3320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2801" y="-1"/>
                      <a:pt x="24001" y="100"/>
                      <a:pt x="25187" y="299"/>
                    </a:cubicBezTo>
                  </a:path>
                  <a:path w="25187" h="43184" stroke="0" extrusionOk="0">
                    <a:moveTo>
                      <a:pt x="20769" y="43184"/>
                    </a:moveTo>
                    <a:cubicBezTo>
                      <a:pt x="9172" y="42738"/>
                      <a:pt x="0" y="3320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2801" y="-1"/>
                      <a:pt x="24001" y="100"/>
                      <a:pt x="25187" y="299"/>
                    </a:cubicBezTo>
                    <a:lnTo>
                      <a:pt x="21600" y="21600"/>
                    </a:lnTo>
                    <a:lnTo>
                      <a:pt x="20769" y="43184"/>
                    </a:ln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4596" name="Group 42"/>
            <p:cNvGrpSpPr>
              <a:grpSpLocks/>
            </p:cNvGrpSpPr>
            <p:nvPr/>
          </p:nvGrpSpPr>
          <p:grpSpPr bwMode="auto">
            <a:xfrm rot="-5400000">
              <a:off x="1020" y="2876"/>
              <a:ext cx="183" cy="841"/>
              <a:chOff x="4235" y="1060"/>
              <a:chExt cx="362" cy="908"/>
            </a:xfrm>
          </p:grpSpPr>
          <p:sp>
            <p:nvSpPr>
              <p:cNvPr id="24600" name="Arc 43"/>
              <p:cNvSpPr>
                <a:spLocks/>
              </p:cNvSpPr>
              <p:nvPr/>
            </p:nvSpPr>
            <p:spPr bwMode="auto">
              <a:xfrm>
                <a:off x="4235" y="1061"/>
                <a:ext cx="181" cy="907"/>
              </a:xfrm>
              <a:custGeom>
                <a:avLst/>
                <a:gdLst>
                  <a:gd name="T0" fmla="*/ 0 w 21600"/>
                  <a:gd name="T1" fmla="*/ 0 h 43179"/>
                  <a:gd name="T2" fmla="*/ 0 w 21600"/>
                  <a:gd name="T3" fmla="*/ 0 h 43179"/>
                  <a:gd name="T4" fmla="*/ 0 w 21600"/>
                  <a:gd name="T5" fmla="*/ 0 h 4317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43179" fill="none" extrusionOk="0">
                    <a:moveTo>
                      <a:pt x="20769" y="43179"/>
                    </a:moveTo>
                    <a:cubicBezTo>
                      <a:pt x="9172" y="42733"/>
                      <a:pt x="0" y="33201"/>
                      <a:pt x="0" y="21595"/>
                    </a:cubicBezTo>
                    <a:cubicBezTo>
                      <a:pt x="-1" y="9841"/>
                      <a:pt x="9398" y="244"/>
                      <a:pt x="21149" y="-1"/>
                    </a:cubicBezTo>
                  </a:path>
                  <a:path w="21600" h="43179" stroke="0" extrusionOk="0">
                    <a:moveTo>
                      <a:pt x="20769" y="43179"/>
                    </a:moveTo>
                    <a:cubicBezTo>
                      <a:pt x="9172" y="42733"/>
                      <a:pt x="0" y="33201"/>
                      <a:pt x="0" y="21595"/>
                    </a:cubicBezTo>
                    <a:cubicBezTo>
                      <a:pt x="-1" y="9841"/>
                      <a:pt x="9398" y="244"/>
                      <a:pt x="21149" y="-1"/>
                    </a:cubicBezTo>
                    <a:lnTo>
                      <a:pt x="21600" y="21595"/>
                    </a:lnTo>
                    <a:lnTo>
                      <a:pt x="20769" y="43179"/>
                    </a:lnTo>
                    <a:close/>
                  </a:path>
                </a:pathLst>
              </a:custGeom>
              <a:noFill/>
              <a:ln w="19050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01" name="Arc 44"/>
              <p:cNvSpPr>
                <a:spLocks/>
              </p:cNvSpPr>
              <p:nvPr/>
            </p:nvSpPr>
            <p:spPr bwMode="auto">
              <a:xfrm rot="10800000">
                <a:off x="4386" y="1060"/>
                <a:ext cx="211" cy="907"/>
              </a:xfrm>
              <a:custGeom>
                <a:avLst/>
                <a:gdLst>
                  <a:gd name="T0" fmla="*/ 0 w 25187"/>
                  <a:gd name="T1" fmla="*/ 0 h 43184"/>
                  <a:gd name="T2" fmla="*/ 0 w 25187"/>
                  <a:gd name="T3" fmla="*/ 0 h 43184"/>
                  <a:gd name="T4" fmla="*/ 0 w 25187"/>
                  <a:gd name="T5" fmla="*/ 0 h 4318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5187" h="43184" fill="none" extrusionOk="0">
                    <a:moveTo>
                      <a:pt x="20769" y="43184"/>
                    </a:moveTo>
                    <a:cubicBezTo>
                      <a:pt x="9172" y="42738"/>
                      <a:pt x="0" y="3320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2801" y="-1"/>
                      <a:pt x="24001" y="100"/>
                      <a:pt x="25187" y="299"/>
                    </a:cubicBezTo>
                  </a:path>
                  <a:path w="25187" h="43184" stroke="0" extrusionOk="0">
                    <a:moveTo>
                      <a:pt x="20769" y="43184"/>
                    </a:moveTo>
                    <a:cubicBezTo>
                      <a:pt x="9172" y="42738"/>
                      <a:pt x="0" y="3320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2801" y="-1"/>
                      <a:pt x="24001" y="100"/>
                      <a:pt x="25187" y="299"/>
                    </a:cubicBezTo>
                    <a:lnTo>
                      <a:pt x="21600" y="21600"/>
                    </a:lnTo>
                    <a:lnTo>
                      <a:pt x="20769" y="43184"/>
                    </a:ln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4597" name="Group 45"/>
            <p:cNvGrpSpPr>
              <a:grpSpLocks/>
            </p:cNvGrpSpPr>
            <p:nvPr/>
          </p:nvGrpSpPr>
          <p:grpSpPr bwMode="auto">
            <a:xfrm rot="-5400000">
              <a:off x="905" y="2503"/>
              <a:ext cx="367" cy="1590"/>
              <a:chOff x="612" y="1026"/>
              <a:chExt cx="363" cy="907"/>
            </a:xfrm>
          </p:grpSpPr>
          <p:sp>
            <p:nvSpPr>
              <p:cNvPr id="24598" name="Arc 46"/>
              <p:cNvSpPr>
                <a:spLocks/>
              </p:cNvSpPr>
              <p:nvPr/>
            </p:nvSpPr>
            <p:spPr bwMode="auto">
              <a:xfrm>
                <a:off x="612" y="1027"/>
                <a:ext cx="182" cy="906"/>
              </a:xfrm>
              <a:custGeom>
                <a:avLst/>
                <a:gdLst>
                  <a:gd name="T0" fmla="*/ 0 w 21600"/>
                  <a:gd name="T1" fmla="*/ 0 h 43179"/>
                  <a:gd name="T2" fmla="*/ 0 w 21600"/>
                  <a:gd name="T3" fmla="*/ 0 h 43179"/>
                  <a:gd name="T4" fmla="*/ 0 w 21600"/>
                  <a:gd name="T5" fmla="*/ 0 h 4317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43179" fill="none" extrusionOk="0">
                    <a:moveTo>
                      <a:pt x="20769" y="43179"/>
                    </a:moveTo>
                    <a:cubicBezTo>
                      <a:pt x="9172" y="42733"/>
                      <a:pt x="0" y="33201"/>
                      <a:pt x="0" y="21595"/>
                    </a:cubicBezTo>
                    <a:cubicBezTo>
                      <a:pt x="-1" y="9841"/>
                      <a:pt x="9398" y="244"/>
                      <a:pt x="21149" y="-1"/>
                    </a:cubicBezTo>
                  </a:path>
                  <a:path w="21600" h="43179" stroke="0" extrusionOk="0">
                    <a:moveTo>
                      <a:pt x="20769" y="43179"/>
                    </a:moveTo>
                    <a:cubicBezTo>
                      <a:pt x="9172" y="42733"/>
                      <a:pt x="0" y="33201"/>
                      <a:pt x="0" y="21595"/>
                    </a:cubicBezTo>
                    <a:cubicBezTo>
                      <a:pt x="-1" y="9841"/>
                      <a:pt x="9398" y="244"/>
                      <a:pt x="21149" y="-1"/>
                    </a:cubicBezTo>
                    <a:lnTo>
                      <a:pt x="21600" y="21595"/>
                    </a:lnTo>
                    <a:lnTo>
                      <a:pt x="20769" y="43179"/>
                    </a:lnTo>
                    <a:close/>
                  </a:path>
                </a:pathLst>
              </a:custGeom>
              <a:noFill/>
              <a:ln w="19050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599" name="Arc 47"/>
              <p:cNvSpPr>
                <a:spLocks/>
              </p:cNvSpPr>
              <p:nvPr/>
            </p:nvSpPr>
            <p:spPr bwMode="auto">
              <a:xfrm rot="10800000">
                <a:off x="763" y="1026"/>
                <a:ext cx="212" cy="906"/>
              </a:xfrm>
              <a:custGeom>
                <a:avLst/>
                <a:gdLst>
                  <a:gd name="T0" fmla="*/ 0 w 25187"/>
                  <a:gd name="T1" fmla="*/ 0 h 43184"/>
                  <a:gd name="T2" fmla="*/ 0 w 25187"/>
                  <a:gd name="T3" fmla="*/ 0 h 43184"/>
                  <a:gd name="T4" fmla="*/ 0 w 25187"/>
                  <a:gd name="T5" fmla="*/ 0 h 4318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5187" h="43184" fill="none" extrusionOk="0">
                    <a:moveTo>
                      <a:pt x="20769" y="43184"/>
                    </a:moveTo>
                    <a:cubicBezTo>
                      <a:pt x="9172" y="42738"/>
                      <a:pt x="0" y="3320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2801" y="-1"/>
                      <a:pt x="24001" y="100"/>
                      <a:pt x="25187" y="299"/>
                    </a:cubicBezTo>
                  </a:path>
                  <a:path w="25187" h="43184" stroke="0" extrusionOk="0">
                    <a:moveTo>
                      <a:pt x="20769" y="43184"/>
                    </a:moveTo>
                    <a:cubicBezTo>
                      <a:pt x="9172" y="42738"/>
                      <a:pt x="0" y="3320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2801" y="-1"/>
                      <a:pt x="24001" y="100"/>
                      <a:pt x="25187" y="299"/>
                    </a:cubicBezTo>
                    <a:lnTo>
                      <a:pt x="21600" y="21600"/>
                    </a:lnTo>
                    <a:lnTo>
                      <a:pt x="20769" y="43184"/>
                    </a:ln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B45CD-C86B-48D4-829F-F0E1BCAACD99}" type="slidenum">
              <a:rPr lang="zh-CN" altLang="en-US" smtClean="0"/>
              <a:pPr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873709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5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6" name="Group 2"/>
          <p:cNvGrpSpPr>
            <a:grpSpLocks/>
          </p:cNvGrpSpPr>
          <p:nvPr/>
        </p:nvGrpSpPr>
        <p:grpSpPr bwMode="auto">
          <a:xfrm>
            <a:off x="7196138" y="1357313"/>
            <a:ext cx="3243262" cy="1752600"/>
            <a:chOff x="3573" y="912"/>
            <a:chExt cx="2043" cy="1104"/>
          </a:xfrm>
        </p:grpSpPr>
        <p:graphicFrame>
          <p:nvGraphicFramePr>
            <p:cNvPr id="25633" name="Object 3"/>
            <p:cNvGraphicFramePr>
              <a:graphicFrameLocks noChangeAspect="1"/>
            </p:cNvGraphicFramePr>
            <p:nvPr/>
          </p:nvGraphicFramePr>
          <p:xfrm>
            <a:off x="5280" y="1632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72080" imgH="181800" progId="Equation.3">
                    <p:embed/>
                  </p:oleObj>
                </mc:Choice>
                <mc:Fallback>
                  <p:oleObj name="Equation" r:id="rId2" imgW="172080" imgH="181800" progId="Equation.3">
                    <p:embed/>
                    <p:pic>
                      <p:nvPicPr>
                        <p:cNvPr id="0" name="Picture 117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0" y="1632"/>
                          <a:ext cx="144" cy="15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34" name="Line 4"/>
            <p:cNvSpPr>
              <a:spLocks noChangeShapeType="1"/>
            </p:cNvSpPr>
            <p:nvPr/>
          </p:nvSpPr>
          <p:spPr bwMode="auto">
            <a:xfrm>
              <a:off x="3573" y="1632"/>
              <a:ext cx="199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35" name="Line 5"/>
            <p:cNvSpPr>
              <a:spLocks noChangeShapeType="1"/>
            </p:cNvSpPr>
            <p:nvPr/>
          </p:nvSpPr>
          <p:spPr bwMode="auto">
            <a:xfrm flipV="1">
              <a:off x="4464" y="912"/>
              <a:ext cx="0" cy="1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5636" name="Object 6"/>
            <p:cNvGraphicFramePr>
              <a:graphicFrameLocks noChangeAspect="1"/>
            </p:cNvGraphicFramePr>
            <p:nvPr/>
          </p:nvGraphicFramePr>
          <p:xfrm>
            <a:off x="4264" y="952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81800" imgH="258480" progId="Equation.3">
                    <p:embed/>
                  </p:oleObj>
                </mc:Choice>
                <mc:Fallback>
                  <p:oleObj name="Equation" r:id="rId4" imgW="181800" imgH="258480" progId="Equation.3">
                    <p:embed/>
                    <p:pic>
                      <p:nvPicPr>
                        <p:cNvPr id="0" name="Picture 117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4" y="952"/>
                          <a:ext cx="152" cy="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37" name="Object 7"/>
            <p:cNvGraphicFramePr>
              <a:graphicFrameLocks noChangeAspect="1"/>
            </p:cNvGraphicFramePr>
            <p:nvPr/>
          </p:nvGraphicFramePr>
          <p:xfrm>
            <a:off x="5472" y="1672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72080" imgH="181800" progId="Equation.3">
                    <p:embed/>
                  </p:oleObj>
                </mc:Choice>
                <mc:Fallback>
                  <p:oleObj name="Equation" r:id="rId6" imgW="172080" imgH="181800" progId="Equation.3">
                    <p:embed/>
                    <p:pic>
                      <p:nvPicPr>
                        <p:cNvPr id="0" name="Picture 118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72" y="1672"/>
                          <a:ext cx="144" cy="15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38" name="Object 8"/>
            <p:cNvGraphicFramePr>
              <a:graphicFrameLocks noChangeAspect="1"/>
            </p:cNvGraphicFramePr>
            <p:nvPr/>
          </p:nvGraphicFramePr>
          <p:xfrm>
            <a:off x="4520" y="1088"/>
            <a:ext cx="136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62720" imgH="277560" progId="Equation.3">
                    <p:embed/>
                  </p:oleObj>
                </mc:Choice>
                <mc:Fallback>
                  <p:oleObj name="Equation" r:id="rId8" imgW="162720" imgH="277560" progId="Equation.3">
                    <p:embed/>
                    <p:pic>
                      <p:nvPicPr>
                        <p:cNvPr id="0" name="Picture 11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20" y="1088"/>
                          <a:ext cx="136" cy="20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39" name="Oval 9"/>
            <p:cNvSpPr>
              <a:spLocks noChangeArrowheads="1"/>
            </p:cNvSpPr>
            <p:nvPr/>
          </p:nvSpPr>
          <p:spPr bwMode="auto">
            <a:xfrm>
              <a:off x="3648" y="1344"/>
              <a:ext cx="1632" cy="576"/>
            </a:xfrm>
            <a:prstGeom prst="ellips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1" lang="zh-CN" altLang="zh-CN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26634" name="Group 10"/>
          <p:cNvGrpSpPr>
            <a:grpSpLocks/>
          </p:cNvGrpSpPr>
          <p:nvPr/>
        </p:nvGrpSpPr>
        <p:grpSpPr bwMode="auto">
          <a:xfrm>
            <a:off x="7316788" y="2043114"/>
            <a:ext cx="2590800" cy="915987"/>
            <a:chOff x="3649" y="1344"/>
            <a:chExt cx="1632" cy="577"/>
          </a:xfrm>
        </p:grpSpPr>
        <p:grpSp>
          <p:nvGrpSpPr>
            <p:cNvPr id="25626" name="Group 11"/>
            <p:cNvGrpSpPr>
              <a:grpSpLocks/>
            </p:cNvGrpSpPr>
            <p:nvPr/>
          </p:nvGrpSpPr>
          <p:grpSpPr bwMode="auto">
            <a:xfrm>
              <a:off x="3649" y="1344"/>
              <a:ext cx="1632" cy="577"/>
              <a:chOff x="3649" y="1344"/>
              <a:chExt cx="1632" cy="577"/>
            </a:xfrm>
          </p:grpSpPr>
          <p:sp>
            <p:nvSpPr>
              <p:cNvPr id="25628" name="Oval 12"/>
              <p:cNvSpPr>
                <a:spLocks noChangeArrowheads="1"/>
              </p:cNvSpPr>
              <p:nvPr/>
            </p:nvSpPr>
            <p:spPr bwMode="auto">
              <a:xfrm>
                <a:off x="3649" y="1344"/>
                <a:ext cx="1632" cy="576"/>
              </a:xfrm>
              <a:prstGeom prst="ellipse">
                <a:avLst/>
              </a:prstGeom>
              <a:gradFill rotWithShape="0">
                <a:gsLst>
                  <a:gs pos="0">
                    <a:srgbClr val="CC6600"/>
                  </a:gs>
                  <a:gs pos="100000">
                    <a:srgbClr val="5E2F00"/>
                  </a:gs>
                </a:gsLst>
                <a:path path="shape">
                  <a:fillToRect l="50000" t="50000" r="50000" b="50000"/>
                </a:path>
              </a:gradFill>
              <a:ln w="3175">
                <a:solidFill>
                  <a:srgbClr val="9933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zh-CN">
                  <a:solidFill>
                    <a:schemeClr val="accent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5629" name="Line 13"/>
              <p:cNvSpPr>
                <a:spLocks noChangeShapeType="1"/>
              </p:cNvSpPr>
              <p:nvPr/>
            </p:nvSpPr>
            <p:spPr bwMode="auto">
              <a:xfrm>
                <a:off x="3649" y="1632"/>
                <a:ext cx="1632" cy="0"/>
              </a:xfrm>
              <a:prstGeom prst="line">
                <a:avLst/>
              </a:prstGeom>
              <a:noFill/>
              <a:ln w="19050">
                <a:solidFill>
                  <a:srgbClr val="CC99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25630" name="Group 14"/>
              <p:cNvGrpSpPr>
                <a:grpSpLocks/>
              </p:cNvGrpSpPr>
              <p:nvPr/>
            </p:nvGrpSpPr>
            <p:grpSpPr bwMode="auto">
              <a:xfrm>
                <a:off x="4288" y="1344"/>
                <a:ext cx="320" cy="577"/>
                <a:chOff x="4232" y="2976"/>
                <a:chExt cx="320" cy="577"/>
              </a:xfrm>
            </p:grpSpPr>
            <p:sp>
              <p:nvSpPr>
                <p:cNvPr id="25631" name="Arc 15"/>
                <p:cNvSpPr>
                  <a:spLocks/>
                </p:cNvSpPr>
                <p:nvPr/>
              </p:nvSpPr>
              <p:spPr bwMode="auto">
                <a:xfrm>
                  <a:off x="4368" y="2976"/>
                  <a:ext cx="184" cy="577"/>
                </a:xfrm>
                <a:custGeom>
                  <a:avLst/>
                  <a:gdLst>
                    <a:gd name="T0" fmla="*/ 0 w 27409"/>
                    <a:gd name="T1" fmla="*/ 0 h 43200"/>
                    <a:gd name="T2" fmla="*/ 0 w 27409"/>
                    <a:gd name="T3" fmla="*/ 0 h 43200"/>
                    <a:gd name="T4" fmla="*/ 0 w 27409"/>
                    <a:gd name="T5" fmla="*/ 0 h 432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7409" h="43200" fill="none" extrusionOk="0">
                      <a:moveTo>
                        <a:pt x="5809" y="0"/>
                      </a:moveTo>
                      <a:cubicBezTo>
                        <a:pt x="17738" y="0"/>
                        <a:pt x="27409" y="9670"/>
                        <a:pt x="27409" y="21600"/>
                      </a:cubicBezTo>
                      <a:cubicBezTo>
                        <a:pt x="27409" y="33529"/>
                        <a:pt x="17738" y="43200"/>
                        <a:pt x="5809" y="43200"/>
                      </a:cubicBezTo>
                      <a:cubicBezTo>
                        <a:pt x="3845" y="43200"/>
                        <a:pt x="1891" y="42932"/>
                        <a:pt x="-1" y="42404"/>
                      </a:cubicBezTo>
                    </a:path>
                    <a:path w="27409" h="43200" stroke="0" extrusionOk="0">
                      <a:moveTo>
                        <a:pt x="5809" y="0"/>
                      </a:moveTo>
                      <a:cubicBezTo>
                        <a:pt x="17738" y="0"/>
                        <a:pt x="27409" y="9670"/>
                        <a:pt x="27409" y="21600"/>
                      </a:cubicBezTo>
                      <a:cubicBezTo>
                        <a:pt x="27409" y="33529"/>
                        <a:pt x="17738" y="43200"/>
                        <a:pt x="5809" y="43200"/>
                      </a:cubicBezTo>
                      <a:cubicBezTo>
                        <a:pt x="3845" y="43200"/>
                        <a:pt x="1891" y="42932"/>
                        <a:pt x="-1" y="42404"/>
                      </a:cubicBezTo>
                      <a:lnTo>
                        <a:pt x="5809" y="21600"/>
                      </a:lnTo>
                      <a:lnTo>
                        <a:pt x="5809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accent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632" name="Arc 16"/>
                <p:cNvSpPr>
                  <a:spLocks/>
                </p:cNvSpPr>
                <p:nvPr/>
              </p:nvSpPr>
              <p:spPr bwMode="auto">
                <a:xfrm rot="10800000">
                  <a:off x="4232" y="2976"/>
                  <a:ext cx="184" cy="577"/>
                </a:xfrm>
                <a:custGeom>
                  <a:avLst/>
                  <a:gdLst>
                    <a:gd name="T0" fmla="*/ 0 w 27409"/>
                    <a:gd name="T1" fmla="*/ 0 h 43200"/>
                    <a:gd name="T2" fmla="*/ 0 w 27409"/>
                    <a:gd name="T3" fmla="*/ 0 h 43200"/>
                    <a:gd name="T4" fmla="*/ 0 w 27409"/>
                    <a:gd name="T5" fmla="*/ 0 h 432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7409" h="43200" fill="none" extrusionOk="0">
                      <a:moveTo>
                        <a:pt x="5809" y="0"/>
                      </a:moveTo>
                      <a:cubicBezTo>
                        <a:pt x="17738" y="0"/>
                        <a:pt x="27409" y="9670"/>
                        <a:pt x="27409" y="21600"/>
                      </a:cubicBezTo>
                      <a:cubicBezTo>
                        <a:pt x="27409" y="33529"/>
                        <a:pt x="17738" y="43200"/>
                        <a:pt x="5809" y="43200"/>
                      </a:cubicBezTo>
                      <a:cubicBezTo>
                        <a:pt x="3845" y="43200"/>
                        <a:pt x="1891" y="42932"/>
                        <a:pt x="-1" y="42404"/>
                      </a:cubicBezTo>
                    </a:path>
                    <a:path w="27409" h="43200" stroke="0" extrusionOk="0">
                      <a:moveTo>
                        <a:pt x="5809" y="0"/>
                      </a:moveTo>
                      <a:cubicBezTo>
                        <a:pt x="17738" y="0"/>
                        <a:pt x="27409" y="9670"/>
                        <a:pt x="27409" y="21600"/>
                      </a:cubicBezTo>
                      <a:cubicBezTo>
                        <a:pt x="27409" y="33529"/>
                        <a:pt x="17738" y="43200"/>
                        <a:pt x="5809" y="43200"/>
                      </a:cubicBezTo>
                      <a:cubicBezTo>
                        <a:pt x="3845" y="43200"/>
                        <a:pt x="1891" y="42932"/>
                        <a:pt x="-1" y="42404"/>
                      </a:cubicBezTo>
                      <a:lnTo>
                        <a:pt x="5809" y="21600"/>
                      </a:lnTo>
                      <a:lnTo>
                        <a:pt x="5809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accent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5627" name="Line 17"/>
            <p:cNvSpPr>
              <a:spLocks noChangeShapeType="1"/>
            </p:cNvSpPr>
            <p:nvPr/>
          </p:nvSpPr>
          <p:spPr bwMode="auto">
            <a:xfrm>
              <a:off x="4465" y="1344"/>
              <a:ext cx="0" cy="576"/>
            </a:xfrm>
            <a:prstGeom prst="line">
              <a:avLst/>
            </a:prstGeom>
            <a:noFill/>
            <a:ln w="12700">
              <a:solidFill>
                <a:srgbClr val="CC99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604" name="Rectangle 18"/>
          <p:cNvSpPr>
            <a:spLocks noGrp="1" noChangeArrowheads="1"/>
          </p:cNvSpPr>
          <p:nvPr>
            <p:ph type="title"/>
          </p:nvPr>
        </p:nvSpPr>
        <p:spPr>
          <a:xfrm>
            <a:off x="1693995" y="550865"/>
            <a:ext cx="2971800" cy="533400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1.</a:t>
            </a:r>
            <a:r>
              <a:rPr lang="en-US" altLang="zh-CN" sz="2800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计算由椭圆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560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676860"/>
              </p:ext>
            </p:extLst>
          </p:nvPr>
        </p:nvGraphicFramePr>
        <p:xfrm>
          <a:off x="4372902" y="342899"/>
          <a:ext cx="1639887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55280" imgH="401760" progId="Equation.DSMT4">
                  <p:embed/>
                </p:oleObj>
              </mc:Choice>
              <mc:Fallback>
                <p:oleObj name="Equation" r:id="rId10" imgW="755280" imgH="401760" progId="Equation.DSMT4">
                  <p:embed/>
                  <p:pic>
                    <p:nvPicPr>
                      <p:cNvPr id="0" name="Picture 11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2902" y="342899"/>
                        <a:ext cx="1639887" cy="900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6" name="Text Box 20"/>
          <p:cNvSpPr txBox="1">
            <a:spLocks noChangeArrowheads="1"/>
          </p:cNvSpPr>
          <p:nvPr/>
        </p:nvSpPr>
        <p:spPr bwMode="auto">
          <a:xfrm>
            <a:off x="6012788" y="557213"/>
            <a:ext cx="404365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宋体" panose="02010600030101010101" pitchFamily="2" charset="-122"/>
              </a:rPr>
              <a:t>所围图形绕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>
                <a:latin typeface="宋体" panose="02010600030101010101" pitchFamily="2" charset="-122"/>
              </a:rPr>
              <a:t> 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轴旋转而</a:t>
            </a:r>
          </a:p>
        </p:txBody>
      </p:sp>
      <p:sp>
        <p:nvSpPr>
          <p:cNvPr id="25607" name="Text Box 21"/>
          <p:cNvSpPr txBox="1">
            <a:spLocks noChangeArrowheads="1"/>
          </p:cNvSpPr>
          <p:nvPr/>
        </p:nvSpPr>
        <p:spPr bwMode="auto">
          <a:xfrm>
            <a:off x="1676400" y="1219201"/>
            <a:ext cx="556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宋体" panose="02010600030101010101" pitchFamily="2" charset="-122"/>
              </a:rPr>
              <a:t>转而成的椭球体的体积</a:t>
            </a:r>
            <a:r>
              <a:rPr kumimoji="1" lang="en-US" altLang="zh-CN" sz="2800" b="1">
                <a:latin typeface="宋体" panose="02010600030101010101" pitchFamily="2" charset="-122"/>
              </a:rPr>
              <a:t>. </a:t>
            </a:r>
            <a:endParaRPr kumimoji="1" lang="en-US" altLang="zh-CN" sz="2400" b="1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26646" name="Text Box 22"/>
          <p:cNvSpPr txBox="1">
            <a:spLocks noChangeArrowheads="1"/>
          </p:cNvSpPr>
          <p:nvPr/>
        </p:nvSpPr>
        <p:spPr bwMode="auto">
          <a:xfrm>
            <a:off x="1689101" y="1814854"/>
            <a:ext cx="4794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r>
              <a:rPr kumimoji="1"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: 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利用直角坐标方程</a:t>
            </a:r>
            <a:endParaRPr kumimoji="1" lang="zh-CN" altLang="en-US" sz="2800" b="1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26647" name="Object 23"/>
          <p:cNvGraphicFramePr>
            <a:graphicFrameLocks noChangeAspect="1"/>
          </p:cNvGraphicFramePr>
          <p:nvPr/>
        </p:nvGraphicFramePr>
        <p:xfrm>
          <a:off x="2879726" y="2406650"/>
          <a:ext cx="3997325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922040" imgH="392400" progId="Equation.DSMT4">
                  <p:embed/>
                </p:oleObj>
              </mc:Choice>
              <mc:Fallback>
                <p:oleObj name="Equation" r:id="rId12" imgW="1922040" imgH="392400" progId="Equation.DSMT4">
                  <p:embed/>
                  <p:pic>
                    <p:nvPicPr>
                      <p:cNvPr id="0" name="Picture 11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9726" y="2406650"/>
                        <a:ext cx="3997325" cy="869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48" name="Text Box 24"/>
          <p:cNvSpPr txBox="1">
            <a:spLocks noChangeArrowheads="1"/>
          </p:cNvSpPr>
          <p:nvPr/>
        </p:nvSpPr>
        <p:spPr bwMode="auto">
          <a:xfrm>
            <a:off x="1752600" y="3363913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宋体" panose="02010600030101010101" pitchFamily="2" charset="-122"/>
              </a:rPr>
              <a:t>则</a:t>
            </a:r>
          </a:p>
        </p:txBody>
      </p:sp>
      <p:graphicFrame>
        <p:nvGraphicFramePr>
          <p:cNvPr id="26649" name="Object 25"/>
          <p:cNvGraphicFramePr>
            <a:graphicFrameLocks noChangeAspect="1"/>
          </p:cNvGraphicFramePr>
          <p:nvPr/>
        </p:nvGraphicFramePr>
        <p:xfrm>
          <a:off x="3276600" y="3911600"/>
          <a:ext cx="314325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63040" imgH="401760" progId="Equation.DSMT4">
                  <p:embed/>
                </p:oleObj>
              </mc:Choice>
              <mc:Fallback>
                <p:oleObj name="Equation" r:id="rId14" imgW="1463040" imgH="401760" progId="Equation.DSMT4">
                  <p:embed/>
                  <p:pic>
                    <p:nvPicPr>
                      <p:cNvPr id="0" name="Picture 11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911600"/>
                        <a:ext cx="314325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50" name="Text Box 26"/>
          <p:cNvSpPr txBox="1">
            <a:spLocks noChangeArrowheads="1"/>
          </p:cNvSpPr>
          <p:nvPr/>
        </p:nvSpPr>
        <p:spPr bwMode="auto">
          <a:xfrm>
            <a:off x="7848600" y="3414713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利用对称性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  <p:graphicFrame>
        <p:nvGraphicFramePr>
          <p:cNvPr id="26651" name="Object 27"/>
          <p:cNvGraphicFramePr>
            <a:graphicFrameLocks noChangeAspect="1"/>
          </p:cNvGraphicFramePr>
          <p:nvPr/>
        </p:nvGraphicFramePr>
        <p:xfrm>
          <a:off x="3276600" y="5029200"/>
          <a:ext cx="2998788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96080" imgH="439920" progId="Equation.DSMT4">
                  <p:embed/>
                </p:oleObj>
              </mc:Choice>
              <mc:Fallback>
                <p:oleObj name="Equation" r:id="rId16" imgW="1396080" imgH="439920" progId="Equation.DSMT4">
                  <p:embed/>
                  <p:pic>
                    <p:nvPicPr>
                      <p:cNvPr id="0" name="Picture 11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029200"/>
                        <a:ext cx="2998788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52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608891"/>
              </p:ext>
            </p:extLst>
          </p:nvPr>
        </p:nvGraphicFramePr>
        <p:xfrm>
          <a:off x="6122289" y="5174568"/>
          <a:ext cx="247650" cy="6998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05120" imgH="353880" progId="Equation.DSMT4">
                  <p:embed/>
                </p:oleObj>
              </mc:Choice>
              <mc:Fallback>
                <p:oleObj name="Equation" r:id="rId18" imgW="105120" imgH="353880" progId="Equation.DSMT4">
                  <p:embed/>
                  <p:pic>
                    <p:nvPicPr>
                      <p:cNvPr id="0" name="Picture 11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2289" y="5174568"/>
                        <a:ext cx="247650" cy="6998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53" name="Object 29"/>
          <p:cNvGraphicFramePr>
            <a:graphicFrameLocks noChangeAspect="1"/>
          </p:cNvGraphicFramePr>
          <p:nvPr/>
        </p:nvGraphicFramePr>
        <p:xfrm>
          <a:off x="6565900" y="5029200"/>
          <a:ext cx="1282700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583200" imgH="392400" progId="Equation.DSMT4">
                  <p:embed/>
                </p:oleObj>
              </mc:Choice>
              <mc:Fallback>
                <p:oleObj name="Equation" r:id="rId20" imgW="583200" imgH="392400" progId="Equation.DSMT4">
                  <p:embed/>
                  <p:pic>
                    <p:nvPicPr>
                      <p:cNvPr id="0" name="Picture 11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5900" y="5029200"/>
                        <a:ext cx="1282700" cy="890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54" name="Object 30"/>
          <p:cNvGraphicFramePr>
            <a:graphicFrameLocks noChangeAspect="1"/>
          </p:cNvGraphicFramePr>
          <p:nvPr/>
        </p:nvGraphicFramePr>
        <p:xfrm>
          <a:off x="8305801" y="2501900"/>
          <a:ext cx="301625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48760" imgH="258480" progId="Equation.3">
                  <p:embed/>
                </p:oleObj>
              </mc:Choice>
              <mc:Fallback>
                <p:oleObj name="Equation" r:id="rId22" imgW="248760" imgH="258480" progId="Equation.3">
                  <p:embed/>
                  <p:pic>
                    <p:nvPicPr>
                      <p:cNvPr id="0" name="Picture 11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1" y="2501900"/>
                        <a:ext cx="301625" cy="317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55" name="Object 31"/>
          <p:cNvGraphicFramePr>
            <a:graphicFrameLocks noChangeAspect="1"/>
          </p:cNvGraphicFramePr>
          <p:nvPr/>
        </p:nvGraphicFramePr>
        <p:xfrm>
          <a:off x="2935288" y="3276601"/>
          <a:ext cx="1308100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592920" imgH="325440" progId="Equation.DSMT4">
                  <p:embed/>
                </p:oleObj>
              </mc:Choice>
              <mc:Fallback>
                <p:oleObj name="Equation" r:id="rId24" imgW="592920" imgH="325440" progId="Equation.DSMT4">
                  <p:embed/>
                  <p:pic>
                    <p:nvPicPr>
                      <p:cNvPr id="0" name="Picture 11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5288" y="3276601"/>
                        <a:ext cx="1308100" cy="746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56" name="Object 32"/>
          <p:cNvGraphicFramePr>
            <a:graphicFrameLocks noChangeAspect="1"/>
          </p:cNvGraphicFramePr>
          <p:nvPr/>
        </p:nvGraphicFramePr>
        <p:xfrm>
          <a:off x="4114800" y="3378200"/>
          <a:ext cx="1036638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478080" imgH="210600" progId="Equation.DSMT4">
                  <p:embed/>
                </p:oleObj>
              </mc:Choice>
              <mc:Fallback>
                <p:oleObj name="Equation" r:id="rId26" imgW="478080" imgH="210600" progId="Equation.DSMT4">
                  <p:embed/>
                  <p:pic>
                    <p:nvPicPr>
                      <p:cNvPr id="0" name="Picture 11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78200"/>
                        <a:ext cx="1036638" cy="490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657" name="Group 33"/>
          <p:cNvGrpSpPr>
            <a:grpSpLocks/>
          </p:cNvGrpSpPr>
          <p:nvPr/>
        </p:nvGrpSpPr>
        <p:grpSpPr bwMode="auto">
          <a:xfrm>
            <a:off x="9048750" y="2103439"/>
            <a:ext cx="342900" cy="801687"/>
            <a:chOff x="4740" y="1382"/>
            <a:chExt cx="216" cy="505"/>
          </a:xfrm>
        </p:grpSpPr>
        <p:grpSp>
          <p:nvGrpSpPr>
            <p:cNvPr id="25620" name="Group 34"/>
            <p:cNvGrpSpPr>
              <a:grpSpLocks/>
            </p:cNvGrpSpPr>
            <p:nvPr/>
          </p:nvGrpSpPr>
          <p:grpSpPr bwMode="auto">
            <a:xfrm>
              <a:off x="4740" y="1382"/>
              <a:ext cx="216" cy="505"/>
              <a:chOff x="4740" y="1367"/>
              <a:chExt cx="216" cy="505"/>
            </a:xfrm>
          </p:grpSpPr>
          <p:sp>
            <p:nvSpPr>
              <p:cNvPr id="26659" name="Arc 35"/>
              <p:cNvSpPr>
                <a:spLocks/>
              </p:cNvSpPr>
              <p:nvPr/>
            </p:nvSpPr>
            <p:spPr bwMode="auto">
              <a:xfrm rot="10800000">
                <a:off x="4740" y="1367"/>
                <a:ext cx="108" cy="505"/>
              </a:xfrm>
              <a:custGeom>
                <a:avLst/>
                <a:gdLst>
                  <a:gd name="G0" fmla="+- 0 0 0"/>
                  <a:gd name="G1" fmla="+- 21597 0 0"/>
                  <a:gd name="G2" fmla="+- 21600 0 0"/>
                  <a:gd name="T0" fmla="*/ 376 w 21600"/>
                  <a:gd name="T1" fmla="*/ 0 h 42756"/>
                  <a:gd name="T2" fmla="*/ 4341 w 21600"/>
                  <a:gd name="T3" fmla="*/ 42756 h 42756"/>
                  <a:gd name="T4" fmla="*/ 0 w 21600"/>
                  <a:gd name="T5" fmla="*/ 21597 h 427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42756" fill="none" extrusionOk="0">
                    <a:moveTo>
                      <a:pt x="375" y="0"/>
                    </a:moveTo>
                    <a:cubicBezTo>
                      <a:pt x="12156" y="205"/>
                      <a:pt x="21600" y="9814"/>
                      <a:pt x="21600" y="21597"/>
                    </a:cubicBezTo>
                    <a:cubicBezTo>
                      <a:pt x="21600" y="31853"/>
                      <a:pt x="14387" y="40695"/>
                      <a:pt x="4341" y="42756"/>
                    </a:cubicBezTo>
                  </a:path>
                  <a:path w="21600" h="42756" stroke="0" extrusionOk="0">
                    <a:moveTo>
                      <a:pt x="375" y="0"/>
                    </a:moveTo>
                    <a:cubicBezTo>
                      <a:pt x="12156" y="205"/>
                      <a:pt x="21600" y="9814"/>
                      <a:pt x="21600" y="21597"/>
                    </a:cubicBezTo>
                    <a:cubicBezTo>
                      <a:pt x="21600" y="31853"/>
                      <a:pt x="14387" y="40695"/>
                      <a:pt x="4341" y="42756"/>
                    </a:cubicBezTo>
                    <a:lnTo>
                      <a:pt x="0" y="21597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chemeClr val="accent1">
                            <a:gamma/>
                            <a:shade val="46275"/>
                            <a:invGamma/>
                          </a:schemeClr>
                        </a:gs>
                        <a:gs pos="50000">
                          <a:schemeClr val="accent1"/>
                        </a:gs>
                        <a:gs pos="100000">
                          <a:schemeClr val="accent1">
                            <a:gamma/>
                            <a:shade val="46275"/>
                            <a:invGamma/>
                          </a:schemeClr>
                        </a:gs>
                      </a:gsLst>
                      <a:lin ang="5400000" scaled="1"/>
                    </a:gradFill>
                  </a14:hiddenFill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26660" name="Arc 36"/>
              <p:cNvSpPr>
                <a:spLocks/>
              </p:cNvSpPr>
              <p:nvPr/>
            </p:nvSpPr>
            <p:spPr bwMode="auto">
              <a:xfrm rot="10800000" flipH="1">
                <a:off x="4848" y="1367"/>
                <a:ext cx="108" cy="505"/>
              </a:xfrm>
              <a:custGeom>
                <a:avLst/>
                <a:gdLst>
                  <a:gd name="G0" fmla="+- 0 0 0"/>
                  <a:gd name="G1" fmla="+- 21597 0 0"/>
                  <a:gd name="G2" fmla="+- 21600 0 0"/>
                  <a:gd name="T0" fmla="*/ 376 w 21600"/>
                  <a:gd name="T1" fmla="*/ 0 h 42756"/>
                  <a:gd name="T2" fmla="*/ 4341 w 21600"/>
                  <a:gd name="T3" fmla="*/ 42756 h 42756"/>
                  <a:gd name="T4" fmla="*/ 0 w 21600"/>
                  <a:gd name="T5" fmla="*/ 21597 h 427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42756" fill="none" extrusionOk="0">
                    <a:moveTo>
                      <a:pt x="375" y="0"/>
                    </a:moveTo>
                    <a:cubicBezTo>
                      <a:pt x="12156" y="205"/>
                      <a:pt x="21600" y="9814"/>
                      <a:pt x="21600" y="21597"/>
                    </a:cubicBezTo>
                    <a:cubicBezTo>
                      <a:pt x="21600" y="31853"/>
                      <a:pt x="14387" y="40695"/>
                      <a:pt x="4341" y="42756"/>
                    </a:cubicBezTo>
                  </a:path>
                  <a:path w="21600" h="42756" stroke="0" extrusionOk="0">
                    <a:moveTo>
                      <a:pt x="375" y="0"/>
                    </a:moveTo>
                    <a:cubicBezTo>
                      <a:pt x="12156" y="205"/>
                      <a:pt x="21600" y="9814"/>
                      <a:pt x="21600" y="21597"/>
                    </a:cubicBezTo>
                    <a:cubicBezTo>
                      <a:pt x="21600" y="31853"/>
                      <a:pt x="14387" y="40695"/>
                      <a:pt x="4341" y="42756"/>
                    </a:cubicBezTo>
                    <a:lnTo>
                      <a:pt x="0" y="21597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chemeClr val="accent1">
                            <a:gamma/>
                            <a:shade val="46275"/>
                            <a:invGamma/>
                          </a:schemeClr>
                        </a:gs>
                        <a:gs pos="50000">
                          <a:schemeClr val="accent1"/>
                        </a:gs>
                        <a:gs pos="100000">
                          <a:schemeClr val="accent1">
                            <a:gamma/>
                            <a:shade val="46275"/>
                            <a:invGamma/>
                          </a:schemeClr>
                        </a:gs>
                      </a:gsLst>
                      <a:lin ang="5400000" scaled="1"/>
                    </a:gradFill>
                  </a14:hiddenFill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  <p:grpSp>
          <p:nvGrpSpPr>
            <p:cNvPr id="25621" name="Group 37"/>
            <p:cNvGrpSpPr>
              <a:grpSpLocks/>
            </p:cNvGrpSpPr>
            <p:nvPr/>
          </p:nvGrpSpPr>
          <p:grpSpPr bwMode="auto">
            <a:xfrm>
              <a:off x="4783" y="1598"/>
              <a:ext cx="142" cy="186"/>
              <a:chOff x="4783" y="1598"/>
              <a:chExt cx="142" cy="186"/>
            </a:xfrm>
          </p:grpSpPr>
          <p:sp>
            <p:nvSpPr>
              <p:cNvPr id="25622" name="Line 38"/>
              <p:cNvSpPr>
                <a:spLocks noChangeShapeType="1"/>
              </p:cNvSpPr>
              <p:nvPr/>
            </p:nvSpPr>
            <p:spPr bwMode="auto">
              <a:xfrm>
                <a:off x="4848" y="1598"/>
                <a:ext cx="0" cy="3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5623" name="Object 39"/>
              <p:cNvGraphicFramePr>
                <a:graphicFrameLocks noChangeAspect="1"/>
              </p:cNvGraphicFramePr>
              <p:nvPr/>
            </p:nvGraphicFramePr>
            <p:xfrm>
              <a:off x="4783" y="1632"/>
              <a:ext cx="142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8" imgW="172080" imgH="181800" progId="Equation.3">
                      <p:embed/>
                    </p:oleObj>
                  </mc:Choice>
                  <mc:Fallback>
                    <p:oleObj name="Equation" r:id="rId28" imgW="172080" imgH="181800" progId="Equation.3">
                      <p:embed/>
                      <p:pic>
                        <p:nvPicPr>
                          <p:cNvPr id="0" name="Picture 119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83" y="1632"/>
                            <a:ext cx="142" cy="15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61220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6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6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6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6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6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6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6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6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6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6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6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6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6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46" grpId="0" autoUpdateAnimBg="0"/>
      <p:bldP spid="26648" grpId="0" autoUpdateAnimBg="0"/>
      <p:bldP spid="26650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8" name="Rectangle 2"/>
          <p:cNvSpPr>
            <a:spLocks noGrp="1" noChangeArrowheads="1"/>
          </p:cNvSpPr>
          <p:nvPr>
            <p:ph type="title"/>
          </p:nvPr>
        </p:nvSpPr>
        <p:spPr>
          <a:xfrm>
            <a:off x="2017714" y="855687"/>
            <a:ext cx="4953000" cy="5334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方法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利用椭圆参数方程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993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7576083"/>
              </p:ext>
            </p:extLst>
          </p:nvPr>
        </p:nvGraphicFramePr>
        <p:xfrm>
          <a:off x="3721893" y="1345049"/>
          <a:ext cx="1795464" cy="11072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61760" imgH="469800" progId="Equation.DSMT4">
                  <p:embed/>
                </p:oleObj>
              </mc:Choice>
              <mc:Fallback>
                <p:oleObj name="Equation" r:id="rId2" imgW="761760" imgH="469800" progId="Equation.DSMT4">
                  <p:embed/>
                  <p:pic>
                    <p:nvPicPr>
                      <p:cNvPr id="0" name="Picture 3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1893" y="1345049"/>
                        <a:ext cx="1795464" cy="11072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0" name="Text Box 4"/>
          <p:cNvSpPr txBox="1">
            <a:spLocks noChangeArrowheads="1"/>
          </p:cNvSpPr>
          <p:nvPr/>
        </p:nvSpPr>
        <p:spPr bwMode="auto">
          <a:xfrm>
            <a:off x="2017714" y="2586856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宋体" panose="02010600030101010101" pitchFamily="2" charset="-122"/>
              </a:rPr>
              <a:t>则</a:t>
            </a:r>
          </a:p>
        </p:txBody>
      </p:sp>
      <p:graphicFrame>
        <p:nvGraphicFramePr>
          <p:cNvPr id="3994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0251652"/>
              </p:ext>
            </p:extLst>
          </p:nvPr>
        </p:nvGraphicFramePr>
        <p:xfrm>
          <a:off x="2857720" y="2584026"/>
          <a:ext cx="2302176" cy="7673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28520" imgH="342720" progId="Equation.DSMT4">
                  <p:embed/>
                </p:oleObj>
              </mc:Choice>
              <mc:Fallback>
                <p:oleObj name="Equation" r:id="rId4" imgW="1028520" imgH="342720" progId="Equation.DSMT4">
                  <p:embed/>
                  <p:pic>
                    <p:nvPicPr>
                      <p:cNvPr id="0" name="Picture 3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720" y="2584026"/>
                        <a:ext cx="2302176" cy="7673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0545400"/>
              </p:ext>
            </p:extLst>
          </p:nvPr>
        </p:nvGraphicFramePr>
        <p:xfrm>
          <a:off x="5159896" y="2592566"/>
          <a:ext cx="2907478" cy="7850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69720" imgH="342720" progId="Equation.DSMT4">
                  <p:embed/>
                </p:oleObj>
              </mc:Choice>
              <mc:Fallback>
                <p:oleObj name="Equation" r:id="rId6" imgW="1269720" imgH="342720" progId="Equation.DSMT4">
                  <p:embed/>
                  <p:pic>
                    <p:nvPicPr>
                      <p:cNvPr id="0" name="Picture 3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896" y="2592566"/>
                        <a:ext cx="2907478" cy="78501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0166230"/>
              </p:ext>
            </p:extLst>
          </p:nvPr>
        </p:nvGraphicFramePr>
        <p:xfrm>
          <a:off x="3230562" y="3487840"/>
          <a:ext cx="1373188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71320" imgH="228600" progId="Equation.DSMT4">
                  <p:embed/>
                </p:oleObj>
              </mc:Choice>
              <mc:Fallback>
                <p:oleObj name="Equation" r:id="rId8" imgW="571320" imgH="228600" progId="Equation.DSMT4">
                  <p:embed/>
                  <p:pic>
                    <p:nvPicPr>
                      <p:cNvPr id="0" name="Picture 3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0562" y="3487840"/>
                        <a:ext cx="1373188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5935712"/>
              </p:ext>
            </p:extLst>
          </p:nvPr>
        </p:nvGraphicFramePr>
        <p:xfrm>
          <a:off x="4572950" y="3297334"/>
          <a:ext cx="473596" cy="947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3040" imgH="406080" progId="Equation.DSMT4">
                  <p:embed/>
                </p:oleObj>
              </mc:Choice>
              <mc:Fallback>
                <p:oleObj name="Equation" r:id="rId10" imgW="203040" imgH="406080" progId="Equation.DSMT4">
                  <p:embed/>
                  <p:pic>
                    <p:nvPicPr>
                      <p:cNvPr id="0" name="Picture 3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950" y="3297334"/>
                        <a:ext cx="473596" cy="9471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2560906"/>
              </p:ext>
            </p:extLst>
          </p:nvPr>
        </p:nvGraphicFramePr>
        <p:xfrm>
          <a:off x="3230562" y="4125365"/>
          <a:ext cx="1404519" cy="9363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09480" imgH="406080" progId="Equation.DSMT4">
                  <p:embed/>
                </p:oleObj>
              </mc:Choice>
              <mc:Fallback>
                <p:oleObj name="Equation" r:id="rId12" imgW="609480" imgH="406080" progId="Equation.DSMT4">
                  <p:embed/>
                  <p:pic>
                    <p:nvPicPr>
                      <p:cNvPr id="0" name="Picture 3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0562" y="4125365"/>
                        <a:ext cx="1404519" cy="93634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4610291"/>
              </p:ext>
            </p:extLst>
          </p:nvPr>
        </p:nvGraphicFramePr>
        <p:xfrm>
          <a:off x="5017669" y="3563441"/>
          <a:ext cx="369069" cy="39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2280" imgH="164880" progId="Equation.DSMT4">
                  <p:embed/>
                </p:oleObj>
              </mc:Choice>
              <mc:Fallback>
                <p:oleObj name="Equation" r:id="rId14" imgW="152280" imgH="164880" progId="Equation.DSMT4">
                  <p:embed/>
                  <p:pic>
                    <p:nvPicPr>
                      <p:cNvPr id="0" name="Picture 3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7669" y="3563441"/>
                        <a:ext cx="369069" cy="399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2559368"/>
              </p:ext>
            </p:extLst>
          </p:nvPr>
        </p:nvGraphicFramePr>
        <p:xfrm>
          <a:off x="6096000" y="2607554"/>
          <a:ext cx="174351" cy="7935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19960" imgH="1023480" progId="Equation.3">
                  <p:embed/>
                </p:oleObj>
              </mc:Choice>
              <mc:Fallback>
                <p:oleObj name="Equation" r:id="rId16" imgW="219960" imgH="1023480" progId="Equation.3">
                  <p:embed/>
                  <p:pic>
                    <p:nvPicPr>
                      <p:cNvPr id="0" name="Picture 3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2607554"/>
                        <a:ext cx="174351" cy="7935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8" name="Text Box 12"/>
          <p:cNvSpPr txBox="1">
            <a:spLocks noChangeArrowheads="1"/>
          </p:cNvSpPr>
          <p:nvPr/>
        </p:nvSpPr>
        <p:spPr bwMode="auto">
          <a:xfrm>
            <a:off x="2017714" y="5087938"/>
            <a:ext cx="69992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特别当</a:t>
            </a:r>
            <a:r>
              <a:rPr lang="en-US" altLang="zh-CN" sz="2800" b="1" i="1" dirty="0">
                <a:solidFill>
                  <a:schemeClr val="tx2"/>
                </a:solidFill>
                <a:ea typeface="楷体_GB2312" pitchFamily="49" charset="-122"/>
              </a:rPr>
              <a:t>b </a:t>
            </a:r>
            <a:r>
              <a:rPr lang="en-US" altLang="zh-CN" sz="2800" b="1" dirty="0">
                <a:solidFill>
                  <a:schemeClr val="tx2"/>
                </a:solidFill>
                <a:ea typeface="楷体_GB2312" pitchFamily="49" charset="-122"/>
              </a:rPr>
              <a:t>= </a:t>
            </a:r>
            <a:r>
              <a:rPr lang="en-US" altLang="zh-CN" sz="2800" b="1" i="1" dirty="0">
                <a:solidFill>
                  <a:schemeClr val="tx2"/>
                </a:solidFill>
                <a:ea typeface="楷体_GB2312" pitchFamily="49" charset="-122"/>
              </a:rPr>
              <a:t>a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</a:rPr>
              <a:t>时</a:t>
            </a:r>
            <a:r>
              <a:rPr lang="en-US" altLang="zh-CN" sz="2800" b="1" dirty="0">
                <a:latin typeface="宋体" panose="02010600030101010101" pitchFamily="2" charset="-122"/>
              </a:rPr>
              <a:t>, </a:t>
            </a:r>
            <a:r>
              <a:rPr lang="zh-CN" altLang="en-US" sz="2800" b="1" dirty="0">
                <a:latin typeface="宋体" panose="02010600030101010101" pitchFamily="2" charset="-122"/>
              </a:rPr>
              <a:t>就得半径为</a:t>
            </a:r>
            <a:r>
              <a:rPr lang="en-US" altLang="zh-CN" sz="2800" b="1" i="1" dirty="0">
                <a:ea typeface="楷体_GB2312" pitchFamily="49" charset="-122"/>
              </a:rPr>
              <a:t>a </a:t>
            </a:r>
            <a:r>
              <a:rPr lang="zh-CN" altLang="en-US" sz="2800" b="1" dirty="0">
                <a:latin typeface="宋体" panose="02010600030101010101" pitchFamily="2" charset="-122"/>
              </a:rPr>
              <a:t>的球体的体积</a:t>
            </a:r>
            <a:endParaRPr lang="zh-CN" altLang="en-US" sz="2800" b="1" i="1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39949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0291244"/>
              </p:ext>
            </p:extLst>
          </p:nvPr>
        </p:nvGraphicFramePr>
        <p:xfrm>
          <a:off x="9048328" y="4922044"/>
          <a:ext cx="10287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023120" imgH="842040" progId="Equation.3">
                  <p:embed/>
                </p:oleObj>
              </mc:Choice>
              <mc:Fallback>
                <p:oleObj name="Equation" r:id="rId18" imgW="1023120" imgH="842040" progId="Equation.3">
                  <p:embed/>
                  <p:pic>
                    <p:nvPicPr>
                      <p:cNvPr id="0" name="Picture 3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8328" y="4922044"/>
                        <a:ext cx="1028700" cy="850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33659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9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9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9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9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9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0" grpId="0" autoUpdateAnimBg="0"/>
      <p:bldP spid="39948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2362200" y="2286001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</a:p>
        </p:txBody>
      </p:sp>
      <p:grpSp>
        <p:nvGrpSpPr>
          <p:cNvPr id="30724" name="Group 4"/>
          <p:cNvGrpSpPr>
            <a:grpSpLocks/>
          </p:cNvGrpSpPr>
          <p:nvPr/>
        </p:nvGrpSpPr>
        <p:grpSpPr bwMode="auto">
          <a:xfrm>
            <a:off x="9010651" y="2362200"/>
            <a:ext cx="1739900" cy="1905000"/>
            <a:chOff x="4080" y="1151"/>
            <a:chExt cx="1288" cy="1398"/>
          </a:xfrm>
        </p:grpSpPr>
        <p:graphicFrame>
          <p:nvGraphicFramePr>
            <p:cNvPr id="27658" name="Object 5"/>
            <p:cNvGraphicFramePr>
              <a:graphicFrameLocks noChangeAspect="1"/>
            </p:cNvGraphicFramePr>
            <p:nvPr/>
          </p:nvGraphicFramePr>
          <p:xfrm>
            <a:off x="4080" y="1151"/>
            <a:ext cx="1288" cy="13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象" r:id="rId2" imgW="3010320" imgH="3266667" progId="PBrush">
                    <p:embed/>
                  </p:oleObj>
                </mc:Choice>
                <mc:Fallback>
                  <p:oleObj name="BMP 图象" r:id="rId2" imgW="3010320" imgH="3266667" progId="PBrush">
                    <p:embed/>
                    <p:pic>
                      <p:nvPicPr>
                        <p:cNvPr id="0" name="Picture 28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1151"/>
                          <a:ext cx="1288" cy="1398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FF99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59" name="Object 6"/>
            <p:cNvGraphicFramePr>
              <a:graphicFrameLocks noChangeAspect="1"/>
            </p:cNvGraphicFramePr>
            <p:nvPr/>
          </p:nvGraphicFramePr>
          <p:xfrm>
            <a:off x="4837" y="1967"/>
            <a:ext cx="490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908280" imgH="411480" progId="Equation.3">
                    <p:embed/>
                  </p:oleObj>
                </mc:Choice>
                <mc:Fallback>
                  <p:oleObj name="公式" r:id="rId4" imgW="908280" imgH="411480" progId="Equation.3">
                    <p:embed/>
                    <p:pic>
                      <p:nvPicPr>
                        <p:cNvPr id="0" name="Picture 29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7" y="1967"/>
                          <a:ext cx="490" cy="2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0" name="Object 7"/>
            <p:cNvGraphicFramePr>
              <a:graphicFrameLocks noChangeAspect="1"/>
            </p:cNvGraphicFramePr>
            <p:nvPr/>
          </p:nvGraphicFramePr>
          <p:xfrm>
            <a:off x="4502" y="1392"/>
            <a:ext cx="489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908280" imgH="411480" progId="Equation.3">
                    <p:embed/>
                  </p:oleObj>
                </mc:Choice>
                <mc:Fallback>
                  <p:oleObj name="公式" r:id="rId6" imgW="908280" imgH="411480" progId="Equation.3">
                    <p:embed/>
                    <p:pic>
                      <p:nvPicPr>
                        <p:cNvPr id="0" name="Picture 29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2" y="1392"/>
                          <a:ext cx="489" cy="2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728" name="Line 8"/>
          <p:cNvSpPr>
            <a:spLocks noChangeShapeType="1"/>
          </p:cNvSpPr>
          <p:nvPr/>
        </p:nvSpPr>
        <p:spPr bwMode="auto">
          <a:xfrm>
            <a:off x="8980488" y="25908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29" name="Rectangle 9" descr="宽上对角线"/>
          <p:cNvSpPr>
            <a:spLocks noChangeArrowheads="1"/>
          </p:cNvSpPr>
          <p:nvPr/>
        </p:nvSpPr>
        <p:spPr bwMode="auto">
          <a:xfrm>
            <a:off x="9614976" y="3370269"/>
            <a:ext cx="152400" cy="533400"/>
          </a:xfrm>
          <a:prstGeom prst="rect">
            <a:avLst/>
          </a:prstGeom>
          <a:pattFill prst="wdUpDiag">
            <a:fgClr>
              <a:srgbClr val="FF00FF"/>
            </a:fgClr>
            <a:bgClr>
              <a:srgbClr val="FFFFFF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27655" name="Object 10"/>
          <p:cNvGraphicFramePr>
            <a:graphicFrameLocks noChangeAspect="1"/>
          </p:cNvGraphicFramePr>
          <p:nvPr/>
        </p:nvGraphicFramePr>
        <p:xfrm>
          <a:off x="2400301" y="2622551"/>
          <a:ext cx="4810125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14500" imgH="330200" progId="Equation.DSMT4">
                  <p:embed/>
                </p:oleObj>
              </mc:Choice>
              <mc:Fallback>
                <p:oleObj name="Equation" r:id="rId8" imgW="1714500" imgH="330200" progId="Equation.DSMT4">
                  <p:embed/>
                  <p:pic>
                    <p:nvPicPr>
                      <p:cNvPr id="0" name="Picture 2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0301" y="2622551"/>
                        <a:ext cx="4810125" cy="92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924176" y="3733801"/>
          <a:ext cx="2333625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66800" imgH="330200" progId="Equation.DSMT4">
                  <p:embed/>
                </p:oleObj>
              </mc:Choice>
              <mc:Fallback>
                <p:oleObj name="Equation" r:id="rId10" imgW="1066800" imgH="330200" progId="Equation.DSMT4">
                  <p:embed/>
                  <p:pic>
                    <p:nvPicPr>
                      <p:cNvPr id="0" name="Picture 2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4176" y="3733801"/>
                        <a:ext cx="2333625" cy="722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933700" y="4648200"/>
          <a:ext cx="2586038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56755" imgH="444307" progId="Equation.DSMT4">
                  <p:embed/>
                </p:oleObj>
              </mc:Choice>
              <mc:Fallback>
                <p:oleObj name="Equation" r:id="rId12" imgW="1256755" imgH="444307" progId="Equation.DSMT4">
                  <p:embed/>
                  <p:pic>
                    <p:nvPicPr>
                      <p:cNvPr id="0" name="Picture 2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3700" y="4648200"/>
                        <a:ext cx="2586038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557288" y="859607"/>
          <a:ext cx="6806919" cy="521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984400" imgH="228600" progId="Equation.DSMT4">
                  <p:embed/>
                </p:oleObj>
              </mc:Choice>
              <mc:Fallback>
                <p:oleObj name="Equation" r:id="rId14" imgW="2984400" imgH="228600" progId="Equation.DSMT4">
                  <p:embed/>
                  <p:pic>
                    <p:nvPicPr>
                      <p:cNvPr id="0" name="Picture 2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7288" y="859607"/>
                        <a:ext cx="6806919" cy="52138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9"/>
          <p:cNvSpPr>
            <a:spLocks noChangeArrowheads="1"/>
          </p:cNvSpPr>
          <p:nvPr/>
        </p:nvSpPr>
        <p:spPr bwMode="auto">
          <a:xfrm>
            <a:off x="2362200" y="833957"/>
            <a:ext cx="90762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41"/>
          <p:cNvSpPr>
            <a:spLocks noChangeArrowheads="1"/>
          </p:cNvSpPr>
          <p:nvPr/>
        </p:nvSpPr>
        <p:spPr bwMode="auto">
          <a:xfrm>
            <a:off x="2248811" y="1549263"/>
            <a:ext cx="496161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图形围绕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 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轴的旋转体的体积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777952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0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0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autoUpdateAnimBg="0"/>
      <p:bldP spid="30728" grpId="0" animBg="1"/>
      <p:bldP spid="3072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42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1792230"/>
              </p:ext>
            </p:extLst>
          </p:nvPr>
        </p:nvGraphicFramePr>
        <p:xfrm>
          <a:off x="1962152" y="1858962"/>
          <a:ext cx="6418262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2963741" imgH="198007" progId="">
                  <p:embed/>
                </p:oleObj>
              </mc:Choice>
              <mc:Fallback>
                <p:oleObj name="Document" r:id="rId2" imgW="2963741" imgH="198007" progId="">
                  <p:embed/>
                  <p:pic>
                    <p:nvPicPr>
                      <p:cNvPr id="0" name="Picture 5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2152" y="1858962"/>
                        <a:ext cx="6418262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3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0107367"/>
              </p:ext>
            </p:extLst>
          </p:nvPr>
        </p:nvGraphicFramePr>
        <p:xfrm>
          <a:off x="2049798" y="2301890"/>
          <a:ext cx="2855913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18671" imgH="444307" progId="Equation.3">
                  <p:embed/>
                </p:oleObj>
              </mc:Choice>
              <mc:Fallback>
                <p:oleObj name="Equation" r:id="rId4" imgW="1218671" imgH="444307" progId="Equation.3">
                  <p:embed/>
                  <p:pic>
                    <p:nvPicPr>
                      <p:cNvPr id="0" name="Picture 5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9798" y="2301890"/>
                        <a:ext cx="2855913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4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4543897"/>
              </p:ext>
            </p:extLst>
          </p:nvPr>
        </p:nvGraphicFramePr>
        <p:xfrm>
          <a:off x="2207568" y="3343335"/>
          <a:ext cx="2154238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26698" imgH="406224" progId="Equation.3">
                  <p:embed/>
                </p:oleObj>
              </mc:Choice>
              <mc:Fallback>
                <p:oleObj name="Equation" r:id="rId6" imgW="926698" imgH="406224" progId="Equation.3">
                  <p:embed/>
                  <p:pic>
                    <p:nvPicPr>
                      <p:cNvPr id="0" name="Picture 5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568" y="3343335"/>
                        <a:ext cx="2154238" cy="941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5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777223"/>
              </p:ext>
            </p:extLst>
          </p:nvPr>
        </p:nvGraphicFramePr>
        <p:xfrm>
          <a:off x="2049798" y="4321387"/>
          <a:ext cx="5189537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60600" imgH="406400" progId="Equation.3">
                  <p:embed/>
                </p:oleObj>
              </mc:Choice>
              <mc:Fallback>
                <p:oleObj name="Equation" r:id="rId8" imgW="2260600" imgH="406400" progId="Equation.3">
                  <p:embed/>
                  <p:pic>
                    <p:nvPicPr>
                      <p:cNvPr id="0" name="Picture 5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9798" y="4321387"/>
                        <a:ext cx="5189537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6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8804414"/>
              </p:ext>
            </p:extLst>
          </p:nvPr>
        </p:nvGraphicFramePr>
        <p:xfrm>
          <a:off x="2500857" y="5214691"/>
          <a:ext cx="5337175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476500" imgH="444500" progId="Equation.3">
                  <p:embed/>
                </p:oleObj>
              </mc:Choice>
              <mc:Fallback>
                <p:oleObj name="Equation" r:id="rId10" imgW="2476500" imgH="444500" progId="Equation.3">
                  <p:embed/>
                  <p:pic>
                    <p:nvPicPr>
                      <p:cNvPr id="0" name="Picture 5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0857" y="5214691"/>
                        <a:ext cx="5337175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56" name="Freeform 40"/>
          <p:cNvSpPr>
            <a:spLocks/>
          </p:cNvSpPr>
          <p:nvPr/>
        </p:nvSpPr>
        <p:spPr bwMode="auto">
          <a:xfrm>
            <a:off x="8305800" y="2906713"/>
            <a:ext cx="990600" cy="1295400"/>
          </a:xfrm>
          <a:custGeom>
            <a:avLst/>
            <a:gdLst>
              <a:gd name="T0" fmla="*/ 0 w 624"/>
              <a:gd name="T1" fmla="*/ 2147483647 h 823"/>
              <a:gd name="T2" fmla="*/ 0 w 624"/>
              <a:gd name="T3" fmla="*/ 2147483647 h 823"/>
              <a:gd name="T4" fmla="*/ 2147483647 w 624"/>
              <a:gd name="T5" fmla="*/ 2147483647 h 823"/>
              <a:gd name="T6" fmla="*/ 2147483647 w 624"/>
              <a:gd name="T7" fmla="*/ 0 h 823"/>
              <a:gd name="T8" fmla="*/ 0 w 624"/>
              <a:gd name="T9" fmla="*/ 2147483647 h 8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24"/>
              <a:gd name="T16" fmla="*/ 0 h 823"/>
              <a:gd name="T17" fmla="*/ 624 w 624"/>
              <a:gd name="T18" fmla="*/ 823 h 8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24" h="823">
                <a:moveTo>
                  <a:pt x="0" y="7"/>
                </a:moveTo>
                <a:lnTo>
                  <a:pt x="0" y="823"/>
                </a:lnTo>
                <a:lnTo>
                  <a:pt x="624" y="823"/>
                </a:lnTo>
                <a:lnTo>
                  <a:pt x="476" y="0"/>
                </a:lnTo>
                <a:lnTo>
                  <a:pt x="0" y="7"/>
                </a:lnTo>
                <a:close/>
              </a:path>
            </a:pathLst>
          </a:custGeom>
          <a:solidFill>
            <a:srgbClr val="66FFFF"/>
          </a:solidFill>
          <a:ln>
            <a:noFill/>
          </a:ln>
          <a:extLst>
            <a:ext uri="{91240B29-F687-4F45-9708-019B960494DF}">
              <a14:hiddenLine xmlns:a14="http://schemas.microsoft.com/office/drawing/2010/main" w="38100" cmpd="sng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56"/>
          <p:cNvGrpSpPr>
            <a:grpSpLocks/>
          </p:cNvGrpSpPr>
          <p:nvPr/>
        </p:nvGrpSpPr>
        <p:grpSpPr bwMode="auto">
          <a:xfrm>
            <a:off x="6858001" y="2241550"/>
            <a:ext cx="3584575" cy="2408238"/>
            <a:chOff x="3360" y="1412"/>
            <a:chExt cx="2258" cy="1517"/>
          </a:xfrm>
        </p:grpSpPr>
        <p:sp>
          <p:nvSpPr>
            <p:cNvPr id="10258" name="Oval 11"/>
            <p:cNvSpPr>
              <a:spLocks noChangeArrowheads="1"/>
            </p:cNvSpPr>
            <p:nvPr/>
          </p:nvSpPr>
          <p:spPr bwMode="auto">
            <a:xfrm>
              <a:off x="3807" y="1752"/>
              <a:ext cx="952" cy="196"/>
            </a:xfrm>
            <a:prstGeom prst="ellips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59" name="Line 14"/>
            <p:cNvSpPr>
              <a:spLocks noChangeShapeType="1"/>
            </p:cNvSpPr>
            <p:nvPr/>
          </p:nvSpPr>
          <p:spPr bwMode="auto">
            <a:xfrm rot="5400000" flipH="1" flipV="1">
              <a:off x="4474" y="1520"/>
              <a:ext cx="0" cy="222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60" name="Line 15"/>
            <p:cNvSpPr>
              <a:spLocks noChangeShapeType="1"/>
            </p:cNvSpPr>
            <p:nvPr/>
          </p:nvSpPr>
          <p:spPr bwMode="auto">
            <a:xfrm rot="-5400000">
              <a:off x="3542" y="2192"/>
              <a:ext cx="14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261" name="Group 17"/>
            <p:cNvGrpSpPr>
              <a:grpSpLocks/>
            </p:cNvGrpSpPr>
            <p:nvPr/>
          </p:nvGrpSpPr>
          <p:grpSpPr bwMode="auto">
            <a:xfrm rot="16200000" flipV="1">
              <a:off x="4081" y="2009"/>
              <a:ext cx="393" cy="1250"/>
              <a:chOff x="8820" y="3624"/>
              <a:chExt cx="360" cy="936"/>
            </a:xfrm>
          </p:grpSpPr>
          <p:sp>
            <p:nvSpPr>
              <p:cNvPr id="10265" name="Arc 18"/>
              <p:cNvSpPr>
                <a:spLocks/>
              </p:cNvSpPr>
              <p:nvPr/>
            </p:nvSpPr>
            <p:spPr bwMode="auto">
              <a:xfrm flipH="1">
                <a:off x="8820" y="3624"/>
                <a:ext cx="180" cy="46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3333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66" name="Arc 19"/>
              <p:cNvSpPr>
                <a:spLocks/>
              </p:cNvSpPr>
              <p:nvPr/>
            </p:nvSpPr>
            <p:spPr bwMode="auto">
              <a:xfrm flipH="1" flipV="1">
                <a:off x="8820" y="4092"/>
                <a:ext cx="180" cy="46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3333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67" name="Arc 20"/>
              <p:cNvSpPr>
                <a:spLocks/>
              </p:cNvSpPr>
              <p:nvPr/>
            </p:nvSpPr>
            <p:spPr bwMode="auto">
              <a:xfrm>
                <a:off x="9000" y="3624"/>
                <a:ext cx="180" cy="46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3333F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68" name="Arc 21"/>
              <p:cNvSpPr>
                <a:spLocks/>
              </p:cNvSpPr>
              <p:nvPr/>
            </p:nvSpPr>
            <p:spPr bwMode="auto">
              <a:xfrm flipV="1">
                <a:off x="9000" y="4092"/>
                <a:ext cx="180" cy="46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3333F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262" name="Freeform 22"/>
            <p:cNvSpPr>
              <a:spLocks/>
            </p:cNvSpPr>
            <p:nvPr/>
          </p:nvSpPr>
          <p:spPr bwMode="auto">
            <a:xfrm>
              <a:off x="3645" y="1853"/>
              <a:ext cx="159" cy="802"/>
            </a:xfrm>
            <a:custGeom>
              <a:avLst/>
              <a:gdLst>
                <a:gd name="T0" fmla="*/ 91 w 210"/>
                <a:gd name="T1" fmla="*/ 0 h 1275"/>
                <a:gd name="T2" fmla="*/ 0 w 210"/>
                <a:gd name="T3" fmla="*/ 317 h 1275"/>
                <a:gd name="T4" fmla="*/ 0 60000 65536"/>
                <a:gd name="T5" fmla="*/ 0 60000 65536"/>
                <a:gd name="T6" fmla="*/ 0 w 210"/>
                <a:gd name="T7" fmla="*/ 0 h 1275"/>
                <a:gd name="T8" fmla="*/ 210 w 210"/>
                <a:gd name="T9" fmla="*/ 1275 h 127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10" h="1275">
                  <a:moveTo>
                    <a:pt x="210" y="0"/>
                  </a:moveTo>
                  <a:lnTo>
                    <a:pt x="0" y="1275"/>
                  </a:lnTo>
                </a:path>
              </a:pathLst>
            </a:custGeom>
            <a:noFill/>
            <a:ln w="38100" cmpd="sng">
              <a:solidFill>
                <a:srgbClr val="3333FF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63" name="Freeform 23"/>
            <p:cNvSpPr>
              <a:spLocks/>
            </p:cNvSpPr>
            <p:nvPr/>
          </p:nvSpPr>
          <p:spPr bwMode="auto">
            <a:xfrm>
              <a:off x="4756" y="1853"/>
              <a:ext cx="159" cy="802"/>
            </a:xfrm>
            <a:custGeom>
              <a:avLst/>
              <a:gdLst>
                <a:gd name="T0" fmla="*/ 0 w 210"/>
                <a:gd name="T1" fmla="*/ 0 h 1275"/>
                <a:gd name="T2" fmla="*/ 91 w 210"/>
                <a:gd name="T3" fmla="*/ 317 h 1275"/>
                <a:gd name="T4" fmla="*/ 0 60000 65536"/>
                <a:gd name="T5" fmla="*/ 0 60000 65536"/>
                <a:gd name="T6" fmla="*/ 0 w 210"/>
                <a:gd name="T7" fmla="*/ 0 h 1275"/>
                <a:gd name="T8" fmla="*/ 210 w 210"/>
                <a:gd name="T9" fmla="*/ 1275 h 127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10" h="1275">
                  <a:moveTo>
                    <a:pt x="0" y="0"/>
                  </a:moveTo>
                  <a:lnTo>
                    <a:pt x="210" y="1275"/>
                  </a:lnTo>
                </a:path>
              </a:pathLst>
            </a:custGeom>
            <a:noFill/>
            <a:ln w="38100" cmpd="sng">
              <a:solidFill>
                <a:srgbClr val="3333FF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64" name="Freeform 24"/>
            <p:cNvSpPr>
              <a:spLocks/>
            </p:cNvSpPr>
            <p:nvPr/>
          </p:nvSpPr>
          <p:spPr bwMode="auto">
            <a:xfrm>
              <a:off x="4291" y="1842"/>
              <a:ext cx="454" cy="1"/>
            </a:xfrm>
            <a:custGeom>
              <a:avLst/>
              <a:gdLst>
                <a:gd name="T0" fmla="*/ 0 w 600"/>
                <a:gd name="T1" fmla="*/ 0 h 1"/>
                <a:gd name="T2" fmla="*/ 260 w 600"/>
                <a:gd name="T3" fmla="*/ 0 h 1"/>
                <a:gd name="T4" fmla="*/ 0 60000 65536"/>
                <a:gd name="T5" fmla="*/ 0 60000 65536"/>
                <a:gd name="T6" fmla="*/ 0 w 600"/>
                <a:gd name="T7" fmla="*/ 0 h 1"/>
                <a:gd name="T8" fmla="*/ 600 w 600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00" h="1">
                  <a:moveTo>
                    <a:pt x="0" y="0"/>
                  </a:moveTo>
                  <a:lnTo>
                    <a:pt x="600" y="0"/>
                  </a:lnTo>
                </a:path>
              </a:pathLst>
            </a:custGeom>
            <a:noFill/>
            <a:ln w="38100" cmpd="sng">
              <a:solidFill>
                <a:srgbClr val="3333FF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0249" name="Object 33"/>
            <p:cNvGraphicFramePr>
              <a:graphicFrameLocks noChangeAspect="1"/>
            </p:cNvGraphicFramePr>
            <p:nvPr/>
          </p:nvGraphicFramePr>
          <p:xfrm>
            <a:off x="5415" y="2727"/>
            <a:ext cx="203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33920" imgH="133920" progId="Equation.3">
                    <p:embed/>
                  </p:oleObj>
                </mc:Choice>
                <mc:Fallback>
                  <p:oleObj name="Equation" r:id="rId12" imgW="133920" imgH="133920" progId="Equation.3">
                    <p:embed/>
                    <p:pic>
                      <p:nvPicPr>
                        <p:cNvPr id="0" name="Picture 5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15" y="2727"/>
                          <a:ext cx="203" cy="2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50" name="Object 34"/>
            <p:cNvGraphicFramePr>
              <a:graphicFrameLocks noChangeAspect="1"/>
            </p:cNvGraphicFramePr>
            <p:nvPr/>
          </p:nvGraphicFramePr>
          <p:xfrm>
            <a:off x="4319" y="1412"/>
            <a:ext cx="20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33920" imgH="153000" progId="Equation.3">
                    <p:embed/>
                  </p:oleObj>
                </mc:Choice>
                <mc:Fallback>
                  <p:oleObj name="Equation" r:id="rId14" imgW="133920" imgH="153000" progId="Equation.3">
                    <p:embed/>
                    <p:pic>
                      <p:nvPicPr>
                        <p:cNvPr id="0" name="Picture 56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9" y="1412"/>
                          <a:ext cx="202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51" name="Object 35"/>
            <p:cNvGraphicFramePr>
              <a:graphicFrameLocks noChangeAspect="1"/>
            </p:cNvGraphicFramePr>
            <p:nvPr/>
          </p:nvGraphicFramePr>
          <p:xfrm>
            <a:off x="4080" y="2627"/>
            <a:ext cx="184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14840" imgH="133920" progId="Equation.3">
                    <p:embed/>
                  </p:oleObj>
                </mc:Choice>
                <mc:Fallback>
                  <p:oleObj name="Equation" r:id="rId16" imgW="114840" imgH="133920" progId="Equation.3">
                    <p:embed/>
                    <p:pic>
                      <p:nvPicPr>
                        <p:cNvPr id="0" name="Picture 5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2627"/>
                          <a:ext cx="184" cy="2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52" name="Object 36"/>
            <p:cNvGraphicFramePr>
              <a:graphicFrameLocks noChangeAspect="1"/>
            </p:cNvGraphicFramePr>
            <p:nvPr/>
          </p:nvGraphicFramePr>
          <p:xfrm>
            <a:off x="4736" y="1714"/>
            <a:ext cx="664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497160" imgH="210600" progId="Equation.3">
                    <p:embed/>
                  </p:oleObj>
                </mc:Choice>
                <mc:Fallback>
                  <p:oleObj name="Equation" r:id="rId18" imgW="497160" imgH="210600" progId="Equation.3">
                    <p:embed/>
                    <p:pic>
                      <p:nvPicPr>
                        <p:cNvPr id="0" name="Picture 5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36" y="1714"/>
                          <a:ext cx="664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53" name="Object 37"/>
            <p:cNvGraphicFramePr>
              <a:graphicFrameLocks noChangeAspect="1"/>
            </p:cNvGraphicFramePr>
            <p:nvPr/>
          </p:nvGraphicFramePr>
          <p:xfrm>
            <a:off x="4894" y="2368"/>
            <a:ext cx="643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497160" imgH="210600" progId="Equation.3">
                    <p:embed/>
                  </p:oleObj>
                </mc:Choice>
                <mc:Fallback>
                  <p:oleObj name="Equation" r:id="rId20" imgW="497160" imgH="210600" progId="Equation.3">
                    <p:embed/>
                    <p:pic>
                      <p:nvPicPr>
                        <p:cNvPr id="0" name="Picture 5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94" y="2368"/>
                          <a:ext cx="643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54" name="Object 38"/>
            <p:cNvGraphicFramePr>
              <a:graphicFrameLocks noChangeAspect="1"/>
            </p:cNvGraphicFramePr>
            <p:nvPr/>
          </p:nvGraphicFramePr>
          <p:xfrm>
            <a:off x="4102" y="1728"/>
            <a:ext cx="17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14840" imgH="172080" progId="Equation.3">
                    <p:embed/>
                  </p:oleObj>
                </mc:Choice>
                <mc:Fallback>
                  <p:oleObj name="Equation" r:id="rId22" imgW="114840" imgH="172080" progId="Equation.3">
                    <p:embed/>
                    <p:pic>
                      <p:nvPicPr>
                        <p:cNvPr id="0" name="Picture 5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2" y="1728"/>
                          <a:ext cx="170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58"/>
          <p:cNvGrpSpPr>
            <a:grpSpLocks/>
          </p:cNvGrpSpPr>
          <p:nvPr/>
        </p:nvGrpSpPr>
        <p:grpSpPr bwMode="auto">
          <a:xfrm>
            <a:off x="1889125" y="767160"/>
            <a:ext cx="8516939" cy="1058863"/>
            <a:chOff x="240" y="317"/>
            <a:chExt cx="5365" cy="667"/>
          </a:xfrm>
        </p:grpSpPr>
        <p:graphicFrame>
          <p:nvGraphicFramePr>
            <p:cNvPr id="10247" name="Object 4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42286829"/>
                </p:ext>
              </p:extLst>
            </p:nvPr>
          </p:nvGraphicFramePr>
          <p:xfrm>
            <a:off x="723" y="682"/>
            <a:ext cx="2438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ocument" r:id="rId24" imgW="1690326" imgH="212768" progId="">
                    <p:embed/>
                  </p:oleObj>
                </mc:Choice>
                <mc:Fallback>
                  <p:oleObj name="Document" r:id="rId24" imgW="1690326" imgH="212768" progId="">
                    <p:embed/>
                    <p:pic>
                      <p:nvPicPr>
                        <p:cNvPr id="0" name="Picture 5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3" y="682"/>
                          <a:ext cx="2438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8" name="Object 5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43521556"/>
                </p:ext>
              </p:extLst>
            </p:nvPr>
          </p:nvGraphicFramePr>
          <p:xfrm>
            <a:off x="240" y="317"/>
            <a:ext cx="5365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ocument" r:id="rId26" imgW="3572186" imgH="257049" progId="">
                    <p:embed/>
                  </p:oleObj>
                </mc:Choice>
                <mc:Fallback>
                  <p:oleObj name="Document" r:id="rId26" imgW="3572186" imgH="257049" progId="">
                    <p:embed/>
                    <p:pic>
                      <p:nvPicPr>
                        <p:cNvPr id="0" name="Picture 5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" y="317"/>
                          <a:ext cx="5365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037013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5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2107046"/>
              </p:ext>
            </p:extLst>
          </p:nvPr>
        </p:nvGraphicFramePr>
        <p:xfrm>
          <a:off x="2308225" y="2204864"/>
          <a:ext cx="5959475" cy="1049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14600" imgH="444500" progId="Equation.3">
                  <p:embed/>
                </p:oleObj>
              </mc:Choice>
              <mc:Fallback>
                <p:oleObj name="Equation" r:id="rId2" imgW="2514600" imgH="444500" progId="Equation.3">
                  <p:embed/>
                  <p:pic>
                    <p:nvPicPr>
                      <p:cNvPr id="0" name="Picture 1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8225" y="2204864"/>
                        <a:ext cx="5959475" cy="1049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2417275"/>
              </p:ext>
            </p:extLst>
          </p:nvPr>
        </p:nvGraphicFramePr>
        <p:xfrm>
          <a:off x="2308225" y="3657600"/>
          <a:ext cx="6329363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2618475" imgH="217448" progId="">
                  <p:embed/>
                </p:oleObj>
              </mc:Choice>
              <mc:Fallback>
                <p:oleObj name="Document" r:id="rId4" imgW="2618475" imgH="217448" progId="">
                  <p:embed/>
                  <p:pic>
                    <p:nvPicPr>
                      <p:cNvPr id="0" name="Picture 1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8225" y="3657600"/>
                        <a:ext cx="6329363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585229"/>
              </p:ext>
            </p:extLst>
          </p:nvPr>
        </p:nvGraphicFramePr>
        <p:xfrm>
          <a:off x="2495600" y="4777530"/>
          <a:ext cx="5019972" cy="11955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2070874" imgH="504738" progId="">
                  <p:embed/>
                </p:oleObj>
              </mc:Choice>
              <mc:Fallback>
                <p:oleObj name="Document" r:id="rId6" imgW="2070874" imgH="504738" progId="">
                  <p:embed/>
                  <p:pic>
                    <p:nvPicPr>
                      <p:cNvPr id="0" name="Picture 1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600" y="4777530"/>
                        <a:ext cx="5019972" cy="119554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9801023"/>
              </p:ext>
            </p:extLst>
          </p:nvPr>
        </p:nvGraphicFramePr>
        <p:xfrm>
          <a:off x="2362200" y="864927"/>
          <a:ext cx="4443412" cy="1138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26451" imgH="444307" progId="Equation.3">
                  <p:embed/>
                </p:oleObj>
              </mc:Choice>
              <mc:Fallback>
                <p:oleObj name="Equation" r:id="rId8" imgW="1726451" imgH="444307" progId="Equation.3">
                  <p:embed/>
                  <p:pic>
                    <p:nvPicPr>
                      <p:cNvPr id="0" name="Picture 1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864927"/>
                        <a:ext cx="4443412" cy="1138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8" name="Rectangle 8"/>
          <p:cNvSpPr>
            <a:spLocks noChangeArrowheads="1"/>
          </p:cNvSpPr>
          <p:nvPr/>
        </p:nvSpPr>
        <p:spPr bwMode="auto">
          <a:xfrm>
            <a:off x="3215680" y="4653136"/>
            <a:ext cx="4176464" cy="10668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b="1"/>
          </a:p>
        </p:txBody>
      </p:sp>
    </p:spTree>
    <p:extLst>
      <p:ext uri="{BB962C8B-B14F-4D97-AF65-F5344CB8AC3E}">
        <p14:creationId xmlns:p14="http://schemas.microsoft.com/office/powerpoint/2010/main" val="2545525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8" grpId="0" animBg="1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97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3396264"/>
              </p:ext>
            </p:extLst>
          </p:nvPr>
        </p:nvGraphicFramePr>
        <p:xfrm>
          <a:off x="2027314" y="3236671"/>
          <a:ext cx="3790950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1682766" imgH="217448" progId="">
                  <p:embed/>
                </p:oleObj>
              </mc:Choice>
              <mc:Fallback>
                <p:oleObj name="Document" r:id="rId2" imgW="1682766" imgH="217448" progId="">
                  <p:embed/>
                  <p:pic>
                    <p:nvPicPr>
                      <p:cNvPr id="0" name="Picture 6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7314" y="3236671"/>
                        <a:ext cx="3790950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96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7981997"/>
              </p:ext>
            </p:extLst>
          </p:nvPr>
        </p:nvGraphicFramePr>
        <p:xfrm>
          <a:off x="1509923" y="1935091"/>
          <a:ext cx="4553533" cy="13626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1945945" imgH="581781" progId="">
                  <p:embed/>
                </p:oleObj>
              </mc:Choice>
              <mc:Fallback>
                <p:oleObj name="Document" r:id="rId4" imgW="1945945" imgH="581781" progId="">
                  <p:embed/>
                  <p:pic>
                    <p:nvPicPr>
                      <p:cNvPr id="0" name="Picture 6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9923" y="1935091"/>
                        <a:ext cx="4553533" cy="136265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9"/>
          <p:cNvGrpSpPr>
            <a:grpSpLocks/>
          </p:cNvGrpSpPr>
          <p:nvPr/>
        </p:nvGrpSpPr>
        <p:grpSpPr bwMode="auto">
          <a:xfrm>
            <a:off x="1509712" y="698500"/>
            <a:ext cx="7697788" cy="1465264"/>
            <a:chOff x="-9" y="440"/>
            <a:chExt cx="4849" cy="923"/>
          </a:xfrm>
        </p:grpSpPr>
        <p:graphicFrame>
          <p:nvGraphicFramePr>
            <p:cNvPr id="12303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68644211"/>
                </p:ext>
              </p:extLst>
            </p:nvPr>
          </p:nvGraphicFramePr>
          <p:xfrm>
            <a:off x="-9" y="440"/>
            <a:ext cx="4849" cy="5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ocument" r:id="rId6" imgW="3348610" imgH="365773" progId="">
                    <p:embed/>
                  </p:oleObj>
                </mc:Choice>
                <mc:Fallback>
                  <p:oleObj name="Document" r:id="rId6" imgW="3348610" imgH="365773" progId="">
                    <p:embed/>
                    <p:pic>
                      <p:nvPicPr>
                        <p:cNvPr id="0" name="Picture 6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9" y="440"/>
                          <a:ext cx="4849" cy="55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4" name="Object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32084815"/>
                </p:ext>
              </p:extLst>
            </p:nvPr>
          </p:nvGraphicFramePr>
          <p:xfrm>
            <a:off x="31" y="880"/>
            <a:ext cx="4637" cy="4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ocument" r:id="rId8" imgW="3000104" imgH="316451" progId="">
                    <p:embed/>
                  </p:oleObj>
                </mc:Choice>
                <mc:Fallback>
                  <p:oleObj name="Document" r:id="rId8" imgW="3000104" imgH="316451" progId="">
                    <p:embed/>
                    <p:pic>
                      <p:nvPicPr>
                        <p:cNvPr id="0" name="Picture 6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" y="880"/>
                          <a:ext cx="4637" cy="48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50"/>
          <p:cNvGrpSpPr>
            <a:grpSpLocks/>
          </p:cNvGrpSpPr>
          <p:nvPr/>
        </p:nvGrpSpPr>
        <p:grpSpPr bwMode="auto">
          <a:xfrm>
            <a:off x="6858000" y="1571626"/>
            <a:ext cx="3206750" cy="2786063"/>
            <a:chOff x="3360" y="990"/>
            <a:chExt cx="2020" cy="1755"/>
          </a:xfrm>
        </p:grpSpPr>
        <p:sp>
          <p:nvSpPr>
            <p:cNvPr id="12307" name="Freeform 6"/>
            <p:cNvSpPr>
              <a:spLocks/>
            </p:cNvSpPr>
            <p:nvPr/>
          </p:nvSpPr>
          <p:spPr bwMode="auto">
            <a:xfrm>
              <a:off x="3989" y="1470"/>
              <a:ext cx="795" cy="506"/>
            </a:xfrm>
            <a:custGeom>
              <a:avLst/>
              <a:gdLst>
                <a:gd name="T0" fmla="*/ 381 w 795"/>
                <a:gd name="T1" fmla="*/ 3 h 506"/>
                <a:gd name="T2" fmla="*/ 2 w 795"/>
                <a:gd name="T3" fmla="*/ 173 h 506"/>
                <a:gd name="T4" fmla="*/ 392 w 795"/>
                <a:gd name="T5" fmla="*/ 503 h 506"/>
                <a:gd name="T6" fmla="*/ 764 w 795"/>
                <a:gd name="T7" fmla="*/ 209 h 506"/>
                <a:gd name="T8" fmla="*/ 576 w 795"/>
                <a:gd name="T9" fmla="*/ 55 h 506"/>
                <a:gd name="T10" fmla="*/ 381 w 795"/>
                <a:gd name="T11" fmla="*/ 3 h 50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95"/>
                <a:gd name="T19" fmla="*/ 0 h 506"/>
                <a:gd name="T20" fmla="*/ 795 w 795"/>
                <a:gd name="T21" fmla="*/ 506 h 50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95" h="506">
                  <a:moveTo>
                    <a:pt x="381" y="3"/>
                  </a:moveTo>
                  <a:cubicBezTo>
                    <a:pt x="255" y="0"/>
                    <a:pt x="0" y="90"/>
                    <a:pt x="2" y="173"/>
                  </a:cubicBezTo>
                  <a:cubicBezTo>
                    <a:pt x="4" y="256"/>
                    <a:pt x="265" y="497"/>
                    <a:pt x="392" y="503"/>
                  </a:cubicBezTo>
                  <a:cubicBezTo>
                    <a:pt x="519" y="506"/>
                    <a:pt x="733" y="284"/>
                    <a:pt x="764" y="209"/>
                  </a:cubicBezTo>
                  <a:cubicBezTo>
                    <a:pt x="795" y="134"/>
                    <a:pt x="640" y="89"/>
                    <a:pt x="576" y="55"/>
                  </a:cubicBezTo>
                  <a:cubicBezTo>
                    <a:pt x="512" y="21"/>
                    <a:pt x="422" y="15"/>
                    <a:pt x="381" y="3"/>
                  </a:cubicBezTo>
                  <a:close/>
                </a:path>
              </a:pathLst>
            </a:custGeom>
            <a:solidFill>
              <a:srgbClr val="66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cmpd="sng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8" name="Line 10"/>
            <p:cNvSpPr>
              <a:spLocks noChangeShapeType="1"/>
            </p:cNvSpPr>
            <p:nvPr/>
          </p:nvSpPr>
          <p:spPr bwMode="auto">
            <a:xfrm rot="5400000" flipH="1" flipV="1">
              <a:off x="4358" y="983"/>
              <a:ext cx="0" cy="1995"/>
            </a:xfrm>
            <a:prstGeom prst="line">
              <a:avLst/>
            </a:prstGeom>
            <a:noFill/>
            <a:ln w="38100">
              <a:solidFill>
                <a:srgbClr val="66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9" name="Line 11"/>
            <p:cNvSpPr>
              <a:spLocks noChangeShapeType="1"/>
            </p:cNvSpPr>
            <p:nvPr/>
          </p:nvSpPr>
          <p:spPr bwMode="auto">
            <a:xfrm rot="-5400000">
              <a:off x="3569" y="1864"/>
              <a:ext cx="1620" cy="0"/>
            </a:xfrm>
            <a:prstGeom prst="line">
              <a:avLst/>
            </a:prstGeom>
            <a:noFill/>
            <a:ln w="38100">
              <a:solidFill>
                <a:srgbClr val="66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0" name="Oval 13"/>
            <p:cNvSpPr>
              <a:spLocks noChangeArrowheads="1"/>
            </p:cNvSpPr>
            <p:nvPr/>
          </p:nvSpPr>
          <p:spPr bwMode="auto">
            <a:xfrm>
              <a:off x="3840" y="1470"/>
              <a:ext cx="1040" cy="997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11" name="Freeform 15"/>
            <p:cNvSpPr>
              <a:spLocks/>
            </p:cNvSpPr>
            <p:nvPr/>
          </p:nvSpPr>
          <p:spPr bwMode="auto">
            <a:xfrm>
              <a:off x="3850" y="1483"/>
              <a:ext cx="1062" cy="498"/>
            </a:xfrm>
            <a:custGeom>
              <a:avLst/>
              <a:gdLst>
                <a:gd name="T0" fmla="*/ 0 w 1470"/>
                <a:gd name="T1" fmla="*/ 0 h 719"/>
                <a:gd name="T2" fmla="*/ 277 w 1470"/>
                <a:gd name="T3" fmla="*/ 238 h 719"/>
                <a:gd name="T4" fmla="*/ 554 w 1470"/>
                <a:gd name="T5" fmla="*/ 10 h 719"/>
                <a:gd name="T6" fmla="*/ 0 60000 65536"/>
                <a:gd name="T7" fmla="*/ 0 60000 65536"/>
                <a:gd name="T8" fmla="*/ 0 60000 65536"/>
                <a:gd name="T9" fmla="*/ 0 w 1470"/>
                <a:gd name="T10" fmla="*/ 0 h 719"/>
                <a:gd name="T11" fmla="*/ 1470 w 1470"/>
                <a:gd name="T12" fmla="*/ 719 h 71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70" h="719">
                  <a:moveTo>
                    <a:pt x="0" y="0"/>
                  </a:moveTo>
                  <a:cubicBezTo>
                    <a:pt x="123" y="119"/>
                    <a:pt x="490" y="709"/>
                    <a:pt x="735" y="714"/>
                  </a:cubicBezTo>
                  <a:cubicBezTo>
                    <a:pt x="980" y="719"/>
                    <a:pt x="1317" y="172"/>
                    <a:pt x="1470" y="30"/>
                  </a:cubicBezTo>
                </a:path>
              </a:pathLst>
            </a:custGeom>
            <a:noFill/>
            <a:ln w="38100" cmpd="sng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2" name="Freeform 18"/>
            <p:cNvSpPr>
              <a:spLocks/>
            </p:cNvSpPr>
            <p:nvPr/>
          </p:nvSpPr>
          <p:spPr bwMode="auto">
            <a:xfrm>
              <a:off x="3980" y="1659"/>
              <a:ext cx="1" cy="312"/>
            </a:xfrm>
            <a:custGeom>
              <a:avLst/>
              <a:gdLst>
                <a:gd name="T0" fmla="*/ 0 w 1"/>
                <a:gd name="T1" fmla="*/ 0 h 450"/>
                <a:gd name="T2" fmla="*/ 0 w 1"/>
                <a:gd name="T3" fmla="*/ 150 h 450"/>
                <a:gd name="T4" fmla="*/ 0 60000 65536"/>
                <a:gd name="T5" fmla="*/ 0 60000 65536"/>
                <a:gd name="T6" fmla="*/ 0 w 1"/>
                <a:gd name="T7" fmla="*/ 0 h 450"/>
                <a:gd name="T8" fmla="*/ 1 w 1"/>
                <a:gd name="T9" fmla="*/ 450 h 45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50">
                  <a:moveTo>
                    <a:pt x="0" y="0"/>
                  </a:moveTo>
                  <a:lnTo>
                    <a:pt x="0" y="45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3" name="Freeform 19"/>
            <p:cNvSpPr>
              <a:spLocks/>
            </p:cNvSpPr>
            <p:nvPr/>
          </p:nvSpPr>
          <p:spPr bwMode="auto">
            <a:xfrm>
              <a:off x="4771" y="1680"/>
              <a:ext cx="11" cy="301"/>
            </a:xfrm>
            <a:custGeom>
              <a:avLst/>
              <a:gdLst>
                <a:gd name="T0" fmla="*/ 6 w 15"/>
                <a:gd name="T1" fmla="*/ 0 h 435"/>
                <a:gd name="T2" fmla="*/ 0 w 15"/>
                <a:gd name="T3" fmla="*/ 144 h 435"/>
                <a:gd name="T4" fmla="*/ 0 60000 65536"/>
                <a:gd name="T5" fmla="*/ 0 60000 65536"/>
                <a:gd name="T6" fmla="*/ 0 w 15"/>
                <a:gd name="T7" fmla="*/ 0 h 435"/>
                <a:gd name="T8" fmla="*/ 15 w 15"/>
                <a:gd name="T9" fmla="*/ 435 h 43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5" h="435">
                  <a:moveTo>
                    <a:pt x="15" y="0"/>
                  </a:moveTo>
                  <a:lnTo>
                    <a:pt x="0" y="435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2296" name="Object 23"/>
            <p:cNvGraphicFramePr>
              <a:graphicFrameLocks noChangeAspect="1"/>
            </p:cNvGraphicFramePr>
            <p:nvPr/>
          </p:nvGraphicFramePr>
          <p:xfrm>
            <a:off x="5125" y="2035"/>
            <a:ext cx="255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33920" imgH="133920" progId="Equation.3">
                    <p:embed/>
                  </p:oleObj>
                </mc:Choice>
                <mc:Fallback>
                  <p:oleObj name="Equation" r:id="rId10" imgW="133920" imgH="133920" progId="Equation.3">
                    <p:embed/>
                    <p:pic>
                      <p:nvPicPr>
                        <p:cNvPr id="0" name="Picture 6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25" y="2035"/>
                          <a:ext cx="255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297" name="Object 24"/>
            <p:cNvGraphicFramePr>
              <a:graphicFrameLocks noChangeAspect="1"/>
            </p:cNvGraphicFramePr>
            <p:nvPr/>
          </p:nvGraphicFramePr>
          <p:xfrm>
            <a:off x="4184" y="1950"/>
            <a:ext cx="232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14840" imgH="133920" progId="Equation.3">
                    <p:embed/>
                  </p:oleObj>
                </mc:Choice>
                <mc:Fallback>
                  <p:oleObj name="Equation" r:id="rId12" imgW="114840" imgH="133920" progId="Equation.3">
                    <p:embed/>
                    <p:pic>
                      <p:nvPicPr>
                        <p:cNvPr id="0" name="Picture 6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84" y="1950"/>
                          <a:ext cx="232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298" name="Object 25"/>
            <p:cNvGraphicFramePr>
              <a:graphicFrameLocks noChangeAspect="1"/>
            </p:cNvGraphicFramePr>
            <p:nvPr/>
          </p:nvGraphicFramePr>
          <p:xfrm>
            <a:off x="4459" y="990"/>
            <a:ext cx="197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33920" imgH="153000" progId="Equation.3">
                    <p:embed/>
                  </p:oleObj>
                </mc:Choice>
                <mc:Fallback>
                  <p:oleObj name="Equation" r:id="rId14" imgW="133920" imgH="153000" progId="Equation.3">
                    <p:embed/>
                    <p:pic>
                      <p:nvPicPr>
                        <p:cNvPr id="0" name="Picture 6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9" y="990"/>
                          <a:ext cx="197" cy="2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299" name="Object 26"/>
            <p:cNvGraphicFramePr>
              <a:graphicFrameLocks noChangeAspect="1"/>
            </p:cNvGraphicFramePr>
            <p:nvPr/>
          </p:nvGraphicFramePr>
          <p:xfrm>
            <a:off x="3874" y="1998"/>
            <a:ext cx="254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91160" imgH="153000" progId="Equation.3">
                    <p:embed/>
                  </p:oleObj>
                </mc:Choice>
                <mc:Fallback>
                  <p:oleObj name="Equation" r:id="rId16" imgW="191160" imgH="153000" progId="Equation.3">
                    <p:embed/>
                    <p:pic>
                      <p:nvPicPr>
                        <p:cNvPr id="0" name="Picture 6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74" y="1998"/>
                          <a:ext cx="254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0" name="Object 27"/>
            <p:cNvGraphicFramePr>
              <a:graphicFrameLocks noChangeAspect="1"/>
            </p:cNvGraphicFramePr>
            <p:nvPr/>
          </p:nvGraphicFramePr>
          <p:xfrm>
            <a:off x="4689" y="1998"/>
            <a:ext cx="141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05120" imgH="153000" progId="Equation.3">
                    <p:embed/>
                  </p:oleObj>
                </mc:Choice>
                <mc:Fallback>
                  <p:oleObj name="Equation" r:id="rId18" imgW="105120" imgH="153000" progId="Equation.3">
                    <p:embed/>
                    <p:pic>
                      <p:nvPicPr>
                        <p:cNvPr id="0" name="Picture 6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9" y="1998"/>
                          <a:ext cx="141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1" name="Object 28"/>
            <p:cNvGraphicFramePr>
              <a:graphicFrameLocks noChangeAspect="1"/>
            </p:cNvGraphicFramePr>
            <p:nvPr/>
          </p:nvGraphicFramePr>
          <p:xfrm>
            <a:off x="4687" y="1241"/>
            <a:ext cx="536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401760" imgH="258480" progId="Equation.3">
                    <p:embed/>
                  </p:oleObj>
                </mc:Choice>
                <mc:Fallback>
                  <p:oleObj name="Equation" r:id="rId20" imgW="401760" imgH="258480" progId="Equation.3">
                    <p:embed/>
                    <p:pic>
                      <p:nvPicPr>
                        <p:cNvPr id="0" name="Picture 6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7" y="1241"/>
                          <a:ext cx="536" cy="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2" name="Object 29"/>
            <p:cNvGraphicFramePr>
              <a:graphicFrameLocks noChangeAspect="1"/>
            </p:cNvGraphicFramePr>
            <p:nvPr/>
          </p:nvGraphicFramePr>
          <p:xfrm>
            <a:off x="4508" y="2417"/>
            <a:ext cx="852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678960" imgH="258480" progId="Equation.3">
                    <p:embed/>
                  </p:oleObj>
                </mc:Choice>
                <mc:Fallback>
                  <p:oleObj name="Equation" r:id="rId22" imgW="678960" imgH="258480" progId="Equation.3">
                    <p:embed/>
                    <p:pic>
                      <p:nvPicPr>
                        <p:cNvPr id="0" name="Picture 6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8" y="2417"/>
                          <a:ext cx="852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300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1974356"/>
              </p:ext>
            </p:extLst>
          </p:nvPr>
        </p:nvGraphicFramePr>
        <p:xfrm>
          <a:off x="6063456" y="4500502"/>
          <a:ext cx="3070225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333500" imgH="469900" progId="Equation.3">
                  <p:embed/>
                </p:oleObj>
              </mc:Choice>
              <mc:Fallback>
                <p:oleObj name="Equation" r:id="rId24" imgW="1333500" imgH="469900" progId="Equation.3">
                  <p:embed/>
                  <p:pic>
                    <p:nvPicPr>
                      <p:cNvPr id="0" name="Picture 6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3456" y="4500502"/>
                        <a:ext cx="3070225" cy="108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01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5250563"/>
              </p:ext>
            </p:extLst>
          </p:nvPr>
        </p:nvGraphicFramePr>
        <p:xfrm>
          <a:off x="3037057" y="5378213"/>
          <a:ext cx="2873375" cy="89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294838" imgH="406224" progId="Equation.3">
                  <p:embed/>
                </p:oleObj>
              </mc:Choice>
              <mc:Fallback>
                <p:oleObj name="Equation" r:id="rId26" imgW="1294838" imgH="406224" progId="Equation.3">
                  <p:embed/>
                  <p:pic>
                    <p:nvPicPr>
                      <p:cNvPr id="0" name="Picture 6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7057" y="5378213"/>
                        <a:ext cx="2873375" cy="896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04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9133879"/>
              </p:ext>
            </p:extLst>
          </p:nvPr>
        </p:nvGraphicFramePr>
        <p:xfrm>
          <a:off x="3059282" y="4598194"/>
          <a:ext cx="3048000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358900" imgH="368300" progId="Equation.3">
                  <p:embed/>
                </p:oleObj>
              </mc:Choice>
              <mc:Fallback>
                <p:oleObj name="Equation" r:id="rId28" imgW="1358900" imgH="368300" progId="Equation.3">
                  <p:embed/>
                  <p:pic>
                    <p:nvPicPr>
                      <p:cNvPr id="0" name="Picture 6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282" y="4598194"/>
                        <a:ext cx="3048000" cy="820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12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4022657"/>
              </p:ext>
            </p:extLst>
          </p:nvPr>
        </p:nvGraphicFramePr>
        <p:xfrm>
          <a:off x="2316286" y="3738445"/>
          <a:ext cx="4738687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941120" imgH="382680" progId="Equation.3">
                  <p:embed/>
                </p:oleObj>
              </mc:Choice>
              <mc:Fallback>
                <p:oleObj name="Equation" r:id="rId30" imgW="1941120" imgH="382680" progId="Equation.3">
                  <p:embed/>
                  <p:pic>
                    <p:nvPicPr>
                      <p:cNvPr id="0" name="Picture 6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6286" y="3738445"/>
                        <a:ext cx="4738687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63905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056" name="Object 0"/>
          <p:cNvGraphicFramePr>
            <a:graphicFrameLocks noChangeAspect="1"/>
          </p:cNvGraphicFramePr>
          <p:nvPr/>
        </p:nvGraphicFramePr>
        <p:xfrm>
          <a:off x="2214564" y="766763"/>
          <a:ext cx="4491037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26280" imgH="420840" progId="Equation.3">
                  <p:embed/>
                </p:oleObj>
              </mc:Choice>
              <mc:Fallback>
                <p:oleObj name="Equation" r:id="rId2" imgW="1826280" imgH="420840" progId="Equation.3">
                  <p:embed/>
                  <p:pic>
                    <p:nvPicPr>
                      <p:cNvPr id="0" name="Picture 4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564" y="766763"/>
                        <a:ext cx="4491037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57" name="Object 1"/>
          <p:cNvGraphicFramePr>
            <a:graphicFrameLocks noChangeAspect="1"/>
          </p:cNvGraphicFramePr>
          <p:nvPr/>
        </p:nvGraphicFramePr>
        <p:xfrm>
          <a:off x="2725738" y="2085976"/>
          <a:ext cx="3827462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14500" imgH="431800" progId="Equation.3">
                  <p:embed/>
                </p:oleObj>
              </mc:Choice>
              <mc:Fallback>
                <p:oleObj name="Equation" r:id="rId4" imgW="1714500" imgH="431800" progId="Equation.3">
                  <p:embed/>
                  <p:pic>
                    <p:nvPicPr>
                      <p:cNvPr id="0" name="Picture 4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5738" y="2085976"/>
                        <a:ext cx="3827462" cy="963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58" name="Object 2"/>
          <p:cNvGraphicFramePr>
            <a:graphicFrameLocks noChangeAspect="1"/>
          </p:cNvGraphicFramePr>
          <p:nvPr/>
        </p:nvGraphicFramePr>
        <p:xfrm>
          <a:off x="2797176" y="3259139"/>
          <a:ext cx="4289425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15312" imgH="406224" progId="Equation.3">
                  <p:embed/>
                </p:oleObj>
              </mc:Choice>
              <mc:Fallback>
                <p:oleObj name="Equation" r:id="rId6" imgW="1815312" imgH="406224" progId="Equation.3">
                  <p:embed/>
                  <p:pic>
                    <p:nvPicPr>
                      <p:cNvPr id="0" name="Picture 4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7176" y="3259139"/>
                        <a:ext cx="4289425" cy="954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59" name="Object 3"/>
          <p:cNvGraphicFramePr>
            <a:graphicFrameLocks noChangeAspect="1"/>
          </p:cNvGraphicFramePr>
          <p:nvPr/>
        </p:nvGraphicFramePr>
        <p:xfrm>
          <a:off x="2743200" y="4495801"/>
          <a:ext cx="1917700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63225" imgH="406224" progId="Equation.3">
                  <p:embed/>
                </p:oleObj>
              </mc:Choice>
              <mc:Fallback>
                <p:oleObj name="Equation" r:id="rId8" imgW="863225" imgH="406224" progId="Equation.3">
                  <p:embed/>
                  <p:pic>
                    <p:nvPicPr>
                      <p:cNvPr id="0" name="Picture 4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495801"/>
                        <a:ext cx="1917700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325" name="Group 46"/>
          <p:cNvGrpSpPr>
            <a:grpSpLocks/>
          </p:cNvGrpSpPr>
          <p:nvPr/>
        </p:nvGrpSpPr>
        <p:grpSpPr bwMode="auto">
          <a:xfrm>
            <a:off x="7086601" y="838200"/>
            <a:ext cx="3171825" cy="2782888"/>
            <a:chOff x="3504" y="528"/>
            <a:chExt cx="1998" cy="1753"/>
          </a:xfrm>
        </p:grpSpPr>
        <p:sp>
          <p:nvSpPr>
            <p:cNvPr id="13326" name="Freeform 9"/>
            <p:cNvSpPr>
              <a:spLocks/>
            </p:cNvSpPr>
            <p:nvPr/>
          </p:nvSpPr>
          <p:spPr bwMode="auto">
            <a:xfrm>
              <a:off x="3915" y="964"/>
              <a:ext cx="769" cy="559"/>
            </a:xfrm>
            <a:custGeom>
              <a:avLst/>
              <a:gdLst>
                <a:gd name="T0" fmla="*/ 336 w 769"/>
                <a:gd name="T1" fmla="*/ 1 h 559"/>
                <a:gd name="T2" fmla="*/ 117 w 769"/>
                <a:gd name="T3" fmla="*/ 80 h 559"/>
                <a:gd name="T4" fmla="*/ 9 w 769"/>
                <a:gd name="T5" fmla="*/ 188 h 559"/>
                <a:gd name="T6" fmla="*/ 171 w 769"/>
                <a:gd name="T7" fmla="*/ 386 h 559"/>
                <a:gd name="T8" fmla="*/ 389 w 769"/>
                <a:gd name="T9" fmla="*/ 530 h 559"/>
                <a:gd name="T10" fmla="*/ 742 w 769"/>
                <a:gd name="T11" fmla="*/ 213 h 559"/>
                <a:gd name="T12" fmla="*/ 549 w 769"/>
                <a:gd name="T13" fmla="*/ 51 h 559"/>
                <a:gd name="T14" fmla="*/ 336 w 769"/>
                <a:gd name="T15" fmla="*/ 1 h 5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769"/>
                <a:gd name="T25" fmla="*/ 0 h 559"/>
                <a:gd name="T26" fmla="*/ 769 w 769"/>
                <a:gd name="T27" fmla="*/ 559 h 5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769" h="559">
                  <a:moveTo>
                    <a:pt x="336" y="1"/>
                  </a:moveTo>
                  <a:cubicBezTo>
                    <a:pt x="260" y="2"/>
                    <a:pt x="177" y="52"/>
                    <a:pt x="117" y="80"/>
                  </a:cubicBezTo>
                  <a:cubicBezTo>
                    <a:pt x="63" y="111"/>
                    <a:pt x="0" y="137"/>
                    <a:pt x="9" y="188"/>
                  </a:cubicBezTo>
                  <a:cubicBezTo>
                    <a:pt x="18" y="239"/>
                    <a:pt x="108" y="329"/>
                    <a:pt x="171" y="386"/>
                  </a:cubicBezTo>
                  <a:cubicBezTo>
                    <a:pt x="234" y="443"/>
                    <a:pt x="294" y="559"/>
                    <a:pt x="389" y="530"/>
                  </a:cubicBezTo>
                  <a:cubicBezTo>
                    <a:pt x="516" y="533"/>
                    <a:pt x="715" y="293"/>
                    <a:pt x="742" y="213"/>
                  </a:cubicBezTo>
                  <a:cubicBezTo>
                    <a:pt x="769" y="133"/>
                    <a:pt x="617" y="86"/>
                    <a:pt x="549" y="51"/>
                  </a:cubicBezTo>
                  <a:cubicBezTo>
                    <a:pt x="481" y="16"/>
                    <a:pt x="412" y="0"/>
                    <a:pt x="336" y="1"/>
                  </a:cubicBezTo>
                  <a:close/>
                </a:path>
              </a:pathLst>
            </a:custGeom>
            <a:solidFill>
              <a:srgbClr val="66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7" name="Line 10"/>
            <p:cNvSpPr>
              <a:spLocks noChangeShapeType="1"/>
            </p:cNvSpPr>
            <p:nvPr/>
          </p:nvSpPr>
          <p:spPr bwMode="auto">
            <a:xfrm rot="5400000" flipH="1" flipV="1">
              <a:off x="4298" y="698"/>
              <a:ext cx="0" cy="1587"/>
            </a:xfrm>
            <a:prstGeom prst="line">
              <a:avLst/>
            </a:prstGeom>
            <a:noFill/>
            <a:ln w="38100">
              <a:solidFill>
                <a:srgbClr val="66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8" name="Line 11"/>
            <p:cNvSpPr>
              <a:spLocks noChangeShapeType="1"/>
            </p:cNvSpPr>
            <p:nvPr/>
          </p:nvSpPr>
          <p:spPr bwMode="auto">
            <a:xfrm rot="-5400000">
              <a:off x="3473" y="1338"/>
              <a:ext cx="1620" cy="0"/>
            </a:xfrm>
            <a:prstGeom prst="line">
              <a:avLst/>
            </a:prstGeom>
            <a:noFill/>
            <a:ln w="38100">
              <a:solidFill>
                <a:srgbClr val="66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9" name="Oval 12"/>
            <p:cNvSpPr>
              <a:spLocks noChangeArrowheads="1"/>
            </p:cNvSpPr>
            <p:nvPr/>
          </p:nvSpPr>
          <p:spPr bwMode="auto">
            <a:xfrm>
              <a:off x="3744" y="982"/>
              <a:ext cx="1040" cy="997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30" name="Freeform 13"/>
            <p:cNvSpPr>
              <a:spLocks/>
            </p:cNvSpPr>
            <p:nvPr/>
          </p:nvSpPr>
          <p:spPr bwMode="auto">
            <a:xfrm>
              <a:off x="3754" y="995"/>
              <a:ext cx="1062" cy="498"/>
            </a:xfrm>
            <a:custGeom>
              <a:avLst/>
              <a:gdLst>
                <a:gd name="T0" fmla="*/ 0 w 1470"/>
                <a:gd name="T1" fmla="*/ 0 h 719"/>
                <a:gd name="T2" fmla="*/ 277 w 1470"/>
                <a:gd name="T3" fmla="*/ 238 h 719"/>
                <a:gd name="T4" fmla="*/ 554 w 1470"/>
                <a:gd name="T5" fmla="*/ 10 h 719"/>
                <a:gd name="T6" fmla="*/ 0 60000 65536"/>
                <a:gd name="T7" fmla="*/ 0 60000 65536"/>
                <a:gd name="T8" fmla="*/ 0 60000 65536"/>
                <a:gd name="T9" fmla="*/ 0 w 1470"/>
                <a:gd name="T10" fmla="*/ 0 h 719"/>
                <a:gd name="T11" fmla="*/ 1470 w 1470"/>
                <a:gd name="T12" fmla="*/ 719 h 71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70" h="719">
                  <a:moveTo>
                    <a:pt x="0" y="0"/>
                  </a:moveTo>
                  <a:cubicBezTo>
                    <a:pt x="123" y="119"/>
                    <a:pt x="490" y="709"/>
                    <a:pt x="735" y="714"/>
                  </a:cubicBezTo>
                  <a:cubicBezTo>
                    <a:pt x="980" y="719"/>
                    <a:pt x="1317" y="172"/>
                    <a:pt x="1470" y="30"/>
                  </a:cubicBezTo>
                </a:path>
              </a:pathLst>
            </a:custGeom>
            <a:noFill/>
            <a:ln w="38100" cmpd="sng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3318" name="Object 4"/>
            <p:cNvGraphicFramePr>
              <a:graphicFrameLocks noChangeAspect="1"/>
            </p:cNvGraphicFramePr>
            <p:nvPr/>
          </p:nvGraphicFramePr>
          <p:xfrm>
            <a:off x="5037" y="1392"/>
            <a:ext cx="255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33920" imgH="133920" progId="Equation.3">
                    <p:embed/>
                  </p:oleObj>
                </mc:Choice>
                <mc:Fallback>
                  <p:oleObj name="Equation" r:id="rId10" imgW="133920" imgH="133920" progId="Equation.3">
                    <p:embed/>
                    <p:pic>
                      <p:nvPicPr>
                        <p:cNvPr id="0" name="Picture 4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37" y="1392"/>
                          <a:ext cx="255" cy="25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19" name="Object 5"/>
            <p:cNvGraphicFramePr>
              <a:graphicFrameLocks noChangeAspect="1"/>
            </p:cNvGraphicFramePr>
            <p:nvPr/>
          </p:nvGraphicFramePr>
          <p:xfrm>
            <a:off x="4032" y="1497"/>
            <a:ext cx="232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14840" imgH="133920" progId="Equation.3">
                    <p:embed/>
                  </p:oleObj>
                </mc:Choice>
                <mc:Fallback>
                  <p:oleObj name="Equation" r:id="rId12" imgW="114840" imgH="133920" progId="Equation.3">
                    <p:embed/>
                    <p:pic>
                      <p:nvPicPr>
                        <p:cNvPr id="0" name="Picture 4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1497"/>
                          <a:ext cx="232" cy="25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0" name="Object 6"/>
            <p:cNvGraphicFramePr>
              <a:graphicFrameLocks noChangeAspect="1"/>
            </p:cNvGraphicFramePr>
            <p:nvPr/>
          </p:nvGraphicFramePr>
          <p:xfrm>
            <a:off x="4353" y="528"/>
            <a:ext cx="255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33920" imgH="153000" progId="Equation.3">
                    <p:embed/>
                  </p:oleObj>
                </mc:Choice>
                <mc:Fallback>
                  <p:oleObj name="Equation" r:id="rId14" imgW="133920" imgH="153000" progId="Equation.3">
                    <p:embed/>
                    <p:pic>
                      <p:nvPicPr>
                        <p:cNvPr id="0" name="Picture 4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53" y="528"/>
                          <a:ext cx="255" cy="30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1" name="Object 7"/>
            <p:cNvGraphicFramePr>
              <a:graphicFrameLocks noChangeAspect="1"/>
            </p:cNvGraphicFramePr>
            <p:nvPr/>
          </p:nvGraphicFramePr>
          <p:xfrm>
            <a:off x="4800" y="646"/>
            <a:ext cx="702" cy="4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401760" imgH="258480" progId="Equation.3">
                    <p:embed/>
                  </p:oleObj>
                </mc:Choice>
                <mc:Fallback>
                  <p:oleObj name="Equation" r:id="rId16" imgW="401760" imgH="258480" progId="Equation.3">
                    <p:embed/>
                    <p:pic>
                      <p:nvPicPr>
                        <p:cNvPr id="0" name="Picture 4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0" y="646"/>
                          <a:ext cx="702" cy="46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2" name="Object 8"/>
            <p:cNvGraphicFramePr>
              <a:graphicFrameLocks noChangeAspect="1"/>
            </p:cNvGraphicFramePr>
            <p:nvPr/>
          </p:nvGraphicFramePr>
          <p:xfrm>
            <a:off x="4416" y="1862"/>
            <a:ext cx="1084" cy="4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678960" imgH="258480" progId="Equation.3">
                    <p:embed/>
                  </p:oleObj>
                </mc:Choice>
                <mc:Fallback>
                  <p:oleObj name="Equation" r:id="rId18" imgW="678960" imgH="258480" progId="Equation.3">
                    <p:embed/>
                    <p:pic>
                      <p:nvPicPr>
                        <p:cNvPr id="0" name="Picture 4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6" y="1862"/>
                          <a:ext cx="1084" cy="41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1" name="Line 23"/>
            <p:cNvSpPr>
              <a:spLocks noChangeShapeType="1"/>
            </p:cNvSpPr>
            <p:nvPr/>
          </p:nvSpPr>
          <p:spPr bwMode="auto">
            <a:xfrm>
              <a:off x="3888" y="1152"/>
              <a:ext cx="81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3323" name="Object 9"/>
            <p:cNvGraphicFramePr>
              <a:graphicFrameLocks noChangeAspect="1"/>
            </p:cNvGraphicFramePr>
            <p:nvPr/>
          </p:nvGraphicFramePr>
          <p:xfrm>
            <a:off x="3984" y="725"/>
            <a:ext cx="316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229680" imgH="210600" progId="Equation.3">
                    <p:embed/>
                  </p:oleObj>
                </mc:Choice>
                <mc:Fallback>
                  <p:oleObj name="Equation" r:id="rId20" imgW="229680" imgH="210600" progId="Equation.3">
                    <p:embed/>
                    <p:pic>
                      <p:nvPicPr>
                        <p:cNvPr id="0" name="Picture 4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4" y="725"/>
                          <a:ext cx="316" cy="28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4" name="Object 10"/>
            <p:cNvGraphicFramePr>
              <a:graphicFrameLocks noChangeAspect="1"/>
            </p:cNvGraphicFramePr>
            <p:nvPr/>
          </p:nvGraphicFramePr>
          <p:xfrm>
            <a:off x="4160" y="1152"/>
            <a:ext cx="148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05120" imgH="153000" progId="Equation.3">
                    <p:embed/>
                  </p:oleObj>
                </mc:Choice>
                <mc:Fallback>
                  <p:oleObj name="Equation" r:id="rId22" imgW="105120" imgH="153000" progId="Equation.3">
                    <p:embed/>
                    <p:pic>
                      <p:nvPicPr>
                        <p:cNvPr id="0" name="Picture 4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0" y="1152"/>
                          <a:ext cx="148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496841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2063750" y="284958"/>
            <a:ext cx="936625" cy="609600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5.</a:t>
            </a: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 </a:t>
            </a:r>
          </a:p>
        </p:txBody>
      </p:sp>
      <p:graphicFrame>
        <p:nvGraphicFramePr>
          <p:cNvPr id="26627" name="Object 3"/>
          <p:cNvGraphicFramePr>
            <a:graphicFrameLocks noChangeAspect="1"/>
          </p:cNvGraphicFramePr>
          <p:nvPr/>
        </p:nvGraphicFramePr>
        <p:xfrm>
          <a:off x="4267200" y="325439"/>
          <a:ext cx="2224088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46800" imgH="210600" progId="Equation.DSMT4">
                  <p:embed/>
                </p:oleObj>
              </mc:Choice>
              <mc:Fallback>
                <p:oleObj name="Equation" r:id="rId3" imgW="946800" imgH="210600" progId="Equation.DSMT4">
                  <p:embed/>
                  <p:pic>
                    <p:nvPicPr>
                      <p:cNvPr id="0" name="Picture 18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325439"/>
                        <a:ext cx="2224088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6400800" y="355601"/>
            <a:ext cx="3886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宋体" panose="02010600030101010101" pitchFamily="2" charset="-122"/>
              </a:rPr>
              <a:t>与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>
                <a:latin typeface="宋体" panose="02010600030101010101" pitchFamily="2" charset="-122"/>
              </a:rPr>
              <a:t>轴围成的封闭图形</a:t>
            </a:r>
          </a:p>
        </p:txBody>
      </p:sp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1676400" y="914401"/>
            <a:ext cx="5638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宋体" panose="02010600030101010101" pitchFamily="2" charset="-122"/>
              </a:rPr>
              <a:t>绕直线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3 </a:t>
            </a:r>
            <a:r>
              <a:rPr kumimoji="1" lang="zh-CN" altLang="en-US" sz="2800" b="1">
                <a:latin typeface="宋体" panose="02010600030101010101" pitchFamily="2" charset="-122"/>
              </a:rPr>
              <a:t>旋转得的旋转体体积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26630" name="Text Box 6"/>
          <p:cNvSpPr txBox="1">
            <a:spLocks noChangeArrowheads="1"/>
          </p:cNvSpPr>
          <p:nvPr/>
        </p:nvSpPr>
        <p:spPr bwMode="auto">
          <a:xfrm>
            <a:off x="7974012" y="914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(1994 </a:t>
            </a:r>
            <a:r>
              <a:rPr kumimoji="1" lang="zh-CN" altLang="en-US" sz="2400" b="1" dirty="0">
                <a:solidFill>
                  <a:srgbClr val="0000CC"/>
                </a:solidFill>
                <a:latin typeface="宋体" panose="02010600030101010101" pitchFamily="2" charset="-122"/>
              </a:rPr>
              <a:t>考研</a:t>
            </a:r>
            <a:r>
              <a:rPr kumimoji="1"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  <p:sp>
        <p:nvSpPr>
          <p:cNvPr id="27655" name="Text Box 7"/>
          <p:cNvSpPr txBox="1">
            <a:spLocks noChangeArrowheads="1"/>
          </p:cNvSpPr>
          <p:nvPr/>
        </p:nvSpPr>
        <p:spPr bwMode="auto">
          <a:xfrm>
            <a:off x="1676400" y="1462088"/>
            <a:ext cx="3276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r>
              <a:rPr kumimoji="1"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:</a:t>
            </a:r>
            <a:r>
              <a:rPr kumimoji="1" lang="en-US" altLang="zh-CN" sz="2800" dirty="0">
                <a:solidFill>
                  <a:srgbClr val="FF0000"/>
                </a:solidFill>
                <a:latin typeface="宋体" panose="02010600030101010101" pitchFamily="2" charset="-122"/>
              </a:rPr>
              <a:t> 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利用对称性 </a:t>
            </a:r>
            <a:r>
              <a:rPr kumimoji="1" lang="en-US" altLang="zh-CN" sz="2800" b="1" dirty="0">
                <a:latin typeface="宋体" panose="02010600030101010101" pitchFamily="2" charset="-122"/>
              </a:rPr>
              <a:t>,</a:t>
            </a:r>
            <a:endParaRPr kumimoji="1" lang="en-US" altLang="zh-CN" sz="2800" b="1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27656" name="Object 8"/>
          <p:cNvGraphicFramePr>
            <a:graphicFrameLocks noChangeAspect="1"/>
          </p:cNvGraphicFramePr>
          <p:nvPr/>
        </p:nvGraphicFramePr>
        <p:xfrm>
          <a:off x="2919414" y="2044700"/>
          <a:ext cx="923925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30200" imgH="449640" progId="Equation.DSMT4">
                  <p:embed/>
                </p:oleObj>
              </mc:Choice>
              <mc:Fallback>
                <p:oleObj name="Equation" r:id="rId5" imgW="430200" imgH="449640" progId="Equation.DSMT4">
                  <p:embed/>
                  <p:pic>
                    <p:nvPicPr>
                      <p:cNvPr id="0" name="Picture 18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9414" y="2044700"/>
                        <a:ext cx="923925" cy="973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7" name="Object 9"/>
          <p:cNvGraphicFramePr>
            <a:graphicFrameLocks noChangeAspect="1"/>
          </p:cNvGraphicFramePr>
          <p:nvPr/>
        </p:nvGraphicFramePr>
        <p:xfrm>
          <a:off x="5410201" y="2087564"/>
          <a:ext cx="1154113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64120" imgH="162720" progId="Equation.DSMT4">
                  <p:embed/>
                </p:oleObj>
              </mc:Choice>
              <mc:Fallback>
                <p:oleObj name="Equation" r:id="rId7" imgW="564120" imgH="162720" progId="Equation.DSMT4">
                  <p:embed/>
                  <p:pic>
                    <p:nvPicPr>
                      <p:cNvPr id="0" name="Picture 18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1" y="2087564"/>
                        <a:ext cx="1154113" cy="384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8" name="Object 10"/>
          <p:cNvGraphicFramePr>
            <a:graphicFrameLocks noChangeAspect="1"/>
          </p:cNvGraphicFramePr>
          <p:nvPr/>
        </p:nvGraphicFramePr>
        <p:xfrm>
          <a:off x="3729038" y="1962150"/>
          <a:ext cx="1001712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39920" imgH="210600" progId="Equation.DSMT4">
                  <p:embed/>
                </p:oleObj>
              </mc:Choice>
              <mc:Fallback>
                <p:oleObj name="Equation" r:id="rId9" imgW="439920" imgH="210600" progId="Equation.DSMT4">
                  <p:embed/>
                  <p:pic>
                    <p:nvPicPr>
                      <p:cNvPr id="0" name="Picture 18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9038" y="1962150"/>
                        <a:ext cx="1001712" cy="522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9" name="Object 11"/>
          <p:cNvGraphicFramePr>
            <a:graphicFrameLocks noChangeAspect="1"/>
          </p:cNvGraphicFramePr>
          <p:nvPr/>
        </p:nvGraphicFramePr>
        <p:xfrm>
          <a:off x="5410200" y="2636838"/>
          <a:ext cx="1239838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64120" imgH="162720" progId="Equation.DSMT4">
                  <p:embed/>
                </p:oleObj>
              </mc:Choice>
              <mc:Fallback>
                <p:oleObj name="Equation" r:id="rId11" imgW="564120" imgH="162720" progId="Equation.DSMT4">
                  <p:embed/>
                  <p:pic>
                    <p:nvPicPr>
                      <p:cNvPr id="0" name="Picture 18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2636838"/>
                        <a:ext cx="1239838" cy="411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0" name="Object 12"/>
          <p:cNvGraphicFramePr>
            <a:graphicFrameLocks noChangeAspect="1"/>
          </p:cNvGraphicFramePr>
          <p:nvPr/>
        </p:nvGraphicFramePr>
        <p:xfrm>
          <a:off x="3760788" y="2517776"/>
          <a:ext cx="1014412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39920" imgH="210600" progId="Equation.DSMT4">
                  <p:embed/>
                </p:oleObj>
              </mc:Choice>
              <mc:Fallback>
                <p:oleObj name="Equation" r:id="rId13" imgW="439920" imgH="210600" progId="Equation.DSMT4">
                  <p:embed/>
                  <p:pic>
                    <p:nvPicPr>
                      <p:cNvPr id="0" name="Picture 18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0788" y="2517776"/>
                        <a:ext cx="1014412" cy="530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1" name="Text Box 13"/>
          <p:cNvSpPr txBox="1">
            <a:spLocks noChangeArrowheads="1"/>
          </p:cNvSpPr>
          <p:nvPr/>
        </p:nvSpPr>
        <p:spPr bwMode="auto">
          <a:xfrm>
            <a:off x="1676400" y="3048001"/>
            <a:ext cx="3200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宋体" panose="02010600030101010101" pitchFamily="2" charset="-122"/>
              </a:rPr>
              <a:t>故旋转体体积为</a:t>
            </a:r>
          </a:p>
        </p:txBody>
      </p:sp>
      <p:graphicFrame>
        <p:nvGraphicFramePr>
          <p:cNvPr id="27662" name="Object 14"/>
          <p:cNvGraphicFramePr>
            <a:graphicFrameLocks noChangeAspect="1"/>
          </p:cNvGraphicFramePr>
          <p:nvPr/>
        </p:nvGraphicFramePr>
        <p:xfrm>
          <a:off x="2874963" y="3733801"/>
          <a:ext cx="633412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58120" imgH="162720" progId="Equation.DSMT4">
                  <p:embed/>
                </p:oleObj>
              </mc:Choice>
              <mc:Fallback>
                <p:oleObj name="Equation" r:id="rId15" imgW="258120" imgH="162720" progId="Equation.DSMT4">
                  <p:embed/>
                  <p:pic>
                    <p:nvPicPr>
                      <p:cNvPr id="0" name="Picture 18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4963" y="3733801"/>
                        <a:ext cx="633412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3405658"/>
              </p:ext>
            </p:extLst>
          </p:nvPr>
        </p:nvGraphicFramePr>
        <p:xfrm>
          <a:off x="3590618" y="3708127"/>
          <a:ext cx="1038225" cy="465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82400" imgH="203040" progId="Equation.DSMT4">
                  <p:embed/>
                </p:oleObj>
              </mc:Choice>
              <mc:Fallback>
                <p:oleObj name="Equation" r:id="rId17" imgW="482400" imgH="203040" progId="Equation.DSMT4">
                  <p:embed/>
                  <p:pic>
                    <p:nvPicPr>
                      <p:cNvPr id="0" name="Picture 18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0618" y="3708127"/>
                        <a:ext cx="1038225" cy="46541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5912983"/>
              </p:ext>
            </p:extLst>
          </p:nvPr>
        </p:nvGraphicFramePr>
        <p:xfrm>
          <a:off x="4719356" y="3564604"/>
          <a:ext cx="357505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520280" imgH="325440" progId="Equation.DSMT4">
                  <p:embed/>
                </p:oleObj>
              </mc:Choice>
              <mc:Fallback>
                <p:oleObj name="Equation" r:id="rId19" imgW="1520280" imgH="325440" progId="Equation.DSMT4">
                  <p:embed/>
                  <p:pic>
                    <p:nvPicPr>
                      <p:cNvPr id="0" name="Picture 18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9356" y="3564604"/>
                        <a:ext cx="357505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8" name="Object 20"/>
          <p:cNvGraphicFramePr>
            <a:graphicFrameLocks noChangeAspect="1"/>
          </p:cNvGraphicFramePr>
          <p:nvPr/>
        </p:nvGraphicFramePr>
        <p:xfrm>
          <a:off x="3255964" y="5105401"/>
          <a:ext cx="3616325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663920" imgH="325440" progId="Equation.DSMT4">
                  <p:embed/>
                </p:oleObj>
              </mc:Choice>
              <mc:Fallback>
                <p:oleObj name="Equation" r:id="rId21" imgW="1663920" imgH="325440" progId="Equation.DSMT4">
                  <p:embed/>
                  <p:pic>
                    <p:nvPicPr>
                      <p:cNvPr id="0" name="Picture 18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5964" y="5105401"/>
                        <a:ext cx="3616325" cy="752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9854365"/>
              </p:ext>
            </p:extLst>
          </p:nvPr>
        </p:nvGraphicFramePr>
        <p:xfrm>
          <a:off x="6872289" y="5029200"/>
          <a:ext cx="1281430" cy="9048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564120" imgH="392400" progId="Equation.DSMT4">
                  <p:embed/>
                </p:oleObj>
              </mc:Choice>
              <mc:Fallback>
                <p:oleObj name="Equation" r:id="rId23" imgW="564120" imgH="392400" progId="Equation.DSMT4">
                  <p:embed/>
                  <p:pic>
                    <p:nvPicPr>
                      <p:cNvPr id="0" name="Picture 18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2289" y="5029200"/>
                        <a:ext cx="1281430" cy="90487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70" name="Text Box 22"/>
          <p:cNvSpPr txBox="1">
            <a:spLocks noChangeArrowheads="1"/>
          </p:cNvSpPr>
          <p:nvPr/>
        </p:nvSpPr>
        <p:spPr bwMode="auto">
          <a:xfrm>
            <a:off x="4730750" y="1476376"/>
            <a:ext cx="216918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宋体" panose="02010600030101010101" pitchFamily="2" charset="-122"/>
              </a:rPr>
              <a:t>在第一象限 </a:t>
            </a:r>
          </a:p>
        </p:txBody>
      </p:sp>
      <p:graphicFrame>
        <p:nvGraphicFramePr>
          <p:cNvPr id="27671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1048985"/>
              </p:ext>
            </p:extLst>
          </p:nvPr>
        </p:nvGraphicFramePr>
        <p:xfrm>
          <a:off x="3846178" y="4309143"/>
          <a:ext cx="3433763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539720" imgH="325440" progId="Equation.DSMT4">
                  <p:embed/>
                </p:oleObj>
              </mc:Choice>
              <mc:Fallback>
                <p:oleObj name="Equation" r:id="rId25" imgW="1539720" imgH="325440" progId="Equation.DSMT4">
                  <p:embed/>
                  <p:pic>
                    <p:nvPicPr>
                      <p:cNvPr id="0" name="Picture 18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6178" y="4309143"/>
                        <a:ext cx="3433763" cy="779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672" name="Group 24"/>
          <p:cNvGrpSpPr>
            <a:grpSpLocks/>
          </p:cNvGrpSpPr>
          <p:nvPr/>
        </p:nvGrpSpPr>
        <p:grpSpPr bwMode="auto">
          <a:xfrm>
            <a:off x="8267700" y="1619250"/>
            <a:ext cx="2171700" cy="2159000"/>
            <a:chOff x="4248" y="1020"/>
            <a:chExt cx="1368" cy="1360"/>
          </a:xfrm>
        </p:grpSpPr>
        <p:graphicFrame>
          <p:nvGraphicFramePr>
            <p:cNvPr id="26650" name="Object 25"/>
            <p:cNvGraphicFramePr>
              <a:graphicFrameLocks noChangeAspect="1"/>
            </p:cNvGraphicFramePr>
            <p:nvPr/>
          </p:nvGraphicFramePr>
          <p:xfrm>
            <a:off x="4248" y="1088"/>
            <a:ext cx="1368" cy="1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象" r:id="rId27" imgW="2172003" imgH="1876190" progId="PBrush">
                    <p:embed/>
                  </p:oleObj>
                </mc:Choice>
                <mc:Fallback>
                  <p:oleObj name="BMP 图象" r:id="rId27" imgW="2172003" imgH="1876190" progId="PBrush">
                    <p:embed/>
                    <p:pic>
                      <p:nvPicPr>
                        <p:cNvPr id="0" name="Picture 18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8" y="1088"/>
                          <a:ext cx="1368" cy="1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51" name="Object 26"/>
            <p:cNvGraphicFramePr>
              <a:graphicFrameLocks noChangeAspect="1"/>
            </p:cNvGraphicFramePr>
            <p:nvPr/>
          </p:nvGraphicFramePr>
          <p:xfrm>
            <a:off x="5486" y="2216"/>
            <a:ext cx="130" cy="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172080" imgH="181800" progId="Equation.3">
                    <p:embed/>
                  </p:oleObj>
                </mc:Choice>
                <mc:Fallback>
                  <p:oleObj name="Equation" r:id="rId29" imgW="172080" imgH="181800" progId="Equation.3">
                    <p:embed/>
                    <p:pic>
                      <p:nvPicPr>
                        <p:cNvPr id="0" name="Picture 18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86" y="2216"/>
                          <a:ext cx="130" cy="1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52" name="Object 27"/>
            <p:cNvGraphicFramePr>
              <a:graphicFrameLocks noChangeAspect="1"/>
            </p:cNvGraphicFramePr>
            <p:nvPr/>
          </p:nvGraphicFramePr>
          <p:xfrm>
            <a:off x="5078" y="2204"/>
            <a:ext cx="86" cy="1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1" imgW="95760" imgH="248760" progId="Equation.3">
                    <p:embed/>
                  </p:oleObj>
                </mc:Choice>
                <mc:Fallback>
                  <p:oleObj name="Equation" r:id="rId31" imgW="95760" imgH="248760" progId="Equation.3">
                    <p:embed/>
                    <p:pic>
                      <p:nvPicPr>
                        <p:cNvPr id="0" name="Picture 18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78" y="2204"/>
                          <a:ext cx="86" cy="17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53" name="Object 28"/>
            <p:cNvGraphicFramePr>
              <a:graphicFrameLocks noChangeAspect="1"/>
            </p:cNvGraphicFramePr>
            <p:nvPr/>
          </p:nvGraphicFramePr>
          <p:xfrm>
            <a:off x="5327" y="2204"/>
            <a:ext cx="122" cy="1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3" imgW="162720" imgH="248760" progId="Equation.3">
                    <p:embed/>
                  </p:oleObj>
                </mc:Choice>
                <mc:Fallback>
                  <p:oleObj name="Equation" r:id="rId33" imgW="162720" imgH="248760" progId="Equation.3">
                    <p:embed/>
                    <p:pic>
                      <p:nvPicPr>
                        <p:cNvPr id="0" name="Picture 18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7" y="2204"/>
                          <a:ext cx="122" cy="17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54" name="Object 29"/>
            <p:cNvGraphicFramePr>
              <a:graphicFrameLocks noChangeAspect="1"/>
            </p:cNvGraphicFramePr>
            <p:nvPr/>
          </p:nvGraphicFramePr>
          <p:xfrm>
            <a:off x="4648" y="1020"/>
            <a:ext cx="137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5" imgW="181800" imgH="258480" progId="Equation.3">
                    <p:embed/>
                  </p:oleObj>
                </mc:Choice>
                <mc:Fallback>
                  <p:oleObj name="Equation" r:id="rId35" imgW="181800" imgH="258480" progId="Equation.3">
                    <p:embed/>
                    <p:pic>
                      <p:nvPicPr>
                        <p:cNvPr id="0" name="Picture 18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8" y="1020"/>
                          <a:ext cx="137" cy="1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55" name="Object 30"/>
            <p:cNvGraphicFramePr>
              <a:graphicFrameLocks noChangeAspect="1"/>
            </p:cNvGraphicFramePr>
            <p:nvPr/>
          </p:nvGraphicFramePr>
          <p:xfrm>
            <a:off x="5088" y="1171"/>
            <a:ext cx="158" cy="1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7" imgW="219960" imgH="248760" progId="Equation.3">
                    <p:embed/>
                  </p:oleObj>
                </mc:Choice>
                <mc:Fallback>
                  <p:oleObj name="Equation" r:id="rId37" imgW="219960" imgH="248760" progId="Equation.3">
                    <p:embed/>
                    <p:pic>
                      <p:nvPicPr>
                        <p:cNvPr id="0" name="Picture 186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8" y="1171"/>
                          <a:ext cx="158" cy="17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56" name="Object 31"/>
            <p:cNvGraphicFramePr>
              <a:graphicFrameLocks noChangeAspect="1"/>
            </p:cNvGraphicFramePr>
            <p:nvPr/>
          </p:nvGraphicFramePr>
          <p:xfrm>
            <a:off x="5376" y="1980"/>
            <a:ext cx="165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9" imgW="239040" imgH="258480" progId="Equation.3">
                    <p:embed/>
                  </p:oleObj>
                </mc:Choice>
                <mc:Fallback>
                  <p:oleObj name="Equation" r:id="rId39" imgW="239040" imgH="258480" progId="Equation.3">
                    <p:embed/>
                    <p:pic>
                      <p:nvPicPr>
                        <p:cNvPr id="0" name="Picture 18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6" y="1980"/>
                          <a:ext cx="165" cy="1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57" name="Object 32"/>
            <p:cNvGraphicFramePr>
              <a:graphicFrameLocks noChangeAspect="1"/>
            </p:cNvGraphicFramePr>
            <p:nvPr/>
          </p:nvGraphicFramePr>
          <p:xfrm>
            <a:off x="4656" y="1632"/>
            <a:ext cx="158" cy="1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1" imgW="219960" imgH="248760" progId="Equation.3">
                    <p:embed/>
                  </p:oleObj>
                </mc:Choice>
                <mc:Fallback>
                  <p:oleObj name="Equation" r:id="rId41" imgW="219960" imgH="248760" progId="Equation.3">
                    <p:embed/>
                    <p:pic>
                      <p:nvPicPr>
                        <p:cNvPr id="0" name="Picture 18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1632"/>
                          <a:ext cx="158" cy="17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58" name="Object 33"/>
            <p:cNvGraphicFramePr>
              <a:graphicFrameLocks noChangeAspect="1"/>
            </p:cNvGraphicFramePr>
            <p:nvPr/>
          </p:nvGraphicFramePr>
          <p:xfrm>
            <a:off x="4608" y="2200"/>
            <a:ext cx="173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3" imgW="248760" imgH="258480" progId="Equation.3">
                    <p:embed/>
                  </p:oleObj>
                </mc:Choice>
                <mc:Fallback>
                  <p:oleObj name="Equation" r:id="rId43" imgW="248760" imgH="258480" progId="Equation.3">
                    <p:embed/>
                    <p:pic>
                      <p:nvPicPr>
                        <p:cNvPr id="0" name="Picture 18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2200"/>
                          <a:ext cx="173" cy="1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59" name="Line 34"/>
            <p:cNvSpPr>
              <a:spLocks noChangeShapeType="1"/>
            </p:cNvSpPr>
            <p:nvPr/>
          </p:nvSpPr>
          <p:spPr bwMode="auto">
            <a:xfrm>
              <a:off x="4549" y="1348"/>
              <a:ext cx="56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6660" name="Object 35"/>
            <p:cNvGraphicFramePr>
              <a:graphicFrameLocks noChangeAspect="1"/>
            </p:cNvGraphicFramePr>
            <p:nvPr/>
          </p:nvGraphicFramePr>
          <p:xfrm>
            <a:off x="4684" y="1260"/>
            <a:ext cx="108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5" imgW="133920" imgH="258480" progId="Equation.3">
                    <p:embed/>
                  </p:oleObj>
                </mc:Choice>
                <mc:Fallback>
                  <p:oleObj name="Equation" r:id="rId45" imgW="133920" imgH="258480" progId="Equation.3">
                    <p:embed/>
                    <p:pic>
                      <p:nvPicPr>
                        <p:cNvPr id="0" name="Picture 18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4" y="1260"/>
                          <a:ext cx="108" cy="1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7684" name="Freeform 36" descr="10%"/>
          <p:cNvSpPr>
            <a:spLocks/>
          </p:cNvSpPr>
          <p:nvPr/>
        </p:nvSpPr>
        <p:spPr bwMode="auto">
          <a:xfrm>
            <a:off x="9699625" y="2159000"/>
            <a:ext cx="323850" cy="1079500"/>
          </a:xfrm>
          <a:custGeom>
            <a:avLst/>
            <a:gdLst>
              <a:gd name="T0" fmla="*/ 0 w 288"/>
              <a:gd name="T1" fmla="*/ 0 h 816"/>
              <a:gd name="T2" fmla="*/ 2147483647 w 288"/>
              <a:gd name="T3" fmla="*/ 0 h 816"/>
              <a:gd name="T4" fmla="*/ 2147483647 w 288"/>
              <a:gd name="T5" fmla="*/ 2147483647 h 816"/>
              <a:gd name="T6" fmla="*/ 0 w 288"/>
              <a:gd name="T7" fmla="*/ 0 h 81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88" h="816">
                <a:moveTo>
                  <a:pt x="0" y="0"/>
                </a:moveTo>
                <a:lnTo>
                  <a:pt x="288" y="0"/>
                </a:lnTo>
                <a:lnTo>
                  <a:pt x="288" y="816"/>
                </a:lnTo>
                <a:lnTo>
                  <a:pt x="0" y="0"/>
                </a:lnTo>
                <a:close/>
              </a:path>
            </a:pathLst>
          </a:custGeom>
          <a:pattFill prst="pct10">
            <a:fgClr>
              <a:schemeClr val="tx1"/>
            </a:fgClr>
            <a:bgClr>
              <a:schemeClr val="bg1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85" name="Freeform 37" descr="10%"/>
          <p:cNvSpPr>
            <a:spLocks/>
          </p:cNvSpPr>
          <p:nvPr/>
        </p:nvSpPr>
        <p:spPr bwMode="auto">
          <a:xfrm>
            <a:off x="9224963" y="2159000"/>
            <a:ext cx="360362" cy="395288"/>
          </a:xfrm>
          <a:custGeom>
            <a:avLst/>
            <a:gdLst>
              <a:gd name="T0" fmla="*/ 2147483647 w 288"/>
              <a:gd name="T1" fmla="*/ 0 h 288"/>
              <a:gd name="T2" fmla="*/ 0 w 288"/>
              <a:gd name="T3" fmla="*/ 0 h 288"/>
              <a:gd name="T4" fmla="*/ 0 w 288"/>
              <a:gd name="T5" fmla="*/ 2147483647 h 288"/>
              <a:gd name="T6" fmla="*/ 2147483647 w 288"/>
              <a:gd name="T7" fmla="*/ 2147483647 h 288"/>
              <a:gd name="T8" fmla="*/ 2147483647 w 288"/>
              <a:gd name="T9" fmla="*/ 0 h 2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88" h="288">
                <a:moveTo>
                  <a:pt x="288" y="0"/>
                </a:moveTo>
                <a:lnTo>
                  <a:pt x="0" y="0"/>
                </a:lnTo>
                <a:lnTo>
                  <a:pt x="0" y="288"/>
                </a:lnTo>
                <a:lnTo>
                  <a:pt x="144" y="192"/>
                </a:lnTo>
                <a:lnTo>
                  <a:pt x="288" y="0"/>
                </a:lnTo>
                <a:close/>
              </a:path>
            </a:pathLst>
          </a:custGeom>
          <a:pattFill prst="pct10">
            <a:fgClr>
              <a:schemeClr val="tx1"/>
            </a:fgClr>
            <a:bgClr>
              <a:schemeClr val="bg1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86" name="Rectangle 38"/>
          <p:cNvSpPr>
            <a:spLocks noChangeArrowheads="1"/>
          </p:cNvSpPr>
          <p:nvPr/>
        </p:nvSpPr>
        <p:spPr bwMode="auto">
          <a:xfrm>
            <a:off x="8305800" y="2139950"/>
            <a:ext cx="1752600" cy="1309688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6649" name="Rectangle 39"/>
          <p:cNvSpPr>
            <a:spLocks noChangeArrowheads="1"/>
          </p:cNvSpPr>
          <p:nvPr/>
        </p:nvSpPr>
        <p:spPr bwMode="auto">
          <a:xfrm>
            <a:off x="2919414" y="333376"/>
            <a:ext cx="1266825" cy="5238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宋体" panose="02010600030101010101" pitchFamily="2" charset="-122"/>
              </a:rPr>
              <a:t>求曲线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731906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6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7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7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7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7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7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7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7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7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7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7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7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7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27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7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5" grpId="0" autoUpdateAnimBg="0"/>
      <p:bldP spid="27661" grpId="0" autoUpdateAnimBg="0"/>
      <p:bldP spid="27670" grpId="0" build="p" autoUpdateAnimBg="0"/>
      <p:bldP spid="27684" grpId="0" animBg="1"/>
      <p:bldP spid="27685" grpId="0" animBg="1"/>
      <p:bldP spid="2768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Box 2"/>
          <p:cNvSpPr txBox="1">
            <a:spLocks noChangeArrowheads="1"/>
          </p:cNvSpPr>
          <p:nvPr/>
        </p:nvSpPr>
        <p:spPr bwMode="auto">
          <a:xfrm>
            <a:off x="1918493" y="450850"/>
            <a:ext cx="8714011" cy="1816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/>
              <a:t>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(1996.2)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zh-CN" altLang="en-US" sz="2800" b="1" dirty="0"/>
              <a:t>                 在        上连续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且  </a:t>
            </a:r>
            <a:endParaRPr lang="en-US" altLang="zh-CN" sz="28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则曲线                                               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所围成的平面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图形绕直线    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旋转而成的旋转体的体积可表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       ).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8675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5175744"/>
              </p:ext>
            </p:extLst>
          </p:nvPr>
        </p:nvGraphicFramePr>
        <p:xfrm>
          <a:off x="4079776" y="506414"/>
          <a:ext cx="16287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23586" imgH="203112" progId="Equation.DSMT4">
                  <p:embed/>
                </p:oleObj>
              </mc:Choice>
              <mc:Fallback>
                <p:oleObj name="Equation" r:id="rId2" imgW="723586" imgH="203112" progId="Equation.DSMT4">
                  <p:embed/>
                  <p:pic>
                    <p:nvPicPr>
                      <p:cNvPr id="0" name="Picture 7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776" y="506414"/>
                        <a:ext cx="162877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6" name="对象 4"/>
          <p:cNvGraphicFramePr>
            <a:graphicFrameLocks noChangeAspect="1"/>
          </p:cNvGraphicFramePr>
          <p:nvPr/>
        </p:nvGraphicFramePr>
        <p:xfrm>
          <a:off x="2057401" y="2311400"/>
          <a:ext cx="641667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81300" imgH="330200" progId="Equation.DSMT4">
                  <p:embed/>
                </p:oleObj>
              </mc:Choice>
              <mc:Fallback>
                <p:oleObj name="Equation" r:id="rId4" imgW="2781300" imgH="330200" progId="Equation.DSMT4">
                  <p:embed/>
                  <p:pic>
                    <p:nvPicPr>
                      <p:cNvPr id="0" name="Picture 7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1" y="2311400"/>
                        <a:ext cx="6416675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7" name="对象 1"/>
          <p:cNvGraphicFramePr>
            <a:graphicFrameLocks noChangeAspect="1"/>
          </p:cNvGraphicFramePr>
          <p:nvPr/>
        </p:nvGraphicFramePr>
        <p:xfrm>
          <a:off x="6019800" y="515939"/>
          <a:ext cx="762000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42751" imgH="203112" progId="Equation.DSMT4">
                  <p:embed/>
                </p:oleObj>
              </mc:Choice>
              <mc:Fallback>
                <p:oleObj name="Equation" r:id="rId6" imgW="342751" imgH="203112" progId="Equation.DSMT4">
                  <p:embed/>
                  <p:pic>
                    <p:nvPicPr>
                      <p:cNvPr id="0" name="Picture 7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515939"/>
                        <a:ext cx="762000" cy="452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8" name="对象 2"/>
          <p:cNvGraphicFramePr>
            <a:graphicFrameLocks noChangeAspect="1"/>
          </p:cNvGraphicFramePr>
          <p:nvPr/>
        </p:nvGraphicFramePr>
        <p:xfrm>
          <a:off x="8228014" y="533401"/>
          <a:ext cx="231457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91726" imgH="203112" progId="Equation.DSMT4">
                  <p:embed/>
                </p:oleObj>
              </mc:Choice>
              <mc:Fallback>
                <p:oleObj name="Equation" r:id="rId8" imgW="1091726" imgH="203112" progId="Equation.DSMT4">
                  <p:embed/>
                  <p:pic>
                    <p:nvPicPr>
                      <p:cNvPr id="0" name="Picture 7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8014" y="533401"/>
                        <a:ext cx="2314575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9" name="对象 3"/>
          <p:cNvGraphicFramePr>
            <a:graphicFrameLocks noChangeAspect="1"/>
          </p:cNvGraphicFramePr>
          <p:nvPr/>
        </p:nvGraphicFramePr>
        <p:xfrm>
          <a:off x="3200400" y="915989"/>
          <a:ext cx="457200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93900" imgH="203200" progId="Equation.DSMT4">
                  <p:embed/>
                </p:oleObj>
              </mc:Choice>
              <mc:Fallback>
                <p:oleObj name="Equation" r:id="rId10" imgW="1993900" imgH="203200" progId="Equation.DSMT4">
                  <p:embed/>
                  <p:pic>
                    <p:nvPicPr>
                      <p:cNvPr id="0" name="Picture 7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915989"/>
                        <a:ext cx="4572000" cy="46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0" name="对象 4"/>
          <p:cNvGraphicFramePr>
            <a:graphicFrameLocks noChangeAspect="1"/>
          </p:cNvGraphicFramePr>
          <p:nvPr/>
        </p:nvGraphicFramePr>
        <p:xfrm>
          <a:off x="3886200" y="1447800"/>
          <a:ext cx="92075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18918" imgH="165028" progId="Equation.DSMT4">
                  <p:embed/>
                </p:oleObj>
              </mc:Choice>
              <mc:Fallback>
                <p:oleObj name="Equation" r:id="rId12" imgW="418918" imgH="165028" progId="Equation.DSMT4">
                  <p:embed/>
                  <p:pic>
                    <p:nvPicPr>
                      <p:cNvPr id="0" name="Picture 7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1447800"/>
                        <a:ext cx="920750" cy="361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1" name="对象 5"/>
          <p:cNvGraphicFramePr>
            <a:graphicFrameLocks noChangeAspect="1"/>
          </p:cNvGraphicFramePr>
          <p:nvPr/>
        </p:nvGraphicFramePr>
        <p:xfrm>
          <a:off x="2071688" y="3276600"/>
          <a:ext cx="63881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68600" imgH="330200" progId="Equation.DSMT4">
                  <p:embed/>
                </p:oleObj>
              </mc:Choice>
              <mc:Fallback>
                <p:oleObj name="Equation" r:id="rId14" imgW="2768600" imgH="330200" progId="Equation.DSMT4">
                  <p:embed/>
                  <p:pic>
                    <p:nvPicPr>
                      <p:cNvPr id="0" name="Picture 7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688" y="3276600"/>
                        <a:ext cx="6388100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2" name="对象 6"/>
          <p:cNvGraphicFramePr>
            <a:graphicFrameLocks noChangeAspect="1"/>
          </p:cNvGraphicFramePr>
          <p:nvPr/>
        </p:nvGraphicFramePr>
        <p:xfrm>
          <a:off x="2057400" y="4191000"/>
          <a:ext cx="6211888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92400" imgH="330200" progId="Equation.DSMT4">
                  <p:embed/>
                </p:oleObj>
              </mc:Choice>
              <mc:Fallback>
                <p:oleObj name="Equation" r:id="rId16" imgW="2692400" imgH="330200" progId="Equation.DSMT4">
                  <p:embed/>
                  <p:pic>
                    <p:nvPicPr>
                      <p:cNvPr id="0" name="Picture 7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191000"/>
                        <a:ext cx="6211888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3" name="对象 7"/>
          <p:cNvGraphicFramePr>
            <a:graphicFrameLocks noChangeAspect="1"/>
          </p:cNvGraphicFramePr>
          <p:nvPr/>
        </p:nvGraphicFramePr>
        <p:xfrm>
          <a:off x="2057401" y="5105400"/>
          <a:ext cx="624046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705100" imgH="330200" progId="Equation.DSMT4">
                  <p:embed/>
                </p:oleObj>
              </mc:Choice>
              <mc:Fallback>
                <p:oleObj name="Equation" r:id="rId18" imgW="2705100" imgH="330200" progId="Equation.DSMT4">
                  <p:embed/>
                  <p:pic>
                    <p:nvPicPr>
                      <p:cNvPr id="0" name="Picture 7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1" y="5105400"/>
                        <a:ext cx="6240463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74025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3935760" y="838264"/>
          <a:ext cx="2030834" cy="484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76240" imgH="203040" progId="Equation.DSMT4">
                  <p:embed/>
                </p:oleObj>
              </mc:Choice>
              <mc:Fallback>
                <p:oleObj name="Equation" r:id="rId3" imgW="876240" imgH="203040" progId="Equation.DSMT4">
                  <p:embed/>
                  <p:pic>
                    <p:nvPicPr>
                      <p:cNvPr id="0" name="Picture 6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5760" y="838264"/>
                        <a:ext cx="2030834" cy="48459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6096000" y="856955"/>
          <a:ext cx="1672446" cy="4621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23586" imgH="203112" progId="Equation.DSMT4">
                  <p:embed/>
                </p:oleObj>
              </mc:Choice>
              <mc:Fallback>
                <p:oleObj name="Equation" r:id="rId5" imgW="723586" imgH="203112" progId="Equation.DSMT4">
                  <p:embed/>
                  <p:pic>
                    <p:nvPicPr>
                      <p:cNvPr id="0" name="Picture 6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856955"/>
                        <a:ext cx="1672446" cy="46212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371636" y="1330413"/>
          <a:ext cx="767408" cy="47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55292" imgH="215713" progId="Equation.DSMT4">
                  <p:embed/>
                </p:oleObj>
              </mc:Choice>
              <mc:Fallback>
                <p:oleObj name="Equation" r:id="rId7" imgW="355292" imgH="215713" progId="Equation.DSMT4">
                  <p:embed/>
                  <p:pic>
                    <p:nvPicPr>
                      <p:cNvPr id="0" name="Picture 6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36" y="1330413"/>
                        <a:ext cx="767408" cy="477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635603" y="1177884"/>
          <a:ext cx="2988789" cy="761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33440" imgH="342720" progId="Equation.DSMT4">
                  <p:embed/>
                </p:oleObj>
              </mc:Choice>
              <mc:Fallback>
                <p:oleObj name="Equation" r:id="rId9" imgW="1333440" imgH="342720" progId="Equation.DSMT4">
                  <p:embed/>
                  <p:pic>
                    <p:nvPicPr>
                      <p:cNvPr id="0" name="Picture 6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5603" y="1177884"/>
                        <a:ext cx="2988789" cy="76143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487488" y="771654"/>
            <a:ext cx="28817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证明：由</a:t>
            </a:r>
            <a:endParaRPr kumimoji="0" lang="zh-CN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7727912" y="795858"/>
            <a:ext cx="281406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所围成的图形绕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2013312" y="1272414"/>
            <a:ext cx="488701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旋转所成的旋转体的体积为：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439215" y="1899459"/>
            <a:ext cx="9647629" cy="3231890"/>
            <a:chOff x="1439215" y="1899459"/>
            <a:chExt cx="9647629" cy="3231890"/>
          </a:xfrm>
        </p:grpSpPr>
        <p:graphicFrame>
          <p:nvGraphicFramePr>
            <p:cNvPr id="15" name="对象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44475049"/>
                </p:ext>
              </p:extLst>
            </p:nvPr>
          </p:nvGraphicFramePr>
          <p:xfrm>
            <a:off x="8416281" y="3525682"/>
            <a:ext cx="2125699" cy="5073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914400" imgH="215640" progId="Equation.DSMT4">
                    <p:embed/>
                  </p:oleObj>
                </mc:Choice>
                <mc:Fallback>
                  <p:oleObj name="Equation" r:id="rId11" imgW="914400" imgH="215640" progId="Equation.DSMT4">
                    <p:embed/>
                    <p:pic>
                      <p:nvPicPr>
                        <p:cNvPr id="0" name="Picture 6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16281" y="3525682"/>
                          <a:ext cx="2125699" cy="50738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7" name="组合 6"/>
            <p:cNvGrpSpPr/>
            <p:nvPr/>
          </p:nvGrpSpPr>
          <p:grpSpPr>
            <a:xfrm>
              <a:off x="1439215" y="1899459"/>
              <a:ext cx="9647629" cy="3231890"/>
              <a:chOff x="1439215" y="1899459"/>
              <a:chExt cx="9647629" cy="3231890"/>
            </a:xfrm>
          </p:grpSpPr>
          <p:graphicFrame>
            <p:nvGraphicFramePr>
              <p:cNvPr id="11" name="对象 1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85076844"/>
                  </p:ext>
                </p:extLst>
              </p:nvPr>
            </p:nvGraphicFramePr>
            <p:xfrm>
              <a:off x="2998864" y="1956082"/>
              <a:ext cx="711005" cy="46659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304536" imgH="203024" progId="Equation.DSMT4">
                      <p:embed/>
                    </p:oleObj>
                  </mc:Choice>
                  <mc:Fallback>
                    <p:oleObj name="Equation" r:id="rId13" imgW="304536" imgH="203024" progId="Equation.DSMT4">
                      <p:embed/>
                      <p:pic>
                        <p:nvPicPr>
                          <p:cNvPr id="0" name="Picture 65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98864" y="1956082"/>
                            <a:ext cx="711005" cy="46659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" name="对象 1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67324943"/>
                  </p:ext>
                </p:extLst>
              </p:nvPr>
            </p:nvGraphicFramePr>
            <p:xfrm>
              <a:off x="6225557" y="1956082"/>
              <a:ext cx="737539" cy="44252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5" imgW="330057" imgH="203112" progId="Equation.DSMT4">
                      <p:embed/>
                    </p:oleObj>
                  </mc:Choice>
                  <mc:Fallback>
                    <p:oleObj name="Equation" r:id="rId15" imgW="330057" imgH="203112" progId="Equation.DSMT4">
                      <p:embed/>
                      <p:pic>
                        <p:nvPicPr>
                          <p:cNvPr id="0" name="Picture 65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225557" y="1956082"/>
                            <a:ext cx="737539" cy="44252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" name="对象 1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16364247"/>
                  </p:ext>
                </p:extLst>
              </p:nvPr>
            </p:nvGraphicFramePr>
            <p:xfrm>
              <a:off x="1560232" y="2539498"/>
              <a:ext cx="1368152" cy="44201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7" imgW="622030" imgH="203112" progId="Equation.DSMT4">
                      <p:embed/>
                    </p:oleObj>
                  </mc:Choice>
                  <mc:Fallback>
                    <p:oleObj name="Equation" r:id="rId17" imgW="622030" imgH="203112" progId="Equation.DSMT4">
                      <p:embed/>
                      <p:pic>
                        <p:nvPicPr>
                          <p:cNvPr id="0" name="Picture 65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60232" y="2539498"/>
                            <a:ext cx="1368152" cy="44201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" name="对象 1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61251061"/>
                  </p:ext>
                </p:extLst>
              </p:nvPr>
            </p:nvGraphicFramePr>
            <p:xfrm>
              <a:off x="6469348" y="2473107"/>
              <a:ext cx="767408" cy="4770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9" imgW="355292" imgH="215713" progId="Equation.DSMT4">
                      <p:embed/>
                    </p:oleObj>
                  </mc:Choice>
                  <mc:Fallback>
                    <p:oleObj name="Equation" r:id="rId19" imgW="355292" imgH="215713" progId="Equation.DSMT4">
                      <p:embed/>
                      <p:pic>
                        <p:nvPicPr>
                          <p:cNvPr id="0" name="Picture 65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469348" y="2473107"/>
                            <a:ext cx="767408" cy="47703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" name="对象 1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55727488"/>
                  </p:ext>
                </p:extLst>
              </p:nvPr>
            </p:nvGraphicFramePr>
            <p:xfrm>
              <a:off x="1564680" y="4077022"/>
              <a:ext cx="2151063" cy="4762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1" imgW="901440" imgH="203040" progId="Equation.DSMT4">
                      <p:embed/>
                    </p:oleObj>
                  </mc:Choice>
                  <mc:Fallback>
                    <p:oleObj name="Equation" r:id="rId21" imgW="901440" imgH="203040" progId="Equation.DSMT4">
                      <p:embed/>
                      <p:pic>
                        <p:nvPicPr>
                          <p:cNvPr id="0" name="Picture 66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64680" y="4077022"/>
                            <a:ext cx="2151063" cy="4762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" name="对象 1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07886046"/>
                  </p:ext>
                </p:extLst>
              </p:nvPr>
            </p:nvGraphicFramePr>
            <p:xfrm>
              <a:off x="3798274" y="4070787"/>
              <a:ext cx="1843088" cy="4778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3" imgW="723600" imgH="203040" progId="Equation.DSMT4">
                      <p:embed/>
                    </p:oleObj>
                  </mc:Choice>
                  <mc:Fallback>
                    <p:oleObj name="Equation" r:id="rId23" imgW="723600" imgH="203040" progId="Equation.DSMT4">
                      <p:embed/>
                      <p:pic>
                        <p:nvPicPr>
                          <p:cNvPr id="0" name="Picture 66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98274" y="4070787"/>
                            <a:ext cx="1843088" cy="47780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8" name="Rectangle 17"/>
              <p:cNvSpPr>
                <a:spLocks noChangeArrowheads="1"/>
              </p:cNvSpPr>
              <p:nvPr/>
            </p:nvSpPr>
            <p:spPr bwMode="auto">
              <a:xfrm>
                <a:off x="1530411" y="1957665"/>
                <a:ext cx="1627369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2800" b="1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证明</a:t>
                </a:r>
                <a:r>
                  <a:rPr kumimoji="0" lang="zh-CN" altLang="zh-CN" sz="2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：以</a:t>
                </a:r>
                <a:endParaRPr kumimoji="0" lang="zh-CN" altLang="zh-CN" sz="2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  <p:sp>
            <p:nvSpPr>
              <p:cNvPr id="19" name="Rectangle 18"/>
              <p:cNvSpPr>
                <a:spLocks noChangeArrowheads="1"/>
              </p:cNvSpPr>
              <p:nvPr/>
            </p:nvSpPr>
            <p:spPr bwMode="auto">
              <a:xfrm>
                <a:off x="3640280" y="1907165"/>
                <a:ext cx="2701204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2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积分变量，把在</a:t>
                </a:r>
                <a:endParaRPr kumimoji="0" lang="zh-CN" altLang="zh-CN" sz="2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  <p:sp>
            <p:nvSpPr>
              <p:cNvPr id="20" name="Rectangle 19"/>
              <p:cNvSpPr>
                <a:spLocks noChangeArrowheads="1"/>
              </p:cNvSpPr>
              <p:nvPr/>
            </p:nvSpPr>
            <p:spPr bwMode="auto">
              <a:xfrm>
                <a:off x="6853052" y="1899459"/>
                <a:ext cx="2848786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2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上的任意子区间</a:t>
                </a:r>
                <a:endParaRPr kumimoji="0" lang="zh-CN" altLang="zh-CN" sz="2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  <p:sp>
            <p:nvSpPr>
              <p:cNvPr id="21" name="Rectangle 20"/>
              <p:cNvSpPr>
                <a:spLocks noChangeArrowheads="1"/>
              </p:cNvSpPr>
              <p:nvPr/>
            </p:nvSpPr>
            <p:spPr bwMode="auto">
              <a:xfrm>
                <a:off x="2824107" y="2460253"/>
                <a:ext cx="3791423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2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上对应的窄曲边梯形绕</a:t>
                </a:r>
                <a:endParaRPr kumimoji="0" lang="zh-CN" altLang="zh-CN" sz="2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  <p:sp>
            <p:nvSpPr>
              <p:cNvPr id="22" name="Rectangle 21"/>
              <p:cNvSpPr>
                <a:spLocks noChangeArrowheads="1"/>
              </p:cNvSpPr>
              <p:nvPr/>
            </p:nvSpPr>
            <p:spPr bwMode="auto">
              <a:xfrm>
                <a:off x="1439215" y="2966775"/>
                <a:ext cx="9482613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2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一个中空圆柱体，沿着中空圆柱体的高剪开展平，它</a:t>
                </a:r>
                <a:r>
                  <a:rPr kumimoji="0" lang="zh-CN" altLang="en-US" sz="2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近似于</a:t>
                </a:r>
                <a:endParaRPr kumimoji="0" lang="zh-CN" altLang="zh-CN" sz="2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  <p:sp>
            <p:nvSpPr>
              <p:cNvPr id="25" name="Rectangle 24"/>
              <p:cNvSpPr>
                <a:spLocks noChangeArrowheads="1"/>
              </p:cNvSpPr>
              <p:nvPr/>
            </p:nvSpPr>
            <p:spPr bwMode="auto">
              <a:xfrm>
                <a:off x="5492043" y="3998404"/>
                <a:ext cx="5594801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en-US" sz="2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宋体" panose="02010600030101010101" pitchFamily="2" charset="-122"/>
                    <a:cs typeface="Times New Roman" panose="02020603050405020304" pitchFamily="18" charset="0"/>
                  </a:rPr>
                  <a:t>的长方体的体积，即旋转体的体积</a:t>
                </a:r>
                <a:endParaRPr kumimoji="0" lang="zh-CN" altLang="en-US" sz="2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  <p:sp>
            <p:nvSpPr>
              <p:cNvPr id="28" name="Rectangle 21"/>
              <p:cNvSpPr>
                <a:spLocks noChangeArrowheads="1"/>
              </p:cNvSpPr>
              <p:nvPr/>
            </p:nvSpPr>
            <p:spPr bwMode="auto">
              <a:xfrm>
                <a:off x="7112027" y="2422081"/>
                <a:ext cx="3809802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2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旋转而成的薄壳看作</a:t>
                </a:r>
                <a:r>
                  <a:rPr lang="zh-CN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是</a:t>
                </a:r>
                <a:endParaRPr kumimoji="0" lang="zh-CN" altLang="zh-CN" sz="2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  <p:sp>
            <p:nvSpPr>
              <p:cNvPr id="29" name="Rectangle 21"/>
              <p:cNvSpPr>
                <a:spLocks noChangeArrowheads="1"/>
              </p:cNvSpPr>
              <p:nvPr/>
            </p:nvSpPr>
            <p:spPr bwMode="auto">
              <a:xfrm>
                <a:off x="1451512" y="3498945"/>
                <a:ext cx="9265164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2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一块长方形的薄片</a:t>
                </a:r>
                <a:r>
                  <a:rPr kumimoji="0" lang="en-US" altLang="zh-CN" sz="2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kumimoji="0" lang="zh-CN" altLang="zh-CN" sz="2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于是薄壳的体积近似等于</a:t>
                </a:r>
                <a:endParaRPr kumimoji="0" lang="zh-CN" altLang="zh-CN" sz="2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  <p:sp>
            <p:nvSpPr>
              <p:cNvPr id="30" name="Rectangle 24"/>
              <p:cNvSpPr>
                <a:spLocks noChangeArrowheads="1"/>
              </p:cNvSpPr>
              <p:nvPr/>
            </p:nvSpPr>
            <p:spPr bwMode="auto">
              <a:xfrm>
                <a:off x="1530835" y="4608129"/>
                <a:ext cx="136608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en-US" sz="2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宋体" panose="02010600030101010101" pitchFamily="2" charset="-122"/>
                    <a:cs typeface="Times New Roman" panose="02020603050405020304" pitchFamily="18" charset="0"/>
                  </a:rPr>
                  <a:t>微元为</a:t>
                </a:r>
                <a:r>
                  <a:rPr kumimoji="0" lang="zh-CN" altLang="en-US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</a:t>
                </a:r>
              </a:p>
            </p:txBody>
          </p:sp>
        </p:grpSp>
      </p:grp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1AFB-9D3F-4C35-906A-8E91BE352314}" type="slidenum">
              <a:rPr lang="zh-CN" altLang="en-US" smtClean="0"/>
              <a:pPr/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75496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3" name="Object 5"/>
          <p:cNvGraphicFramePr>
            <a:graphicFrameLocks noChangeAspect="1"/>
          </p:cNvGraphicFramePr>
          <p:nvPr/>
        </p:nvGraphicFramePr>
        <p:xfrm>
          <a:off x="5486401" y="500063"/>
          <a:ext cx="2874963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04920" imgH="382680" progId="Equation.3">
                  <p:embed/>
                </p:oleObj>
              </mc:Choice>
              <mc:Fallback>
                <p:oleObj name="Equation" r:id="rId2" imgW="1204920" imgH="382680" progId="Equation.3">
                  <p:embed/>
                  <p:pic>
                    <p:nvPicPr>
                      <p:cNvPr id="0" name="Picture 11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1" y="500063"/>
                        <a:ext cx="2874963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94" name="Rectangle 86"/>
          <p:cNvSpPr>
            <a:spLocks noChangeArrowheads="1"/>
          </p:cNvSpPr>
          <p:nvPr/>
        </p:nvSpPr>
        <p:spPr bwMode="auto">
          <a:xfrm>
            <a:off x="5410200" y="457200"/>
            <a:ext cx="3200400" cy="9144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" name="Group 195"/>
          <p:cNvGrpSpPr>
            <a:grpSpLocks/>
          </p:cNvGrpSpPr>
          <p:nvPr/>
        </p:nvGrpSpPr>
        <p:grpSpPr bwMode="auto">
          <a:xfrm>
            <a:off x="4038600" y="3352800"/>
            <a:ext cx="5205413" cy="1341438"/>
            <a:chOff x="1584" y="2112"/>
            <a:chExt cx="3279" cy="845"/>
          </a:xfrm>
        </p:grpSpPr>
        <p:grpSp>
          <p:nvGrpSpPr>
            <p:cNvPr id="20535" name="Group 93"/>
            <p:cNvGrpSpPr>
              <a:grpSpLocks/>
            </p:cNvGrpSpPr>
            <p:nvPr/>
          </p:nvGrpSpPr>
          <p:grpSpPr bwMode="auto">
            <a:xfrm>
              <a:off x="1584" y="2320"/>
              <a:ext cx="2828" cy="637"/>
              <a:chOff x="1799" y="3264"/>
              <a:chExt cx="2226" cy="683"/>
            </a:xfrm>
          </p:grpSpPr>
          <p:sp>
            <p:nvSpPr>
              <p:cNvPr id="20536" name="Rectangle 94"/>
              <p:cNvSpPr>
                <a:spLocks noChangeArrowheads="1"/>
              </p:cNvSpPr>
              <p:nvPr/>
            </p:nvSpPr>
            <p:spPr bwMode="auto">
              <a:xfrm>
                <a:off x="2006" y="3374"/>
                <a:ext cx="2019" cy="573"/>
              </a:xfrm>
              <a:prstGeom prst="rect">
                <a:avLst/>
              </a:prstGeom>
              <a:noFill/>
              <a:ln w="31750">
                <a:solidFill>
                  <a:srgbClr val="3333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537" name="Freeform 95"/>
              <p:cNvSpPr>
                <a:spLocks/>
              </p:cNvSpPr>
              <p:nvPr/>
            </p:nvSpPr>
            <p:spPr bwMode="auto">
              <a:xfrm>
                <a:off x="1799" y="3264"/>
                <a:ext cx="213" cy="101"/>
              </a:xfrm>
              <a:custGeom>
                <a:avLst/>
                <a:gdLst>
                  <a:gd name="T0" fmla="*/ 0 w 213"/>
                  <a:gd name="T1" fmla="*/ 0 h 101"/>
                  <a:gd name="T2" fmla="*/ 213 w 213"/>
                  <a:gd name="T3" fmla="*/ 101 h 101"/>
                  <a:gd name="T4" fmla="*/ 0 60000 65536"/>
                  <a:gd name="T5" fmla="*/ 0 60000 65536"/>
                  <a:gd name="T6" fmla="*/ 0 w 213"/>
                  <a:gd name="T7" fmla="*/ 0 h 101"/>
                  <a:gd name="T8" fmla="*/ 213 w 213"/>
                  <a:gd name="T9" fmla="*/ 101 h 10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13" h="101">
                    <a:moveTo>
                      <a:pt x="0" y="0"/>
                    </a:moveTo>
                    <a:lnTo>
                      <a:pt x="213" y="101"/>
                    </a:lnTo>
                  </a:path>
                </a:pathLst>
              </a:custGeom>
              <a:noFill/>
              <a:ln w="31750" cmpd="sng">
                <a:solidFill>
                  <a:srgbClr val="3333FF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38" name="Freeform 96"/>
              <p:cNvSpPr>
                <a:spLocks/>
              </p:cNvSpPr>
              <p:nvPr/>
            </p:nvSpPr>
            <p:spPr bwMode="auto">
              <a:xfrm>
                <a:off x="3818" y="3264"/>
                <a:ext cx="206" cy="106"/>
              </a:xfrm>
              <a:custGeom>
                <a:avLst/>
                <a:gdLst>
                  <a:gd name="T0" fmla="*/ 0 w 206"/>
                  <a:gd name="T1" fmla="*/ 0 h 106"/>
                  <a:gd name="T2" fmla="*/ 206 w 206"/>
                  <a:gd name="T3" fmla="*/ 106 h 106"/>
                  <a:gd name="T4" fmla="*/ 0 60000 65536"/>
                  <a:gd name="T5" fmla="*/ 0 60000 65536"/>
                  <a:gd name="T6" fmla="*/ 0 w 206"/>
                  <a:gd name="T7" fmla="*/ 0 h 106"/>
                  <a:gd name="T8" fmla="*/ 206 w 206"/>
                  <a:gd name="T9" fmla="*/ 106 h 10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06" h="106">
                    <a:moveTo>
                      <a:pt x="0" y="0"/>
                    </a:moveTo>
                    <a:lnTo>
                      <a:pt x="206" y="106"/>
                    </a:lnTo>
                  </a:path>
                </a:pathLst>
              </a:custGeom>
              <a:noFill/>
              <a:ln w="31750" cmpd="sng">
                <a:solidFill>
                  <a:srgbClr val="3333FF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39" name="Line 97"/>
              <p:cNvSpPr>
                <a:spLocks noChangeShapeType="1"/>
              </p:cNvSpPr>
              <p:nvPr/>
            </p:nvSpPr>
            <p:spPr bwMode="auto">
              <a:xfrm>
                <a:off x="1799" y="3264"/>
                <a:ext cx="2019" cy="0"/>
              </a:xfrm>
              <a:prstGeom prst="line">
                <a:avLst/>
              </a:prstGeom>
              <a:noFill/>
              <a:ln w="31750">
                <a:solidFill>
                  <a:srgbClr val="3333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40" name="Line 98"/>
              <p:cNvSpPr>
                <a:spLocks noChangeShapeType="1"/>
              </p:cNvSpPr>
              <p:nvPr/>
            </p:nvSpPr>
            <p:spPr bwMode="auto">
              <a:xfrm>
                <a:off x="1799" y="3264"/>
                <a:ext cx="0" cy="573"/>
              </a:xfrm>
              <a:prstGeom prst="line">
                <a:avLst/>
              </a:prstGeom>
              <a:noFill/>
              <a:ln w="31750">
                <a:solidFill>
                  <a:srgbClr val="3333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41" name="Freeform 99"/>
              <p:cNvSpPr>
                <a:spLocks/>
              </p:cNvSpPr>
              <p:nvPr/>
            </p:nvSpPr>
            <p:spPr bwMode="auto">
              <a:xfrm>
                <a:off x="1799" y="3837"/>
                <a:ext cx="196" cy="110"/>
              </a:xfrm>
              <a:custGeom>
                <a:avLst/>
                <a:gdLst>
                  <a:gd name="T0" fmla="*/ 0 w 196"/>
                  <a:gd name="T1" fmla="*/ 0 h 110"/>
                  <a:gd name="T2" fmla="*/ 196 w 196"/>
                  <a:gd name="T3" fmla="*/ 110 h 110"/>
                  <a:gd name="T4" fmla="*/ 0 60000 65536"/>
                  <a:gd name="T5" fmla="*/ 0 60000 65536"/>
                  <a:gd name="T6" fmla="*/ 0 w 196"/>
                  <a:gd name="T7" fmla="*/ 0 h 110"/>
                  <a:gd name="T8" fmla="*/ 196 w 196"/>
                  <a:gd name="T9" fmla="*/ 110 h 11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96" h="110">
                    <a:moveTo>
                      <a:pt x="0" y="0"/>
                    </a:moveTo>
                    <a:lnTo>
                      <a:pt x="196" y="110"/>
                    </a:lnTo>
                  </a:path>
                </a:pathLst>
              </a:custGeom>
              <a:noFill/>
              <a:ln w="31750" cmpd="sng">
                <a:solidFill>
                  <a:srgbClr val="3333FF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42" name="Line 100"/>
              <p:cNvSpPr>
                <a:spLocks noChangeShapeType="1"/>
              </p:cNvSpPr>
              <p:nvPr/>
            </p:nvSpPr>
            <p:spPr bwMode="auto">
              <a:xfrm>
                <a:off x="3818" y="3264"/>
                <a:ext cx="0" cy="573"/>
              </a:xfrm>
              <a:prstGeom prst="line">
                <a:avLst/>
              </a:prstGeom>
              <a:noFill/>
              <a:ln w="31750">
                <a:solidFill>
                  <a:srgbClr val="3333F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43" name="Line 101"/>
              <p:cNvSpPr>
                <a:spLocks noChangeShapeType="1"/>
              </p:cNvSpPr>
              <p:nvPr/>
            </p:nvSpPr>
            <p:spPr bwMode="auto">
              <a:xfrm>
                <a:off x="1799" y="3837"/>
                <a:ext cx="2019" cy="0"/>
              </a:xfrm>
              <a:prstGeom prst="line">
                <a:avLst/>
              </a:prstGeom>
              <a:noFill/>
              <a:ln w="31750">
                <a:solidFill>
                  <a:srgbClr val="3333F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44" name="Freeform 102"/>
              <p:cNvSpPr>
                <a:spLocks/>
              </p:cNvSpPr>
              <p:nvPr/>
            </p:nvSpPr>
            <p:spPr bwMode="auto">
              <a:xfrm>
                <a:off x="3818" y="3837"/>
                <a:ext cx="206" cy="110"/>
              </a:xfrm>
              <a:custGeom>
                <a:avLst/>
                <a:gdLst>
                  <a:gd name="T0" fmla="*/ 0 w 206"/>
                  <a:gd name="T1" fmla="*/ 0 h 110"/>
                  <a:gd name="T2" fmla="*/ 206 w 206"/>
                  <a:gd name="T3" fmla="*/ 110 h 110"/>
                  <a:gd name="T4" fmla="*/ 0 60000 65536"/>
                  <a:gd name="T5" fmla="*/ 0 60000 65536"/>
                  <a:gd name="T6" fmla="*/ 0 w 206"/>
                  <a:gd name="T7" fmla="*/ 0 h 110"/>
                  <a:gd name="T8" fmla="*/ 206 w 206"/>
                  <a:gd name="T9" fmla="*/ 110 h 11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06" h="110">
                    <a:moveTo>
                      <a:pt x="0" y="0"/>
                    </a:moveTo>
                    <a:lnTo>
                      <a:pt x="206" y="110"/>
                    </a:lnTo>
                  </a:path>
                </a:pathLst>
              </a:custGeom>
              <a:noFill/>
              <a:ln w="31750" cap="flat" cmpd="sng">
                <a:solidFill>
                  <a:srgbClr val="3333FF"/>
                </a:solidFill>
                <a:prstDash val="dash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20495" name="Object 103"/>
            <p:cNvGraphicFramePr>
              <a:graphicFrameLocks noChangeAspect="1"/>
            </p:cNvGraphicFramePr>
            <p:nvPr/>
          </p:nvGraphicFramePr>
          <p:xfrm>
            <a:off x="2724" y="2443"/>
            <a:ext cx="463" cy="2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86920" imgH="172080" progId="Equation.3">
                    <p:embed/>
                  </p:oleObj>
                </mc:Choice>
                <mc:Fallback>
                  <p:oleObj name="Equation" r:id="rId4" imgW="286920" imgH="172080" progId="Equation.3">
                    <p:embed/>
                    <p:pic>
                      <p:nvPicPr>
                        <p:cNvPr id="0" name="Picture 110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4" y="2443"/>
                          <a:ext cx="463" cy="24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6" name="Object 104"/>
            <p:cNvGraphicFramePr>
              <a:graphicFrameLocks noChangeAspect="1"/>
            </p:cNvGraphicFramePr>
            <p:nvPr/>
          </p:nvGraphicFramePr>
          <p:xfrm>
            <a:off x="4382" y="2557"/>
            <a:ext cx="481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63240" imgH="191160" progId="Equation.3">
                    <p:embed/>
                  </p:oleObj>
                </mc:Choice>
                <mc:Fallback>
                  <p:oleObj name="Equation" r:id="rId6" imgW="363240" imgH="191160" progId="Equation.3">
                    <p:embed/>
                    <p:pic>
                      <p:nvPicPr>
                        <p:cNvPr id="0" name="Picture 110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2" y="2557"/>
                          <a:ext cx="481" cy="27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7" name="Object 105"/>
            <p:cNvGraphicFramePr>
              <a:graphicFrameLocks noChangeAspect="1"/>
            </p:cNvGraphicFramePr>
            <p:nvPr/>
          </p:nvGraphicFramePr>
          <p:xfrm>
            <a:off x="4272" y="2112"/>
            <a:ext cx="279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91160" imgH="172080" progId="Equation.3">
                    <p:embed/>
                  </p:oleObj>
                </mc:Choice>
                <mc:Fallback>
                  <p:oleObj name="Equation" r:id="rId8" imgW="191160" imgH="172080" progId="Equation.3">
                    <p:embed/>
                    <p:pic>
                      <p:nvPicPr>
                        <p:cNvPr id="0" name="Picture 110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2" y="2112"/>
                          <a:ext cx="279" cy="2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555" name="Object 147"/>
          <p:cNvGraphicFramePr>
            <a:graphicFrameLocks noChangeAspect="1"/>
          </p:cNvGraphicFramePr>
          <p:nvPr/>
        </p:nvGraphicFramePr>
        <p:xfrm>
          <a:off x="2209800" y="533400"/>
          <a:ext cx="28956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32840" imgH="191160" progId="Equation.3">
                  <p:embed/>
                </p:oleObj>
              </mc:Choice>
              <mc:Fallback>
                <p:oleObj name="Equation" r:id="rId10" imgW="1032840" imgH="191160" progId="Equation.3">
                  <p:embed/>
                  <p:pic>
                    <p:nvPicPr>
                      <p:cNvPr id="0" name="Picture 11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533400"/>
                        <a:ext cx="28956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99"/>
          <p:cNvGrpSpPr>
            <a:grpSpLocks/>
          </p:cNvGrpSpPr>
          <p:nvPr/>
        </p:nvGrpSpPr>
        <p:grpSpPr bwMode="auto">
          <a:xfrm>
            <a:off x="2947989" y="1066800"/>
            <a:ext cx="2249487" cy="2514600"/>
            <a:chOff x="897" y="672"/>
            <a:chExt cx="1417" cy="1584"/>
          </a:xfrm>
        </p:grpSpPr>
        <p:sp>
          <p:nvSpPr>
            <p:cNvPr id="20529" name="Line 107"/>
            <p:cNvSpPr>
              <a:spLocks noChangeShapeType="1"/>
            </p:cNvSpPr>
            <p:nvPr/>
          </p:nvSpPr>
          <p:spPr bwMode="auto">
            <a:xfrm flipV="1">
              <a:off x="1037" y="730"/>
              <a:ext cx="0" cy="1252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0" name="Freeform 108"/>
            <p:cNvSpPr>
              <a:spLocks/>
            </p:cNvSpPr>
            <p:nvPr/>
          </p:nvSpPr>
          <p:spPr bwMode="auto">
            <a:xfrm>
              <a:off x="1177" y="1332"/>
              <a:ext cx="569" cy="650"/>
            </a:xfrm>
            <a:custGeom>
              <a:avLst/>
              <a:gdLst>
                <a:gd name="T0" fmla="*/ 0 w 569"/>
                <a:gd name="T1" fmla="*/ 650 h 650"/>
                <a:gd name="T2" fmla="*/ 245 w 569"/>
                <a:gd name="T3" fmla="*/ 180 h 650"/>
                <a:gd name="T4" fmla="*/ 569 w 569"/>
                <a:gd name="T5" fmla="*/ 0 h 650"/>
                <a:gd name="T6" fmla="*/ 0 60000 65536"/>
                <a:gd name="T7" fmla="*/ 0 60000 65536"/>
                <a:gd name="T8" fmla="*/ 0 60000 65536"/>
                <a:gd name="T9" fmla="*/ 0 w 569"/>
                <a:gd name="T10" fmla="*/ 0 h 650"/>
                <a:gd name="T11" fmla="*/ 569 w 569"/>
                <a:gd name="T12" fmla="*/ 650 h 65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9" h="650">
                  <a:moveTo>
                    <a:pt x="0" y="650"/>
                  </a:moveTo>
                  <a:cubicBezTo>
                    <a:pt x="41" y="572"/>
                    <a:pt x="150" y="288"/>
                    <a:pt x="245" y="180"/>
                  </a:cubicBezTo>
                  <a:cubicBezTo>
                    <a:pt x="337" y="78"/>
                    <a:pt x="501" y="38"/>
                    <a:pt x="569" y="0"/>
                  </a:cubicBezTo>
                </a:path>
              </a:pathLst>
            </a:custGeom>
            <a:noFill/>
            <a:ln w="38100" cmpd="sng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1" name="Rectangle 112"/>
            <p:cNvSpPr>
              <a:spLocks noChangeArrowheads="1"/>
            </p:cNvSpPr>
            <p:nvPr/>
          </p:nvSpPr>
          <p:spPr bwMode="auto">
            <a:xfrm>
              <a:off x="1458" y="1481"/>
              <a:ext cx="140" cy="501"/>
            </a:xfrm>
            <a:prstGeom prst="rect">
              <a:avLst/>
            </a:prstGeom>
            <a:solidFill>
              <a:srgbClr val="66FFFF"/>
            </a:solidFill>
            <a:ln w="38100">
              <a:solidFill>
                <a:srgbClr val="3333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532" name="Line 114"/>
            <p:cNvSpPr>
              <a:spLocks noChangeShapeType="1"/>
            </p:cNvSpPr>
            <p:nvPr/>
          </p:nvSpPr>
          <p:spPr bwMode="auto">
            <a:xfrm rot="5400000" flipH="1" flipV="1">
              <a:off x="1493" y="1386"/>
              <a:ext cx="0" cy="1192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0487" name="Object 115"/>
            <p:cNvGraphicFramePr>
              <a:graphicFrameLocks noChangeAspect="1"/>
            </p:cNvGraphicFramePr>
            <p:nvPr/>
          </p:nvGraphicFramePr>
          <p:xfrm>
            <a:off x="1315" y="2016"/>
            <a:ext cx="198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33920" imgH="133920" progId="Equation.3">
                    <p:embed/>
                  </p:oleObj>
                </mc:Choice>
                <mc:Fallback>
                  <p:oleObj name="Equation" r:id="rId12" imgW="133920" imgH="133920" progId="Equation.3">
                    <p:embed/>
                    <p:pic>
                      <p:nvPicPr>
                        <p:cNvPr id="0" name="Picture 110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5" y="2016"/>
                          <a:ext cx="198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88" name="Object 116"/>
            <p:cNvGraphicFramePr>
              <a:graphicFrameLocks noChangeAspect="1"/>
            </p:cNvGraphicFramePr>
            <p:nvPr/>
          </p:nvGraphicFramePr>
          <p:xfrm>
            <a:off x="1480" y="1983"/>
            <a:ext cx="516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401760" imgH="172080" progId="Equation.3">
                    <p:embed/>
                  </p:oleObj>
                </mc:Choice>
                <mc:Fallback>
                  <p:oleObj name="Equation" r:id="rId14" imgW="401760" imgH="172080" progId="Equation.3">
                    <p:embed/>
                    <p:pic>
                      <p:nvPicPr>
                        <p:cNvPr id="0" name="Picture 11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0" y="1983"/>
                          <a:ext cx="516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89" name="Object 117"/>
            <p:cNvGraphicFramePr>
              <a:graphicFrameLocks noChangeAspect="1"/>
            </p:cNvGraphicFramePr>
            <p:nvPr/>
          </p:nvGraphicFramePr>
          <p:xfrm>
            <a:off x="2103" y="1901"/>
            <a:ext cx="211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33920" imgH="133920" progId="Equation.3">
                    <p:embed/>
                  </p:oleObj>
                </mc:Choice>
                <mc:Fallback>
                  <p:oleObj name="Equation" r:id="rId16" imgW="133920" imgH="133920" progId="Equation.3">
                    <p:embed/>
                    <p:pic>
                      <p:nvPicPr>
                        <p:cNvPr id="0" name="Picture 11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3" y="1901"/>
                          <a:ext cx="211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0" name="Object 118"/>
            <p:cNvGraphicFramePr>
              <a:graphicFrameLocks noChangeAspect="1"/>
            </p:cNvGraphicFramePr>
            <p:nvPr/>
          </p:nvGraphicFramePr>
          <p:xfrm>
            <a:off x="1085" y="672"/>
            <a:ext cx="211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33920" imgH="153000" progId="Equation.3">
                    <p:embed/>
                  </p:oleObj>
                </mc:Choice>
                <mc:Fallback>
                  <p:oleObj name="Equation" r:id="rId18" imgW="133920" imgH="153000" progId="Equation.3">
                    <p:embed/>
                    <p:pic>
                      <p:nvPicPr>
                        <p:cNvPr id="0" name="Picture 11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5" y="672"/>
                          <a:ext cx="211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33" name="Line 119"/>
            <p:cNvSpPr>
              <a:spLocks noChangeShapeType="1"/>
            </p:cNvSpPr>
            <p:nvPr/>
          </p:nvSpPr>
          <p:spPr bwMode="auto">
            <a:xfrm>
              <a:off x="1598" y="1413"/>
              <a:ext cx="0" cy="288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0491" name="Object 120"/>
            <p:cNvGraphicFramePr>
              <a:graphicFrameLocks noChangeAspect="1"/>
            </p:cNvGraphicFramePr>
            <p:nvPr/>
          </p:nvGraphicFramePr>
          <p:xfrm>
            <a:off x="1056" y="1778"/>
            <a:ext cx="17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14840" imgH="133920" progId="Equation.3">
                    <p:embed/>
                  </p:oleObj>
                </mc:Choice>
                <mc:Fallback>
                  <p:oleObj name="Equation" r:id="rId20" imgW="114840" imgH="133920" progId="Equation.3">
                    <p:embed/>
                    <p:pic>
                      <p:nvPicPr>
                        <p:cNvPr id="0" name="Picture 11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1778"/>
                          <a:ext cx="172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2" name="Object 121"/>
            <p:cNvGraphicFramePr>
              <a:graphicFrameLocks noChangeAspect="1"/>
            </p:cNvGraphicFramePr>
            <p:nvPr/>
          </p:nvGraphicFramePr>
          <p:xfrm>
            <a:off x="912" y="2018"/>
            <a:ext cx="213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14840" imgH="133920" progId="Equation.3">
                    <p:embed/>
                  </p:oleObj>
                </mc:Choice>
                <mc:Fallback>
                  <p:oleObj name="Equation" r:id="rId22" imgW="114840" imgH="133920" progId="Equation.3">
                    <p:embed/>
                    <p:pic>
                      <p:nvPicPr>
                        <p:cNvPr id="0" name="Picture 11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2018"/>
                          <a:ext cx="213" cy="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34" name="Line 122"/>
            <p:cNvSpPr>
              <a:spLocks noChangeShapeType="1"/>
            </p:cNvSpPr>
            <p:nvPr/>
          </p:nvSpPr>
          <p:spPr bwMode="auto">
            <a:xfrm>
              <a:off x="1732" y="1336"/>
              <a:ext cx="0" cy="657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0493" name="Object 123"/>
            <p:cNvGraphicFramePr>
              <a:graphicFrameLocks noChangeAspect="1"/>
            </p:cNvGraphicFramePr>
            <p:nvPr/>
          </p:nvGraphicFramePr>
          <p:xfrm>
            <a:off x="1744" y="1769"/>
            <a:ext cx="176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14840" imgH="172080" progId="Equation.3">
                    <p:embed/>
                  </p:oleObj>
                </mc:Choice>
                <mc:Fallback>
                  <p:oleObj name="Equation" r:id="rId24" imgW="114840" imgH="172080" progId="Equation.3">
                    <p:embed/>
                    <p:pic>
                      <p:nvPicPr>
                        <p:cNvPr id="0" name="Picture 11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4" y="1769"/>
                          <a:ext cx="176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4" name="Object 151"/>
            <p:cNvGraphicFramePr>
              <a:graphicFrameLocks noChangeAspect="1"/>
            </p:cNvGraphicFramePr>
            <p:nvPr/>
          </p:nvGraphicFramePr>
          <p:xfrm>
            <a:off x="1088" y="1200"/>
            <a:ext cx="478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363240" imgH="191160" progId="Equation.3">
                    <p:embed/>
                  </p:oleObj>
                </mc:Choice>
                <mc:Fallback>
                  <p:oleObj name="Equation" r:id="rId26" imgW="363240" imgH="191160" progId="Equation.3">
                    <p:embed/>
                    <p:pic>
                      <p:nvPicPr>
                        <p:cNvPr id="0" name="Picture 11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8" y="1200"/>
                          <a:ext cx="478" cy="3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3333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96"/>
          <p:cNvGrpSpPr>
            <a:grpSpLocks/>
          </p:cNvGrpSpPr>
          <p:nvPr/>
        </p:nvGrpSpPr>
        <p:grpSpPr bwMode="auto">
          <a:xfrm>
            <a:off x="6400801" y="1905000"/>
            <a:ext cx="2347913" cy="1308100"/>
            <a:chOff x="3072" y="1200"/>
            <a:chExt cx="1479" cy="824"/>
          </a:xfrm>
        </p:grpSpPr>
        <p:sp>
          <p:nvSpPr>
            <p:cNvPr id="20509" name="Arc 125"/>
            <p:cNvSpPr>
              <a:spLocks/>
            </p:cNvSpPr>
            <p:nvPr/>
          </p:nvSpPr>
          <p:spPr bwMode="auto">
            <a:xfrm rot="16200000" flipH="1">
              <a:off x="3261" y="1707"/>
              <a:ext cx="139" cy="480"/>
            </a:xfrm>
            <a:custGeom>
              <a:avLst/>
              <a:gdLst>
                <a:gd name="T0" fmla="*/ 0 w 21600"/>
                <a:gd name="T1" fmla="*/ 0 h 21516"/>
                <a:gd name="T2" fmla="*/ 0 w 21600"/>
                <a:gd name="T3" fmla="*/ 0 h 21516"/>
                <a:gd name="T4" fmla="*/ 0 w 21600"/>
                <a:gd name="T5" fmla="*/ 0 h 21516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16"/>
                <a:gd name="T11" fmla="*/ 21600 w 21600"/>
                <a:gd name="T12" fmla="*/ 21516 h 215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16" fill="none" extrusionOk="0">
                  <a:moveTo>
                    <a:pt x="1903" y="-1"/>
                  </a:moveTo>
                  <a:cubicBezTo>
                    <a:pt x="13051" y="986"/>
                    <a:pt x="21600" y="10324"/>
                    <a:pt x="21600" y="21516"/>
                  </a:cubicBezTo>
                </a:path>
                <a:path w="21600" h="21516" stroke="0" extrusionOk="0">
                  <a:moveTo>
                    <a:pt x="1903" y="-1"/>
                  </a:moveTo>
                  <a:cubicBezTo>
                    <a:pt x="13051" y="986"/>
                    <a:pt x="21600" y="10324"/>
                    <a:pt x="21600" y="21516"/>
                  </a:cubicBezTo>
                  <a:lnTo>
                    <a:pt x="0" y="21516"/>
                  </a:lnTo>
                  <a:close/>
                </a:path>
              </a:pathLst>
            </a:custGeom>
            <a:noFill/>
            <a:ln w="38100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0" name="Arc 126"/>
            <p:cNvSpPr>
              <a:spLocks/>
            </p:cNvSpPr>
            <p:nvPr/>
          </p:nvSpPr>
          <p:spPr bwMode="auto">
            <a:xfrm rot="-5400000" flipH="1" flipV="1">
              <a:off x="3698" y="1725"/>
              <a:ext cx="149" cy="432"/>
            </a:xfrm>
            <a:custGeom>
              <a:avLst/>
              <a:gdLst>
                <a:gd name="T0" fmla="*/ 0 w 21600"/>
                <a:gd name="T1" fmla="*/ 0 h 21516"/>
                <a:gd name="T2" fmla="*/ 0 w 21600"/>
                <a:gd name="T3" fmla="*/ 0 h 21516"/>
                <a:gd name="T4" fmla="*/ 0 w 21600"/>
                <a:gd name="T5" fmla="*/ 0 h 21516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16"/>
                <a:gd name="T11" fmla="*/ 21600 w 21600"/>
                <a:gd name="T12" fmla="*/ 21516 h 215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16" fill="none" extrusionOk="0">
                  <a:moveTo>
                    <a:pt x="1903" y="-1"/>
                  </a:moveTo>
                  <a:cubicBezTo>
                    <a:pt x="13051" y="986"/>
                    <a:pt x="21600" y="10324"/>
                    <a:pt x="21600" y="21516"/>
                  </a:cubicBezTo>
                </a:path>
                <a:path w="21600" h="21516" stroke="0" extrusionOk="0">
                  <a:moveTo>
                    <a:pt x="1903" y="-1"/>
                  </a:moveTo>
                  <a:cubicBezTo>
                    <a:pt x="13051" y="986"/>
                    <a:pt x="21600" y="10324"/>
                    <a:pt x="21600" y="21516"/>
                  </a:cubicBezTo>
                  <a:lnTo>
                    <a:pt x="0" y="21516"/>
                  </a:lnTo>
                  <a:close/>
                </a:path>
              </a:pathLst>
            </a:custGeom>
            <a:noFill/>
            <a:ln w="38100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1" name="Arc 127"/>
            <p:cNvSpPr>
              <a:spLocks/>
            </p:cNvSpPr>
            <p:nvPr/>
          </p:nvSpPr>
          <p:spPr bwMode="auto">
            <a:xfrm rot="-5400000">
              <a:off x="3275" y="1563"/>
              <a:ext cx="128" cy="465"/>
            </a:xfrm>
            <a:custGeom>
              <a:avLst/>
              <a:gdLst>
                <a:gd name="T0" fmla="*/ 0 w 21600"/>
                <a:gd name="T1" fmla="*/ 0 h 21516"/>
                <a:gd name="T2" fmla="*/ 0 w 21600"/>
                <a:gd name="T3" fmla="*/ 0 h 21516"/>
                <a:gd name="T4" fmla="*/ 0 w 21600"/>
                <a:gd name="T5" fmla="*/ 0 h 21516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16"/>
                <a:gd name="T11" fmla="*/ 21600 w 21600"/>
                <a:gd name="T12" fmla="*/ 21516 h 215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16" fill="none" extrusionOk="0">
                  <a:moveTo>
                    <a:pt x="1903" y="-1"/>
                  </a:moveTo>
                  <a:cubicBezTo>
                    <a:pt x="13051" y="986"/>
                    <a:pt x="21600" y="10324"/>
                    <a:pt x="21600" y="21516"/>
                  </a:cubicBezTo>
                </a:path>
                <a:path w="21600" h="21516" stroke="0" extrusionOk="0">
                  <a:moveTo>
                    <a:pt x="1903" y="-1"/>
                  </a:moveTo>
                  <a:cubicBezTo>
                    <a:pt x="13051" y="986"/>
                    <a:pt x="21600" y="10324"/>
                    <a:pt x="21600" y="21516"/>
                  </a:cubicBezTo>
                  <a:lnTo>
                    <a:pt x="0" y="21516"/>
                  </a:lnTo>
                  <a:close/>
                </a:path>
              </a:pathLst>
            </a:custGeom>
            <a:noFill/>
            <a:ln w="38100">
              <a:solidFill>
                <a:srgbClr val="3333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2" name="Arc 128"/>
            <p:cNvSpPr>
              <a:spLocks/>
            </p:cNvSpPr>
            <p:nvPr/>
          </p:nvSpPr>
          <p:spPr bwMode="auto">
            <a:xfrm rot="16200000" flipV="1">
              <a:off x="3684" y="1569"/>
              <a:ext cx="129" cy="464"/>
            </a:xfrm>
            <a:custGeom>
              <a:avLst/>
              <a:gdLst>
                <a:gd name="T0" fmla="*/ 0 w 21600"/>
                <a:gd name="T1" fmla="*/ 0 h 21516"/>
                <a:gd name="T2" fmla="*/ 0 w 21600"/>
                <a:gd name="T3" fmla="*/ 0 h 21516"/>
                <a:gd name="T4" fmla="*/ 0 w 21600"/>
                <a:gd name="T5" fmla="*/ 0 h 21516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16"/>
                <a:gd name="T11" fmla="*/ 21600 w 21600"/>
                <a:gd name="T12" fmla="*/ 21516 h 215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16" fill="none" extrusionOk="0">
                  <a:moveTo>
                    <a:pt x="1903" y="-1"/>
                  </a:moveTo>
                  <a:cubicBezTo>
                    <a:pt x="13051" y="986"/>
                    <a:pt x="21600" y="10324"/>
                    <a:pt x="21600" y="21516"/>
                  </a:cubicBezTo>
                </a:path>
                <a:path w="21600" h="21516" stroke="0" extrusionOk="0">
                  <a:moveTo>
                    <a:pt x="1903" y="-1"/>
                  </a:moveTo>
                  <a:cubicBezTo>
                    <a:pt x="13051" y="986"/>
                    <a:pt x="21600" y="10324"/>
                    <a:pt x="21600" y="21516"/>
                  </a:cubicBezTo>
                  <a:lnTo>
                    <a:pt x="0" y="21516"/>
                  </a:lnTo>
                  <a:close/>
                </a:path>
              </a:pathLst>
            </a:custGeom>
            <a:noFill/>
            <a:ln w="38100">
              <a:solidFill>
                <a:srgbClr val="3333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3" name="Arc 129"/>
            <p:cNvSpPr>
              <a:spLocks/>
            </p:cNvSpPr>
            <p:nvPr/>
          </p:nvSpPr>
          <p:spPr bwMode="auto">
            <a:xfrm rot="16200000" flipH="1">
              <a:off x="3335" y="1194"/>
              <a:ext cx="59" cy="355"/>
            </a:xfrm>
            <a:custGeom>
              <a:avLst/>
              <a:gdLst>
                <a:gd name="T0" fmla="*/ 0 w 21600"/>
                <a:gd name="T1" fmla="*/ 0 h 21516"/>
                <a:gd name="T2" fmla="*/ 0 w 21600"/>
                <a:gd name="T3" fmla="*/ 0 h 21516"/>
                <a:gd name="T4" fmla="*/ 0 w 21600"/>
                <a:gd name="T5" fmla="*/ 0 h 21516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16"/>
                <a:gd name="T11" fmla="*/ 21600 w 21600"/>
                <a:gd name="T12" fmla="*/ 21516 h 215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16" fill="none" extrusionOk="0">
                  <a:moveTo>
                    <a:pt x="1903" y="-1"/>
                  </a:moveTo>
                  <a:cubicBezTo>
                    <a:pt x="13051" y="986"/>
                    <a:pt x="21600" y="10324"/>
                    <a:pt x="21600" y="21516"/>
                  </a:cubicBezTo>
                </a:path>
                <a:path w="21600" h="21516" stroke="0" extrusionOk="0">
                  <a:moveTo>
                    <a:pt x="1903" y="-1"/>
                  </a:moveTo>
                  <a:cubicBezTo>
                    <a:pt x="13051" y="986"/>
                    <a:pt x="21600" y="10324"/>
                    <a:pt x="21600" y="21516"/>
                  </a:cubicBezTo>
                  <a:lnTo>
                    <a:pt x="0" y="21516"/>
                  </a:lnTo>
                  <a:close/>
                </a:path>
              </a:pathLst>
            </a:custGeom>
            <a:noFill/>
            <a:ln w="38100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4" name="Arc 130"/>
            <p:cNvSpPr>
              <a:spLocks/>
            </p:cNvSpPr>
            <p:nvPr/>
          </p:nvSpPr>
          <p:spPr bwMode="auto">
            <a:xfrm rot="-5400000" flipH="1" flipV="1">
              <a:off x="3681" y="1190"/>
              <a:ext cx="59" cy="355"/>
            </a:xfrm>
            <a:custGeom>
              <a:avLst/>
              <a:gdLst>
                <a:gd name="T0" fmla="*/ 0 w 21600"/>
                <a:gd name="T1" fmla="*/ 0 h 21516"/>
                <a:gd name="T2" fmla="*/ 0 w 21600"/>
                <a:gd name="T3" fmla="*/ 0 h 21516"/>
                <a:gd name="T4" fmla="*/ 0 w 21600"/>
                <a:gd name="T5" fmla="*/ 0 h 21516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16"/>
                <a:gd name="T11" fmla="*/ 21600 w 21600"/>
                <a:gd name="T12" fmla="*/ 21516 h 215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16" fill="none" extrusionOk="0">
                  <a:moveTo>
                    <a:pt x="1903" y="-1"/>
                  </a:moveTo>
                  <a:cubicBezTo>
                    <a:pt x="13051" y="986"/>
                    <a:pt x="21600" y="10324"/>
                    <a:pt x="21600" y="21516"/>
                  </a:cubicBezTo>
                </a:path>
                <a:path w="21600" h="21516" stroke="0" extrusionOk="0">
                  <a:moveTo>
                    <a:pt x="1903" y="-1"/>
                  </a:moveTo>
                  <a:cubicBezTo>
                    <a:pt x="13051" y="986"/>
                    <a:pt x="21600" y="10324"/>
                    <a:pt x="21600" y="21516"/>
                  </a:cubicBezTo>
                  <a:lnTo>
                    <a:pt x="0" y="21516"/>
                  </a:lnTo>
                  <a:close/>
                </a:path>
              </a:pathLst>
            </a:custGeom>
            <a:noFill/>
            <a:ln w="38100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5" name="Arc 131"/>
            <p:cNvSpPr>
              <a:spLocks/>
            </p:cNvSpPr>
            <p:nvPr/>
          </p:nvSpPr>
          <p:spPr bwMode="auto">
            <a:xfrm rot="-5400000">
              <a:off x="3334" y="1130"/>
              <a:ext cx="61" cy="355"/>
            </a:xfrm>
            <a:custGeom>
              <a:avLst/>
              <a:gdLst>
                <a:gd name="T0" fmla="*/ 0 w 21600"/>
                <a:gd name="T1" fmla="*/ 0 h 21516"/>
                <a:gd name="T2" fmla="*/ 0 w 21600"/>
                <a:gd name="T3" fmla="*/ 0 h 21516"/>
                <a:gd name="T4" fmla="*/ 0 w 21600"/>
                <a:gd name="T5" fmla="*/ 0 h 21516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16"/>
                <a:gd name="T11" fmla="*/ 21600 w 21600"/>
                <a:gd name="T12" fmla="*/ 21516 h 215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16" fill="none" extrusionOk="0">
                  <a:moveTo>
                    <a:pt x="1903" y="-1"/>
                  </a:moveTo>
                  <a:cubicBezTo>
                    <a:pt x="13051" y="986"/>
                    <a:pt x="21600" y="10324"/>
                    <a:pt x="21600" y="21516"/>
                  </a:cubicBezTo>
                </a:path>
                <a:path w="21600" h="21516" stroke="0" extrusionOk="0">
                  <a:moveTo>
                    <a:pt x="1903" y="-1"/>
                  </a:moveTo>
                  <a:cubicBezTo>
                    <a:pt x="13051" y="986"/>
                    <a:pt x="21600" y="10324"/>
                    <a:pt x="21600" y="21516"/>
                  </a:cubicBezTo>
                  <a:lnTo>
                    <a:pt x="0" y="21516"/>
                  </a:lnTo>
                  <a:close/>
                </a:path>
              </a:pathLst>
            </a:custGeom>
            <a:noFill/>
            <a:ln w="38100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6" name="Arc 132"/>
            <p:cNvSpPr>
              <a:spLocks/>
            </p:cNvSpPr>
            <p:nvPr/>
          </p:nvSpPr>
          <p:spPr bwMode="auto">
            <a:xfrm rot="16200000" flipV="1">
              <a:off x="3679" y="1125"/>
              <a:ext cx="61" cy="355"/>
            </a:xfrm>
            <a:custGeom>
              <a:avLst/>
              <a:gdLst>
                <a:gd name="T0" fmla="*/ 0 w 21600"/>
                <a:gd name="T1" fmla="*/ 0 h 21516"/>
                <a:gd name="T2" fmla="*/ 0 w 21600"/>
                <a:gd name="T3" fmla="*/ 0 h 21516"/>
                <a:gd name="T4" fmla="*/ 0 w 21600"/>
                <a:gd name="T5" fmla="*/ 0 h 21516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16"/>
                <a:gd name="T11" fmla="*/ 21600 w 21600"/>
                <a:gd name="T12" fmla="*/ 21516 h 215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16" fill="none" extrusionOk="0">
                  <a:moveTo>
                    <a:pt x="1903" y="-1"/>
                  </a:moveTo>
                  <a:cubicBezTo>
                    <a:pt x="13051" y="986"/>
                    <a:pt x="21600" y="10324"/>
                    <a:pt x="21600" y="21516"/>
                  </a:cubicBezTo>
                </a:path>
                <a:path w="21600" h="21516" stroke="0" extrusionOk="0">
                  <a:moveTo>
                    <a:pt x="1903" y="-1"/>
                  </a:moveTo>
                  <a:cubicBezTo>
                    <a:pt x="13051" y="986"/>
                    <a:pt x="21600" y="10324"/>
                    <a:pt x="21600" y="21516"/>
                  </a:cubicBezTo>
                  <a:lnTo>
                    <a:pt x="0" y="21516"/>
                  </a:lnTo>
                  <a:close/>
                </a:path>
              </a:pathLst>
            </a:custGeom>
            <a:noFill/>
            <a:ln w="38100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517" name="Group 133"/>
            <p:cNvGrpSpPr>
              <a:grpSpLocks/>
            </p:cNvGrpSpPr>
            <p:nvPr/>
          </p:nvGrpSpPr>
          <p:grpSpPr bwMode="auto">
            <a:xfrm rot="-5400000">
              <a:off x="3478" y="1513"/>
              <a:ext cx="130" cy="712"/>
              <a:chOff x="6660" y="7920"/>
              <a:chExt cx="392" cy="1872"/>
            </a:xfrm>
          </p:grpSpPr>
          <p:sp>
            <p:nvSpPr>
              <p:cNvPr id="20525" name="Arc 134"/>
              <p:cNvSpPr>
                <a:spLocks/>
              </p:cNvSpPr>
              <p:nvPr/>
            </p:nvSpPr>
            <p:spPr bwMode="auto">
              <a:xfrm flipH="1">
                <a:off x="6660" y="7923"/>
                <a:ext cx="181" cy="933"/>
              </a:xfrm>
              <a:custGeom>
                <a:avLst/>
                <a:gdLst>
                  <a:gd name="T0" fmla="*/ 0 w 21600"/>
                  <a:gd name="T1" fmla="*/ 0 h 21516"/>
                  <a:gd name="T2" fmla="*/ 0 w 21600"/>
                  <a:gd name="T3" fmla="*/ 0 h 21516"/>
                  <a:gd name="T4" fmla="*/ 0 w 21600"/>
                  <a:gd name="T5" fmla="*/ 0 h 21516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516"/>
                  <a:gd name="T11" fmla="*/ 21600 w 21600"/>
                  <a:gd name="T12" fmla="*/ 21516 h 2151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516" fill="none" extrusionOk="0">
                    <a:moveTo>
                      <a:pt x="1903" y="-1"/>
                    </a:moveTo>
                    <a:cubicBezTo>
                      <a:pt x="13051" y="986"/>
                      <a:pt x="21600" y="10324"/>
                      <a:pt x="21600" y="21516"/>
                    </a:cubicBezTo>
                  </a:path>
                  <a:path w="21600" h="21516" stroke="0" extrusionOk="0">
                    <a:moveTo>
                      <a:pt x="1903" y="-1"/>
                    </a:moveTo>
                    <a:cubicBezTo>
                      <a:pt x="13051" y="986"/>
                      <a:pt x="21600" y="10324"/>
                      <a:pt x="21600" y="21516"/>
                    </a:cubicBezTo>
                    <a:lnTo>
                      <a:pt x="0" y="21516"/>
                    </a:lnTo>
                    <a:close/>
                  </a:path>
                </a:pathLst>
              </a:custGeom>
              <a:noFill/>
              <a:ln w="38100">
                <a:solidFill>
                  <a:srgbClr val="3333F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26" name="Arc 135"/>
              <p:cNvSpPr>
                <a:spLocks/>
              </p:cNvSpPr>
              <p:nvPr/>
            </p:nvSpPr>
            <p:spPr bwMode="auto">
              <a:xfrm flipH="1" flipV="1">
                <a:off x="6675" y="8859"/>
                <a:ext cx="181" cy="933"/>
              </a:xfrm>
              <a:custGeom>
                <a:avLst/>
                <a:gdLst>
                  <a:gd name="T0" fmla="*/ 0 w 21600"/>
                  <a:gd name="T1" fmla="*/ 0 h 21516"/>
                  <a:gd name="T2" fmla="*/ 0 w 21600"/>
                  <a:gd name="T3" fmla="*/ 0 h 21516"/>
                  <a:gd name="T4" fmla="*/ 0 w 21600"/>
                  <a:gd name="T5" fmla="*/ 0 h 21516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516"/>
                  <a:gd name="T11" fmla="*/ 21600 w 21600"/>
                  <a:gd name="T12" fmla="*/ 21516 h 2151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516" fill="none" extrusionOk="0">
                    <a:moveTo>
                      <a:pt x="1903" y="-1"/>
                    </a:moveTo>
                    <a:cubicBezTo>
                      <a:pt x="13051" y="986"/>
                      <a:pt x="21600" y="10324"/>
                      <a:pt x="21600" y="21516"/>
                    </a:cubicBezTo>
                  </a:path>
                  <a:path w="21600" h="21516" stroke="0" extrusionOk="0">
                    <a:moveTo>
                      <a:pt x="1903" y="-1"/>
                    </a:moveTo>
                    <a:cubicBezTo>
                      <a:pt x="13051" y="986"/>
                      <a:pt x="21600" y="10324"/>
                      <a:pt x="21600" y="21516"/>
                    </a:cubicBezTo>
                    <a:lnTo>
                      <a:pt x="0" y="21516"/>
                    </a:lnTo>
                    <a:close/>
                  </a:path>
                </a:pathLst>
              </a:custGeom>
              <a:noFill/>
              <a:ln w="38100">
                <a:solidFill>
                  <a:srgbClr val="3333F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27" name="Arc 136"/>
              <p:cNvSpPr>
                <a:spLocks/>
              </p:cNvSpPr>
              <p:nvPr/>
            </p:nvSpPr>
            <p:spPr bwMode="auto">
              <a:xfrm>
                <a:off x="6856" y="7920"/>
                <a:ext cx="181" cy="933"/>
              </a:xfrm>
              <a:custGeom>
                <a:avLst/>
                <a:gdLst>
                  <a:gd name="T0" fmla="*/ 0 w 21600"/>
                  <a:gd name="T1" fmla="*/ 0 h 21516"/>
                  <a:gd name="T2" fmla="*/ 0 w 21600"/>
                  <a:gd name="T3" fmla="*/ 0 h 21516"/>
                  <a:gd name="T4" fmla="*/ 0 w 21600"/>
                  <a:gd name="T5" fmla="*/ 0 h 21516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516"/>
                  <a:gd name="T11" fmla="*/ 21600 w 21600"/>
                  <a:gd name="T12" fmla="*/ 21516 h 2151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516" fill="none" extrusionOk="0">
                    <a:moveTo>
                      <a:pt x="1903" y="-1"/>
                    </a:moveTo>
                    <a:cubicBezTo>
                      <a:pt x="13051" y="986"/>
                      <a:pt x="21600" y="10324"/>
                      <a:pt x="21600" y="21516"/>
                    </a:cubicBezTo>
                  </a:path>
                  <a:path w="21600" h="21516" stroke="0" extrusionOk="0">
                    <a:moveTo>
                      <a:pt x="1903" y="-1"/>
                    </a:moveTo>
                    <a:cubicBezTo>
                      <a:pt x="13051" y="986"/>
                      <a:pt x="21600" y="10324"/>
                      <a:pt x="21600" y="21516"/>
                    </a:cubicBezTo>
                    <a:lnTo>
                      <a:pt x="0" y="21516"/>
                    </a:lnTo>
                    <a:close/>
                  </a:path>
                </a:pathLst>
              </a:custGeom>
              <a:noFill/>
              <a:ln w="38100">
                <a:solidFill>
                  <a:srgbClr val="3333F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28" name="Arc 137"/>
              <p:cNvSpPr>
                <a:spLocks/>
              </p:cNvSpPr>
              <p:nvPr/>
            </p:nvSpPr>
            <p:spPr bwMode="auto">
              <a:xfrm flipV="1">
                <a:off x="6871" y="8856"/>
                <a:ext cx="181" cy="933"/>
              </a:xfrm>
              <a:custGeom>
                <a:avLst/>
                <a:gdLst>
                  <a:gd name="T0" fmla="*/ 0 w 21600"/>
                  <a:gd name="T1" fmla="*/ 0 h 21516"/>
                  <a:gd name="T2" fmla="*/ 0 w 21600"/>
                  <a:gd name="T3" fmla="*/ 0 h 21516"/>
                  <a:gd name="T4" fmla="*/ 0 w 21600"/>
                  <a:gd name="T5" fmla="*/ 0 h 21516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516"/>
                  <a:gd name="T11" fmla="*/ 21600 w 21600"/>
                  <a:gd name="T12" fmla="*/ 21516 h 2151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516" fill="none" extrusionOk="0">
                    <a:moveTo>
                      <a:pt x="1903" y="-1"/>
                    </a:moveTo>
                    <a:cubicBezTo>
                      <a:pt x="13051" y="986"/>
                      <a:pt x="21600" y="10324"/>
                      <a:pt x="21600" y="21516"/>
                    </a:cubicBezTo>
                  </a:path>
                  <a:path w="21600" h="21516" stroke="0" extrusionOk="0">
                    <a:moveTo>
                      <a:pt x="1903" y="-1"/>
                    </a:moveTo>
                    <a:cubicBezTo>
                      <a:pt x="13051" y="986"/>
                      <a:pt x="21600" y="10324"/>
                      <a:pt x="21600" y="21516"/>
                    </a:cubicBezTo>
                    <a:lnTo>
                      <a:pt x="0" y="21516"/>
                    </a:lnTo>
                    <a:close/>
                  </a:path>
                </a:pathLst>
              </a:custGeom>
              <a:noFill/>
              <a:ln w="38100">
                <a:solidFill>
                  <a:srgbClr val="3333F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0518" name="Freeform 138"/>
            <p:cNvSpPr>
              <a:spLocks/>
            </p:cNvSpPr>
            <p:nvPr/>
          </p:nvSpPr>
          <p:spPr bwMode="auto">
            <a:xfrm>
              <a:off x="3187" y="1345"/>
              <a:ext cx="1" cy="536"/>
            </a:xfrm>
            <a:custGeom>
              <a:avLst/>
              <a:gdLst>
                <a:gd name="T0" fmla="*/ 0 w 1"/>
                <a:gd name="T1" fmla="*/ 0 h 1185"/>
                <a:gd name="T2" fmla="*/ 0 w 1"/>
                <a:gd name="T3" fmla="*/ 109 h 1185"/>
                <a:gd name="T4" fmla="*/ 0 60000 65536"/>
                <a:gd name="T5" fmla="*/ 0 60000 65536"/>
                <a:gd name="T6" fmla="*/ 0 w 1"/>
                <a:gd name="T7" fmla="*/ 0 h 1185"/>
                <a:gd name="T8" fmla="*/ 1 w 1"/>
                <a:gd name="T9" fmla="*/ 1185 h 118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185">
                  <a:moveTo>
                    <a:pt x="0" y="0"/>
                  </a:moveTo>
                  <a:lnTo>
                    <a:pt x="0" y="1185"/>
                  </a:lnTo>
                </a:path>
              </a:pathLst>
            </a:custGeom>
            <a:noFill/>
            <a:ln w="38100" cap="flat" cmpd="sng">
              <a:solidFill>
                <a:srgbClr val="3333FF"/>
              </a:solidFill>
              <a:prstDash val="dash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9" name="Freeform 139"/>
            <p:cNvSpPr>
              <a:spLocks/>
            </p:cNvSpPr>
            <p:nvPr/>
          </p:nvSpPr>
          <p:spPr bwMode="auto">
            <a:xfrm>
              <a:off x="3902" y="1339"/>
              <a:ext cx="1" cy="535"/>
            </a:xfrm>
            <a:custGeom>
              <a:avLst/>
              <a:gdLst>
                <a:gd name="T0" fmla="*/ 0 w 1"/>
                <a:gd name="T1" fmla="*/ 0 h 1185"/>
                <a:gd name="T2" fmla="*/ 0 w 1"/>
                <a:gd name="T3" fmla="*/ 109 h 1185"/>
                <a:gd name="T4" fmla="*/ 0 60000 65536"/>
                <a:gd name="T5" fmla="*/ 0 60000 65536"/>
                <a:gd name="T6" fmla="*/ 0 w 1"/>
                <a:gd name="T7" fmla="*/ 0 h 1185"/>
                <a:gd name="T8" fmla="*/ 1 w 1"/>
                <a:gd name="T9" fmla="*/ 1185 h 118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185">
                  <a:moveTo>
                    <a:pt x="0" y="0"/>
                  </a:moveTo>
                  <a:lnTo>
                    <a:pt x="0" y="1185"/>
                  </a:lnTo>
                </a:path>
              </a:pathLst>
            </a:custGeom>
            <a:noFill/>
            <a:ln w="38100" cap="flat" cmpd="sng">
              <a:solidFill>
                <a:srgbClr val="3333FF"/>
              </a:solidFill>
              <a:prstDash val="dash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0485" name="Object 141"/>
            <p:cNvGraphicFramePr>
              <a:graphicFrameLocks noChangeAspect="1"/>
            </p:cNvGraphicFramePr>
            <p:nvPr/>
          </p:nvGraphicFramePr>
          <p:xfrm>
            <a:off x="3605" y="1845"/>
            <a:ext cx="197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133920" imgH="133920" progId="Equation.3">
                    <p:embed/>
                  </p:oleObj>
                </mc:Choice>
                <mc:Fallback>
                  <p:oleObj name="Equation" r:id="rId28" imgW="133920" imgH="133920" progId="Equation.3">
                    <p:embed/>
                    <p:pic>
                      <p:nvPicPr>
                        <p:cNvPr id="0" name="Picture 11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5" y="1845"/>
                          <a:ext cx="197" cy="1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3333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20" name="Oval 142"/>
            <p:cNvSpPr>
              <a:spLocks noChangeArrowheads="1"/>
            </p:cNvSpPr>
            <p:nvPr/>
          </p:nvSpPr>
          <p:spPr bwMode="auto">
            <a:xfrm>
              <a:off x="3072" y="1200"/>
              <a:ext cx="918" cy="256"/>
            </a:xfrm>
            <a:prstGeom prst="ellips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521" name="Line 143"/>
            <p:cNvSpPr>
              <a:spLocks noChangeShapeType="1"/>
            </p:cNvSpPr>
            <p:nvPr/>
          </p:nvSpPr>
          <p:spPr bwMode="auto">
            <a:xfrm>
              <a:off x="3081" y="1342"/>
              <a:ext cx="0" cy="568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22" name="Freeform 144"/>
            <p:cNvSpPr>
              <a:spLocks/>
            </p:cNvSpPr>
            <p:nvPr/>
          </p:nvSpPr>
          <p:spPr bwMode="auto">
            <a:xfrm>
              <a:off x="3990" y="1330"/>
              <a:ext cx="1" cy="547"/>
            </a:xfrm>
            <a:custGeom>
              <a:avLst/>
              <a:gdLst>
                <a:gd name="T0" fmla="*/ 0 w 1"/>
                <a:gd name="T1" fmla="*/ 0 h 741"/>
                <a:gd name="T2" fmla="*/ 0 w 1"/>
                <a:gd name="T3" fmla="*/ 298 h 741"/>
                <a:gd name="T4" fmla="*/ 0 60000 65536"/>
                <a:gd name="T5" fmla="*/ 0 60000 65536"/>
                <a:gd name="T6" fmla="*/ 0 w 1"/>
                <a:gd name="T7" fmla="*/ 0 h 741"/>
                <a:gd name="T8" fmla="*/ 1 w 1"/>
                <a:gd name="T9" fmla="*/ 741 h 74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741">
                  <a:moveTo>
                    <a:pt x="0" y="0"/>
                  </a:moveTo>
                  <a:lnTo>
                    <a:pt x="0" y="741"/>
                  </a:lnTo>
                </a:path>
              </a:pathLst>
            </a:custGeom>
            <a:noFill/>
            <a:ln w="38100" cmpd="sng">
              <a:solidFill>
                <a:srgbClr val="3333FF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23" name="Freeform 145"/>
            <p:cNvSpPr>
              <a:spLocks/>
            </p:cNvSpPr>
            <p:nvPr/>
          </p:nvSpPr>
          <p:spPr bwMode="auto">
            <a:xfrm>
              <a:off x="3572" y="1860"/>
              <a:ext cx="335" cy="0"/>
            </a:xfrm>
            <a:custGeom>
              <a:avLst/>
              <a:gdLst>
                <a:gd name="T0" fmla="*/ 0 w 335"/>
                <a:gd name="T1" fmla="*/ 0 h 1"/>
                <a:gd name="T2" fmla="*/ 335 w 335"/>
                <a:gd name="T3" fmla="*/ 0 h 1"/>
                <a:gd name="T4" fmla="*/ 0 60000 65536"/>
                <a:gd name="T5" fmla="*/ 0 60000 65536"/>
                <a:gd name="T6" fmla="*/ 0 w 335"/>
                <a:gd name="T7" fmla="*/ 0 h 1"/>
                <a:gd name="T8" fmla="*/ 335 w 335"/>
                <a:gd name="T9" fmla="*/ 0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35" h="1">
                  <a:moveTo>
                    <a:pt x="0" y="0"/>
                  </a:moveTo>
                  <a:lnTo>
                    <a:pt x="335" y="0"/>
                  </a:lnTo>
                </a:path>
              </a:pathLst>
            </a:custGeom>
            <a:noFill/>
            <a:ln w="38100" cmpd="sng">
              <a:solidFill>
                <a:srgbClr val="3333FF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0486" name="Object 152"/>
            <p:cNvGraphicFramePr>
              <a:graphicFrameLocks noChangeAspect="1"/>
            </p:cNvGraphicFramePr>
            <p:nvPr/>
          </p:nvGraphicFramePr>
          <p:xfrm>
            <a:off x="3993" y="1386"/>
            <a:ext cx="558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363240" imgH="191160" progId="Equation.3">
                    <p:embed/>
                  </p:oleObj>
                </mc:Choice>
                <mc:Fallback>
                  <p:oleObj name="Equation" r:id="rId30" imgW="363240" imgH="191160" progId="Equation.3">
                    <p:embed/>
                    <p:pic>
                      <p:nvPicPr>
                        <p:cNvPr id="0" name="Picture 11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3" y="1386"/>
                          <a:ext cx="558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3333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24" name="Line 172"/>
            <p:cNvSpPr>
              <a:spLocks noChangeShapeType="1"/>
            </p:cNvSpPr>
            <p:nvPr/>
          </p:nvSpPr>
          <p:spPr bwMode="auto">
            <a:xfrm>
              <a:off x="3552" y="1332"/>
              <a:ext cx="0" cy="528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198"/>
          <p:cNvGrpSpPr>
            <a:grpSpLocks/>
          </p:cNvGrpSpPr>
          <p:nvPr/>
        </p:nvGrpSpPr>
        <p:grpSpPr bwMode="auto">
          <a:xfrm>
            <a:off x="2057401" y="1755776"/>
            <a:ext cx="2225675" cy="1444625"/>
            <a:chOff x="336" y="1106"/>
            <a:chExt cx="1402" cy="910"/>
          </a:xfrm>
        </p:grpSpPr>
        <p:sp>
          <p:nvSpPr>
            <p:cNvPr id="20504" name="Freeform 184"/>
            <p:cNvSpPr>
              <a:spLocks/>
            </p:cNvSpPr>
            <p:nvPr/>
          </p:nvSpPr>
          <p:spPr bwMode="auto">
            <a:xfrm flipH="1">
              <a:off x="722" y="1573"/>
              <a:ext cx="175" cy="409"/>
            </a:xfrm>
            <a:custGeom>
              <a:avLst/>
              <a:gdLst>
                <a:gd name="T0" fmla="*/ 0 w 225"/>
                <a:gd name="T1" fmla="*/ 263 h 510"/>
                <a:gd name="T2" fmla="*/ 106 w 225"/>
                <a:gd name="T3" fmla="*/ 0 h 510"/>
                <a:gd name="T4" fmla="*/ 0 60000 65536"/>
                <a:gd name="T5" fmla="*/ 0 60000 65536"/>
                <a:gd name="T6" fmla="*/ 0 w 225"/>
                <a:gd name="T7" fmla="*/ 0 h 510"/>
                <a:gd name="T8" fmla="*/ 225 w 225"/>
                <a:gd name="T9" fmla="*/ 510 h 51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25" h="510">
                  <a:moveTo>
                    <a:pt x="0" y="510"/>
                  </a:moveTo>
                  <a:lnTo>
                    <a:pt x="225" y="0"/>
                  </a:lnTo>
                </a:path>
              </a:pathLst>
            </a:custGeom>
            <a:noFill/>
            <a:ln w="38100" cmpd="sng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5" name="Freeform 185"/>
            <p:cNvSpPr>
              <a:spLocks/>
            </p:cNvSpPr>
            <p:nvPr/>
          </p:nvSpPr>
          <p:spPr bwMode="auto">
            <a:xfrm>
              <a:off x="336" y="1344"/>
              <a:ext cx="395" cy="247"/>
            </a:xfrm>
            <a:custGeom>
              <a:avLst/>
              <a:gdLst>
                <a:gd name="T0" fmla="*/ 395 w 395"/>
                <a:gd name="T1" fmla="*/ 247 h 247"/>
                <a:gd name="T2" fmla="*/ 199 w 395"/>
                <a:gd name="T3" fmla="*/ 96 h 247"/>
                <a:gd name="T4" fmla="*/ 0 w 395"/>
                <a:gd name="T5" fmla="*/ 0 h 247"/>
                <a:gd name="T6" fmla="*/ 0 60000 65536"/>
                <a:gd name="T7" fmla="*/ 0 60000 65536"/>
                <a:gd name="T8" fmla="*/ 0 60000 65536"/>
                <a:gd name="T9" fmla="*/ 0 w 395"/>
                <a:gd name="T10" fmla="*/ 0 h 247"/>
                <a:gd name="T11" fmla="*/ 395 w 395"/>
                <a:gd name="T12" fmla="*/ 247 h 2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5" h="247">
                  <a:moveTo>
                    <a:pt x="395" y="247"/>
                  </a:moveTo>
                  <a:lnTo>
                    <a:pt x="199" y="96"/>
                  </a:ln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rgbClr val="3333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506" name="Group 186"/>
            <p:cNvGrpSpPr>
              <a:grpSpLocks/>
            </p:cNvGrpSpPr>
            <p:nvPr/>
          </p:nvGrpSpPr>
          <p:grpSpPr bwMode="auto">
            <a:xfrm>
              <a:off x="336" y="1106"/>
              <a:ext cx="1402" cy="910"/>
              <a:chOff x="336" y="1106"/>
              <a:chExt cx="1402" cy="910"/>
            </a:xfrm>
          </p:grpSpPr>
          <p:sp>
            <p:nvSpPr>
              <p:cNvPr id="20507" name="Oval 187"/>
              <p:cNvSpPr>
                <a:spLocks noChangeArrowheads="1"/>
              </p:cNvSpPr>
              <p:nvPr/>
            </p:nvSpPr>
            <p:spPr bwMode="auto">
              <a:xfrm>
                <a:off x="336" y="1106"/>
                <a:ext cx="1402" cy="500"/>
              </a:xfrm>
              <a:prstGeom prst="ellips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508" name="Oval 188"/>
              <p:cNvSpPr>
                <a:spLocks noChangeArrowheads="1"/>
              </p:cNvSpPr>
              <p:nvPr/>
            </p:nvSpPr>
            <p:spPr bwMode="auto">
              <a:xfrm>
                <a:off x="884" y="1920"/>
                <a:ext cx="288" cy="96"/>
              </a:xfrm>
              <a:prstGeom prst="ellips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 b="1"/>
              </a:p>
            </p:txBody>
          </p:sp>
        </p:grpSp>
      </p:grp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657600" y="5124536"/>
          <a:ext cx="2038350" cy="4629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876240" imgH="203040" progId="Equation.DSMT4">
                  <p:embed/>
                </p:oleObj>
              </mc:Choice>
              <mc:Fallback>
                <p:oleObj name="Equation" r:id="rId32" imgW="876240" imgH="203040" progId="Equation.DSMT4">
                  <p:embed/>
                  <p:pic>
                    <p:nvPicPr>
                      <p:cNvPr id="0" name="Picture 11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5124536"/>
                        <a:ext cx="2038350" cy="4629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5874545" y="5085364"/>
          <a:ext cx="1968500" cy="4788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825480" imgH="203040" progId="Equation.DSMT4">
                  <p:embed/>
                </p:oleObj>
              </mc:Choice>
              <mc:Fallback>
                <p:oleObj name="Equation" r:id="rId34" imgW="825480" imgH="203040" progId="Equation.DSMT4">
                  <p:embed/>
                  <p:pic>
                    <p:nvPicPr>
                      <p:cNvPr id="0" name="Picture 11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4545" y="5085364"/>
                        <a:ext cx="1968500" cy="47882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7244815" y="5574377"/>
          <a:ext cx="2800351" cy="896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1218671" imgH="393529" progId="Equation.DSMT4">
                  <p:embed/>
                </p:oleObj>
              </mc:Choice>
              <mc:Fallback>
                <p:oleObj name="Equation" r:id="rId36" imgW="1218671" imgH="393529" progId="Equation.DSMT4">
                  <p:embed/>
                  <p:pic>
                    <p:nvPicPr>
                      <p:cNvPr id="0" name="Picture 11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4815" y="5574377"/>
                        <a:ext cx="2800351" cy="896987"/>
                      </a:xfrm>
                      <a:prstGeom prst="rect">
                        <a:avLst/>
                      </a:prstGeom>
                      <a:noFill/>
                      <a:ln w="317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37"/>
          <p:cNvSpPr>
            <a:spLocks noChangeArrowheads="1"/>
          </p:cNvSpPr>
          <p:nvPr/>
        </p:nvSpPr>
        <p:spPr bwMode="auto">
          <a:xfrm>
            <a:off x="1490019" y="5040968"/>
            <a:ext cx="216758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类似地，由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2" name="Rectangle 39"/>
          <p:cNvSpPr>
            <a:spLocks noChangeArrowheads="1"/>
          </p:cNvSpPr>
          <p:nvPr/>
        </p:nvSpPr>
        <p:spPr bwMode="auto">
          <a:xfrm>
            <a:off x="7726364" y="5058995"/>
            <a:ext cx="289718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所围成的图形绕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697829" y="5615402"/>
            <a:ext cx="5578304" cy="523220"/>
            <a:chOff x="1697829" y="5615402"/>
            <a:chExt cx="5578304" cy="523220"/>
          </a:xfrm>
        </p:grpSpPr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06473924"/>
                </p:ext>
              </p:extLst>
            </p:nvPr>
          </p:nvGraphicFramePr>
          <p:xfrm>
            <a:off x="1697829" y="5638800"/>
            <a:ext cx="812781" cy="461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8" imgW="355292" imgH="203024" progId="Equation.DSMT4">
                    <p:embed/>
                  </p:oleObj>
                </mc:Choice>
                <mc:Fallback>
                  <p:oleObj name="Equation" r:id="rId38" imgW="355292" imgH="203024" progId="Equation.DSMT4">
                    <p:embed/>
                    <p:pic>
                      <p:nvPicPr>
                        <p:cNvPr id="0" name="Picture 11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97829" y="5638800"/>
                          <a:ext cx="812781" cy="46130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Rectangle 40"/>
            <p:cNvSpPr>
              <a:spLocks noChangeArrowheads="1"/>
            </p:cNvSpPr>
            <p:nvPr/>
          </p:nvSpPr>
          <p:spPr bwMode="auto">
            <a:xfrm>
              <a:off x="2402683" y="5615402"/>
              <a:ext cx="487345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旋转所成的旋转体的体积为：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1AFB-9D3F-4C35-906A-8E91BE352314}" type="slidenum">
              <a:rPr lang="zh-CN" altLang="en-US" smtClean="0"/>
              <a:pPr/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8783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94" grpId="0" animBg="1" autoUpdateAnimBg="0"/>
      <p:bldP spid="10" grpId="0"/>
      <p:bldP spid="1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106" name="Object 2"/>
          <p:cNvGraphicFramePr>
            <a:graphicFrameLocks noChangeAspect="1"/>
          </p:cNvGraphicFramePr>
          <p:nvPr/>
        </p:nvGraphicFramePr>
        <p:xfrm>
          <a:off x="3518113" y="850107"/>
          <a:ext cx="6826360" cy="5004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46240" imgH="215640" progId="Equation.DSMT4">
                  <p:embed/>
                </p:oleObj>
              </mc:Choice>
              <mc:Fallback>
                <p:oleObj name="Equation" r:id="rId2" imgW="2946240" imgH="215640" progId="Equation.DSMT4">
                  <p:embed/>
                  <p:pic>
                    <p:nvPicPr>
                      <p:cNvPr id="0" name="Picture 11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8113" y="850107"/>
                        <a:ext cx="6826360" cy="50047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6" name="Rectangle 3"/>
          <p:cNvSpPr>
            <a:spLocks noGrp="1" noChangeArrowheads="1"/>
          </p:cNvSpPr>
          <p:nvPr>
            <p:ph type="title"/>
          </p:nvPr>
        </p:nvSpPr>
        <p:spPr>
          <a:xfrm>
            <a:off x="2053418" y="255394"/>
            <a:ext cx="1288527" cy="533400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8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1507" name="Object 3"/>
          <p:cNvGraphicFramePr>
            <a:graphicFrameLocks noChangeAspect="1"/>
          </p:cNvGraphicFramePr>
          <p:nvPr/>
        </p:nvGraphicFramePr>
        <p:xfrm>
          <a:off x="3341945" y="310317"/>
          <a:ext cx="1352402" cy="4416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22080" imgH="203040" progId="Equation.DSMT4">
                  <p:embed/>
                </p:oleObj>
              </mc:Choice>
              <mc:Fallback>
                <p:oleObj name="Equation" r:id="rId4" imgW="622080" imgH="203040" progId="Equation.DSMT4">
                  <p:embed/>
                  <p:pic>
                    <p:nvPicPr>
                      <p:cNvPr id="0" name="Picture 11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1945" y="310317"/>
                        <a:ext cx="1352402" cy="441601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7" name="Text Box 5"/>
          <p:cNvSpPr txBox="1">
            <a:spLocks noChangeArrowheads="1"/>
          </p:cNvSpPr>
          <p:nvPr/>
        </p:nvSpPr>
        <p:spPr bwMode="auto">
          <a:xfrm>
            <a:off x="4630472" y="231471"/>
            <a:ext cx="6002032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在</a:t>
            </a:r>
            <a:r>
              <a:rPr lang="zh-CN" altLang="en-US" sz="2800" b="1" i="1" dirty="0">
                <a:ea typeface="楷体_GB2312" pitchFamily="49" charset="-122"/>
              </a:rPr>
              <a:t> </a:t>
            </a:r>
            <a:r>
              <a:rPr lang="en-US" altLang="zh-CN" sz="2800" b="1" i="1" dirty="0">
                <a:ea typeface="楷体_GB2312" pitchFamily="49" charset="-122"/>
              </a:rPr>
              <a:t>x </a:t>
            </a:r>
            <a:r>
              <a:rPr lang="en-US" altLang="zh-CN" sz="2800" b="1" dirty="0">
                <a:ea typeface="楷体_GB2312" pitchFamily="49" charset="-122"/>
              </a:rPr>
              <a:t>≥ 0 </a:t>
            </a:r>
            <a:r>
              <a:rPr lang="zh-CN" altLang="en-US" sz="2800" b="1" dirty="0">
                <a:latin typeface="宋体" panose="02010600030101010101" pitchFamily="2" charset="-122"/>
              </a:rPr>
              <a:t>时为连续的非负函数</a:t>
            </a:r>
            <a:r>
              <a:rPr lang="en-US" altLang="zh-CN" sz="2800" b="1" dirty="0">
                <a:latin typeface="宋体" panose="02010600030101010101" pitchFamily="2" charset="-122"/>
              </a:rPr>
              <a:t>,  </a:t>
            </a:r>
            <a:r>
              <a:rPr lang="zh-CN" altLang="en-US" sz="2800" b="1" dirty="0">
                <a:latin typeface="宋体" panose="02010600030101010101" pitchFamily="2" charset="-122"/>
              </a:rPr>
              <a:t>且</a:t>
            </a:r>
            <a:r>
              <a:rPr lang="zh-CN" altLang="en-US" sz="2800" b="1" dirty="0">
                <a:ea typeface="楷体_GB2312" pitchFamily="49" charset="-122"/>
              </a:rPr>
              <a:t> </a:t>
            </a:r>
          </a:p>
        </p:txBody>
      </p:sp>
      <p:graphicFrame>
        <p:nvGraphicFramePr>
          <p:cNvPr id="47110" name="Object 4"/>
          <p:cNvGraphicFramePr>
            <a:graphicFrameLocks noChangeAspect="1"/>
          </p:cNvGraphicFramePr>
          <p:nvPr/>
        </p:nvGraphicFramePr>
        <p:xfrm>
          <a:off x="1837097" y="863537"/>
          <a:ext cx="1504848" cy="481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34680" imgH="203040" progId="Equation.DSMT4">
                  <p:embed/>
                </p:oleObj>
              </mc:Choice>
              <mc:Fallback>
                <p:oleObj name="Equation" r:id="rId6" imgW="634680" imgH="203040" progId="Equation.DSMT4">
                  <p:embed/>
                  <p:pic>
                    <p:nvPicPr>
                      <p:cNvPr id="0" name="Picture 11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7097" y="863537"/>
                        <a:ext cx="1504848" cy="48155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1" name="Text Box 7"/>
          <p:cNvSpPr txBox="1">
            <a:spLocks noChangeArrowheads="1"/>
          </p:cNvSpPr>
          <p:nvPr/>
        </p:nvSpPr>
        <p:spPr bwMode="auto">
          <a:xfrm>
            <a:off x="1752599" y="1370013"/>
            <a:ext cx="689768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形绕直线 </a:t>
            </a:r>
            <a:r>
              <a:rPr lang="en-US" altLang="zh-CN" sz="2800" b="1" i="1" dirty="0">
                <a:ea typeface="楷体_GB2312" pitchFamily="49" charset="-122"/>
              </a:rPr>
              <a:t>x</a:t>
            </a:r>
            <a:r>
              <a:rPr lang="zh-CN" altLang="en-US" sz="2800" b="1" dirty="0">
                <a:ea typeface="楷体_GB2312" pitchFamily="49" charset="-122"/>
              </a:rPr>
              <a:t>＝</a:t>
            </a:r>
            <a:r>
              <a:rPr lang="en-US" altLang="zh-CN" sz="2800" b="1" i="1" dirty="0">
                <a:ea typeface="楷体_GB2312" pitchFamily="49" charset="-122"/>
              </a:rPr>
              <a:t>t</a:t>
            </a:r>
            <a:r>
              <a:rPr lang="en-US" altLang="zh-CN" sz="2800" b="1" dirty="0">
                <a:ea typeface="楷体_GB2312" pitchFamily="49" charset="-122"/>
              </a:rPr>
              <a:t>  </a:t>
            </a:r>
            <a:r>
              <a:rPr lang="zh-CN" altLang="en-US" sz="2800" b="1" dirty="0">
                <a:latin typeface="宋体" panose="02010600030101010101" pitchFamily="2" charset="-122"/>
              </a:rPr>
              <a:t>旋转一周所成旋转体体积 </a:t>
            </a:r>
            <a:r>
              <a:rPr lang="en-US" altLang="zh-CN" sz="2800" b="1" dirty="0">
                <a:latin typeface="宋体" panose="02010600030101010101" pitchFamily="2" charset="-122"/>
              </a:rPr>
              <a:t>,</a:t>
            </a:r>
          </a:p>
        </p:txBody>
      </p:sp>
      <p:sp>
        <p:nvSpPr>
          <p:cNvPr id="47112" name="Text Box 8"/>
          <p:cNvSpPr txBox="1">
            <a:spLocks noChangeArrowheads="1"/>
          </p:cNvSpPr>
          <p:nvPr/>
        </p:nvSpPr>
        <p:spPr bwMode="auto">
          <a:xfrm>
            <a:off x="8684730" y="1352171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证明</a:t>
            </a:r>
            <a:r>
              <a:rPr lang="en-US" altLang="zh-CN" sz="2800" b="1" dirty="0">
                <a:latin typeface="宋体" panose="02010600030101010101" pitchFamily="2" charset="-122"/>
              </a:rPr>
              <a:t>:</a:t>
            </a:r>
          </a:p>
        </p:txBody>
      </p:sp>
      <p:graphicFrame>
        <p:nvGraphicFramePr>
          <p:cNvPr id="47113" name="Object 5"/>
          <p:cNvGraphicFramePr>
            <a:graphicFrameLocks noChangeAspect="1"/>
          </p:cNvGraphicFramePr>
          <p:nvPr/>
        </p:nvGraphicFramePr>
        <p:xfrm>
          <a:off x="3735995" y="1920876"/>
          <a:ext cx="2646759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90360" imgH="203040" progId="Equation.DSMT4">
                  <p:embed/>
                </p:oleObj>
              </mc:Choice>
              <mc:Fallback>
                <p:oleObj name="Equation" r:id="rId8" imgW="990360" imgH="203040" progId="Equation.DSMT4">
                  <p:embed/>
                  <p:pic>
                    <p:nvPicPr>
                      <p:cNvPr id="0" name="Picture 11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5995" y="1920876"/>
                        <a:ext cx="2646759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4" name="Text Box 10"/>
          <p:cNvSpPr txBox="1">
            <a:spLocks noChangeArrowheads="1"/>
          </p:cNvSpPr>
          <p:nvPr/>
        </p:nvSpPr>
        <p:spPr bwMode="auto">
          <a:xfrm>
            <a:off x="2063750" y="2514601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证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47115" name="Line 11"/>
          <p:cNvSpPr>
            <a:spLocks noChangeShapeType="1"/>
          </p:cNvSpPr>
          <p:nvPr/>
        </p:nvSpPr>
        <p:spPr bwMode="auto">
          <a:xfrm>
            <a:off x="8529638" y="2841625"/>
            <a:ext cx="0" cy="10747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8531226" y="2614614"/>
            <a:ext cx="1185863" cy="1328737"/>
            <a:chOff x="4414" y="1647"/>
            <a:chExt cx="747" cy="837"/>
          </a:xfrm>
        </p:grpSpPr>
        <p:sp>
          <p:nvSpPr>
            <p:cNvPr id="21557" name="Arc 13"/>
            <p:cNvSpPr>
              <a:spLocks/>
            </p:cNvSpPr>
            <p:nvPr/>
          </p:nvSpPr>
          <p:spPr bwMode="auto">
            <a:xfrm>
              <a:off x="4414" y="2324"/>
              <a:ext cx="747" cy="160"/>
            </a:xfrm>
            <a:custGeom>
              <a:avLst/>
              <a:gdLst>
                <a:gd name="T0" fmla="*/ 0 w 43200"/>
                <a:gd name="T1" fmla="*/ 0 h 22152"/>
                <a:gd name="T2" fmla="*/ 0 w 43200"/>
                <a:gd name="T3" fmla="*/ 0 h 22152"/>
                <a:gd name="T4" fmla="*/ 0 w 43200"/>
                <a:gd name="T5" fmla="*/ 0 h 22152"/>
                <a:gd name="T6" fmla="*/ 0 60000 65536"/>
                <a:gd name="T7" fmla="*/ 0 60000 65536"/>
                <a:gd name="T8" fmla="*/ 0 60000 65536"/>
                <a:gd name="T9" fmla="*/ 0 w 43200"/>
                <a:gd name="T10" fmla="*/ 0 h 22152"/>
                <a:gd name="T11" fmla="*/ 43200 w 43200"/>
                <a:gd name="T12" fmla="*/ 22152 h 221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2152" fill="none" extrusionOk="0">
                  <a:moveTo>
                    <a:pt x="7" y="22151"/>
                  </a:moveTo>
                  <a:cubicBezTo>
                    <a:pt x="2" y="21968"/>
                    <a:pt x="0" y="2178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5" y="-1"/>
                    <a:pt x="43194" y="9664"/>
                    <a:pt x="43199" y="21590"/>
                  </a:cubicBezTo>
                </a:path>
                <a:path w="43200" h="22152" stroke="0" extrusionOk="0">
                  <a:moveTo>
                    <a:pt x="7" y="22151"/>
                  </a:moveTo>
                  <a:cubicBezTo>
                    <a:pt x="2" y="21968"/>
                    <a:pt x="0" y="2178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5" y="-1"/>
                    <a:pt x="43194" y="9664"/>
                    <a:pt x="43199" y="2159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58" name="Arc 14"/>
            <p:cNvSpPr>
              <a:spLocks/>
            </p:cNvSpPr>
            <p:nvPr/>
          </p:nvSpPr>
          <p:spPr bwMode="auto">
            <a:xfrm>
              <a:off x="4414" y="1647"/>
              <a:ext cx="747" cy="160"/>
            </a:xfrm>
            <a:custGeom>
              <a:avLst/>
              <a:gdLst>
                <a:gd name="T0" fmla="*/ 0 w 43200"/>
                <a:gd name="T1" fmla="*/ 0 h 22152"/>
                <a:gd name="T2" fmla="*/ 0 w 43200"/>
                <a:gd name="T3" fmla="*/ 0 h 22152"/>
                <a:gd name="T4" fmla="*/ 0 w 43200"/>
                <a:gd name="T5" fmla="*/ 0 h 22152"/>
                <a:gd name="T6" fmla="*/ 0 60000 65536"/>
                <a:gd name="T7" fmla="*/ 0 60000 65536"/>
                <a:gd name="T8" fmla="*/ 0 60000 65536"/>
                <a:gd name="T9" fmla="*/ 0 w 43200"/>
                <a:gd name="T10" fmla="*/ 0 h 22152"/>
                <a:gd name="T11" fmla="*/ 43200 w 43200"/>
                <a:gd name="T12" fmla="*/ 22152 h 221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2152" fill="none" extrusionOk="0">
                  <a:moveTo>
                    <a:pt x="7" y="22151"/>
                  </a:moveTo>
                  <a:cubicBezTo>
                    <a:pt x="2" y="21968"/>
                    <a:pt x="0" y="2178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5" y="-1"/>
                    <a:pt x="43194" y="9664"/>
                    <a:pt x="43199" y="21590"/>
                  </a:cubicBezTo>
                </a:path>
                <a:path w="43200" h="22152" stroke="0" extrusionOk="0">
                  <a:moveTo>
                    <a:pt x="7" y="22151"/>
                  </a:moveTo>
                  <a:cubicBezTo>
                    <a:pt x="2" y="21968"/>
                    <a:pt x="0" y="2178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5" y="-1"/>
                    <a:pt x="43194" y="9664"/>
                    <a:pt x="43199" y="2159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8529638" y="2833689"/>
            <a:ext cx="1187450" cy="1328737"/>
            <a:chOff x="4413" y="1785"/>
            <a:chExt cx="748" cy="837"/>
          </a:xfrm>
        </p:grpSpPr>
        <p:sp>
          <p:nvSpPr>
            <p:cNvPr id="21554" name="Arc 16"/>
            <p:cNvSpPr>
              <a:spLocks/>
            </p:cNvSpPr>
            <p:nvPr/>
          </p:nvSpPr>
          <p:spPr bwMode="auto">
            <a:xfrm rot="10800000">
              <a:off x="4413" y="2462"/>
              <a:ext cx="747" cy="160"/>
            </a:xfrm>
            <a:custGeom>
              <a:avLst/>
              <a:gdLst>
                <a:gd name="T0" fmla="*/ 0 w 43200"/>
                <a:gd name="T1" fmla="*/ 0 h 22152"/>
                <a:gd name="T2" fmla="*/ 0 w 43200"/>
                <a:gd name="T3" fmla="*/ 0 h 22152"/>
                <a:gd name="T4" fmla="*/ 0 w 43200"/>
                <a:gd name="T5" fmla="*/ 0 h 22152"/>
                <a:gd name="T6" fmla="*/ 0 60000 65536"/>
                <a:gd name="T7" fmla="*/ 0 60000 65536"/>
                <a:gd name="T8" fmla="*/ 0 60000 65536"/>
                <a:gd name="T9" fmla="*/ 0 w 43200"/>
                <a:gd name="T10" fmla="*/ 0 h 22152"/>
                <a:gd name="T11" fmla="*/ 43200 w 43200"/>
                <a:gd name="T12" fmla="*/ 22152 h 221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2152" fill="none" extrusionOk="0">
                  <a:moveTo>
                    <a:pt x="7" y="22151"/>
                  </a:moveTo>
                  <a:cubicBezTo>
                    <a:pt x="2" y="21968"/>
                    <a:pt x="0" y="2178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5" y="-1"/>
                    <a:pt x="43194" y="9664"/>
                    <a:pt x="43199" y="21590"/>
                  </a:cubicBezTo>
                </a:path>
                <a:path w="43200" h="22152" stroke="0" extrusionOk="0">
                  <a:moveTo>
                    <a:pt x="7" y="22151"/>
                  </a:moveTo>
                  <a:cubicBezTo>
                    <a:pt x="2" y="21968"/>
                    <a:pt x="0" y="2178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5" y="-1"/>
                    <a:pt x="43194" y="9664"/>
                    <a:pt x="43199" y="2159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55" name="Arc 17"/>
            <p:cNvSpPr>
              <a:spLocks/>
            </p:cNvSpPr>
            <p:nvPr/>
          </p:nvSpPr>
          <p:spPr bwMode="auto">
            <a:xfrm rot="10800000">
              <a:off x="4413" y="1785"/>
              <a:ext cx="747" cy="160"/>
            </a:xfrm>
            <a:custGeom>
              <a:avLst/>
              <a:gdLst>
                <a:gd name="T0" fmla="*/ 0 w 43200"/>
                <a:gd name="T1" fmla="*/ 0 h 22152"/>
                <a:gd name="T2" fmla="*/ 0 w 43200"/>
                <a:gd name="T3" fmla="*/ 0 h 22152"/>
                <a:gd name="T4" fmla="*/ 0 w 43200"/>
                <a:gd name="T5" fmla="*/ 0 h 22152"/>
                <a:gd name="T6" fmla="*/ 0 60000 65536"/>
                <a:gd name="T7" fmla="*/ 0 60000 65536"/>
                <a:gd name="T8" fmla="*/ 0 60000 65536"/>
                <a:gd name="T9" fmla="*/ 0 w 43200"/>
                <a:gd name="T10" fmla="*/ 0 h 22152"/>
                <a:gd name="T11" fmla="*/ 43200 w 43200"/>
                <a:gd name="T12" fmla="*/ 22152 h 221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2152" fill="none" extrusionOk="0">
                  <a:moveTo>
                    <a:pt x="7" y="22151"/>
                  </a:moveTo>
                  <a:cubicBezTo>
                    <a:pt x="2" y="21968"/>
                    <a:pt x="0" y="2178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5" y="-1"/>
                    <a:pt x="43194" y="9664"/>
                    <a:pt x="43199" y="21590"/>
                  </a:cubicBezTo>
                </a:path>
                <a:path w="43200" h="22152" stroke="0" extrusionOk="0">
                  <a:moveTo>
                    <a:pt x="7" y="22151"/>
                  </a:moveTo>
                  <a:cubicBezTo>
                    <a:pt x="2" y="21968"/>
                    <a:pt x="0" y="2178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5" y="-1"/>
                    <a:pt x="43194" y="9664"/>
                    <a:pt x="43199" y="2159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56" name="Line 18"/>
            <p:cNvSpPr>
              <a:spLocks noChangeShapeType="1"/>
            </p:cNvSpPr>
            <p:nvPr/>
          </p:nvSpPr>
          <p:spPr bwMode="auto">
            <a:xfrm>
              <a:off x="5161" y="1816"/>
              <a:ext cx="0" cy="6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47123" name="Object 6"/>
          <p:cNvGraphicFramePr>
            <a:graphicFrameLocks noChangeAspect="1"/>
          </p:cNvGraphicFramePr>
          <p:nvPr/>
        </p:nvGraphicFramePr>
        <p:xfrm>
          <a:off x="8385176" y="3962400"/>
          <a:ext cx="225425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9960" imgH="229680" progId="Equation.3">
                  <p:embed/>
                </p:oleObj>
              </mc:Choice>
              <mc:Fallback>
                <p:oleObj name="Equation" r:id="rId10" imgW="219960" imgH="229680" progId="Equation.3">
                  <p:embed/>
                  <p:pic>
                    <p:nvPicPr>
                      <p:cNvPr id="0" name="Picture 11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5176" y="3962400"/>
                        <a:ext cx="225425" cy="241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24" name="Line 20"/>
          <p:cNvSpPr>
            <a:spLocks noChangeShapeType="1"/>
          </p:cNvSpPr>
          <p:nvPr/>
        </p:nvSpPr>
        <p:spPr bwMode="auto">
          <a:xfrm flipH="1" flipV="1">
            <a:off x="9107488" y="1905001"/>
            <a:ext cx="0" cy="20161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7315200" y="2008188"/>
            <a:ext cx="2819400" cy="2195512"/>
            <a:chOff x="3648" y="1265"/>
            <a:chExt cx="1776" cy="1383"/>
          </a:xfrm>
        </p:grpSpPr>
        <p:graphicFrame>
          <p:nvGraphicFramePr>
            <p:cNvPr id="21521" name="Object 17"/>
            <p:cNvGraphicFramePr>
              <a:graphicFrameLocks noChangeAspect="1"/>
            </p:cNvGraphicFramePr>
            <p:nvPr/>
          </p:nvGraphicFramePr>
          <p:xfrm>
            <a:off x="4155" y="1392"/>
            <a:ext cx="453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726840" imgH="401760" progId="Equation.3">
                    <p:embed/>
                  </p:oleObj>
                </mc:Choice>
                <mc:Fallback>
                  <p:oleObj name="Equation" r:id="rId12" imgW="726840" imgH="401760" progId="Equation.3">
                    <p:embed/>
                    <p:pic>
                      <p:nvPicPr>
                        <p:cNvPr id="0" name="Picture 11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5" y="1392"/>
                          <a:ext cx="453" cy="2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1550" name="Group 23"/>
            <p:cNvGrpSpPr>
              <a:grpSpLocks/>
            </p:cNvGrpSpPr>
            <p:nvPr/>
          </p:nvGrpSpPr>
          <p:grpSpPr bwMode="auto">
            <a:xfrm>
              <a:off x="3648" y="1265"/>
              <a:ext cx="1776" cy="1383"/>
              <a:chOff x="3648" y="1265"/>
              <a:chExt cx="1776" cy="1383"/>
            </a:xfrm>
          </p:grpSpPr>
          <p:sp>
            <p:nvSpPr>
              <p:cNvPr id="21551" name="Freeform 24"/>
              <p:cNvSpPr>
                <a:spLocks/>
              </p:cNvSpPr>
              <p:nvPr/>
            </p:nvSpPr>
            <p:spPr bwMode="auto">
              <a:xfrm>
                <a:off x="3836" y="1473"/>
                <a:ext cx="922" cy="999"/>
              </a:xfrm>
              <a:custGeom>
                <a:avLst/>
                <a:gdLst>
                  <a:gd name="T0" fmla="*/ 0 w 1152"/>
                  <a:gd name="T1" fmla="*/ 640 h 1248"/>
                  <a:gd name="T2" fmla="*/ 246 w 1152"/>
                  <a:gd name="T3" fmla="*/ 295 h 1248"/>
                  <a:gd name="T4" fmla="*/ 591 w 1152"/>
                  <a:gd name="T5" fmla="*/ 0 h 1248"/>
                  <a:gd name="T6" fmla="*/ 0 60000 65536"/>
                  <a:gd name="T7" fmla="*/ 0 60000 65536"/>
                  <a:gd name="T8" fmla="*/ 0 60000 65536"/>
                  <a:gd name="T9" fmla="*/ 0 w 1152"/>
                  <a:gd name="T10" fmla="*/ 0 h 1248"/>
                  <a:gd name="T11" fmla="*/ 1152 w 1152"/>
                  <a:gd name="T12" fmla="*/ 1248 h 12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52" h="1248">
                    <a:moveTo>
                      <a:pt x="0" y="1248"/>
                    </a:moveTo>
                    <a:cubicBezTo>
                      <a:pt x="144" y="1016"/>
                      <a:pt x="288" y="784"/>
                      <a:pt x="480" y="576"/>
                    </a:cubicBezTo>
                    <a:cubicBezTo>
                      <a:pt x="672" y="368"/>
                      <a:pt x="912" y="184"/>
                      <a:pt x="1152" y="0"/>
                    </a:cubicBezTo>
                  </a:path>
                </a:pathLst>
              </a:cu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1522" name="Object 18"/>
              <p:cNvGraphicFramePr>
                <a:graphicFrameLocks noChangeAspect="1"/>
              </p:cNvGraphicFramePr>
              <p:nvPr/>
            </p:nvGraphicFramePr>
            <p:xfrm>
              <a:off x="5280" y="2496"/>
              <a:ext cx="144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219960" imgH="229680" progId="Equation.3">
                      <p:embed/>
                    </p:oleObj>
                  </mc:Choice>
                  <mc:Fallback>
                    <p:oleObj name="Equation" r:id="rId14" imgW="219960" imgH="229680" progId="Equation.3">
                      <p:embed/>
                      <p:pic>
                        <p:nvPicPr>
                          <p:cNvPr id="0" name="Picture 112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80" y="2496"/>
                            <a:ext cx="144" cy="15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1552" name="Line 26"/>
              <p:cNvSpPr>
                <a:spLocks noChangeShapeType="1"/>
              </p:cNvSpPr>
              <p:nvPr/>
            </p:nvSpPr>
            <p:spPr bwMode="auto">
              <a:xfrm>
                <a:off x="3836" y="2472"/>
                <a:ext cx="158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53" name="Line 27"/>
              <p:cNvSpPr>
                <a:spLocks noChangeShapeType="1"/>
              </p:cNvSpPr>
              <p:nvPr/>
            </p:nvSpPr>
            <p:spPr bwMode="auto">
              <a:xfrm flipH="1" flipV="1">
                <a:off x="3830" y="1265"/>
                <a:ext cx="0" cy="12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1523" name="Object 19"/>
              <p:cNvGraphicFramePr>
                <a:graphicFrameLocks noChangeAspect="1"/>
              </p:cNvGraphicFramePr>
              <p:nvPr/>
            </p:nvGraphicFramePr>
            <p:xfrm>
              <a:off x="3716" y="2496"/>
              <a:ext cx="136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6" imgW="210240" imgH="229680" progId="Equation.3">
                      <p:embed/>
                    </p:oleObj>
                  </mc:Choice>
                  <mc:Fallback>
                    <p:oleObj name="Equation" r:id="rId16" imgW="210240" imgH="229680" progId="Equation.3">
                      <p:embed/>
                      <p:pic>
                        <p:nvPicPr>
                          <p:cNvPr id="0" name="Picture 113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16" y="2496"/>
                            <a:ext cx="136" cy="15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24" name="Object 20"/>
              <p:cNvGraphicFramePr>
                <a:graphicFrameLocks noChangeAspect="1"/>
              </p:cNvGraphicFramePr>
              <p:nvPr/>
            </p:nvGraphicFramePr>
            <p:xfrm>
              <a:off x="3648" y="1272"/>
              <a:ext cx="152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8" imgW="229680" imgH="306000" progId="Equation.3">
                      <p:embed/>
                    </p:oleObj>
                  </mc:Choice>
                  <mc:Fallback>
                    <p:oleObj name="Equation" r:id="rId18" imgW="229680" imgH="306000" progId="Equation.3">
                      <p:embed/>
                      <p:pic>
                        <p:nvPicPr>
                          <p:cNvPr id="0" name="Picture 113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48" y="1272"/>
                            <a:ext cx="152" cy="2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6" name="Group 30"/>
          <p:cNvGrpSpPr>
            <a:grpSpLocks/>
          </p:cNvGrpSpPr>
          <p:nvPr/>
        </p:nvGrpSpPr>
        <p:grpSpPr bwMode="auto">
          <a:xfrm>
            <a:off x="8653464" y="2554289"/>
            <a:ext cx="968375" cy="1392237"/>
            <a:chOff x="4491" y="1609"/>
            <a:chExt cx="610" cy="877"/>
          </a:xfrm>
        </p:grpSpPr>
        <p:sp>
          <p:nvSpPr>
            <p:cNvPr id="21548" name="Arc 31"/>
            <p:cNvSpPr>
              <a:spLocks/>
            </p:cNvSpPr>
            <p:nvPr/>
          </p:nvSpPr>
          <p:spPr bwMode="auto">
            <a:xfrm>
              <a:off x="4491" y="2389"/>
              <a:ext cx="610" cy="97"/>
            </a:xfrm>
            <a:custGeom>
              <a:avLst/>
              <a:gdLst>
                <a:gd name="T0" fmla="*/ 0 w 43200"/>
                <a:gd name="T1" fmla="*/ 0 h 22152"/>
                <a:gd name="T2" fmla="*/ 0 w 43200"/>
                <a:gd name="T3" fmla="*/ 0 h 22152"/>
                <a:gd name="T4" fmla="*/ 0 w 43200"/>
                <a:gd name="T5" fmla="*/ 0 h 22152"/>
                <a:gd name="T6" fmla="*/ 0 60000 65536"/>
                <a:gd name="T7" fmla="*/ 0 60000 65536"/>
                <a:gd name="T8" fmla="*/ 0 60000 65536"/>
                <a:gd name="T9" fmla="*/ 0 w 43200"/>
                <a:gd name="T10" fmla="*/ 0 h 22152"/>
                <a:gd name="T11" fmla="*/ 43200 w 43200"/>
                <a:gd name="T12" fmla="*/ 22152 h 221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2152" fill="none" extrusionOk="0">
                  <a:moveTo>
                    <a:pt x="7" y="22151"/>
                  </a:moveTo>
                  <a:cubicBezTo>
                    <a:pt x="2" y="21968"/>
                    <a:pt x="0" y="2178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5" y="-1"/>
                    <a:pt x="43194" y="9664"/>
                    <a:pt x="43199" y="21590"/>
                  </a:cubicBezTo>
                </a:path>
                <a:path w="43200" h="22152" stroke="0" extrusionOk="0">
                  <a:moveTo>
                    <a:pt x="7" y="22151"/>
                  </a:moveTo>
                  <a:cubicBezTo>
                    <a:pt x="2" y="21968"/>
                    <a:pt x="0" y="2178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5" y="-1"/>
                    <a:pt x="43194" y="9664"/>
                    <a:pt x="43199" y="2159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12700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9" name="Arc 32"/>
            <p:cNvSpPr>
              <a:spLocks/>
            </p:cNvSpPr>
            <p:nvPr/>
          </p:nvSpPr>
          <p:spPr bwMode="auto">
            <a:xfrm>
              <a:off x="4491" y="1609"/>
              <a:ext cx="610" cy="97"/>
            </a:xfrm>
            <a:custGeom>
              <a:avLst/>
              <a:gdLst>
                <a:gd name="T0" fmla="*/ 0 w 43200"/>
                <a:gd name="T1" fmla="*/ 0 h 22152"/>
                <a:gd name="T2" fmla="*/ 0 w 43200"/>
                <a:gd name="T3" fmla="*/ 0 h 22152"/>
                <a:gd name="T4" fmla="*/ 0 w 43200"/>
                <a:gd name="T5" fmla="*/ 0 h 22152"/>
                <a:gd name="T6" fmla="*/ 0 60000 65536"/>
                <a:gd name="T7" fmla="*/ 0 60000 65536"/>
                <a:gd name="T8" fmla="*/ 0 60000 65536"/>
                <a:gd name="T9" fmla="*/ 0 w 43200"/>
                <a:gd name="T10" fmla="*/ 0 h 22152"/>
                <a:gd name="T11" fmla="*/ 43200 w 43200"/>
                <a:gd name="T12" fmla="*/ 22152 h 221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2152" fill="none" extrusionOk="0">
                  <a:moveTo>
                    <a:pt x="7" y="22151"/>
                  </a:moveTo>
                  <a:cubicBezTo>
                    <a:pt x="2" y="21968"/>
                    <a:pt x="0" y="2178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5" y="-1"/>
                    <a:pt x="43194" y="9664"/>
                    <a:pt x="43199" y="21590"/>
                  </a:cubicBezTo>
                </a:path>
                <a:path w="43200" h="22152" stroke="0" extrusionOk="0">
                  <a:moveTo>
                    <a:pt x="7" y="22151"/>
                  </a:moveTo>
                  <a:cubicBezTo>
                    <a:pt x="2" y="21968"/>
                    <a:pt x="0" y="2178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5" y="-1"/>
                    <a:pt x="43194" y="9664"/>
                    <a:pt x="43199" y="2159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12700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" name="Group 33"/>
          <p:cNvGrpSpPr>
            <a:grpSpLocks/>
          </p:cNvGrpSpPr>
          <p:nvPr/>
        </p:nvGrpSpPr>
        <p:grpSpPr bwMode="auto">
          <a:xfrm>
            <a:off x="8650288" y="2670175"/>
            <a:ext cx="971550" cy="1409700"/>
            <a:chOff x="4489" y="1682"/>
            <a:chExt cx="612" cy="888"/>
          </a:xfrm>
        </p:grpSpPr>
        <p:sp>
          <p:nvSpPr>
            <p:cNvPr id="21544" name="Arc 34"/>
            <p:cNvSpPr>
              <a:spLocks/>
            </p:cNvSpPr>
            <p:nvPr/>
          </p:nvSpPr>
          <p:spPr bwMode="auto">
            <a:xfrm rot="10800000">
              <a:off x="4490" y="2473"/>
              <a:ext cx="610" cy="97"/>
            </a:xfrm>
            <a:custGeom>
              <a:avLst/>
              <a:gdLst>
                <a:gd name="T0" fmla="*/ 0 w 43200"/>
                <a:gd name="T1" fmla="*/ 0 h 22152"/>
                <a:gd name="T2" fmla="*/ 0 w 43200"/>
                <a:gd name="T3" fmla="*/ 0 h 22152"/>
                <a:gd name="T4" fmla="*/ 0 w 43200"/>
                <a:gd name="T5" fmla="*/ 0 h 22152"/>
                <a:gd name="T6" fmla="*/ 0 60000 65536"/>
                <a:gd name="T7" fmla="*/ 0 60000 65536"/>
                <a:gd name="T8" fmla="*/ 0 60000 65536"/>
                <a:gd name="T9" fmla="*/ 0 w 43200"/>
                <a:gd name="T10" fmla="*/ 0 h 22152"/>
                <a:gd name="T11" fmla="*/ 43200 w 43200"/>
                <a:gd name="T12" fmla="*/ 22152 h 221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2152" fill="none" extrusionOk="0">
                  <a:moveTo>
                    <a:pt x="7" y="22151"/>
                  </a:moveTo>
                  <a:cubicBezTo>
                    <a:pt x="2" y="21968"/>
                    <a:pt x="0" y="2178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5" y="-1"/>
                    <a:pt x="43194" y="9664"/>
                    <a:pt x="43199" y="21590"/>
                  </a:cubicBezTo>
                </a:path>
                <a:path w="43200" h="22152" stroke="0" extrusionOk="0">
                  <a:moveTo>
                    <a:pt x="7" y="22151"/>
                  </a:moveTo>
                  <a:cubicBezTo>
                    <a:pt x="2" y="21968"/>
                    <a:pt x="0" y="2178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5" y="-1"/>
                    <a:pt x="43194" y="9664"/>
                    <a:pt x="43199" y="2159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127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5" name="Arc 35"/>
            <p:cNvSpPr>
              <a:spLocks/>
            </p:cNvSpPr>
            <p:nvPr/>
          </p:nvSpPr>
          <p:spPr bwMode="auto">
            <a:xfrm rot="10800000">
              <a:off x="4490" y="1693"/>
              <a:ext cx="610" cy="97"/>
            </a:xfrm>
            <a:custGeom>
              <a:avLst/>
              <a:gdLst>
                <a:gd name="T0" fmla="*/ 0 w 43200"/>
                <a:gd name="T1" fmla="*/ 0 h 22152"/>
                <a:gd name="T2" fmla="*/ 0 w 43200"/>
                <a:gd name="T3" fmla="*/ 0 h 22152"/>
                <a:gd name="T4" fmla="*/ 0 w 43200"/>
                <a:gd name="T5" fmla="*/ 0 h 22152"/>
                <a:gd name="T6" fmla="*/ 0 60000 65536"/>
                <a:gd name="T7" fmla="*/ 0 60000 65536"/>
                <a:gd name="T8" fmla="*/ 0 60000 65536"/>
                <a:gd name="T9" fmla="*/ 0 w 43200"/>
                <a:gd name="T10" fmla="*/ 0 h 22152"/>
                <a:gd name="T11" fmla="*/ 43200 w 43200"/>
                <a:gd name="T12" fmla="*/ 22152 h 221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2152" fill="none" extrusionOk="0">
                  <a:moveTo>
                    <a:pt x="7" y="22151"/>
                  </a:moveTo>
                  <a:cubicBezTo>
                    <a:pt x="2" y="21968"/>
                    <a:pt x="0" y="2178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5" y="-1"/>
                    <a:pt x="43194" y="9664"/>
                    <a:pt x="43199" y="21590"/>
                  </a:cubicBezTo>
                </a:path>
                <a:path w="43200" h="22152" stroke="0" extrusionOk="0">
                  <a:moveTo>
                    <a:pt x="7" y="22151"/>
                  </a:moveTo>
                  <a:cubicBezTo>
                    <a:pt x="2" y="21968"/>
                    <a:pt x="0" y="2178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5" y="-1"/>
                    <a:pt x="43194" y="9664"/>
                    <a:pt x="43199" y="2159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127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6" name="Line 36"/>
            <p:cNvSpPr>
              <a:spLocks noChangeShapeType="1"/>
            </p:cNvSpPr>
            <p:nvPr/>
          </p:nvSpPr>
          <p:spPr bwMode="auto">
            <a:xfrm flipH="1">
              <a:off x="4489" y="1682"/>
              <a:ext cx="0" cy="802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7" name="Line 37"/>
            <p:cNvSpPr>
              <a:spLocks noChangeShapeType="1"/>
            </p:cNvSpPr>
            <p:nvPr/>
          </p:nvSpPr>
          <p:spPr bwMode="auto">
            <a:xfrm flipH="1">
              <a:off x="5101" y="1682"/>
              <a:ext cx="0" cy="802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47142" name="Object 7"/>
          <p:cNvGraphicFramePr>
            <a:graphicFrameLocks noChangeAspect="1"/>
          </p:cNvGraphicFramePr>
          <p:nvPr/>
        </p:nvGraphicFramePr>
        <p:xfrm>
          <a:off x="9069388" y="3962400"/>
          <a:ext cx="150812" cy="28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43280" imgH="267840" progId="Equation.3">
                  <p:embed/>
                </p:oleObj>
              </mc:Choice>
              <mc:Fallback>
                <p:oleObj name="Equation" r:id="rId20" imgW="143280" imgH="267840" progId="Equation.3">
                  <p:embed/>
                  <p:pic>
                    <p:nvPicPr>
                      <p:cNvPr id="0" name="Picture 11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69388" y="3962400"/>
                        <a:ext cx="150812" cy="280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43" name="Line 39"/>
          <p:cNvSpPr>
            <a:spLocks noChangeShapeType="1"/>
          </p:cNvSpPr>
          <p:nvPr/>
        </p:nvSpPr>
        <p:spPr bwMode="auto">
          <a:xfrm>
            <a:off x="8650288" y="3962400"/>
            <a:ext cx="265112" cy="3810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7144" name="Object 8"/>
          <p:cNvGraphicFramePr>
            <a:graphicFrameLocks noChangeAspect="1"/>
          </p:cNvGraphicFramePr>
          <p:nvPr/>
        </p:nvGraphicFramePr>
        <p:xfrm>
          <a:off x="8930148" y="4357443"/>
          <a:ext cx="897582" cy="33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482400" imgH="177480" progId="Equation.DSMT4">
                  <p:embed/>
                </p:oleObj>
              </mc:Choice>
              <mc:Fallback>
                <p:oleObj name="Equation" r:id="rId22" imgW="482400" imgH="177480" progId="Equation.DSMT4">
                  <p:embed/>
                  <p:pic>
                    <p:nvPicPr>
                      <p:cNvPr id="0" name="Picture 11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30148" y="4357443"/>
                        <a:ext cx="897582" cy="330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45" name="Text Box 41"/>
          <p:cNvSpPr txBox="1">
            <a:spLocks noChangeArrowheads="1"/>
          </p:cNvSpPr>
          <p:nvPr/>
        </p:nvSpPr>
        <p:spPr bwMode="auto">
          <a:xfrm>
            <a:off x="2819400" y="2497138"/>
            <a:ext cx="205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利用柱壳法</a:t>
            </a:r>
          </a:p>
        </p:txBody>
      </p:sp>
      <p:graphicFrame>
        <p:nvGraphicFramePr>
          <p:cNvPr id="47146" name="Object 9"/>
          <p:cNvGraphicFramePr>
            <a:graphicFrameLocks noChangeAspect="1"/>
          </p:cNvGraphicFramePr>
          <p:nvPr/>
        </p:nvGraphicFramePr>
        <p:xfrm>
          <a:off x="3001963" y="3076575"/>
          <a:ext cx="3663306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523880" imgH="203040" progId="Equation.DSMT4">
                  <p:embed/>
                </p:oleObj>
              </mc:Choice>
              <mc:Fallback>
                <p:oleObj name="Equation" r:id="rId24" imgW="1523880" imgH="203040" progId="Equation.DSMT4">
                  <p:embed/>
                  <p:pic>
                    <p:nvPicPr>
                      <p:cNvPr id="0" name="Picture 11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1963" y="3076575"/>
                        <a:ext cx="3663306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47" name="Text Box 43"/>
          <p:cNvSpPr txBox="1">
            <a:spLocks noChangeArrowheads="1"/>
          </p:cNvSpPr>
          <p:nvPr/>
        </p:nvSpPr>
        <p:spPr bwMode="auto">
          <a:xfrm>
            <a:off x="1942641" y="3689351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则</a:t>
            </a:r>
          </a:p>
        </p:txBody>
      </p:sp>
      <p:graphicFrame>
        <p:nvGraphicFramePr>
          <p:cNvPr id="47148" name="Object 10"/>
          <p:cNvGraphicFramePr>
            <a:graphicFrameLocks noChangeAspect="1"/>
          </p:cNvGraphicFramePr>
          <p:nvPr/>
        </p:nvGraphicFramePr>
        <p:xfrm>
          <a:off x="2622039" y="3560502"/>
          <a:ext cx="4401060" cy="8556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765080" imgH="342720" progId="Equation.DSMT4">
                  <p:embed/>
                </p:oleObj>
              </mc:Choice>
              <mc:Fallback>
                <p:oleObj name="Equation" r:id="rId26" imgW="1765080" imgH="342720" progId="Equation.DSMT4">
                  <p:embed/>
                  <p:pic>
                    <p:nvPicPr>
                      <p:cNvPr id="0" name="Picture 11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2039" y="3560502"/>
                        <a:ext cx="4401060" cy="85565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49" name="Object 11"/>
          <p:cNvGraphicFramePr>
            <a:graphicFrameLocks noChangeAspect="1"/>
          </p:cNvGraphicFramePr>
          <p:nvPr/>
        </p:nvGraphicFramePr>
        <p:xfrm>
          <a:off x="3270486" y="4327191"/>
          <a:ext cx="2628664" cy="8076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117440" imgH="342720" progId="Equation.DSMT4">
                  <p:embed/>
                </p:oleObj>
              </mc:Choice>
              <mc:Fallback>
                <p:oleObj name="Equation" r:id="rId28" imgW="1117440" imgH="342720" progId="Equation.DSMT4">
                  <p:embed/>
                  <p:pic>
                    <p:nvPicPr>
                      <p:cNvPr id="0" name="Picture 11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0486" y="4327191"/>
                        <a:ext cx="2628664" cy="80766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50" name="Object 12"/>
          <p:cNvGraphicFramePr>
            <a:graphicFrameLocks noChangeAspect="1"/>
          </p:cNvGraphicFramePr>
          <p:nvPr/>
        </p:nvGraphicFramePr>
        <p:xfrm>
          <a:off x="5850602" y="4322859"/>
          <a:ext cx="2634484" cy="8083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117440" imgH="342720" progId="Equation.DSMT4">
                  <p:embed/>
                </p:oleObj>
              </mc:Choice>
              <mc:Fallback>
                <p:oleObj name="Equation" r:id="rId30" imgW="1117440" imgH="342720" progId="Equation.DSMT4">
                  <p:embed/>
                  <p:pic>
                    <p:nvPicPr>
                      <p:cNvPr id="0" name="Picture 11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0602" y="4322859"/>
                        <a:ext cx="2634484" cy="80830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51" name="Object 13"/>
          <p:cNvGraphicFramePr>
            <a:graphicFrameLocks noChangeAspect="1"/>
          </p:cNvGraphicFramePr>
          <p:nvPr/>
        </p:nvGraphicFramePr>
        <p:xfrm>
          <a:off x="2647191" y="5002309"/>
          <a:ext cx="3458489" cy="856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384200" imgH="342720" progId="Equation.DSMT4">
                  <p:embed/>
                </p:oleObj>
              </mc:Choice>
              <mc:Fallback>
                <p:oleObj name="Equation" r:id="rId32" imgW="1384200" imgH="342720" progId="Equation.DSMT4">
                  <p:embed/>
                  <p:pic>
                    <p:nvPicPr>
                      <p:cNvPr id="0" name="Picture 11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7191" y="5002309"/>
                        <a:ext cx="3458489" cy="8566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52" name="Object 14"/>
          <p:cNvGraphicFramePr>
            <a:graphicFrameLocks noChangeAspect="1"/>
          </p:cNvGraphicFramePr>
          <p:nvPr/>
        </p:nvGraphicFramePr>
        <p:xfrm>
          <a:off x="6045395" y="5173487"/>
          <a:ext cx="1649413" cy="5385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622080" imgH="203040" progId="Equation.DSMT4">
                  <p:embed/>
                </p:oleObj>
              </mc:Choice>
              <mc:Fallback>
                <p:oleObj name="Equation" r:id="rId34" imgW="622080" imgH="203040" progId="Equation.DSMT4">
                  <p:embed/>
                  <p:pic>
                    <p:nvPicPr>
                      <p:cNvPr id="0" name="Picture 11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5395" y="5173487"/>
                        <a:ext cx="1649413" cy="5385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53" name="Object 15"/>
          <p:cNvGraphicFramePr>
            <a:graphicFrameLocks noChangeAspect="1"/>
          </p:cNvGraphicFramePr>
          <p:nvPr/>
        </p:nvGraphicFramePr>
        <p:xfrm>
          <a:off x="7621416" y="5173487"/>
          <a:ext cx="1549401" cy="5059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622080" imgH="203040" progId="Equation.DSMT4">
                  <p:embed/>
                </p:oleObj>
              </mc:Choice>
              <mc:Fallback>
                <p:oleObj name="Equation" r:id="rId36" imgW="622080" imgH="203040" progId="Equation.DSMT4">
                  <p:embed/>
                  <p:pic>
                    <p:nvPicPr>
                      <p:cNvPr id="0" name="Picture 11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1416" y="5173487"/>
                        <a:ext cx="1549401" cy="50592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54" name="Object 16"/>
          <p:cNvGraphicFramePr>
            <a:graphicFrameLocks noChangeAspect="1"/>
          </p:cNvGraphicFramePr>
          <p:nvPr/>
        </p:nvGraphicFramePr>
        <p:xfrm>
          <a:off x="2706593" y="5836050"/>
          <a:ext cx="2514795" cy="5029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1015920" imgH="203040" progId="Equation.DSMT4">
                  <p:embed/>
                </p:oleObj>
              </mc:Choice>
              <mc:Fallback>
                <p:oleObj name="Equation" r:id="rId38" imgW="1015920" imgH="203040" progId="Equation.DSMT4">
                  <p:embed/>
                  <p:pic>
                    <p:nvPicPr>
                      <p:cNvPr id="0" name="Picture 11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6593" y="5836050"/>
                        <a:ext cx="2514795" cy="5029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62" name="Text Box 58"/>
          <p:cNvSpPr txBox="1">
            <a:spLocks noChangeArrowheads="1"/>
          </p:cNvSpPr>
          <p:nvPr/>
        </p:nvSpPr>
        <p:spPr bwMode="auto">
          <a:xfrm>
            <a:off x="1703388" y="5683251"/>
            <a:ext cx="5453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latin typeface="宋体" panose="02010600030101010101" pitchFamily="2" charset="-122"/>
              </a:rPr>
              <a:t>故</a:t>
            </a:r>
          </a:p>
        </p:txBody>
      </p:sp>
      <p:sp>
        <p:nvSpPr>
          <p:cNvPr id="47163" name="Line 59"/>
          <p:cNvSpPr>
            <a:spLocks noChangeShapeType="1"/>
          </p:cNvSpPr>
          <p:nvPr/>
        </p:nvSpPr>
        <p:spPr bwMode="auto">
          <a:xfrm>
            <a:off x="6400800" y="5257800"/>
            <a:ext cx="914400" cy="38100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64" name="Line 60"/>
          <p:cNvSpPr>
            <a:spLocks noChangeShapeType="1"/>
          </p:cNvSpPr>
          <p:nvPr/>
        </p:nvSpPr>
        <p:spPr bwMode="auto">
          <a:xfrm>
            <a:off x="7924800" y="5257800"/>
            <a:ext cx="914400" cy="38100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1403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7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7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7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7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7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7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7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7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7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7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7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47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7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7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7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7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7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47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47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14" grpId="0" autoUpdateAnimBg="0"/>
      <p:bldP spid="47115" grpId="0" animBg="1"/>
      <p:bldP spid="47124" grpId="0" animBg="1"/>
      <p:bldP spid="47143" grpId="0" animBg="1"/>
      <p:bldP spid="47145" grpId="0" autoUpdateAnimBg="0"/>
      <p:bldP spid="47147" grpId="0" autoUpdateAnimBg="0"/>
      <p:bldP spid="47162" grpId="0" build="p" autoUpdateAnimBg="0"/>
      <p:bldP spid="47163" grpId="0" animBg="1"/>
      <p:bldP spid="4716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11310" y="753153"/>
            <a:ext cx="7457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686419" y="764865"/>
          <a:ext cx="1538882" cy="523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34680" imgH="215640" progId="Equation.DSMT4">
                  <p:embed/>
                </p:oleObj>
              </mc:Choice>
              <mc:Fallback>
                <p:oleObj name="Equation" r:id="rId2" imgW="634680" imgH="215640" progId="Equation.DSMT4">
                  <p:embed/>
                  <p:pic>
                    <p:nvPicPr>
                      <p:cNvPr id="0" name="Picture 8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6419" y="764865"/>
                        <a:ext cx="1538882" cy="5232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359696" y="541049"/>
          <a:ext cx="6643161" cy="9333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95480" imgH="406080" progId="Equation.DSMT4">
                  <p:embed/>
                </p:oleObj>
              </mc:Choice>
              <mc:Fallback>
                <p:oleObj name="Equation" r:id="rId4" imgW="2895480" imgH="406080" progId="Equation.DSMT4">
                  <p:embed/>
                  <p:pic>
                    <p:nvPicPr>
                      <p:cNvPr id="0" name="Picture 8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696" y="541049"/>
                        <a:ext cx="6643161" cy="93334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816616" y="1299796"/>
          <a:ext cx="4792345" cy="902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58920" imgH="406080" progId="Equation.DSMT4">
                  <p:embed/>
                </p:oleObj>
              </mc:Choice>
              <mc:Fallback>
                <p:oleObj name="Equation" r:id="rId6" imgW="2158920" imgH="406080" progId="Equation.DSMT4">
                  <p:embed/>
                  <p:pic>
                    <p:nvPicPr>
                      <p:cNvPr id="0" name="Picture 8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616" y="1299796"/>
                        <a:ext cx="4792345" cy="902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735960" y="1486110"/>
          <a:ext cx="4936602" cy="513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97080" imgH="228600" progId="Equation.DSMT4">
                  <p:embed/>
                </p:oleObj>
              </mc:Choice>
              <mc:Fallback>
                <p:oleObj name="Equation" r:id="rId8" imgW="2197080" imgH="228600" progId="Equation.DSMT4">
                  <p:embed/>
                  <p:pic>
                    <p:nvPicPr>
                      <p:cNvPr id="0" name="Picture 8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5960" y="1486110"/>
                        <a:ext cx="4936602" cy="51363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816616" y="2202658"/>
          <a:ext cx="3479184" cy="4757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85720" imgH="203040" progId="Equation.DSMT4">
                  <p:embed/>
                </p:oleObj>
              </mc:Choice>
              <mc:Fallback>
                <p:oleObj name="Equation" r:id="rId10" imgW="1485720" imgH="203040" progId="Equation.DSMT4">
                  <p:embed/>
                  <p:pic>
                    <p:nvPicPr>
                      <p:cNvPr id="0" name="Picture 8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616" y="2202658"/>
                        <a:ext cx="3479184" cy="47578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4439816" y="2202658"/>
          <a:ext cx="3154630" cy="5209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84200" imgH="228600" progId="Equation.DSMT4">
                  <p:embed/>
                </p:oleObj>
              </mc:Choice>
              <mc:Fallback>
                <p:oleObj name="Equation" r:id="rId12" imgW="1384200" imgH="228600" progId="Equation.DSMT4">
                  <p:embed/>
                  <p:pic>
                    <p:nvPicPr>
                      <p:cNvPr id="0" name="Picture 8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9816" y="2202658"/>
                        <a:ext cx="3154630" cy="52094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842138" y="2733269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268010" y="2733269"/>
            <a:ext cx="34307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由旋转体体积公式得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983432" y="3209055"/>
          <a:ext cx="5402255" cy="8713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361960" imgH="380880" progId="Equation.DSMT4">
                  <p:embed/>
                </p:oleObj>
              </mc:Choice>
              <mc:Fallback>
                <p:oleObj name="Equation" r:id="rId14" imgW="2361960" imgH="380880" progId="Equation.DSMT4">
                  <p:embed/>
                  <p:pic>
                    <p:nvPicPr>
                      <p:cNvPr id="0" name="Picture 8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3432" y="3209055"/>
                        <a:ext cx="5402255" cy="87133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6385687" y="3209055"/>
          <a:ext cx="2760949" cy="9419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422360" imgH="419040" progId="Equation.DSMT4">
                  <p:embed/>
                </p:oleObj>
              </mc:Choice>
              <mc:Fallback>
                <p:oleObj name="Equation" r:id="rId16" imgW="1422360" imgH="419040" progId="Equation.DSMT4">
                  <p:embed/>
                  <p:pic>
                    <p:nvPicPr>
                      <p:cNvPr id="0" name="Picture 8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5687" y="3209055"/>
                        <a:ext cx="2760949" cy="94197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9146636" y="3230613"/>
          <a:ext cx="1256608" cy="90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583920" imgH="419040" progId="Equation.DSMT4">
                  <p:embed/>
                </p:oleObj>
              </mc:Choice>
              <mc:Fallback>
                <p:oleObj name="Equation" r:id="rId18" imgW="583920" imgH="419040" progId="Equation.DSMT4">
                  <p:embed/>
                  <p:pic>
                    <p:nvPicPr>
                      <p:cNvPr id="0" name="Picture 8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6636" y="3230613"/>
                        <a:ext cx="1256608" cy="90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1055440" y="4077072"/>
          <a:ext cx="2957512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244520" imgH="380880" progId="Equation.DSMT4">
                  <p:embed/>
                </p:oleObj>
              </mc:Choice>
              <mc:Fallback>
                <p:oleObj name="Equation" r:id="rId20" imgW="1244520" imgH="380880" progId="Equation.DSMT4">
                  <p:embed/>
                  <p:pic>
                    <p:nvPicPr>
                      <p:cNvPr id="0" name="Picture 8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440" y="4077072"/>
                        <a:ext cx="2957512" cy="901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4007768" y="4077072"/>
          <a:ext cx="2920354" cy="8939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244520" imgH="380880" progId="Equation.DSMT4">
                  <p:embed/>
                </p:oleObj>
              </mc:Choice>
              <mc:Fallback>
                <p:oleObj name="Equation" r:id="rId22" imgW="1244520" imgH="380880" progId="Equation.DSMT4">
                  <p:embed/>
                  <p:pic>
                    <p:nvPicPr>
                      <p:cNvPr id="0" name="Picture 8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7768" y="4077072"/>
                        <a:ext cx="2920354" cy="89398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6960096" y="4365104"/>
          <a:ext cx="1115340" cy="45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495000" imgH="203040" progId="Equation.DSMT4">
                  <p:embed/>
                </p:oleObj>
              </mc:Choice>
              <mc:Fallback>
                <p:oleObj name="Equation" r:id="rId24" imgW="495000" imgH="203040" progId="Equation.DSMT4">
                  <p:embed/>
                  <p:pic>
                    <p:nvPicPr>
                      <p:cNvPr id="0" name="Picture 8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0096" y="4365104"/>
                        <a:ext cx="1115340" cy="457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983432" y="5229200"/>
          <a:ext cx="1656183" cy="552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685800" imgH="228600" progId="Equation.DSMT4">
                  <p:embed/>
                </p:oleObj>
              </mc:Choice>
              <mc:Fallback>
                <p:oleObj name="Equation" r:id="rId26" imgW="685800" imgH="228600" progId="Equation.DSMT4">
                  <p:embed/>
                  <p:pic>
                    <p:nvPicPr>
                      <p:cNvPr id="0" name="Picture 8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3432" y="5229200"/>
                        <a:ext cx="1656183" cy="5520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2783632" y="5000870"/>
          <a:ext cx="2825329" cy="9814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206360" imgH="419040" progId="Equation.DSMT4">
                  <p:embed/>
                </p:oleObj>
              </mc:Choice>
              <mc:Fallback>
                <p:oleObj name="Equation" r:id="rId28" imgW="1206360" imgH="419040" progId="Equation.DSMT4">
                  <p:embed/>
                  <p:pic>
                    <p:nvPicPr>
                      <p:cNvPr id="0" name="Picture 8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3632" y="5000870"/>
                        <a:ext cx="2825329" cy="98143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5752978" y="5008759"/>
          <a:ext cx="1947083" cy="9735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812520" imgH="406080" progId="Equation.DSMT4">
                  <p:embed/>
                </p:oleObj>
              </mc:Choice>
              <mc:Fallback>
                <p:oleObj name="Equation" r:id="rId30" imgW="812520" imgH="406080" progId="Equation.DSMT4">
                  <p:embed/>
                  <p:pic>
                    <p:nvPicPr>
                      <p:cNvPr id="0" name="Picture 8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2978" y="5008759"/>
                        <a:ext cx="1947083" cy="9735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9169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74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1596370"/>
              </p:ext>
            </p:extLst>
          </p:nvPr>
        </p:nvGraphicFramePr>
        <p:xfrm>
          <a:off x="8436804" y="4431584"/>
          <a:ext cx="1813997" cy="10654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74364" imgH="431613" progId="Equation.3">
                  <p:embed/>
                </p:oleObj>
              </mc:Choice>
              <mc:Fallback>
                <p:oleObj name="公式" r:id="rId2" imgW="774364" imgH="431613" progId="Equation.3">
                  <p:embed/>
                  <p:pic>
                    <p:nvPicPr>
                      <p:cNvPr id="0" name="Picture 12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36804" y="4431584"/>
                        <a:ext cx="1813997" cy="106540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8561700"/>
              </p:ext>
            </p:extLst>
          </p:nvPr>
        </p:nvGraphicFramePr>
        <p:xfrm>
          <a:off x="6991350" y="2995614"/>
          <a:ext cx="3137098" cy="7770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117600" imgH="292100" progId="Equation.3">
                  <p:embed/>
                </p:oleObj>
              </mc:Choice>
              <mc:Fallback>
                <p:oleObj name="公式" r:id="rId4" imgW="1117600" imgH="292100" progId="Equation.3">
                  <p:embed/>
                  <p:pic>
                    <p:nvPicPr>
                      <p:cNvPr id="0" name="Picture 12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1350" y="2995614"/>
                        <a:ext cx="3137098" cy="77705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0711221"/>
              </p:ext>
            </p:extLst>
          </p:nvPr>
        </p:nvGraphicFramePr>
        <p:xfrm>
          <a:off x="7245129" y="4671817"/>
          <a:ext cx="1292447" cy="7671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69900" imgH="279400" progId="Equation.3">
                  <p:embed/>
                </p:oleObj>
              </mc:Choice>
              <mc:Fallback>
                <p:oleObj name="Equation" r:id="rId6" imgW="469900" imgH="279400" progId="Equation.3">
                  <p:embed/>
                  <p:pic>
                    <p:nvPicPr>
                      <p:cNvPr id="0" name="Picture 12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5129" y="4671817"/>
                        <a:ext cx="1292447" cy="76715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749" name="Group 5"/>
          <p:cNvGrpSpPr>
            <a:grpSpLocks/>
          </p:cNvGrpSpPr>
          <p:nvPr/>
        </p:nvGrpSpPr>
        <p:grpSpPr bwMode="auto">
          <a:xfrm>
            <a:off x="1752600" y="2327275"/>
            <a:ext cx="5943600" cy="3825875"/>
            <a:chOff x="144" y="1466"/>
            <a:chExt cx="3744" cy="2410"/>
          </a:xfrm>
        </p:grpSpPr>
        <p:sp>
          <p:nvSpPr>
            <p:cNvPr id="29725" name="Line 6"/>
            <p:cNvSpPr>
              <a:spLocks noChangeShapeType="1"/>
            </p:cNvSpPr>
            <p:nvPr/>
          </p:nvSpPr>
          <p:spPr bwMode="auto">
            <a:xfrm flipV="1">
              <a:off x="144" y="3552"/>
              <a:ext cx="36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26" name="Line 7"/>
            <p:cNvSpPr>
              <a:spLocks noChangeShapeType="1"/>
            </p:cNvSpPr>
            <p:nvPr/>
          </p:nvSpPr>
          <p:spPr bwMode="auto">
            <a:xfrm flipV="1">
              <a:off x="528" y="1488"/>
              <a:ext cx="0" cy="23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9727" name="Object 8"/>
            <p:cNvGraphicFramePr>
              <a:graphicFrameLocks noChangeAspect="1"/>
            </p:cNvGraphicFramePr>
            <p:nvPr/>
          </p:nvGraphicFramePr>
          <p:xfrm>
            <a:off x="576" y="3022"/>
            <a:ext cx="226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64885" imgH="164885" progId="Equation.3">
                    <p:embed/>
                  </p:oleObj>
                </mc:Choice>
                <mc:Fallback>
                  <p:oleObj name="公式" r:id="rId8" imgW="164885" imgH="164885" progId="Equation.3">
                    <p:embed/>
                    <p:pic>
                      <p:nvPicPr>
                        <p:cNvPr id="0" name="Picture 12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3022"/>
                          <a:ext cx="226" cy="22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28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7958108"/>
                </p:ext>
              </p:extLst>
            </p:nvPr>
          </p:nvGraphicFramePr>
          <p:xfrm>
            <a:off x="2860" y="2606"/>
            <a:ext cx="201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64885" imgH="164885" progId="Equation.3">
                    <p:embed/>
                  </p:oleObj>
                </mc:Choice>
                <mc:Fallback>
                  <p:oleObj name="公式" r:id="rId10" imgW="164885" imgH="164885" progId="Equation.3">
                    <p:embed/>
                    <p:pic>
                      <p:nvPicPr>
                        <p:cNvPr id="0" name="Picture 12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60" y="2606"/>
                          <a:ext cx="201" cy="25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29" name="Object 10"/>
            <p:cNvGraphicFramePr>
              <a:graphicFrameLocks noChangeAspect="1"/>
            </p:cNvGraphicFramePr>
            <p:nvPr/>
          </p:nvGraphicFramePr>
          <p:xfrm>
            <a:off x="3552" y="3600"/>
            <a:ext cx="336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139700" imgH="139700" progId="Equation.3">
                    <p:embed/>
                  </p:oleObj>
                </mc:Choice>
                <mc:Fallback>
                  <p:oleObj name="公式" r:id="rId12" imgW="139700" imgH="139700" progId="Equation.3">
                    <p:embed/>
                    <p:pic>
                      <p:nvPicPr>
                        <p:cNvPr id="0" name="Picture 12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3600"/>
                          <a:ext cx="336" cy="2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30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72254019"/>
                </p:ext>
              </p:extLst>
            </p:nvPr>
          </p:nvGraphicFramePr>
          <p:xfrm flipH="1" flipV="1">
            <a:off x="219" y="1466"/>
            <a:ext cx="223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39579" imgH="164957" progId="Equation.3">
                    <p:embed/>
                  </p:oleObj>
                </mc:Choice>
                <mc:Fallback>
                  <p:oleObj name="公式" r:id="rId14" imgW="139579" imgH="164957" progId="Equation.3">
                    <p:embed/>
                    <p:pic>
                      <p:nvPicPr>
                        <p:cNvPr id="0" name="Picture 12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 flipH="1" flipV="1">
                          <a:off x="219" y="1466"/>
                          <a:ext cx="223" cy="2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31" name="Object 12"/>
            <p:cNvGraphicFramePr>
              <a:graphicFrameLocks noChangeAspect="1"/>
            </p:cNvGraphicFramePr>
            <p:nvPr/>
          </p:nvGraphicFramePr>
          <p:xfrm>
            <a:off x="240" y="3504"/>
            <a:ext cx="294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126835" imgH="139518" progId="Equation.3">
                    <p:embed/>
                  </p:oleObj>
                </mc:Choice>
                <mc:Fallback>
                  <p:oleObj name="公式" r:id="rId16" imgW="126835" imgH="139518" progId="Equation.3">
                    <p:embed/>
                    <p:pic>
                      <p:nvPicPr>
                        <p:cNvPr id="0" name="Picture 12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" y="3504"/>
                          <a:ext cx="294" cy="3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32" name="Freeform 13"/>
            <p:cNvSpPr>
              <a:spLocks/>
            </p:cNvSpPr>
            <p:nvPr/>
          </p:nvSpPr>
          <p:spPr bwMode="auto">
            <a:xfrm>
              <a:off x="768" y="1728"/>
              <a:ext cx="2208" cy="1272"/>
            </a:xfrm>
            <a:custGeom>
              <a:avLst/>
              <a:gdLst>
                <a:gd name="T0" fmla="*/ 2208 w 2208"/>
                <a:gd name="T1" fmla="*/ 936 h 1272"/>
                <a:gd name="T2" fmla="*/ 2160 w 2208"/>
                <a:gd name="T3" fmla="*/ 600 h 1272"/>
                <a:gd name="T4" fmla="*/ 1920 w 2208"/>
                <a:gd name="T5" fmla="*/ 264 h 1272"/>
                <a:gd name="T6" fmla="*/ 1584 w 2208"/>
                <a:gd name="T7" fmla="*/ 72 h 1272"/>
                <a:gd name="T8" fmla="*/ 1104 w 2208"/>
                <a:gd name="T9" fmla="*/ 24 h 1272"/>
                <a:gd name="T10" fmla="*/ 672 w 2208"/>
                <a:gd name="T11" fmla="*/ 216 h 1272"/>
                <a:gd name="T12" fmla="*/ 192 w 2208"/>
                <a:gd name="T13" fmla="*/ 792 h 1272"/>
                <a:gd name="T14" fmla="*/ 0 w 2208"/>
                <a:gd name="T15" fmla="*/ 1272 h 127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08" h="1272">
                  <a:moveTo>
                    <a:pt x="2208" y="936"/>
                  </a:moveTo>
                  <a:cubicBezTo>
                    <a:pt x="2208" y="824"/>
                    <a:pt x="2208" y="712"/>
                    <a:pt x="2160" y="600"/>
                  </a:cubicBezTo>
                  <a:cubicBezTo>
                    <a:pt x="2112" y="488"/>
                    <a:pt x="2016" y="352"/>
                    <a:pt x="1920" y="264"/>
                  </a:cubicBezTo>
                  <a:cubicBezTo>
                    <a:pt x="1824" y="176"/>
                    <a:pt x="1720" y="112"/>
                    <a:pt x="1584" y="72"/>
                  </a:cubicBezTo>
                  <a:cubicBezTo>
                    <a:pt x="1448" y="32"/>
                    <a:pt x="1256" y="0"/>
                    <a:pt x="1104" y="24"/>
                  </a:cubicBezTo>
                  <a:cubicBezTo>
                    <a:pt x="952" y="48"/>
                    <a:pt x="824" y="88"/>
                    <a:pt x="672" y="216"/>
                  </a:cubicBezTo>
                  <a:cubicBezTo>
                    <a:pt x="520" y="344"/>
                    <a:pt x="304" y="616"/>
                    <a:pt x="192" y="792"/>
                  </a:cubicBezTo>
                  <a:cubicBezTo>
                    <a:pt x="80" y="968"/>
                    <a:pt x="32" y="1192"/>
                    <a:pt x="0" y="1272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1758" name="Group 14"/>
          <p:cNvGrpSpPr>
            <a:grpSpLocks/>
          </p:cNvGrpSpPr>
          <p:nvPr/>
        </p:nvGrpSpPr>
        <p:grpSpPr bwMode="auto">
          <a:xfrm>
            <a:off x="3429000" y="2895600"/>
            <a:ext cx="1905000" cy="3276600"/>
            <a:chOff x="1200" y="1824"/>
            <a:chExt cx="1200" cy="2064"/>
          </a:xfrm>
        </p:grpSpPr>
        <p:sp>
          <p:nvSpPr>
            <p:cNvPr id="29720" name="Line 15"/>
            <p:cNvSpPr>
              <a:spLocks noChangeShapeType="1"/>
            </p:cNvSpPr>
            <p:nvPr/>
          </p:nvSpPr>
          <p:spPr bwMode="auto">
            <a:xfrm>
              <a:off x="1344" y="2064"/>
              <a:ext cx="0" cy="14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21" name="Line 16"/>
            <p:cNvSpPr>
              <a:spLocks noChangeShapeType="1"/>
            </p:cNvSpPr>
            <p:nvPr/>
          </p:nvSpPr>
          <p:spPr bwMode="auto">
            <a:xfrm>
              <a:off x="1728" y="1824"/>
              <a:ext cx="0" cy="17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9722" name="Object 17"/>
            <p:cNvGraphicFramePr>
              <a:graphicFrameLocks noChangeAspect="1"/>
            </p:cNvGraphicFramePr>
            <p:nvPr/>
          </p:nvGraphicFramePr>
          <p:xfrm>
            <a:off x="1584" y="3504"/>
            <a:ext cx="816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571252" imgH="228501" progId="Equation.3">
                    <p:embed/>
                  </p:oleObj>
                </mc:Choice>
                <mc:Fallback>
                  <p:oleObj name="公式" r:id="rId18" imgW="571252" imgH="228501" progId="Equation.3">
                    <p:embed/>
                    <p:pic>
                      <p:nvPicPr>
                        <p:cNvPr id="0" name="Picture 12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4" y="3504"/>
                          <a:ext cx="816" cy="3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23" name="Object 18"/>
            <p:cNvGraphicFramePr>
              <a:graphicFrameLocks noChangeAspect="1"/>
            </p:cNvGraphicFramePr>
            <p:nvPr/>
          </p:nvGraphicFramePr>
          <p:xfrm>
            <a:off x="1200" y="3504"/>
            <a:ext cx="285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177646" imgH="228402" progId="Equation.3">
                    <p:embed/>
                  </p:oleObj>
                </mc:Choice>
                <mc:Fallback>
                  <p:oleObj name="公式" r:id="rId20" imgW="177646" imgH="228402" progId="Equation.3">
                    <p:embed/>
                    <p:pic>
                      <p:nvPicPr>
                        <p:cNvPr id="0" name="Picture 12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3504"/>
                          <a:ext cx="285" cy="3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24" name="Line 19"/>
            <p:cNvSpPr>
              <a:spLocks noChangeShapeType="1"/>
            </p:cNvSpPr>
            <p:nvPr/>
          </p:nvSpPr>
          <p:spPr bwMode="auto">
            <a:xfrm>
              <a:off x="1344" y="2064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9703" name="Text Box 20"/>
          <p:cNvSpPr txBox="1">
            <a:spLocks noChangeArrowheads="1"/>
          </p:cNvSpPr>
          <p:nvPr/>
        </p:nvSpPr>
        <p:spPr bwMode="auto">
          <a:xfrm>
            <a:off x="2088638" y="680679"/>
            <a:ext cx="4580756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三</a:t>
            </a:r>
            <a:r>
              <a:rPr kumimoji="1"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1"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平面曲线的弧长</a:t>
            </a:r>
          </a:p>
        </p:txBody>
      </p:sp>
      <p:sp>
        <p:nvSpPr>
          <p:cNvPr id="31765" name="Text Box 21"/>
          <p:cNvSpPr txBox="1">
            <a:spLocks noChangeArrowheads="1"/>
          </p:cNvSpPr>
          <p:nvPr/>
        </p:nvSpPr>
        <p:spPr bwMode="auto">
          <a:xfrm>
            <a:off x="2095500" y="1434895"/>
            <a:ext cx="3886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b="1" dirty="0">
                <a:solidFill>
                  <a:srgbClr val="0000FF"/>
                </a:solidFill>
                <a:latin typeface="宋体" panose="02010600030101010101" pitchFamily="2" charset="-122"/>
              </a:rPr>
              <a:t>何谓曲线的长 ？</a:t>
            </a:r>
          </a:p>
        </p:txBody>
      </p:sp>
      <p:sp>
        <p:nvSpPr>
          <p:cNvPr id="31766" name="Text Box 22"/>
          <p:cNvSpPr txBox="1">
            <a:spLocks noChangeArrowheads="1"/>
          </p:cNvSpPr>
          <p:nvPr/>
        </p:nvSpPr>
        <p:spPr bwMode="auto">
          <a:xfrm>
            <a:off x="5219700" y="1438920"/>
            <a:ext cx="44196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—</a:t>
            </a:r>
            <a:r>
              <a:rPr kumimoji="1" lang="zh-CN" altLang="en-US" b="1" dirty="0">
                <a:solidFill>
                  <a:srgbClr val="0000FF"/>
                </a:solidFill>
                <a:latin typeface="宋体" panose="02010600030101010101" pitchFamily="2" charset="-122"/>
              </a:rPr>
              <a:t>内接折线长的极限</a:t>
            </a:r>
          </a:p>
        </p:txBody>
      </p:sp>
      <p:grpSp>
        <p:nvGrpSpPr>
          <p:cNvPr id="31767" name="Group 23"/>
          <p:cNvGrpSpPr>
            <a:grpSpLocks/>
          </p:cNvGrpSpPr>
          <p:nvPr/>
        </p:nvGrpSpPr>
        <p:grpSpPr bwMode="auto">
          <a:xfrm>
            <a:off x="2514600" y="2362200"/>
            <a:ext cx="4513263" cy="2947988"/>
            <a:chOff x="624" y="1488"/>
            <a:chExt cx="2843" cy="1857"/>
          </a:xfrm>
        </p:grpSpPr>
        <p:graphicFrame>
          <p:nvGraphicFramePr>
            <p:cNvPr id="29707" name="Object 24"/>
            <p:cNvGraphicFramePr>
              <a:graphicFrameLocks noChangeAspect="1"/>
            </p:cNvGraphicFramePr>
            <p:nvPr/>
          </p:nvGraphicFramePr>
          <p:xfrm>
            <a:off x="624" y="2352"/>
            <a:ext cx="306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241091" imgH="215713" progId="Equation.3">
                    <p:embed/>
                  </p:oleObj>
                </mc:Choice>
                <mc:Fallback>
                  <p:oleObj name="公式" r:id="rId22" imgW="241091" imgH="215713" progId="Equation.3">
                    <p:embed/>
                    <p:pic>
                      <p:nvPicPr>
                        <p:cNvPr id="0" name="Picture 12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2352"/>
                          <a:ext cx="306" cy="32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08" name="Object 25"/>
            <p:cNvGraphicFramePr>
              <a:graphicFrameLocks noChangeAspect="1"/>
            </p:cNvGraphicFramePr>
            <p:nvPr/>
          </p:nvGraphicFramePr>
          <p:xfrm>
            <a:off x="1008" y="1728"/>
            <a:ext cx="405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330200" imgH="228600" progId="Equation.3">
                    <p:embed/>
                  </p:oleObj>
                </mc:Choice>
                <mc:Fallback>
                  <p:oleObj name="公式" r:id="rId24" imgW="330200" imgH="228600" progId="Equation.3">
                    <p:embed/>
                    <p:pic>
                      <p:nvPicPr>
                        <p:cNvPr id="0" name="Picture 12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8" y="1728"/>
                          <a:ext cx="405" cy="3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09" name="Object 26"/>
            <p:cNvGraphicFramePr>
              <a:graphicFrameLocks noChangeAspect="1"/>
            </p:cNvGraphicFramePr>
            <p:nvPr/>
          </p:nvGraphicFramePr>
          <p:xfrm>
            <a:off x="1584" y="1488"/>
            <a:ext cx="31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6" imgW="241300" imgH="228600" progId="Equation.3">
                    <p:embed/>
                  </p:oleObj>
                </mc:Choice>
                <mc:Fallback>
                  <p:oleObj name="公式" r:id="rId26" imgW="241300" imgH="228600" progId="Equation.3">
                    <p:embed/>
                    <p:pic>
                      <p:nvPicPr>
                        <p:cNvPr id="0" name="Picture 12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4" y="1488"/>
                          <a:ext cx="313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10" name="Line 27"/>
            <p:cNvSpPr>
              <a:spLocks noChangeShapeType="1"/>
            </p:cNvSpPr>
            <p:nvPr/>
          </p:nvSpPr>
          <p:spPr bwMode="auto">
            <a:xfrm flipH="1" flipV="1">
              <a:off x="2880" y="2256"/>
              <a:ext cx="96" cy="38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1" name="Line 28"/>
            <p:cNvSpPr>
              <a:spLocks noChangeShapeType="1"/>
            </p:cNvSpPr>
            <p:nvPr/>
          </p:nvSpPr>
          <p:spPr bwMode="auto">
            <a:xfrm flipH="1" flipV="1">
              <a:off x="2592" y="1920"/>
              <a:ext cx="288" cy="33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2" name="Line 29"/>
            <p:cNvSpPr>
              <a:spLocks noChangeShapeType="1"/>
            </p:cNvSpPr>
            <p:nvPr/>
          </p:nvSpPr>
          <p:spPr bwMode="auto">
            <a:xfrm flipH="1" flipV="1">
              <a:off x="2208" y="1776"/>
              <a:ext cx="384" cy="14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3" name="Line 30"/>
            <p:cNvSpPr>
              <a:spLocks noChangeShapeType="1"/>
            </p:cNvSpPr>
            <p:nvPr/>
          </p:nvSpPr>
          <p:spPr bwMode="auto">
            <a:xfrm flipH="1">
              <a:off x="1728" y="1776"/>
              <a:ext cx="48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4" name="Line 31"/>
            <p:cNvSpPr>
              <a:spLocks noChangeShapeType="1"/>
            </p:cNvSpPr>
            <p:nvPr/>
          </p:nvSpPr>
          <p:spPr bwMode="auto">
            <a:xfrm flipH="1">
              <a:off x="1344" y="1776"/>
              <a:ext cx="384" cy="28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5" name="Line 32"/>
            <p:cNvSpPr>
              <a:spLocks noChangeShapeType="1"/>
            </p:cNvSpPr>
            <p:nvPr/>
          </p:nvSpPr>
          <p:spPr bwMode="auto">
            <a:xfrm flipV="1">
              <a:off x="768" y="2544"/>
              <a:ext cx="192" cy="43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6" name="Line 33"/>
            <p:cNvSpPr>
              <a:spLocks noChangeShapeType="1"/>
            </p:cNvSpPr>
            <p:nvPr/>
          </p:nvSpPr>
          <p:spPr bwMode="auto">
            <a:xfrm flipV="1">
              <a:off x="960" y="2304"/>
              <a:ext cx="144" cy="24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7" name="Line 34"/>
            <p:cNvSpPr>
              <a:spLocks noChangeShapeType="1"/>
            </p:cNvSpPr>
            <p:nvPr/>
          </p:nvSpPr>
          <p:spPr bwMode="auto">
            <a:xfrm flipV="1">
              <a:off x="1104" y="2064"/>
              <a:ext cx="240" cy="24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9718" name="Object 35"/>
            <p:cNvGraphicFramePr>
              <a:graphicFrameLocks noChangeAspect="1"/>
            </p:cNvGraphicFramePr>
            <p:nvPr/>
          </p:nvGraphicFramePr>
          <p:xfrm>
            <a:off x="777" y="3024"/>
            <a:ext cx="510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8" imgW="368300" imgH="228600" progId="Equation.3">
                    <p:embed/>
                  </p:oleObj>
                </mc:Choice>
                <mc:Fallback>
                  <p:oleObj name="公式" r:id="rId28" imgW="368300" imgH="228600" progId="Equation.3">
                    <p:embed/>
                    <p:pic>
                      <p:nvPicPr>
                        <p:cNvPr id="0" name="Picture 12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7" y="3024"/>
                          <a:ext cx="510" cy="32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19" name="Object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52768706"/>
                </p:ext>
              </p:extLst>
            </p:nvPr>
          </p:nvGraphicFramePr>
          <p:xfrm>
            <a:off x="3044" y="2606"/>
            <a:ext cx="423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0" imgW="381000" imgH="228600" progId="Equation.3">
                    <p:embed/>
                  </p:oleObj>
                </mc:Choice>
                <mc:Fallback>
                  <p:oleObj name="公式" r:id="rId30" imgW="381000" imgH="228600" progId="Equation.3">
                    <p:embed/>
                    <p:pic>
                      <p:nvPicPr>
                        <p:cNvPr id="0" name="Picture 12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44" y="2606"/>
                          <a:ext cx="423" cy="3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39240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1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31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1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1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65" grpId="0" autoUpdateAnimBg="0"/>
      <p:bldP spid="31766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6162736"/>
              </p:ext>
            </p:extLst>
          </p:nvPr>
        </p:nvGraphicFramePr>
        <p:xfrm>
          <a:off x="2071696" y="757032"/>
          <a:ext cx="3702180" cy="57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358310" imgH="215806" progId="Equation.3">
                  <p:embed/>
                </p:oleObj>
              </mc:Choice>
              <mc:Fallback>
                <p:oleObj name="公式" r:id="rId3" imgW="1358310" imgH="215806" progId="Equation.3">
                  <p:embed/>
                  <p:pic>
                    <p:nvPicPr>
                      <p:cNvPr id="0" name="Picture 7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696" y="757032"/>
                        <a:ext cx="3702180" cy="577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4445778"/>
              </p:ext>
            </p:extLst>
          </p:nvPr>
        </p:nvGraphicFramePr>
        <p:xfrm>
          <a:off x="5791255" y="795718"/>
          <a:ext cx="3600400" cy="5353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422400" imgH="203200" progId="Equation.3">
                  <p:embed/>
                </p:oleObj>
              </mc:Choice>
              <mc:Fallback>
                <p:oleObj name="公式" r:id="rId5" imgW="1422400" imgH="203200" progId="Equation.3">
                  <p:embed/>
                  <p:pic>
                    <p:nvPicPr>
                      <p:cNvPr id="0" name="Picture 7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55" y="795718"/>
                        <a:ext cx="3600400" cy="53535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1722801"/>
              </p:ext>
            </p:extLst>
          </p:nvPr>
        </p:nvGraphicFramePr>
        <p:xfrm>
          <a:off x="2071266" y="1375978"/>
          <a:ext cx="7405221" cy="607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2527300" imgH="228600" progId="Equation.3">
                  <p:embed/>
                </p:oleObj>
              </mc:Choice>
              <mc:Fallback>
                <p:oleObj name="公式" r:id="rId7" imgW="2527300" imgH="228600" progId="Equation.3">
                  <p:embed/>
                  <p:pic>
                    <p:nvPicPr>
                      <p:cNvPr id="0" name="Picture 7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266" y="1375978"/>
                        <a:ext cx="7405221" cy="60725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8349614"/>
              </p:ext>
            </p:extLst>
          </p:nvPr>
        </p:nvGraphicFramePr>
        <p:xfrm>
          <a:off x="2476927" y="1996406"/>
          <a:ext cx="6999560" cy="7545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997200" imgH="292100" progId="Equation.3">
                  <p:embed/>
                </p:oleObj>
              </mc:Choice>
              <mc:Fallback>
                <p:oleObj name="公式" r:id="rId9" imgW="2997200" imgH="292100" progId="Equation.3">
                  <p:embed/>
                  <p:pic>
                    <p:nvPicPr>
                      <p:cNvPr id="0" name="Picture 7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927" y="1996406"/>
                        <a:ext cx="6999560" cy="75455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1889354"/>
              </p:ext>
            </p:extLst>
          </p:nvPr>
        </p:nvGraphicFramePr>
        <p:xfrm>
          <a:off x="2090645" y="2844219"/>
          <a:ext cx="4974704" cy="5868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701800" imgH="215900" progId="Equation.3">
                  <p:embed/>
                </p:oleObj>
              </mc:Choice>
              <mc:Fallback>
                <p:oleObj name="公式" r:id="rId11" imgW="1701800" imgH="215900" progId="Equation.3">
                  <p:embed/>
                  <p:pic>
                    <p:nvPicPr>
                      <p:cNvPr id="0" name="Picture 7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0645" y="2844219"/>
                        <a:ext cx="4974704" cy="5868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2675683"/>
              </p:ext>
            </p:extLst>
          </p:nvPr>
        </p:nvGraphicFramePr>
        <p:xfrm>
          <a:off x="2888754" y="3473450"/>
          <a:ext cx="6224736" cy="6592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2298700" imgH="228600" progId="Equation.3">
                  <p:embed/>
                </p:oleObj>
              </mc:Choice>
              <mc:Fallback>
                <p:oleObj name="公式" r:id="rId13" imgW="2298700" imgH="228600" progId="Equation.3">
                  <p:embed/>
                  <p:pic>
                    <p:nvPicPr>
                      <p:cNvPr id="0" name="Picture 7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8754" y="3473450"/>
                        <a:ext cx="6224736" cy="65921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6196492"/>
              </p:ext>
            </p:extLst>
          </p:nvPr>
        </p:nvGraphicFramePr>
        <p:xfrm>
          <a:off x="7924800" y="4114938"/>
          <a:ext cx="2438400" cy="5979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965200" imgH="228600" progId="Equation.3">
                  <p:embed/>
                </p:oleObj>
              </mc:Choice>
              <mc:Fallback>
                <p:oleObj name="公式" r:id="rId15" imgW="965200" imgH="228600" progId="Equation.3">
                  <p:embed/>
                  <p:pic>
                    <p:nvPicPr>
                      <p:cNvPr id="0" name="Picture 7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4800" y="4114938"/>
                        <a:ext cx="2438400" cy="59798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0990579"/>
              </p:ext>
            </p:extLst>
          </p:nvPr>
        </p:nvGraphicFramePr>
        <p:xfrm>
          <a:off x="2057400" y="4728999"/>
          <a:ext cx="8305800" cy="7367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3162300" imgH="292100" progId="Equation.3">
                  <p:embed/>
                </p:oleObj>
              </mc:Choice>
              <mc:Fallback>
                <p:oleObj name="公式" r:id="rId17" imgW="3162300" imgH="292100" progId="Equation.3">
                  <p:embed/>
                  <p:pic>
                    <p:nvPicPr>
                      <p:cNvPr id="0" name="Picture 7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728999"/>
                        <a:ext cx="8305800" cy="73676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1982173"/>
              </p:ext>
            </p:extLst>
          </p:nvPr>
        </p:nvGraphicFramePr>
        <p:xfrm>
          <a:off x="3169940" y="5465766"/>
          <a:ext cx="5662364" cy="10322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2311400" imgH="431800" progId="Equation.3">
                  <p:embed/>
                </p:oleObj>
              </mc:Choice>
              <mc:Fallback>
                <p:oleObj name="公式" r:id="rId19" imgW="2311400" imgH="431800" progId="Equation.3">
                  <p:embed/>
                  <p:pic>
                    <p:nvPicPr>
                      <p:cNvPr id="0" name="Picture 7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9940" y="5465766"/>
                        <a:ext cx="5662364" cy="10322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05007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2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2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79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1782402"/>
              </p:ext>
            </p:extLst>
          </p:nvPr>
        </p:nvGraphicFramePr>
        <p:xfrm>
          <a:off x="2063552" y="614697"/>
          <a:ext cx="3384376" cy="716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22400" imgH="292100" progId="Equation.3">
                  <p:embed/>
                </p:oleObj>
              </mc:Choice>
              <mc:Fallback>
                <p:oleObj name="公式" r:id="rId2" imgW="1422400" imgH="292100" progId="Equation.3">
                  <p:embed/>
                  <p:pic>
                    <p:nvPicPr>
                      <p:cNvPr id="0" name="Picture 5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552" y="614697"/>
                        <a:ext cx="3384376" cy="7165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47210"/>
              </p:ext>
            </p:extLst>
          </p:nvPr>
        </p:nvGraphicFramePr>
        <p:xfrm>
          <a:off x="5807968" y="593322"/>
          <a:ext cx="2376264" cy="7003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952087" imgH="279279" progId="Equation.3">
                  <p:embed/>
                </p:oleObj>
              </mc:Choice>
              <mc:Fallback>
                <p:oleObj name="公式" r:id="rId4" imgW="952087" imgH="279279" progId="Equation.3">
                  <p:embed/>
                  <p:pic>
                    <p:nvPicPr>
                      <p:cNvPr id="0" name="Picture 5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7968" y="593322"/>
                        <a:ext cx="2376264" cy="70035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949053"/>
              </p:ext>
            </p:extLst>
          </p:nvPr>
        </p:nvGraphicFramePr>
        <p:xfrm>
          <a:off x="2999656" y="1272305"/>
          <a:ext cx="4437112" cy="6667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536033" imgH="253890" progId="Equation.3">
                  <p:embed/>
                </p:oleObj>
              </mc:Choice>
              <mc:Fallback>
                <p:oleObj name="公式" r:id="rId6" imgW="1536033" imgH="253890" progId="Equation.3">
                  <p:embed/>
                  <p:pic>
                    <p:nvPicPr>
                      <p:cNvPr id="0" name="Picture 5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9656" y="1272305"/>
                        <a:ext cx="4437112" cy="6667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2225289"/>
              </p:ext>
            </p:extLst>
          </p:nvPr>
        </p:nvGraphicFramePr>
        <p:xfrm>
          <a:off x="2063552" y="1916112"/>
          <a:ext cx="6048672" cy="5960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171700" imgH="228600" progId="Equation.3">
                  <p:embed/>
                </p:oleObj>
              </mc:Choice>
              <mc:Fallback>
                <p:oleObj name="公式" r:id="rId8" imgW="2171700" imgH="228600" progId="Equation.3">
                  <p:embed/>
                  <p:pic>
                    <p:nvPicPr>
                      <p:cNvPr id="0" name="Picture 5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552" y="1916112"/>
                        <a:ext cx="6048672" cy="59608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6840317"/>
              </p:ext>
            </p:extLst>
          </p:nvPr>
        </p:nvGraphicFramePr>
        <p:xfrm>
          <a:off x="2855640" y="2374053"/>
          <a:ext cx="4940150" cy="3122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03400" imgH="1231900" progId="Equation.3">
                  <p:embed/>
                </p:oleObj>
              </mc:Choice>
              <mc:Fallback>
                <p:oleObj name="Equation" r:id="rId10" imgW="1803400" imgH="1231900" progId="Equation.3">
                  <p:embed/>
                  <p:pic>
                    <p:nvPicPr>
                      <p:cNvPr id="0" name="Picture 5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640" y="2374053"/>
                        <a:ext cx="4940150" cy="312205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2246464"/>
              </p:ext>
            </p:extLst>
          </p:nvPr>
        </p:nvGraphicFramePr>
        <p:xfrm>
          <a:off x="1919536" y="5542941"/>
          <a:ext cx="1152502" cy="5298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93529" imgH="203112" progId="Equation.3">
                  <p:embed/>
                </p:oleObj>
              </mc:Choice>
              <mc:Fallback>
                <p:oleObj name="公式" r:id="rId12" imgW="393529" imgH="203112" progId="Equation.3">
                  <p:embed/>
                  <p:pic>
                    <p:nvPicPr>
                      <p:cNvPr id="0" name="Picture 5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536" y="5542941"/>
                        <a:ext cx="1152502" cy="5298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5409017"/>
              </p:ext>
            </p:extLst>
          </p:nvPr>
        </p:nvGraphicFramePr>
        <p:xfrm>
          <a:off x="3215680" y="5523573"/>
          <a:ext cx="5761433" cy="89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314080" imgH="296640" progId="Equation.3">
                  <p:embed/>
                </p:oleObj>
              </mc:Choice>
              <mc:Fallback>
                <p:oleObj name="Equation" r:id="rId14" imgW="2314080" imgH="296640" progId="Equation.3">
                  <p:embed/>
                  <p:pic>
                    <p:nvPicPr>
                      <p:cNvPr id="0" name="Picture 5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5680" y="5523573"/>
                        <a:ext cx="5761433" cy="899763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580152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7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5019726"/>
              </p:ext>
            </p:extLst>
          </p:nvPr>
        </p:nvGraphicFramePr>
        <p:xfrm>
          <a:off x="2279576" y="766914"/>
          <a:ext cx="5798743" cy="6360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81200" imgH="228600" progId="Equation.DSMT4">
                  <p:embed/>
                </p:oleObj>
              </mc:Choice>
              <mc:Fallback>
                <p:oleObj name="Equation" r:id="rId3" imgW="1981200" imgH="228600" progId="Equation.DSMT4">
                  <p:embed/>
                  <p:pic>
                    <p:nvPicPr>
                      <p:cNvPr id="0" name="Picture 5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576" y="766914"/>
                        <a:ext cx="5798743" cy="63608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1375643"/>
              </p:ext>
            </p:extLst>
          </p:nvPr>
        </p:nvGraphicFramePr>
        <p:xfrm>
          <a:off x="3220065" y="1453451"/>
          <a:ext cx="2324558" cy="12815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634725" imgH="469696" progId="Equation.3">
                  <p:embed/>
                </p:oleObj>
              </mc:Choice>
              <mc:Fallback>
                <p:oleObj name="公式" r:id="rId5" imgW="634725" imgH="469696" progId="Equation.3">
                  <p:embed/>
                  <p:pic>
                    <p:nvPicPr>
                      <p:cNvPr id="0" name="Picture 5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0065" y="1453451"/>
                        <a:ext cx="2324558" cy="128152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7744013"/>
              </p:ext>
            </p:extLst>
          </p:nvPr>
        </p:nvGraphicFramePr>
        <p:xfrm>
          <a:off x="5823923" y="1778227"/>
          <a:ext cx="2270351" cy="5215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736600" imgH="203200" progId="Equation.3">
                  <p:embed/>
                </p:oleObj>
              </mc:Choice>
              <mc:Fallback>
                <p:oleObj name="公式" r:id="rId7" imgW="736600" imgH="203200" progId="Equation.3">
                  <p:embed/>
                  <p:pic>
                    <p:nvPicPr>
                      <p:cNvPr id="0" name="Picture 5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3923" y="1778227"/>
                        <a:ext cx="2270351" cy="52154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644013"/>
              </p:ext>
            </p:extLst>
          </p:nvPr>
        </p:nvGraphicFramePr>
        <p:xfrm>
          <a:off x="2279576" y="2802359"/>
          <a:ext cx="6716712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336760" imgH="215640" progId="Equation.DSMT4">
                  <p:embed/>
                </p:oleObj>
              </mc:Choice>
              <mc:Fallback>
                <p:oleObj name="Equation" r:id="rId9" imgW="2336760" imgH="215640" progId="Equation.DSMT4">
                  <p:embed/>
                  <p:pic>
                    <p:nvPicPr>
                      <p:cNvPr id="0" name="Picture 5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576" y="2802359"/>
                        <a:ext cx="6716712" cy="606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2719054"/>
              </p:ext>
            </p:extLst>
          </p:nvPr>
        </p:nvGraphicFramePr>
        <p:xfrm>
          <a:off x="2279575" y="3476170"/>
          <a:ext cx="7088695" cy="12389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413000" imgH="457200" progId="Equation.3">
                  <p:embed/>
                </p:oleObj>
              </mc:Choice>
              <mc:Fallback>
                <p:oleObj name="Equation" r:id="rId11" imgW="2413000" imgH="457200" progId="Equation.3">
                  <p:embed/>
                  <p:pic>
                    <p:nvPicPr>
                      <p:cNvPr id="0" name="Picture 5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575" y="3476170"/>
                        <a:ext cx="7088695" cy="12389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250809"/>
              </p:ext>
            </p:extLst>
          </p:nvPr>
        </p:nvGraphicFramePr>
        <p:xfrm>
          <a:off x="4717474" y="4941733"/>
          <a:ext cx="4483248" cy="10804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501200" imgH="296640" progId="Equation.3">
                  <p:embed/>
                </p:oleObj>
              </mc:Choice>
              <mc:Fallback>
                <p:oleObj name="Equation" r:id="rId13" imgW="1501200" imgH="296640" progId="Equation.3">
                  <p:embed/>
                  <p:pic>
                    <p:nvPicPr>
                      <p:cNvPr id="0" name="Picture 5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7474" y="4941733"/>
                        <a:ext cx="4483248" cy="1080447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0711337"/>
              </p:ext>
            </p:extLst>
          </p:nvPr>
        </p:nvGraphicFramePr>
        <p:xfrm>
          <a:off x="2279576" y="5208158"/>
          <a:ext cx="2102768" cy="5475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710891" imgH="203112" progId="Equation.3">
                  <p:embed/>
                </p:oleObj>
              </mc:Choice>
              <mc:Fallback>
                <p:oleObj name="公式" r:id="rId15" imgW="710891" imgH="203112" progId="Equation.3">
                  <p:embed/>
                  <p:pic>
                    <p:nvPicPr>
                      <p:cNvPr id="0" name="Picture 5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576" y="5208158"/>
                        <a:ext cx="2102768" cy="54759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89943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3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84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2852102"/>
              </p:ext>
            </p:extLst>
          </p:nvPr>
        </p:nvGraphicFramePr>
        <p:xfrm>
          <a:off x="1981199" y="875472"/>
          <a:ext cx="6635081" cy="640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145369" imgH="215806" progId="Equation.3">
                  <p:embed/>
                </p:oleObj>
              </mc:Choice>
              <mc:Fallback>
                <p:oleObj name="公式" r:id="rId2" imgW="2145369" imgH="215806" progId="Equation.3">
                  <p:embed/>
                  <p:pic>
                    <p:nvPicPr>
                      <p:cNvPr id="0" name="Picture 5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199" y="875472"/>
                        <a:ext cx="6635081" cy="6402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2231840"/>
              </p:ext>
            </p:extLst>
          </p:nvPr>
        </p:nvGraphicFramePr>
        <p:xfrm>
          <a:off x="3602358" y="1593924"/>
          <a:ext cx="4373587" cy="5612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485900" imgH="203200" progId="Equation.3">
                  <p:embed/>
                </p:oleObj>
              </mc:Choice>
              <mc:Fallback>
                <p:oleObj name="公式" r:id="rId4" imgW="1485900" imgH="203200" progId="Equation.3">
                  <p:embed/>
                  <p:pic>
                    <p:nvPicPr>
                      <p:cNvPr id="0" name="Picture 5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2358" y="1593924"/>
                        <a:ext cx="4373587" cy="56122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3004071"/>
              </p:ext>
            </p:extLst>
          </p:nvPr>
        </p:nvGraphicFramePr>
        <p:xfrm>
          <a:off x="1981199" y="2233399"/>
          <a:ext cx="4030663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6800" imgH="215640" progId="Equation.DSMT4">
                  <p:embed/>
                </p:oleObj>
              </mc:Choice>
              <mc:Fallback>
                <p:oleObj name="Equation" r:id="rId6" imgW="1396800" imgH="215640" progId="Equation.DSMT4">
                  <p:embed/>
                  <p:pic>
                    <p:nvPicPr>
                      <p:cNvPr id="0" name="Picture 5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199" y="2233399"/>
                        <a:ext cx="4030663" cy="611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3892668"/>
              </p:ext>
            </p:extLst>
          </p:nvPr>
        </p:nvGraphicFramePr>
        <p:xfrm>
          <a:off x="1981199" y="3173884"/>
          <a:ext cx="3242319" cy="701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952087" imgH="228501" progId="Equation.3">
                  <p:embed/>
                </p:oleObj>
              </mc:Choice>
              <mc:Fallback>
                <p:oleObj name="公式" r:id="rId8" imgW="952087" imgH="228501" progId="Equation.3">
                  <p:embed/>
                  <p:pic>
                    <p:nvPicPr>
                      <p:cNvPr id="0" name="Picture 5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199" y="3173884"/>
                        <a:ext cx="3242319" cy="70115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6498799"/>
              </p:ext>
            </p:extLst>
          </p:nvPr>
        </p:nvGraphicFramePr>
        <p:xfrm>
          <a:off x="3237001" y="3860346"/>
          <a:ext cx="5178250" cy="123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879600" imgH="469900" progId="Equation.3">
                  <p:embed/>
                </p:oleObj>
              </mc:Choice>
              <mc:Fallback>
                <p:oleObj name="公式" r:id="rId10" imgW="1879600" imgH="469900" progId="Equation.3">
                  <p:embed/>
                  <p:pic>
                    <p:nvPicPr>
                      <p:cNvPr id="0" name="Picture 5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7001" y="3860346"/>
                        <a:ext cx="5178250" cy="1230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3378365"/>
              </p:ext>
            </p:extLst>
          </p:nvPr>
        </p:nvGraphicFramePr>
        <p:xfrm>
          <a:off x="1981199" y="5486400"/>
          <a:ext cx="2330477" cy="6068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710891" imgH="203112" progId="Equation.3">
                  <p:embed/>
                </p:oleObj>
              </mc:Choice>
              <mc:Fallback>
                <p:oleObj name="公式" r:id="rId12" imgW="710891" imgH="203112" progId="Equation.3">
                  <p:embed/>
                  <p:pic>
                    <p:nvPicPr>
                      <p:cNvPr id="0" name="Picture 5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199" y="5486400"/>
                        <a:ext cx="2330477" cy="60689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3629538"/>
              </p:ext>
            </p:extLst>
          </p:nvPr>
        </p:nvGraphicFramePr>
        <p:xfrm>
          <a:off x="4520596" y="5247560"/>
          <a:ext cx="4568826" cy="10187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625760" imgH="296640" progId="Equation.3">
                  <p:embed/>
                </p:oleObj>
              </mc:Choice>
              <mc:Fallback>
                <p:oleObj name="Equation" r:id="rId14" imgW="1625760" imgH="296640" progId="Equation.3">
                  <p:embed/>
                  <p:pic>
                    <p:nvPicPr>
                      <p:cNvPr id="0" name="Picture 5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0596" y="5247560"/>
                        <a:ext cx="4568826" cy="1018792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23171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5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5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3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WordArt 2"/>
          <p:cNvSpPr>
            <a:spLocks noChangeArrowheads="1" noChangeShapeType="1" noTextEdit="1"/>
          </p:cNvSpPr>
          <p:nvPr/>
        </p:nvSpPr>
        <p:spPr bwMode="auto">
          <a:xfrm>
            <a:off x="3935760" y="2708920"/>
            <a:ext cx="3528392" cy="626368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6000" b="1" kern="10" dirty="0">
                <a:solidFill>
                  <a:srgbClr val="FF0000"/>
                </a:solidFill>
                <a:latin typeface="宋体" panose="02010600030101010101" pitchFamily="2" charset="-122"/>
              </a:rPr>
              <a:t>弧微分公式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9814561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89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0738473"/>
              </p:ext>
            </p:extLst>
          </p:nvPr>
        </p:nvGraphicFramePr>
        <p:xfrm>
          <a:off x="1839566" y="1052736"/>
          <a:ext cx="8061325" cy="124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43200" imgH="457200" progId="Equation.DSMT4">
                  <p:embed/>
                </p:oleObj>
              </mc:Choice>
              <mc:Fallback>
                <p:oleObj name="Equation" r:id="rId3" imgW="2743200" imgH="457200" progId="Equation.DSMT4">
                  <p:embed/>
                  <p:pic>
                    <p:nvPicPr>
                      <p:cNvPr id="0" name="Picture 3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9566" y="1052736"/>
                        <a:ext cx="8061325" cy="1247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8430916"/>
              </p:ext>
            </p:extLst>
          </p:nvPr>
        </p:nvGraphicFramePr>
        <p:xfrm>
          <a:off x="3999131" y="2362528"/>
          <a:ext cx="4110037" cy="1243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85720" imgH="444240" progId="Equation.DSMT4">
                  <p:embed/>
                </p:oleObj>
              </mc:Choice>
              <mc:Fallback>
                <p:oleObj name="Equation" r:id="rId5" imgW="1485720" imgH="444240" progId="Equation.DSMT4">
                  <p:embed/>
                  <p:pic>
                    <p:nvPicPr>
                      <p:cNvPr id="0" name="Picture 3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9131" y="2362528"/>
                        <a:ext cx="4110037" cy="1243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5792747"/>
              </p:ext>
            </p:extLst>
          </p:nvPr>
        </p:nvGraphicFramePr>
        <p:xfrm>
          <a:off x="1866900" y="3855124"/>
          <a:ext cx="7901508" cy="11701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692080" imgH="431640" progId="Equation.DSMT4">
                  <p:embed/>
                </p:oleObj>
              </mc:Choice>
              <mc:Fallback>
                <p:oleObj name="Equation" r:id="rId7" imgW="2692080" imgH="431640" progId="Equation.DSMT4">
                  <p:embed/>
                  <p:pic>
                    <p:nvPicPr>
                      <p:cNvPr id="0" name="Picture 3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6900" y="3855124"/>
                        <a:ext cx="7901508" cy="11701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4841819"/>
              </p:ext>
            </p:extLst>
          </p:nvPr>
        </p:nvGraphicFramePr>
        <p:xfrm>
          <a:off x="4284109" y="4797152"/>
          <a:ext cx="3540083" cy="12406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44600" imgH="444500" progId="Equation.3">
                  <p:embed/>
                </p:oleObj>
              </mc:Choice>
              <mc:Fallback>
                <p:oleObj name="Equation" r:id="rId9" imgW="1244600" imgH="444500" progId="Equation.3">
                  <p:embed/>
                  <p:pic>
                    <p:nvPicPr>
                      <p:cNvPr id="0" name="Picture 3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109" y="4797152"/>
                        <a:ext cx="3540083" cy="124066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27258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REMIND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7" dur="5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9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6465988"/>
              </p:ext>
            </p:extLst>
          </p:nvPr>
        </p:nvGraphicFramePr>
        <p:xfrm>
          <a:off x="3636421" y="3027106"/>
          <a:ext cx="3870325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82700" imgH="279400" progId="Equation.3">
                  <p:embed/>
                </p:oleObj>
              </mc:Choice>
              <mc:Fallback>
                <p:oleObj name="Equation" r:id="rId3" imgW="1282700" imgH="279400" progId="Equation.3">
                  <p:embed/>
                  <p:pic>
                    <p:nvPicPr>
                      <p:cNvPr id="0" name="Picture 4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6421" y="3027106"/>
                        <a:ext cx="3870325" cy="890588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7913085"/>
              </p:ext>
            </p:extLst>
          </p:nvPr>
        </p:nvGraphicFramePr>
        <p:xfrm>
          <a:off x="1487489" y="2216508"/>
          <a:ext cx="8928992" cy="6645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66880" imgH="215640" progId="Equation.DSMT4">
                  <p:embed/>
                </p:oleObj>
              </mc:Choice>
              <mc:Fallback>
                <p:oleObj name="Equation" r:id="rId5" imgW="2666880" imgH="215640" progId="Equation.DSMT4">
                  <p:embed/>
                  <p:pic>
                    <p:nvPicPr>
                      <p:cNvPr id="0" name="Picture 4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7489" y="2216508"/>
                        <a:ext cx="8928992" cy="66459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0055292"/>
              </p:ext>
            </p:extLst>
          </p:nvPr>
        </p:nvGraphicFramePr>
        <p:xfrm>
          <a:off x="2063552" y="742142"/>
          <a:ext cx="4831432" cy="13283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59866" imgH="444307" progId="Equation.3">
                  <p:embed/>
                </p:oleObj>
              </mc:Choice>
              <mc:Fallback>
                <p:oleObj name="Equation" r:id="rId7" imgW="1459866" imgH="444307" progId="Equation.3">
                  <p:embed/>
                  <p:pic>
                    <p:nvPicPr>
                      <p:cNvPr id="0" name="Picture 4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552" y="742142"/>
                        <a:ext cx="4831432" cy="132836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5616752"/>
              </p:ext>
            </p:extLst>
          </p:nvPr>
        </p:nvGraphicFramePr>
        <p:xfrm>
          <a:off x="3636421" y="4118488"/>
          <a:ext cx="5400675" cy="90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12900" imgH="279400" progId="Equation.3">
                  <p:embed/>
                </p:oleObj>
              </mc:Choice>
              <mc:Fallback>
                <p:oleObj name="Equation" r:id="rId9" imgW="1612900" imgH="279400" progId="Equation.3">
                  <p:embed/>
                  <p:pic>
                    <p:nvPicPr>
                      <p:cNvPr id="0" name="Picture 4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6421" y="4118488"/>
                        <a:ext cx="5400675" cy="909638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3528891"/>
              </p:ext>
            </p:extLst>
          </p:nvPr>
        </p:nvGraphicFramePr>
        <p:xfrm>
          <a:off x="3636421" y="5228920"/>
          <a:ext cx="5899150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739900" imgH="279400" progId="Equation.3">
                  <p:embed/>
                </p:oleObj>
              </mc:Choice>
              <mc:Fallback>
                <p:oleObj name="Equation" r:id="rId11" imgW="1739900" imgH="279400" progId="Equation.3">
                  <p:embed/>
                  <p:pic>
                    <p:nvPicPr>
                      <p:cNvPr id="0" name="Picture 4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6421" y="5228920"/>
                        <a:ext cx="5899150" cy="9112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07284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8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8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89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89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REMIND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3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38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890" name="Object 2"/>
          <p:cNvGraphicFramePr>
            <a:graphicFrameLocks noChangeAspect="1"/>
          </p:cNvGraphicFramePr>
          <p:nvPr/>
        </p:nvGraphicFramePr>
        <p:xfrm>
          <a:off x="5826126" y="1027114"/>
          <a:ext cx="614363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4151" imgH="215619" progId="Equation.3">
                  <p:embed/>
                </p:oleObj>
              </mc:Choice>
              <mc:Fallback>
                <p:oleObj name="公式" r:id="rId2" imgW="114151" imgH="215619" progId="Equation.3">
                  <p:embed/>
                  <p:pic>
                    <p:nvPicPr>
                      <p:cNvPr id="0" name="Picture 12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6126" y="1027114"/>
                        <a:ext cx="614363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1" name="Line 3"/>
          <p:cNvSpPr>
            <a:spLocks noChangeShapeType="1"/>
          </p:cNvSpPr>
          <p:nvPr/>
        </p:nvSpPr>
        <p:spPr bwMode="auto">
          <a:xfrm>
            <a:off x="2286000" y="5334000"/>
            <a:ext cx="7620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892" name="Line 4"/>
          <p:cNvSpPr>
            <a:spLocks noChangeShapeType="1"/>
          </p:cNvSpPr>
          <p:nvPr/>
        </p:nvSpPr>
        <p:spPr bwMode="auto">
          <a:xfrm flipV="1">
            <a:off x="2743200" y="1676400"/>
            <a:ext cx="0" cy="419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893" name="Freeform 5"/>
          <p:cNvSpPr>
            <a:spLocks/>
          </p:cNvSpPr>
          <p:nvPr/>
        </p:nvSpPr>
        <p:spPr bwMode="auto">
          <a:xfrm>
            <a:off x="3505200" y="2247900"/>
            <a:ext cx="4648200" cy="2095500"/>
          </a:xfrm>
          <a:custGeom>
            <a:avLst/>
            <a:gdLst>
              <a:gd name="T0" fmla="*/ 0 w 2928"/>
              <a:gd name="T1" fmla="*/ 2147483647 h 1320"/>
              <a:gd name="T2" fmla="*/ 2147483647 w 2928"/>
              <a:gd name="T3" fmla="*/ 2147483647 h 1320"/>
              <a:gd name="T4" fmla="*/ 2147483647 w 2928"/>
              <a:gd name="T5" fmla="*/ 2147483647 h 1320"/>
              <a:gd name="T6" fmla="*/ 2147483647 w 2928"/>
              <a:gd name="T7" fmla="*/ 2147483647 h 1320"/>
              <a:gd name="T8" fmla="*/ 2147483647 w 2928"/>
              <a:gd name="T9" fmla="*/ 2147483647 h 1320"/>
              <a:gd name="T10" fmla="*/ 2147483647 w 2928"/>
              <a:gd name="T11" fmla="*/ 2147483647 h 132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928" h="1320">
                <a:moveTo>
                  <a:pt x="0" y="1320"/>
                </a:moveTo>
                <a:cubicBezTo>
                  <a:pt x="104" y="1124"/>
                  <a:pt x="208" y="928"/>
                  <a:pt x="384" y="744"/>
                </a:cubicBezTo>
                <a:cubicBezTo>
                  <a:pt x="560" y="560"/>
                  <a:pt x="824" y="336"/>
                  <a:pt x="1056" y="216"/>
                </a:cubicBezTo>
                <a:cubicBezTo>
                  <a:pt x="1288" y="96"/>
                  <a:pt x="1560" y="48"/>
                  <a:pt x="1776" y="24"/>
                </a:cubicBezTo>
                <a:cubicBezTo>
                  <a:pt x="1992" y="0"/>
                  <a:pt x="2160" y="0"/>
                  <a:pt x="2352" y="72"/>
                </a:cubicBezTo>
                <a:cubicBezTo>
                  <a:pt x="2544" y="144"/>
                  <a:pt x="2832" y="392"/>
                  <a:pt x="2928" y="456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894" name="Line 6"/>
          <p:cNvSpPr>
            <a:spLocks noChangeShapeType="1"/>
          </p:cNvSpPr>
          <p:nvPr/>
        </p:nvSpPr>
        <p:spPr bwMode="auto">
          <a:xfrm flipV="1">
            <a:off x="5334000" y="2057400"/>
            <a:ext cx="1295400" cy="457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895" name="Line 7"/>
          <p:cNvSpPr>
            <a:spLocks noChangeShapeType="1"/>
          </p:cNvSpPr>
          <p:nvPr/>
        </p:nvSpPr>
        <p:spPr bwMode="auto">
          <a:xfrm>
            <a:off x="5334000" y="2514600"/>
            <a:ext cx="0" cy="28194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896" name="Line 8"/>
          <p:cNvSpPr>
            <a:spLocks noChangeShapeType="1"/>
          </p:cNvSpPr>
          <p:nvPr/>
        </p:nvSpPr>
        <p:spPr bwMode="auto">
          <a:xfrm>
            <a:off x="5334000" y="2514600"/>
            <a:ext cx="1295400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897" name="Line 9"/>
          <p:cNvSpPr>
            <a:spLocks noChangeShapeType="1"/>
          </p:cNvSpPr>
          <p:nvPr/>
        </p:nvSpPr>
        <p:spPr bwMode="auto">
          <a:xfrm>
            <a:off x="6629400" y="2057400"/>
            <a:ext cx="0" cy="457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898" name="Line 10"/>
          <p:cNvSpPr>
            <a:spLocks noChangeShapeType="1"/>
          </p:cNvSpPr>
          <p:nvPr/>
        </p:nvSpPr>
        <p:spPr bwMode="auto">
          <a:xfrm>
            <a:off x="6629400" y="2514600"/>
            <a:ext cx="0" cy="28194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899" name="Line 11"/>
          <p:cNvSpPr>
            <a:spLocks noChangeShapeType="1"/>
          </p:cNvSpPr>
          <p:nvPr/>
        </p:nvSpPr>
        <p:spPr bwMode="auto">
          <a:xfrm>
            <a:off x="8077200" y="2895600"/>
            <a:ext cx="0" cy="24384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00" name="Rectangle 12"/>
          <p:cNvSpPr>
            <a:spLocks noChangeArrowheads="1"/>
          </p:cNvSpPr>
          <p:nvPr/>
        </p:nvSpPr>
        <p:spPr bwMode="auto">
          <a:xfrm>
            <a:off x="4953000" y="257175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zh-CN" sz="2400">
              <a:latin typeface="Times New Roman" panose="02020603050405020304" pitchFamily="18" charset="0"/>
            </a:endParaRPr>
          </a:p>
        </p:txBody>
      </p:sp>
      <p:sp>
        <p:nvSpPr>
          <p:cNvPr id="37901" name="Line 13"/>
          <p:cNvSpPr>
            <a:spLocks noChangeShapeType="1"/>
          </p:cNvSpPr>
          <p:nvPr/>
        </p:nvSpPr>
        <p:spPr bwMode="auto">
          <a:xfrm>
            <a:off x="3505200" y="4343400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7902" name="Object 14"/>
          <p:cNvGraphicFramePr>
            <a:graphicFrameLocks noChangeAspect="1"/>
          </p:cNvGraphicFramePr>
          <p:nvPr/>
        </p:nvGraphicFramePr>
        <p:xfrm>
          <a:off x="2286000" y="1524000"/>
          <a:ext cx="457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39579" imgH="164957" progId="Equation.3">
                  <p:embed/>
                </p:oleObj>
              </mc:Choice>
              <mc:Fallback>
                <p:oleObj name="公式" r:id="rId4" imgW="139579" imgH="164957" progId="Equation.3">
                  <p:embed/>
                  <p:pic>
                    <p:nvPicPr>
                      <p:cNvPr id="0" name="Picture 12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524000"/>
                        <a:ext cx="45720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3" name="Object 15"/>
          <p:cNvGraphicFramePr>
            <a:graphicFrameLocks noChangeAspect="1"/>
          </p:cNvGraphicFramePr>
          <p:nvPr/>
        </p:nvGraphicFramePr>
        <p:xfrm>
          <a:off x="9601200" y="4838701"/>
          <a:ext cx="457200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39700" imgH="139700" progId="Equation.3">
                  <p:embed/>
                </p:oleObj>
              </mc:Choice>
              <mc:Fallback>
                <p:oleObj name="公式" r:id="rId6" imgW="139700" imgH="139700" progId="Equation.3">
                  <p:embed/>
                  <p:pic>
                    <p:nvPicPr>
                      <p:cNvPr id="0" name="Picture 12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1200" y="4838701"/>
                        <a:ext cx="457200" cy="455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4" name="Object 16"/>
          <p:cNvGraphicFramePr>
            <a:graphicFrameLocks noChangeAspect="1"/>
          </p:cNvGraphicFramePr>
          <p:nvPr/>
        </p:nvGraphicFramePr>
        <p:xfrm>
          <a:off x="2286000" y="5257800"/>
          <a:ext cx="457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39579" imgH="164957" progId="Equation.3">
                  <p:embed/>
                </p:oleObj>
              </mc:Choice>
              <mc:Fallback>
                <p:oleObj name="公式" r:id="rId8" imgW="139579" imgH="164957" progId="Equation.3">
                  <p:embed/>
                  <p:pic>
                    <p:nvPicPr>
                      <p:cNvPr id="0" name="Picture 12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5257800"/>
                        <a:ext cx="45720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5" name="Object 17"/>
          <p:cNvGraphicFramePr>
            <a:graphicFrameLocks noChangeAspect="1"/>
          </p:cNvGraphicFramePr>
          <p:nvPr/>
        </p:nvGraphicFramePr>
        <p:xfrm>
          <a:off x="8077200" y="2667000"/>
          <a:ext cx="53498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64885" imgH="164885" progId="Equation.3">
                  <p:embed/>
                </p:oleObj>
              </mc:Choice>
              <mc:Fallback>
                <p:oleObj name="公式" r:id="rId9" imgW="164885" imgH="164885" progId="Equation.3">
                  <p:embed/>
                  <p:pic>
                    <p:nvPicPr>
                      <p:cNvPr id="0" name="Picture 12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200" y="2667000"/>
                        <a:ext cx="534988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6" name="Object 18"/>
          <p:cNvGraphicFramePr>
            <a:graphicFrameLocks noChangeAspect="1"/>
          </p:cNvGraphicFramePr>
          <p:nvPr/>
        </p:nvGraphicFramePr>
        <p:xfrm>
          <a:off x="6400800" y="2514600"/>
          <a:ext cx="62388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90335" imgH="164957" progId="Equation.3">
                  <p:embed/>
                </p:oleObj>
              </mc:Choice>
              <mc:Fallback>
                <p:oleObj name="公式" r:id="rId11" imgW="190335" imgH="164957" progId="Equation.3">
                  <p:embed/>
                  <p:pic>
                    <p:nvPicPr>
                      <p:cNvPr id="0" name="Picture 12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2514600"/>
                        <a:ext cx="623888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7" name="Object 19"/>
          <p:cNvGraphicFramePr>
            <a:graphicFrameLocks noChangeAspect="1"/>
          </p:cNvGraphicFramePr>
          <p:nvPr/>
        </p:nvGraphicFramePr>
        <p:xfrm>
          <a:off x="6477001" y="1447800"/>
          <a:ext cx="49371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52268" imgH="164957" progId="Equation.3">
                  <p:embed/>
                </p:oleObj>
              </mc:Choice>
              <mc:Fallback>
                <p:oleObj name="公式" r:id="rId13" imgW="152268" imgH="164957" progId="Equation.3">
                  <p:embed/>
                  <p:pic>
                    <p:nvPicPr>
                      <p:cNvPr id="0" name="Picture 12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1" y="1447800"/>
                        <a:ext cx="493713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8" name="Object 20"/>
          <p:cNvGraphicFramePr>
            <a:graphicFrameLocks noChangeAspect="1"/>
          </p:cNvGraphicFramePr>
          <p:nvPr/>
        </p:nvGraphicFramePr>
        <p:xfrm>
          <a:off x="5638800" y="2438401"/>
          <a:ext cx="66040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143280" imgH="124200" progId="Equation.3">
                  <p:embed/>
                </p:oleObj>
              </mc:Choice>
              <mc:Fallback>
                <p:oleObj name="公式" r:id="rId15" imgW="143280" imgH="124200" progId="Equation.3">
                  <p:embed/>
                  <p:pic>
                    <p:nvPicPr>
                      <p:cNvPr id="0" name="Picture 12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2438401"/>
                        <a:ext cx="660400" cy="574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9" name="Object 21"/>
          <p:cNvGraphicFramePr>
            <a:graphicFrameLocks noChangeAspect="1"/>
          </p:cNvGraphicFramePr>
          <p:nvPr/>
        </p:nvGraphicFramePr>
        <p:xfrm>
          <a:off x="4724400" y="2057400"/>
          <a:ext cx="660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203024" imgH="164957" progId="Equation.3">
                  <p:embed/>
                </p:oleObj>
              </mc:Choice>
              <mc:Fallback>
                <p:oleObj name="公式" r:id="rId17" imgW="203024" imgH="164957" progId="Equation.3">
                  <p:embed/>
                  <p:pic>
                    <p:nvPicPr>
                      <p:cNvPr id="0" name="Picture 12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2057400"/>
                        <a:ext cx="66040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0" name="Object 22"/>
          <p:cNvGraphicFramePr>
            <a:graphicFrameLocks noChangeAspect="1"/>
          </p:cNvGraphicFramePr>
          <p:nvPr/>
        </p:nvGraphicFramePr>
        <p:xfrm>
          <a:off x="3048000" y="3886200"/>
          <a:ext cx="53498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164885" imgH="164885" progId="Equation.3">
                  <p:embed/>
                </p:oleObj>
              </mc:Choice>
              <mc:Fallback>
                <p:oleObj name="公式" r:id="rId19" imgW="164885" imgH="164885" progId="Equation.3">
                  <p:embed/>
                  <p:pic>
                    <p:nvPicPr>
                      <p:cNvPr id="0" name="Picture 12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886200"/>
                        <a:ext cx="534988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1" name="Object 23"/>
          <p:cNvGraphicFramePr>
            <a:graphicFrameLocks noChangeAspect="1"/>
          </p:cNvGraphicFramePr>
          <p:nvPr/>
        </p:nvGraphicFramePr>
        <p:xfrm>
          <a:off x="6096000" y="5257801"/>
          <a:ext cx="1449388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444114" imgH="177646" progId="Equation.3">
                  <p:embed/>
                </p:oleObj>
              </mc:Choice>
              <mc:Fallback>
                <p:oleObj name="公式" r:id="rId21" imgW="444114" imgH="177646" progId="Equation.3">
                  <p:embed/>
                  <p:pic>
                    <p:nvPicPr>
                      <p:cNvPr id="0" name="Picture 12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5257801"/>
                        <a:ext cx="1449388" cy="574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2" name="Object 24"/>
          <p:cNvGraphicFramePr>
            <a:graphicFrameLocks noChangeAspect="1"/>
          </p:cNvGraphicFramePr>
          <p:nvPr/>
        </p:nvGraphicFramePr>
        <p:xfrm>
          <a:off x="5105400" y="5410201"/>
          <a:ext cx="457200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139700" imgH="139700" progId="Equation.3">
                  <p:embed/>
                </p:oleObj>
              </mc:Choice>
              <mc:Fallback>
                <p:oleObj name="公式" r:id="rId23" imgW="139700" imgH="139700" progId="Equation.3">
                  <p:embed/>
                  <p:pic>
                    <p:nvPicPr>
                      <p:cNvPr id="0" name="Picture 12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5410201"/>
                        <a:ext cx="457200" cy="455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3" name="Object 25"/>
          <p:cNvGraphicFramePr>
            <a:graphicFrameLocks noChangeAspect="1"/>
          </p:cNvGraphicFramePr>
          <p:nvPr/>
        </p:nvGraphicFramePr>
        <p:xfrm>
          <a:off x="3352801" y="5410201"/>
          <a:ext cx="409575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26835" imgH="139518" progId="Equation.3">
                  <p:embed/>
                </p:oleObj>
              </mc:Choice>
              <mc:Fallback>
                <p:oleObj name="公式" r:id="rId24" imgW="126835" imgH="139518" progId="Equation.3">
                  <p:embed/>
                  <p:pic>
                    <p:nvPicPr>
                      <p:cNvPr id="0" name="Picture 12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1" y="5410201"/>
                        <a:ext cx="409575" cy="455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4" name="Object 26"/>
          <p:cNvGraphicFramePr>
            <a:graphicFrameLocks noChangeAspect="1"/>
          </p:cNvGraphicFramePr>
          <p:nvPr/>
        </p:nvGraphicFramePr>
        <p:xfrm>
          <a:off x="6629400" y="1981201"/>
          <a:ext cx="623888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33920" imgH="143640" progId="Equation.3">
                  <p:embed/>
                </p:oleObj>
              </mc:Choice>
              <mc:Fallback>
                <p:oleObj name="公式" r:id="rId26" imgW="133920" imgH="143640" progId="Equation.3">
                  <p:embed/>
                  <p:pic>
                    <p:nvPicPr>
                      <p:cNvPr id="0" name="Picture 12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1981201"/>
                        <a:ext cx="623888" cy="657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5" name="Object 27"/>
          <p:cNvGraphicFramePr>
            <a:graphicFrameLocks noChangeAspect="1"/>
          </p:cNvGraphicFramePr>
          <p:nvPr/>
        </p:nvGraphicFramePr>
        <p:xfrm>
          <a:off x="7948614" y="5313364"/>
          <a:ext cx="40957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126725" imgH="177415" progId="Equation.3">
                  <p:embed/>
                </p:oleObj>
              </mc:Choice>
              <mc:Fallback>
                <p:oleObj name="公式" r:id="rId28" imgW="126725" imgH="177415" progId="Equation.3">
                  <p:embed/>
                  <p:pic>
                    <p:nvPicPr>
                      <p:cNvPr id="0" name="Picture 12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48614" y="5313364"/>
                        <a:ext cx="409575" cy="574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7179852"/>
              </p:ext>
            </p:extLst>
          </p:nvPr>
        </p:nvGraphicFramePr>
        <p:xfrm>
          <a:off x="7392144" y="912996"/>
          <a:ext cx="3783012" cy="6776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269720" imgH="228600" progId="Equation.DSMT4">
                  <p:embed/>
                </p:oleObj>
              </mc:Choice>
              <mc:Fallback>
                <p:oleObj name="Equation" r:id="rId30" imgW="1269720" imgH="228600" progId="Equation.DSMT4">
                  <p:embed/>
                  <p:pic>
                    <p:nvPicPr>
                      <p:cNvPr id="0" name="Picture 12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2144" y="912996"/>
                        <a:ext cx="3783012" cy="6776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124804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9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6868654"/>
              </p:ext>
            </p:extLst>
          </p:nvPr>
        </p:nvGraphicFramePr>
        <p:xfrm>
          <a:off x="3261643" y="970170"/>
          <a:ext cx="1954808" cy="571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60240" imgH="203040" progId="Equation.DSMT4">
                  <p:embed/>
                </p:oleObj>
              </mc:Choice>
              <mc:Fallback>
                <p:oleObj name="Equation" r:id="rId3" imgW="660240" imgH="203040" progId="Equation.DSMT4">
                  <p:embed/>
                  <p:pic>
                    <p:nvPicPr>
                      <p:cNvPr id="0" name="Picture 8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1643" y="970170"/>
                        <a:ext cx="1954808" cy="57140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4066629"/>
              </p:ext>
            </p:extLst>
          </p:nvPr>
        </p:nvGraphicFramePr>
        <p:xfrm>
          <a:off x="5216451" y="575020"/>
          <a:ext cx="4502224" cy="13373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600200" imgH="469900" progId="Equation.3">
                  <p:embed/>
                </p:oleObj>
              </mc:Choice>
              <mc:Fallback>
                <p:oleObj name="公式" r:id="rId5" imgW="1600200" imgH="469900" progId="Equation.3">
                  <p:embed/>
                  <p:pic>
                    <p:nvPicPr>
                      <p:cNvPr id="0" name="Picture 8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6451" y="575020"/>
                        <a:ext cx="4502224" cy="133735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048949"/>
              </p:ext>
            </p:extLst>
          </p:nvPr>
        </p:nvGraphicFramePr>
        <p:xfrm>
          <a:off x="1879600" y="1752600"/>
          <a:ext cx="3222625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91880" imgH="215640" progId="Equation.DSMT4">
                  <p:embed/>
                </p:oleObj>
              </mc:Choice>
              <mc:Fallback>
                <p:oleObj name="Equation" r:id="rId7" imgW="1091880" imgH="215640" progId="Equation.DSMT4">
                  <p:embed/>
                  <p:pic>
                    <p:nvPicPr>
                      <p:cNvPr id="0" name="Picture 8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9600" y="1752600"/>
                        <a:ext cx="3222625" cy="611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6590" y="2293374"/>
            <a:ext cx="6400800" cy="1919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8918" name="Oval 6"/>
          <p:cNvSpPr>
            <a:spLocks noChangeArrowheads="1"/>
          </p:cNvSpPr>
          <p:nvPr/>
        </p:nvSpPr>
        <p:spPr bwMode="auto">
          <a:xfrm>
            <a:off x="4038600" y="3124200"/>
            <a:ext cx="914400" cy="9144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8919" name="Line 7"/>
          <p:cNvSpPr>
            <a:spLocks noChangeShapeType="1"/>
          </p:cNvSpPr>
          <p:nvPr/>
        </p:nvSpPr>
        <p:spPr bwMode="auto">
          <a:xfrm>
            <a:off x="4495800" y="358140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20" name="Line 8"/>
          <p:cNvSpPr>
            <a:spLocks noChangeShapeType="1"/>
          </p:cNvSpPr>
          <p:nvPr/>
        </p:nvSpPr>
        <p:spPr bwMode="auto">
          <a:xfrm flipH="1">
            <a:off x="4038600" y="3581400"/>
            <a:ext cx="4572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8921" name="Object 9"/>
          <p:cNvGraphicFramePr>
            <a:graphicFrameLocks noChangeAspect="1"/>
          </p:cNvGraphicFramePr>
          <p:nvPr/>
        </p:nvGraphicFramePr>
        <p:xfrm>
          <a:off x="6096000" y="3962400"/>
          <a:ext cx="838200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30057" imgH="203112" progId="Equation.3">
                  <p:embed/>
                </p:oleObj>
              </mc:Choice>
              <mc:Fallback>
                <p:oleObj name="公式" r:id="rId10" imgW="330057" imgH="203112" progId="Equation.3">
                  <p:embed/>
                  <p:pic>
                    <p:nvPicPr>
                      <p:cNvPr id="0" name="Picture 8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3962400"/>
                        <a:ext cx="838200" cy="515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2" name="Object 10"/>
          <p:cNvGraphicFramePr>
            <a:graphicFrameLocks noChangeAspect="1"/>
          </p:cNvGraphicFramePr>
          <p:nvPr/>
        </p:nvGraphicFramePr>
        <p:xfrm>
          <a:off x="3657601" y="3962400"/>
          <a:ext cx="3778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26835" imgH="139518" progId="Equation.3">
                  <p:embed/>
                </p:oleObj>
              </mc:Choice>
              <mc:Fallback>
                <p:oleObj name="公式" r:id="rId12" imgW="126835" imgH="139518" progId="Equation.3">
                  <p:embed/>
                  <p:pic>
                    <p:nvPicPr>
                      <p:cNvPr id="0" name="Picture 8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1" y="3962400"/>
                        <a:ext cx="377825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3" name="Line 11"/>
          <p:cNvSpPr>
            <a:spLocks noChangeShapeType="1"/>
          </p:cNvSpPr>
          <p:nvPr/>
        </p:nvSpPr>
        <p:spPr bwMode="auto">
          <a:xfrm flipV="1">
            <a:off x="3935760" y="2642266"/>
            <a:ext cx="0" cy="1371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8924" name="Object 12"/>
          <p:cNvGraphicFramePr>
            <a:graphicFrameLocks noChangeAspect="1"/>
          </p:cNvGraphicFramePr>
          <p:nvPr/>
        </p:nvGraphicFramePr>
        <p:xfrm>
          <a:off x="4191000" y="3581400"/>
          <a:ext cx="338138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01468" imgH="164885" progId="Equation.3">
                  <p:embed/>
                </p:oleObj>
              </mc:Choice>
              <mc:Fallback>
                <p:oleObj name="公式" r:id="rId14" imgW="101468" imgH="164885" progId="Equation.3">
                  <p:embed/>
                  <p:pic>
                    <p:nvPicPr>
                      <p:cNvPr id="0" name="Picture 8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3581400"/>
                        <a:ext cx="338138" cy="433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5" name="Text Box 13"/>
          <p:cNvSpPr txBox="1">
            <a:spLocks noChangeArrowheads="1"/>
          </p:cNvSpPr>
          <p:nvPr/>
        </p:nvSpPr>
        <p:spPr bwMode="auto">
          <a:xfrm>
            <a:off x="1809634" y="2319101"/>
            <a:ext cx="64793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endParaRPr kumimoji="1" lang="en-US" altLang="zh-CN" sz="36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4199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3697913"/>
              </p:ext>
            </p:extLst>
          </p:nvPr>
        </p:nvGraphicFramePr>
        <p:xfrm>
          <a:off x="7562309" y="2536446"/>
          <a:ext cx="304800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155700" imgH="203200" progId="Equation.3">
                  <p:embed/>
                </p:oleObj>
              </mc:Choice>
              <mc:Fallback>
                <p:oleObj name="公式" r:id="rId16" imgW="1155700" imgH="203200" progId="Equation.3">
                  <p:embed/>
                  <p:pic>
                    <p:nvPicPr>
                      <p:cNvPr id="0" name="Picture 8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2309" y="2536446"/>
                        <a:ext cx="3048000" cy="576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5882023"/>
              </p:ext>
            </p:extLst>
          </p:nvPr>
        </p:nvGraphicFramePr>
        <p:xfrm>
          <a:off x="7562309" y="3270656"/>
          <a:ext cx="2667000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850531" imgH="203112" progId="Equation.3">
                  <p:embed/>
                </p:oleObj>
              </mc:Choice>
              <mc:Fallback>
                <p:oleObj name="公式" r:id="rId18" imgW="850531" imgH="203112" progId="Equation.3">
                  <p:embed/>
                  <p:pic>
                    <p:nvPicPr>
                      <p:cNvPr id="0" name="Picture 8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2309" y="3270656"/>
                        <a:ext cx="2667000" cy="569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00" name="Object 16"/>
          <p:cNvGraphicFramePr>
            <a:graphicFrameLocks noChangeAspect="1"/>
          </p:cNvGraphicFramePr>
          <p:nvPr/>
        </p:nvGraphicFramePr>
        <p:xfrm>
          <a:off x="1690688" y="4419600"/>
          <a:ext cx="8883650" cy="114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340100" imgH="431800" progId="Equation.3">
                  <p:embed/>
                </p:oleObj>
              </mc:Choice>
              <mc:Fallback>
                <p:oleObj name="Equation" r:id="rId20" imgW="3340100" imgH="431800" progId="Equation.3">
                  <p:embed/>
                  <p:pic>
                    <p:nvPicPr>
                      <p:cNvPr id="0" name="Picture 8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0688" y="4419600"/>
                        <a:ext cx="8883650" cy="1144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01" name="Object 17"/>
          <p:cNvGraphicFramePr>
            <a:graphicFrameLocks noChangeAspect="1"/>
          </p:cNvGraphicFramePr>
          <p:nvPr/>
        </p:nvGraphicFramePr>
        <p:xfrm>
          <a:off x="3159125" y="5437188"/>
          <a:ext cx="6559550" cy="1192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413000" imgH="431800" progId="Equation.3">
                  <p:embed/>
                </p:oleObj>
              </mc:Choice>
              <mc:Fallback>
                <p:oleObj name="Equation" r:id="rId22" imgW="2413000" imgH="431800" progId="Equation.3">
                  <p:embed/>
                  <p:pic>
                    <p:nvPicPr>
                      <p:cNvPr id="0" name="Picture 8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9125" y="5437188"/>
                        <a:ext cx="6559550" cy="1192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2018184" y="897622"/>
            <a:ext cx="11095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例</a:t>
            </a: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CN" altLang="en-US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260312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1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1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2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20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REMIND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Freeform 2"/>
          <p:cNvSpPr>
            <a:spLocks/>
          </p:cNvSpPr>
          <p:nvPr/>
        </p:nvSpPr>
        <p:spPr bwMode="auto">
          <a:xfrm>
            <a:off x="8686800" y="2705100"/>
            <a:ext cx="304800" cy="901700"/>
          </a:xfrm>
          <a:custGeom>
            <a:avLst/>
            <a:gdLst>
              <a:gd name="T0" fmla="*/ 2147483647 w 192"/>
              <a:gd name="T1" fmla="*/ 2147483647 h 568"/>
              <a:gd name="T2" fmla="*/ 2147483647 w 192"/>
              <a:gd name="T3" fmla="*/ 2147483647 h 568"/>
              <a:gd name="T4" fmla="*/ 0 w 192"/>
              <a:gd name="T5" fmla="*/ 2147483647 h 568"/>
              <a:gd name="T6" fmla="*/ 2147483647 w 192"/>
              <a:gd name="T7" fmla="*/ 2147483647 h 568"/>
              <a:gd name="T8" fmla="*/ 2147483647 w 192"/>
              <a:gd name="T9" fmla="*/ 2147483647 h 5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92" h="568">
                <a:moveTo>
                  <a:pt x="192" y="168"/>
                </a:moveTo>
                <a:cubicBezTo>
                  <a:pt x="160" y="84"/>
                  <a:pt x="128" y="0"/>
                  <a:pt x="96" y="24"/>
                </a:cubicBezTo>
                <a:cubicBezTo>
                  <a:pt x="64" y="48"/>
                  <a:pt x="0" y="224"/>
                  <a:pt x="0" y="312"/>
                </a:cubicBezTo>
                <a:cubicBezTo>
                  <a:pt x="0" y="400"/>
                  <a:pt x="64" y="536"/>
                  <a:pt x="96" y="552"/>
                </a:cubicBezTo>
                <a:cubicBezTo>
                  <a:pt x="128" y="568"/>
                  <a:pt x="176" y="432"/>
                  <a:pt x="192" y="408"/>
                </a:cubicBezTo>
              </a:path>
            </a:pathLst>
          </a:custGeom>
          <a:noFill/>
          <a:ln w="25400" cap="flat" cmpd="sng">
            <a:solidFill>
              <a:srgbClr val="0000FF"/>
            </a:solidFill>
            <a:prstDash val="solid"/>
            <a:round/>
            <a:headEnd type="none" w="med" len="med"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3011" name="Group 3"/>
          <p:cNvGrpSpPr>
            <a:grpSpLocks/>
          </p:cNvGrpSpPr>
          <p:nvPr/>
        </p:nvGrpSpPr>
        <p:grpSpPr bwMode="auto">
          <a:xfrm>
            <a:off x="4191000" y="1447800"/>
            <a:ext cx="4114800" cy="3454400"/>
            <a:chOff x="1680" y="912"/>
            <a:chExt cx="2592" cy="2176"/>
          </a:xfrm>
        </p:grpSpPr>
        <p:sp>
          <p:nvSpPr>
            <p:cNvPr id="39980" name="Oval 4"/>
            <p:cNvSpPr>
              <a:spLocks noChangeArrowheads="1"/>
            </p:cNvSpPr>
            <p:nvPr/>
          </p:nvSpPr>
          <p:spPr bwMode="auto">
            <a:xfrm>
              <a:off x="1680" y="1632"/>
              <a:ext cx="288" cy="7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39981" name="Oval 5"/>
            <p:cNvSpPr>
              <a:spLocks noChangeArrowheads="1"/>
            </p:cNvSpPr>
            <p:nvPr/>
          </p:nvSpPr>
          <p:spPr bwMode="auto">
            <a:xfrm>
              <a:off x="3648" y="912"/>
              <a:ext cx="624" cy="2112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39982" name="Freeform 6"/>
            <p:cNvSpPr>
              <a:spLocks/>
            </p:cNvSpPr>
            <p:nvPr/>
          </p:nvSpPr>
          <p:spPr bwMode="auto">
            <a:xfrm>
              <a:off x="1824" y="2400"/>
              <a:ext cx="2160" cy="688"/>
            </a:xfrm>
            <a:custGeom>
              <a:avLst/>
              <a:gdLst>
                <a:gd name="T0" fmla="*/ 0 w 2160"/>
                <a:gd name="T1" fmla="*/ 8 h 688"/>
                <a:gd name="T2" fmla="*/ 336 w 2160"/>
                <a:gd name="T3" fmla="*/ 8 h 688"/>
                <a:gd name="T4" fmla="*/ 624 w 2160"/>
                <a:gd name="T5" fmla="*/ 56 h 688"/>
                <a:gd name="T6" fmla="*/ 1008 w 2160"/>
                <a:gd name="T7" fmla="*/ 344 h 688"/>
                <a:gd name="T8" fmla="*/ 1344 w 2160"/>
                <a:gd name="T9" fmla="*/ 584 h 688"/>
                <a:gd name="T10" fmla="*/ 1824 w 2160"/>
                <a:gd name="T11" fmla="*/ 680 h 688"/>
                <a:gd name="T12" fmla="*/ 2160 w 2160"/>
                <a:gd name="T13" fmla="*/ 632 h 6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60" h="688">
                  <a:moveTo>
                    <a:pt x="0" y="8"/>
                  </a:moveTo>
                  <a:cubicBezTo>
                    <a:pt x="116" y="4"/>
                    <a:pt x="232" y="0"/>
                    <a:pt x="336" y="8"/>
                  </a:cubicBezTo>
                  <a:cubicBezTo>
                    <a:pt x="440" y="16"/>
                    <a:pt x="512" y="0"/>
                    <a:pt x="624" y="56"/>
                  </a:cubicBezTo>
                  <a:cubicBezTo>
                    <a:pt x="736" y="112"/>
                    <a:pt x="888" y="256"/>
                    <a:pt x="1008" y="344"/>
                  </a:cubicBezTo>
                  <a:cubicBezTo>
                    <a:pt x="1128" y="432"/>
                    <a:pt x="1208" y="528"/>
                    <a:pt x="1344" y="584"/>
                  </a:cubicBezTo>
                  <a:cubicBezTo>
                    <a:pt x="1480" y="640"/>
                    <a:pt x="1688" y="672"/>
                    <a:pt x="1824" y="680"/>
                  </a:cubicBezTo>
                  <a:cubicBezTo>
                    <a:pt x="1960" y="688"/>
                    <a:pt x="2104" y="640"/>
                    <a:pt x="2160" y="632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3015" name="Group 7"/>
          <p:cNvGrpSpPr>
            <a:grpSpLocks/>
          </p:cNvGrpSpPr>
          <p:nvPr/>
        </p:nvGrpSpPr>
        <p:grpSpPr bwMode="auto">
          <a:xfrm>
            <a:off x="5638800" y="914400"/>
            <a:ext cx="1676400" cy="3886200"/>
            <a:chOff x="2592" y="576"/>
            <a:chExt cx="1056" cy="2448"/>
          </a:xfrm>
        </p:grpSpPr>
        <p:sp>
          <p:nvSpPr>
            <p:cNvPr id="39956" name="Line 8"/>
            <p:cNvSpPr>
              <a:spLocks noChangeShapeType="1"/>
            </p:cNvSpPr>
            <p:nvPr/>
          </p:nvSpPr>
          <p:spPr bwMode="auto">
            <a:xfrm flipV="1">
              <a:off x="2832" y="864"/>
              <a:ext cx="336" cy="24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57" name="Line 9"/>
            <p:cNvSpPr>
              <a:spLocks noChangeShapeType="1"/>
            </p:cNvSpPr>
            <p:nvPr/>
          </p:nvSpPr>
          <p:spPr bwMode="auto">
            <a:xfrm>
              <a:off x="2832" y="2736"/>
              <a:ext cx="336" cy="28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58" name="Line 10"/>
            <p:cNvSpPr>
              <a:spLocks noChangeShapeType="1"/>
            </p:cNvSpPr>
            <p:nvPr/>
          </p:nvSpPr>
          <p:spPr bwMode="auto">
            <a:xfrm flipV="1">
              <a:off x="3168" y="864"/>
              <a:ext cx="0" cy="4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59" name="Line 11"/>
            <p:cNvSpPr>
              <a:spLocks noChangeShapeType="1"/>
            </p:cNvSpPr>
            <p:nvPr/>
          </p:nvSpPr>
          <p:spPr bwMode="auto">
            <a:xfrm>
              <a:off x="3168" y="2976"/>
              <a:ext cx="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60" name="Line 12"/>
            <p:cNvSpPr>
              <a:spLocks noChangeShapeType="1"/>
            </p:cNvSpPr>
            <p:nvPr/>
          </p:nvSpPr>
          <p:spPr bwMode="auto">
            <a:xfrm>
              <a:off x="3168" y="2976"/>
              <a:ext cx="0" cy="4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61" name="Line 13"/>
            <p:cNvSpPr>
              <a:spLocks noChangeShapeType="1"/>
            </p:cNvSpPr>
            <p:nvPr/>
          </p:nvSpPr>
          <p:spPr bwMode="auto">
            <a:xfrm>
              <a:off x="2640" y="2016"/>
              <a:ext cx="336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9962" name="Group 14"/>
            <p:cNvGrpSpPr>
              <a:grpSpLocks/>
            </p:cNvGrpSpPr>
            <p:nvPr/>
          </p:nvGrpSpPr>
          <p:grpSpPr bwMode="auto">
            <a:xfrm>
              <a:off x="2592" y="576"/>
              <a:ext cx="1056" cy="2448"/>
              <a:chOff x="2592" y="576"/>
              <a:chExt cx="1056" cy="2448"/>
            </a:xfrm>
          </p:grpSpPr>
          <p:sp>
            <p:nvSpPr>
              <p:cNvPr id="39963" name="Oval 15"/>
              <p:cNvSpPr>
                <a:spLocks noChangeArrowheads="1"/>
              </p:cNvSpPr>
              <p:nvPr/>
            </p:nvSpPr>
            <p:spPr bwMode="auto">
              <a:xfrm>
                <a:off x="2640" y="1104"/>
                <a:ext cx="432" cy="1632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39964" name="Line 16"/>
              <p:cNvSpPr>
                <a:spLocks noChangeShapeType="1"/>
              </p:cNvSpPr>
              <p:nvPr/>
            </p:nvSpPr>
            <p:spPr bwMode="auto">
              <a:xfrm>
                <a:off x="2832" y="1104"/>
                <a:ext cx="0" cy="91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9965" name="Object 17"/>
              <p:cNvGraphicFramePr>
                <a:graphicFrameLocks noChangeAspect="1"/>
              </p:cNvGraphicFramePr>
              <p:nvPr/>
            </p:nvGraphicFramePr>
            <p:xfrm>
              <a:off x="2709" y="2016"/>
              <a:ext cx="267" cy="23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" imgW="139700" imgH="139700" progId="Equation.3">
                      <p:embed/>
                    </p:oleObj>
                  </mc:Choice>
                  <mc:Fallback>
                    <p:oleObj name="公式" r:id="rId2" imgW="139700" imgH="139700" progId="Equation.3">
                      <p:embed/>
                      <p:pic>
                        <p:nvPicPr>
                          <p:cNvPr id="0" name="Picture 85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09" y="2016"/>
                            <a:ext cx="267" cy="23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9966" name="Oval 18"/>
              <p:cNvSpPr>
                <a:spLocks noChangeArrowheads="1"/>
              </p:cNvSpPr>
              <p:nvPr/>
            </p:nvSpPr>
            <p:spPr bwMode="auto">
              <a:xfrm>
                <a:off x="2976" y="864"/>
                <a:ext cx="432" cy="2160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graphicFrame>
            <p:nvGraphicFramePr>
              <p:cNvPr id="39967" name="Object 19"/>
              <p:cNvGraphicFramePr>
                <a:graphicFrameLocks noChangeAspect="1"/>
              </p:cNvGraphicFramePr>
              <p:nvPr/>
            </p:nvGraphicFramePr>
            <p:xfrm>
              <a:off x="3030" y="1968"/>
              <a:ext cx="618" cy="27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4" imgW="431425" imgH="177646" progId="Equation.3">
                      <p:embed/>
                    </p:oleObj>
                  </mc:Choice>
                  <mc:Fallback>
                    <p:oleObj name="公式" r:id="rId4" imgW="431425" imgH="177646" progId="Equation.3">
                      <p:embed/>
                      <p:pic>
                        <p:nvPicPr>
                          <p:cNvPr id="0" name="Picture 85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30" y="1968"/>
                            <a:ext cx="618" cy="27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9968" name="Line 20"/>
              <p:cNvSpPr>
                <a:spLocks noChangeShapeType="1"/>
              </p:cNvSpPr>
              <p:nvPr/>
            </p:nvSpPr>
            <p:spPr bwMode="auto">
              <a:xfrm>
                <a:off x="3168" y="912"/>
                <a:ext cx="0" cy="110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69" name="Line 21"/>
              <p:cNvSpPr>
                <a:spLocks noChangeShapeType="1"/>
              </p:cNvSpPr>
              <p:nvPr/>
            </p:nvSpPr>
            <p:spPr bwMode="auto">
              <a:xfrm flipV="1">
                <a:off x="2736" y="1104"/>
                <a:ext cx="336" cy="144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70" name="Line 22"/>
              <p:cNvSpPr>
                <a:spLocks noChangeShapeType="1"/>
              </p:cNvSpPr>
              <p:nvPr/>
            </p:nvSpPr>
            <p:spPr bwMode="auto">
              <a:xfrm>
                <a:off x="2736" y="2640"/>
                <a:ext cx="336" cy="144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71" name="Line 23"/>
              <p:cNvSpPr>
                <a:spLocks noChangeShapeType="1"/>
              </p:cNvSpPr>
              <p:nvPr/>
            </p:nvSpPr>
            <p:spPr bwMode="auto">
              <a:xfrm flipV="1">
                <a:off x="2688" y="1296"/>
                <a:ext cx="336" cy="96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72" name="Line 24"/>
              <p:cNvSpPr>
                <a:spLocks noChangeShapeType="1"/>
              </p:cNvSpPr>
              <p:nvPr/>
            </p:nvSpPr>
            <p:spPr bwMode="auto">
              <a:xfrm>
                <a:off x="2736" y="2496"/>
                <a:ext cx="288" cy="96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73" name="Line 25"/>
              <p:cNvSpPr>
                <a:spLocks noChangeShapeType="1"/>
              </p:cNvSpPr>
              <p:nvPr/>
            </p:nvSpPr>
            <p:spPr bwMode="auto">
              <a:xfrm flipV="1">
                <a:off x="2688" y="1488"/>
                <a:ext cx="288" cy="48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74" name="Line 26"/>
              <p:cNvSpPr>
                <a:spLocks noChangeShapeType="1"/>
              </p:cNvSpPr>
              <p:nvPr/>
            </p:nvSpPr>
            <p:spPr bwMode="auto">
              <a:xfrm>
                <a:off x="2688" y="2352"/>
                <a:ext cx="288" cy="48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75" name="Line 27"/>
              <p:cNvSpPr>
                <a:spLocks noChangeShapeType="1"/>
              </p:cNvSpPr>
              <p:nvPr/>
            </p:nvSpPr>
            <p:spPr bwMode="auto">
              <a:xfrm flipV="1">
                <a:off x="2640" y="1680"/>
                <a:ext cx="336" cy="48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76" name="Line 28"/>
              <p:cNvSpPr>
                <a:spLocks noChangeShapeType="1"/>
              </p:cNvSpPr>
              <p:nvPr/>
            </p:nvSpPr>
            <p:spPr bwMode="auto">
              <a:xfrm>
                <a:off x="2640" y="2208"/>
                <a:ext cx="336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77" name="Line 29"/>
              <p:cNvSpPr>
                <a:spLocks noChangeShapeType="1"/>
              </p:cNvSpPr>
              <p:nvPr/>
            </p:nvSpPr>
            <p:spPr bwMode="auto">
              <a:xfrm>
                <a:off x="2640" y="1872"/>
                <a:ext cx="336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9978" name="Object 30"/>
              <p:cNvGraphicFramePr>
                <a:graphicFrameLocks noChangeAspect="1"/>
              </p:cNvGraphicFramePr>
              <p:nvPr/>
            </p:nvGraphicFramePr>
            <p:xfrm>
              <a:off x="2592" y="912"/>
              <a:ext cx="236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6" imgW="203024" imgH="164957" progId="Equation.3">
                      <p:embed/>
                    </p:oleObj>
                  </mc:Choice>
                  <mc:Fallback>
                    <p:oleObj name="公式" r:id="rId6" imgW="203024" imgH="164957" progId="Equation.3">
                      <p:embed/>
                      <p:pic>
                        <p:nvPicPr>
                          <p:cNvPr id="0" name="Picture 85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92" y="912"/>
                            <a:ext cx="236" cy="24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79" name="Object 31"/>
              <p:cNvGraphicFramePr>
                <a:graphicFrameLocks noChangeAspect="1"/>
              </p:cNvGraphicFramePr>
              <p:nvPr/>
            </p:nvGraphicFramePr>
            <p:xfrm>
              <a:off x="3063" y="576"/>
              <a:ext cx="258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8" imgW="152268" imgH="164957" progId="Equation.3">
                      <p:embed/>
                    </p:oleObj>
                  </mc:Choice>
                  <mc:Fallback>
                    <p:oleObj name="公式" r:id="rId8" imgW="152268" imgH="164957" progId="Equation.3">
                      <p:embed/>
                      <p:pic>
                        <p:nvPicPr>
                          <p:cNvPr id="0" name="Picture 85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63" y="576"/>
                            <a:ext cx="258" cy="24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43040" name="Group 32"/>
          <p:cNvGrpSpPr>
            <a:grpSpLocks/>
          </p:cNvGrpSpPr>
          <p:nvPr/>
        </p:nvGrpSpPr>
        <p:grpSpPr bwMode="auto">
          <a:xfrm>
            <a:off x="2971800" y="304800"/>
            <a:ext cx="6821488" cy="4191000"/>
            <a:chOff x="912" y="192"/>
            <a:chExt cx="4297" cy="2640"/>
          </a:xfrm>
        </p:grpSpPr>
        <p:sp>
          <p:nvSpPr>
            <p:cNvPr id="39944" name="Line 33"/>
            <p:cNvSpPr>
              <a:spLocks noChangeShapeType="1"/>
            </p:cNvSpPr>
            <p:nvPr/>
          </p:nvSpPr>
          <p:spPr bwMode="auto">
            <a:xfrm>
              <a:off x="912" y="2016"/>
              <a:ext cx="40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45" name="Line 34"/>
            <p:cNvSpPr>
              <a:spLocks noChangeShapeType="1"/>
            </p:cNvSpPr>
            <p:nvPr/>
          </p:nvSpPr>
          <p:spPr bwMode="auto">
            <a:xfrm flipV="1">
              <a:off x="1344" y="816"/>
              <a:ext cx="0" cy="20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46" name="Freeform 35"/>
            <p:cNvSpPr>
              <a:spLocks/>
            </p:cNvSpPr>
            <p:nvPr/>
          </p:nvSpPr>
          <p:spPr bwMode="auto">
            <a:xfrm>
              <a:off x="1824" y="864"/>
              <a:ext cx="2160" cy="768"/>
            </a:xfrm>
            <a:custGeom>
              <a:avLst/>
              <a:gdLst>
                <a:gd name="T0" fmla="*/ 0 w 2112"/>
                <a:gd name="T1" fmla="*/ 752 h 768"/>
                <a:gd name="T2" fmla="*/ 215 w 2112"/>
                <a:gd name="T3" fmla="*/ 752 h 768"/>
                <a:gd name="T4" fmla="*/ 591 w 2112"/>
                <a:gd name="T5" fmla="*/ 656 h 768"/>
                <a:gd name="T6" fmla="*/ 1128 w 2112"/>
                <a:gd name="T7" fmla="*/ 224 h 768"/>
                <a:gd name="T8" fmla="*/ 1611 w 2112"/>
                <a:gd name="T9" fmla="*/ 32 h 768"/>
                <a:gd name="T10" fmla="*/ 2363 w 2112"/>
                <a:gd name="T11" fmla="*/ 32 h 76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12" h="768">
                  <a:moveTo>
                    <a:pt x="0" y="752"/>
                  </a:moveTo>
                  <a:cubicBezTo>
                    <a:pt x="52" y="760"/>
                    <a:pt x="104" y="768"/>
                    <a:pt x="192" y="752"/>
                  </a:cubicBezTo>
                  <a:cubicBezTo>
                    <a:pt x="280" y="736"/>
                    <a:pt x="392" y="744"/>
                    <a:pt x="528" y="656"/>
                  </a:cubicBezTo>
                  <a:cubicBezTo>
                    <a:pt x="664" y="568"/>
                    <a:pt x="856" y="328"/>
                    <a:pt x="1008" y="224"/>
                  </a:cubicBezTo>
                  <a:cubicBezTo>
                    <a:pt x="1160" y="120"/>
                    <a:pt x="1256" y="64"/>
                    <a:pt x="1440" y="32"/>
                  </a:cubicBezTo>
                  <a:cubicBezTo>
                    <a:pt x="1624" y="0"/>
                    <a:pt x="2000" y="32"/>
                    <a:pt x="2112" y="32"/>
                  </a:cubicBezTo>
                </a:path>
              </a:pathLst>
            </a:custGeom>
            <a:noFill/>
            <a:ln w="254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47" name="Line 36"/>
            <p:cNvSpPr>
              <a:spLocks noChangeShapeType="1"/>
            </p:cNvSpPr>
            <p:nvPr/>
          </p:nvSpPr>
          <p:spPr bwMode="auto">
            <a:xfrm>
              <a:off x="1824" y="1632"/>
              <a:ext cx="0" cy="3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48" name="Line 37"/>
            <p:cNvSpPr>
              <a:spLocks noChangeShapeType="1"/>
            </p:cNvSpPr>
            <p:nvPr/>
          </p:nvSpPr>
          <p:spPr bwMode="auto">
            <a:xfrm>
              <a:off x="3936" y="912"/>
              <a:ext cx="0" cy="1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9949" name="Object 38"/>
            <p:cNvGraphicFramePr>
              <a:graphicFrameLocks noChangeAspect="1"/>
            </p:cNvGraphicFramePr>
            <p:nvPr/>
          </p:nvGraphicFramePr>
          <p:xfrm>
            <a:off x="4833" y="2016"/>
            <a:ext cx="255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39700" imgH="139700" progId="Equation.3">
                    <p:embed/>
                  </p:oleObj>
                </mc:Choice>
                <mc:Fallback>
                  <p:oleObj name="公式" r:id="rId10" imgW="139700" imgH="139700" progId="Equation.3">
                    <p:embed/>
                    <p:pic>
                      <p:nvPicPr>
                        <p:cNvPr id="0" name="Picture 8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3" y="2016"/>
                          <a:ext cx="255" cy="25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0" name="Object 39"/>
            <p:cNvGraphicFramePr>
              <a:graphicFrameLocks noChangeAspect="1"/>
            </p:cNvGraphicFramePr>
            <p:nvPr/>
          </p:nvGraphicFramePr>
          <p:xfrm>
            <a:off x="1728" y="2055"/>
            <a:ext cx="240" cy="2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126835" imgH="139518" progId="Equation.3">
                    <p:embed/>
                  </p:oleObj>
                </mc:Choice>
                <mc:Fallback>
                  <p:oleObj name="公式" r:id="rId12" imgW="126835" imgH="139518" progId="Equation.3">
                    <p:embed/>
                    <p:pic>
                      <p:nvPicPr>
                        <p:cNvPr id="0" name="Picture 8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" y="2055"/>
                          <a:ext cx="240" cy="20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1" name="Object 40"/>
            <p:cNvGraphicFramePr>
              <a:graphicFrameLocks noChangeAspect="1"/>
            </p:cNvGraphicFramePr>
            <p:nvPr/>
          </p:nvGraphicFramePr>
          <p:xfrm>
            <a:off x="3801" y="2016"/>
            <a:ext cx="231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26725" imgH="177415" progId="Equation.3">
                    <p:embed/>
                  </p:oleObj>
                </mc:Choice>
                <mc:Fallback>
                  <p:oleObj name="公式" r:id="rId14" imgW="126725" imgH="177415" progId="Equation.3">
                    <p:embed/>
                    <p:pic>
                      <p:nvPicPr>
                        <p:cNvPr id="0" name="Picture 8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1" y="2016"/>
                          <a:ext cx="231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2" name="Object 4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07780516"/>
                </p:ext>
              </p:extLst>
            </p:nvPr>
          </p:nvGraphicFramePr>
          <p:xfrm flipH="1" flipV="1">
            <a:off x="1421" y="888"/>
            <a:ext cx="432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139579" imgH="164957" progId="Equation.3">
                    <p:embed/>
                  </p:oleObj>
                </mc:Choice>
                <mc:Fallback>
                  <p:oleObj name="公式" r:id="rId16" imgW="139579" imgH="164957" progId="Equation.3">
                    <p:embed/>
                    <p:pic>
                      <p:nvPicPr>
                        <p:cNvPr id="0" name="Picture 8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 flipH="1" flipV="1">
                          <a:off x="1421" y="888"/>
                          <a:ext cx="432" cy="34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3" name="Object 42"/>
            <p:cNvGraphicFramePr>
              <a:graphicFrameLocks noChangeAspect="1"/>
            </p:cNvGraphicFramePr>
            <p:nvPr/>
          </p:nvGraphicFramePr>
          <p:xfrm>
            <a:off x="1104" y="2064"/>
            <a:ext cx="204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126835" imgH="139518" progId="Equation.3">
                    <p:embed/>
                  </p:oleObj>
                </mc:Choice>
                <mc:Fallback>
                  <p:oleObj name="公式" r:id="rId18" imgW="126835" imgH="139518" progId="Equation.3">
                    <p:embed/>
                    <p:pic>
                      <p:nvPicPr>
                        <p:cNvPr id="0" name="Picture 8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2064"/>
                          <a:ext cx="204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4" name="Object 43"/>
            <p:cNvGraphicFramePr>
              <a:graphicFrameLocks noChangeAspect="1"/>
            </p:cNvGraphicFramePr>
            <p:nvPr/>
          </p:nvGraphicFramePr>
          <p:xfrm>
            <a:off x="4104" y="192"/>
            <a:ext cx="1105" cy="4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609336" imgH="203112" progId="Equation.3">
                    <p:embed/>
                  </p:oleObj>
                </mc:Choice>
                <mc:Fallback>
                  <p:oleObj name="公式" r:id="rId20" imgW="609336" imgH="203112" progId="Equation.3">
                    <p:embed/>
                    <p:pic>
                      <p:nvPicPr>
                        <p:cNvPr id="0" name="Picture 8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4" y="192"/>
                          <a:ext cx="1105" cy="40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55" name="Line 44"/>
            <p:cNvSpPr>
              <a:spLocks noChangeShapeType="1"/>
            </p:cNvSpPr>
            <p:nvPr/>
          </p:nvSpPr>
          <p:spPr bwMode="auto">
            <a:xfrm flipV="1">
              <a:off x="3552" y="480"/>
              <a:ext cx="624" cy="38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9942" name="Text Box 45"/>
          <p:cNvSpPr txBox="1">
            <a:spLocks noChangeArrowheads="1"/>
          </p:cNvSpPr>
          <p:nvPr/>
        </p:nvSpPr>
        <p:spPr bwMode="auto">
          <a:xfrm>
            <a:off x="1692271" y="258404"/>
            <a:ext cx="4175129" cy="6413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四</a:t>
            </a:r>
            <a:r>
              <a:rPr kumimoji="1"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1"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旋转体的侧面积</a:t>
            </a:r>
          </a:p>
        </p:txBody>
      </p:sp>
      <p:sp>
        <p:nvSpPr>
          <p:cNvPr id="43054" name="AutoShape 46"/>
          <p:cNvSpPr>
            <a:spLocks/>
          </p:cNvSpPr>
          <p:nvPr/>
        </p:nvSpPr>
        <p:spPr bwMode="auto">
          <a:xfrm>
            <a:off x="1676400" y="4535488"/>
            <a:ext cx="3123456" cy="1569660"/>
          </a:xfrm>
          <a:prstGeom prst="callout2">
            <a:avLst>
              <a:gd name="adj1" fmla="val 6431"/>
              <a:gd name="adj2" fmla="val 101889"/>
              <a:gd name="adj3" fmla="val 6431"/>
              <a:gd name="adj4" fmla="val 103852"/>
              <a:gd name="adj5" fmla="val -49194"/>
              <a:gd name="adj6" fmla="val 104718"/>
            </a:avLst>
          </a:prstGeom>
          <a:solidFill>
            <a:srgbClr val="9966FF"/>
          </a:solidFill>
          <a:ln w="38100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用切线</a:t>
            </a:r>
            <a:r>
              <a:rPr kumimoji="1" lang="en-US" altLang="zh-CN" b="1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MT</a:t>
            </a:r>
            <a:r>
              <a:rPr kumimoji="1"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绕</a:t>
            </a:r>
            <a:r>
              <a:rPr kumimoji="1" lang="en-US" altLang="zh-CN" b="1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轴旋转所得圆台的侧面积近似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57406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3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3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500"/>
                                        <p:tgtEl>
                                          <p:spTgt spid="43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 animBg="1"/>
      <p:bldP spid="43054" grpId="0" animBg="1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6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1446530"/>
              </p:ext>
            </p:extLst>
          </p:nvPr>
        </p:nvGraphicFramePr>
        <p:xfrm>
          <a:off x="2207568" y="911493"/>
          <a:ext cx="6552728" cy="1309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70000" imgH="457200" progId="Equation.DSMT4">
                  <p:embed/>
                </p:oleObj>
              </mc:Choice>
              <mc:Fallback>
                <p:oleObj name="Equation" r:id="rId4" imgW="2070000" imgH="457200" progId="Equation.DSMT4">
                  <p:embed/>
                  <p:pic>
                    <p:nvPicPr>
                      <p:cNvPr id="0" name="Picture 4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568" y="911493"/>
                        <a:ext cx="6552728" cy="1309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9405713"/>
              </p:ext>
            </p:extLst>
          </p:nvPr>
        </p:nvGraphicFramePr>
        <p:xfrm>
          <a:off x="2207568" y="2425434"/>
          <a:ext cx="6696744" cy="117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14600" imgH="431800" progId="Equation.3">
                  <p:embed/>
                </p:oleObj>
              </mc:Choice>
              <mc:Fallback>
                <p:oleObj name="Equation" r:id="rId6" imgW="2514600" imgH="431800" progId="Equation.3">
                  <p:embed/>
                  <p:pic>
                    <p:nvPicPr>
                      <p:cNvPr id="0" name="Picture 4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568" y="2425434"/>
                        <a:ext cx="6696744" cy="1177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8252052"/>
              </p:ext>
            </p:extLst>
          </p:nvPr>
        </p:nvGraphicFramePr>
        <p:xfrm>
          <a:off x="3215680" y="3714589"/>
          <a:ext cx="5472608" cy="83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90700" imgH="279400" progId="Equation.3">
                  <p:embed/>
                </p:oleObj>
              </mc:Choice>
              <mc:Fallback>
                <p:oleObj name="Equation" r:id="rId8" imgW="1790700" imgH="279400" progId="Equation.3">
                  <p:embed/>
                  <p:pic>
                    <p:nvPicPr>
                      <p:cNvPr id="0" name="Picture 4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5680" y="3714589"/>
                        <a:ext cx="5472608" cy="836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9115773"/>
              </p:ext>
            </p:extLst>
          </p:nvPr>
        </p:nvGraphicFramePr>
        <p:xfrm>
          <a:off x="4079777" y="4869160"/>
          <a:ext cx="4032447" cy="1014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10040" imgH="296640" progId="Equation.3">
                  <p:embed/>
                </p:oleObj>
              </mc:Choice>
              <mc:Fallback>
                <p:oleObj name="Equation" r:id="rId10" imgW="1310040" imgH="296640" progId="Equation.3">
                  <p:embed/>
                  <p:pic>
                    <p:nvPicPr>
                      <p:cNvPr id="0" name="Picture 4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777" y="4869160"/>
                        <a:ext cx="4032447" cy="1014205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6709683"/>
              </p:ext>
            </p:extLst>
          </p:nvPr>
        </p:nvGraphicFramePr>
        <p:xfrm>
          <a:off x="2279576" y="4622437"/>
          <a:ext cx="1434666" cy="543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508000" imgH="190500" progId="Equation.3">
                  <p:embed/>
                </p:oleObj>
              </mc:Choice>
              <mc:Fallback>
                <p:oleObj name="公式" r:id="rId12" imgW="508000" imgH="190500" progId="Equation.3">
                  <p:embed/>
                  <p:pic>
                    <p:nvPicPr>
                      <p:cNvPr id="0" name="Picture 4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576" y="4622437"/>
                        <a:ext cx="1434666" cy="54333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11232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40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4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4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440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EMIND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8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1938221"/>
              </p:ext>
            </p:extLst>
          </p:nvPr>
        </p:nvGraphicFramePr>
        <p:xfrm>
          <a:off x="1721363" y="947369"/>
          <a:ext cx="8263069" cy="12803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46240" imgH="469800" progId="Equation.DSMT4">
                  <p:embed/>
                </p:oleObj>
              </mc:Choice>
              <mc:Fallback>
                <p:oleObj name="Equation" r:id="rId2" imgW="2946240" imgH="469800" progId="Equation.DSMT4">
                  <p:embed/>
                  <p:pic>
                    <p:nvPicPr>
                      <p:cNvPr id="0" name="Picture 11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1363" y="947369"/>
                        <a:ext cx="8263069" cy="128036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7" name="Oval 3"/>
          <p:cNvSpPr>
            <a:spLocks noChangeArrowheads="1"/>
          </p:cNvSpPr>
          <p:nvPr/>
        </p:nvSpPr>
        <p:spPr bwMode="auto">
          <a:xfrm>
            <a:off x="8662988" y="2971800"/>
            <a:ext cx="1066800" cy="10668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1988" name="Line 4"/>
          <p:cNvSpPr>
            <a:spLocks noChangeShapeType="1"/>
          </p:cNvSpPr>
          <p:nvPr/>
        </p:nvSpPr>
        <p:spPr bwMode="auto">
          <a:xfrm flipV="1">
            <a:off x="9209447" y="2285363"/>
            <a:ext cx="26630" cy="251831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89" name="Line 5"/>
          <p:cNvSpPr>
            <a:spLocks noChangeShapeType="1"/>
          </p:cNvSpPr>
          <p:nvPr/>
        </p:nvSpPr>
        <p:spPr bwMode="auto">
          <a:xfrm>
            <a:off x="8205788" y="4800600"/>
            <a:ext cx="220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90" name="Line 6"/>
          <p:cNvSpPr>
            <a:spLocks noChangeShapeType="1"/>
          </p:cNvSpPr>
          <p:nvPr/>
        </p:nvSpPr>
        <p:spPr bwMode="auto">
          <a:xfrm>
            <a:off x="9729788" y="3505200"/>
            <a:ext cx="0" cy="12954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91" name="Line 7"/>
          <p:cNvSpPr>
            <a:spLocks noChangeShapeType="1"/>
          </p:cNvSpPr>
          <p:nvPr/>
        </p:nvSpPr>
        <p:spPr bwMode="auto">
          <a:xfrm>
            <a:off x="8662988" y="3505200"/>
            <a:ext cx="0" cy="12954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1992" name="Object 8"/>
          <p:cNvGraphicFramePr>
            <a:graphicFrameLocks noChangeAspect="1"/>
          </p:cNvGraphicFramePr>
          <p:nvPr/>
        </p:nvGraphicFramePr>
        <p:xfrm>
          <a:off x="10263188" y="4419601"/>
          <a:ext cx="404812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39700" imgH="139700" progId="Equation.3">
                  <p:embed/>
                </p:oleObj>
              </mc:Choice>
              <mc:Fallback>
                <p:oleObj name="公式" r:id="rId4" imgW="139700" imgH="139700" progId="Equation.3">
                  <p:embed/>
                  <p:pic>
                    <p:nvPicPr>
                      <p:cNvPr id="0" name="Picture 11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63188" y="4419601"/>
                        <a:ext cx="404812" cy="404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1762352"/>
              </p:ext>
            </p:extLst>
          </p:nvPr>
        </p:nvGraphicFramePr>
        <p:xfrm flipH="1" flipV="1">
          <a:off x="9498176" y="2248802"/>
          <a:ext cx="328449" cy="3809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39579" imgH="164957" progId="Equation.3">
                  <p:embed/>
                </p:oleObj>
              </mc:Choice>
              <mc:Fallback>
                <p:oleObj name="公式" r:id="rId6" imgW="139579" imgH="164957" progId="Equation.3">
                  <p:embed/>
                  <p:pic>
                    <p:nvPicPr>
                      <p:cNvPr id="0" name="Picture 11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 flipH="1" flipV="1">
                        <a:off x="9498176" y="2248802"/>
                        <a:ext cx="328449" cy="3809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4" name="Object 10"/>
          <p:cNvGraphicFramePr>
            <a:graphicFrameLocks noChangeAspect="1"/>
          </p:cNvGraphicFramePr>
          <p:nvPr/>
        </p:nvGraphicFramePr>
        <p:xfrm>
          <a:off x="8281988" y="4800601"/>
          <a:ext cx="45720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41195" imgH="139639" progId="Equation.3">
                  <p:embed/>
                </p:oleObj>
              </mc:Choice>
              <mc:Fallback>
                <p:oleObj name="公式" r:id="rId8" imgW="241195" imgH="139639" progId="Equation.3">
                  <p:embed/>
                  <p:pic>
                    <p:nvPicPr>
                      <p:cNvPr id="0" name="Picture 11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1988" y="4800601"/>
                        <a:ext cx="457200" cy="366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5" name="Object 11"/>
          <p:cNvGraphicFramePr>
            <a:graphicFrameLocks noChangeAspect="1"/>
          </p:cNvGraphicFramePr>
          <p:nvPr/>
        </p:nvGraphicFramePr>
        <p:xfrm>
          <a:off x="9577389" y="4800600"/>
          <a:ext cx="249237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26835" imgH="139518" progId="Equation.3">
                  <p:embed/>
                </p:oleObj>
              </mc:Choice>
              <mc:Fallback>
                <p:oleObj name="公式" r:id="rId10" imgW="126835" imgH="139518" progId="Equation.3">
                  <p:embed/>
                  <p:pic>
                    <p:nvPicPr>
                      <p:cNvPr id="0" name="Picture 11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77389" y="4800600"/>
                        <a:ext cx="249237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6" name="Object 12"/>
          <p:cNvGraphicFramePr>
            <a:graphicFrameLocks noChangeAspect="1"/>
          </p:cNvGraphicFramePr>
          <p:nvPr/>
        </p:nvGraphicFramePr>
        <p:xfrm>
          <a:off x="8991601" y="4800600"/>
          <a:ext cx="3413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26835" imgH="139518" progId="Equation.3">
                  <p:embed/>
                </p:oleObj>
              </mc:Choice>
              <mc:Fallback>
                <p:oleObj name="公式" r:id="rId12" imgW="126835" imgH="139518" progId="Equation.3">
                  <p:embed/>
                  <p:pic>
                    <p:nvPicPr>
                      <p:cNvPr id="0" name="Picture 11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1601" y="4800600"/>
                        <a:ext cx="3413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7" name="Object 13"/>
          <p:cNvGraphicFramePr>
            <a:graphicFrameLocks noChangeAspect="1"/>
          </p:cNvGraphicFramePr>
          <p:nvPr/>
        </p:nvGraphicFramePr>
        <p:xfrm>
          <a:off x="9196388" y="3340100"/>
          <a:ext cx="533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26725" imgH="177415" progId="Equation.3">
                  <p:embed/>
                </p:oleObj>
              </mc:Choice>
              <mc:Fallback>
                <p:oleObj name="公式" r:id="rId14" imgW="126725" imgH="177415" progId="Equation.3">
                  <p:embed/>
                  <p:pic>
                    <p:nvPicPr>
                      <p:cNvPr id="0" name="Picture 11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96388" y="3340100"/>
                        <a:ext cx="5334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8" name="Line 14"/>
          <p:cNvSpPr>
            <a:spLocks noChangeShapeType="1"/>
          </p:cNvSpPr>
          <p:nvPr/>
        </p:nvSpPr>
        <p:spPr bwMode="auto">
          <a:xfrm>
            <a:off x="8610600" y="3581400"/>
            <a:ext cx="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99" name="Line 15"/>
          <p:cNvSpPr>
            <a:spLocks noChangeShapeType="1"/>
          </p:cNvSpPr>
          <p:nvPr/>
        </p:nvSpPr>
        <p:spPr bwMode="auto">
          <a:xfrm>
            <a:off x="9196388" y="3505200"/>
            <a:ext cx="7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507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6456456"/>
              </p:ext>
            </p:extLst>
          </p:nvPr>
        </p:nvGraphicFramePr>
        <p:xfrm>
          <a:off x="2501542" y="2759849"/>
          <a:ext cx="2325688" cy="5651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812447" imgH="203112" progId="Equation.3">
                  <p:embed/>
                </p:oleObj>
              </mc:Choice>
              <mc:Fallback>
                <p:oleObj name="公式" r:id="rId16" imgW="812447" imgH="203112" progId="Equation.3">
                  <p:embed/>
                  <p:pic>
                    <p:nvPicPr>
                      <p:cNvPr id="0" name="Picture 11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1542" y="2759849"/>
                        <a:ext cx="2325688" cy="56519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0639667"/>
              </p:ext>
            </p:extLst>
          </p:nvPr>
        </p:nvGraphicFramePr>
        <p:xfrm>
          <a:off x="4884910" y="2608736"/>
          <a:ext cx="2812678" cy="7045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129810" imgH="266584" progId="Equation.3">
                  <p:embed/>
                </p:oleObj>
              </mc:Choice>
              <mc:Fallback>
                <p:oleObj name="公式" r:id="rId18" imgW="1129810" imgH="266584" progId="Equation.3">
                  <p:embed/>
                  <p:pic>
                    <p:nvPicPr>
                      <p:cNvPr id="0" name="Picture 11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4910" y="2608736"/>
                        <a:ext cx="2812678" cy="7045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4112787"/>
              </p:ext>
            </p:extLst>
          </p:nvPr>
        </p:nvGraphicFramePr>
        <p:xfrm>
          <a:off x="2480089" y="3461015"/>
          <a:ext cx="2209800" cy="537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812447" imgH="203112" progId="Equation.3">
                  <p:embed/>
                </p:oleObj>
              </mc:Choice>
              <mc:Fallback>
                <p:oleObj name="公式" r:id="rId20" imgW="812447" imgH="203112" progId="Equation.3">
                  <p:embed/>
                  <p:pic>
                    <p:nvPicPr>
                      <p:cNvPr id="0" name="Picture 11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0089" y="3461015"/>
                        <a:ext cx="2209800" cy="53759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9279203"/>
              </p:ext>
            </p:extLst>
          </p:nvPr>
        </p:nvGraphicFramePr>
        <p:xfrm>
          <a:off x="4863741" y="3313302"/>
          <a:ext cx="2785428" cy="6853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129810" imgH="266584" progId="Equation.3">
                  <p:embed/>
                </p:oleObj>
              </mc:Choice>
              <mc:Fallback>
                <p:oleObj name="公式" r:id="rId22" imgW="1129810" imgH="266584" progId="Equation.3">
                  <p:embed/>
                  <p:pic>
                    <p:nvPicPr>
                      <p:cNvPr id="0" name="Picture 11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3741" y="3313302"/>
                        <a:ext cx="2785428" cy="6853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22819"/>
              </p:ext>
            </p:extLst>
          </p:nvPr>
        </p:nvGraphicFramePr>
        <p:xfrm>
          <a:off x="2306236" y="3959227"/>
          <a:ext cx="4597324" cy="1171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536700" imgH="419100" progId="Equation.3">
                  <p:embed/>
                </p:oleObj>
              </mc:Choice>
              <mc:Fallback>
                <p:oleObj name="Equation" r:id="rId24" imgW="1536700" imgH="419100" progId="Equation.3">
                  <p:embed/>
                  <p:pic>
                    <p:nvPicPr>
                      <p:cNvPr id="0" name="Picture 11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6236" y="3959227"/>
                        <a:ext cx="4597324" cy="117153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5889874"/>
              </p:ext>
            </p:extLst>
          </p:nvPr>
        </p:nvGraphicFramePr>
        <p:xfrm>
          <a:off x="2514600" y="5085221"/>
          <a:ext cx="4180596" cy="116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497950" imgH="444307" progId="Equation.3">
                  <p:embed/>
                </p:oleObj>
              </mc:Choice>
              <mc:Fallback>
                <p:oleObj name="公式" r:id="rId26" imgW="1497950" imgH="444307" progId="Equation.3">
                  <p:embed/>
                  <p:pic>
                    <p:nvPicPr>
                      <p:cNvPr id="0" name="Picture 11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5085221"/>
                        <a:ext cx="4180596" cy="1168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06" name="Text Box 22"/>
          <p:cNvSpPr txBox="1">
            <a:spLocks noChangeArrowheads="1"/>
          </p:cNvSpPr>
          <p:nvPr/>
        </p:nvSpPr>
        <p:spPr bwMode="auto">
          <a:xfrm>
            <a:off x="1720523" y="2728527"/>
            <a:ext cx="59663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endParaRPr kumimoji="1" lang="en-US" altLang="zh-CN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89227" y="985114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例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89682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5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45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5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5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45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45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0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08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630890"/>
              </p:ext>
            </p:extLst>
          </p:nvPr>
        </p:nvGraphicFramePr>
        <p:xfrm>
          <a:off x="1775520" y="945638"/>
          <a:ext cx="8105775" cy="1157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958840" imgH="444240" progId="Equation.DSMT4">
                  <p:embed/>
                </p:oleObj>
              </mc:Choice>
              <mc:Fallback>
                <p:oleObj name="Equation" r:id="rId3" imgW="2958840" imgH="444240" progId="Equation.DSMT4">
                  <p:embed/>
                  <p:pic>
                    <p:nvPicPr>
                      <p:cNvPr id="0" name="Picture 4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5520" y="945638"/>
                        <a:ext cx="8105775" cy="1157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984176"/>
              </p:ext>
            </p:extLst>
          </p:nvPr>
        </p:nvGraphicFramePr>
        <p:xfrm>
          <a:off x="1868875" y="2180823"/>
          <a:ext cx="7685035" cy="9547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035300" imgH="355600" progId="Equation.3">
                  <p:embed/>
                </p:oleObj>
              </mc:Choice>
              <mc:Fallback>
                <p:oleObj name="Equation" r:id="rId5" imgW="3035300" imgH="355600" progId="Equation.3">
                  <p:embed/>
                  <p:pic>
                    <p:nvPicPr>
                      <p:cNvPr id="0" name="Picture 4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8875" y="2180823"/>
                        <a:ext cx="7685035" cy="95474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0707003"/>
              </p:ext>
            </p:extLst>
          </p:nvPr>
        </p:nvGraphicFramePr>
        <p:xfrm>
          <a:off x="2195215" y="2981896"/>
          <a:ext cx="7266384" cy="112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3327400" imgH="444500" progId="Equation.3">
                  <p:embed/>
                </p:oleObj>
              </mc:Choice>
              <mc:Fallback>
                <p:oleObj name="公式" r:id="rId7" imgW="3327400" imgH="444500" progId="Equation.3">
                  <p:embed/>
                  <p:pic>
                    <p:nvPicPr>
                      <p:cNvPr id="0" name="Picture 4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215" y="2981896"/>
                        <a:ext cx="7266384" cy="1122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0297589"/>
              </p:ext>
            </p:extLst>
          </p:nvPr>
        </p:nvGraphicFramePr>
        <p:xfrm>
          <a:off x="2102904" y="3800680"/>
          <a:ext cx="3593976" cy="1159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205977" imgH="444307" progId="Equation.3">
                  <p:embed/>
                </p:oleObj>
              </mc:Choice>
              <mc:Fallback>
                <p:oleObj name="公式" r:id="rId9" imgW="1205977" imgH="444307" progId="Equation.3">
                  <p:embed/>
                  <p:pic>
                    <p:nvPicPr>
                      <p:cNvPr id="0" name="Picture 4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2904" y="3800680"/>
                        <a:ext cx="3593976" cy="115921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6103258"/>
              </p:ext>
            </p:extLst>
          </p:nvPr>
        </p:nvGraphicFramePr>
        <p:xfrm>
          <a:off x="2102904" y="4771332"/>
          <a:ext cx="4962128" cy="10516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675673" imgH="406224" progId="Equation.3">
                  <p:embed/>
                </p:oleObj>
              </mc:Choice>
              <mc:Fallback>
                <p:oleObj name="公式" r:id="rId11" imgW="1675673" imgH="406224" progId="Equation.3">
                  <p:embed/>
                  <p:pic>
                    <p:nvPicPr>
                      <p:cNvPr id="0" name="Picture 4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2904" y="4771332"/>
                        <a:ext cx="4962128" cy="105163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49753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2" dur="500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7" dur="5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2" dur="500"/>
                                        <p:tgtEl>
                                          <p:spTgt spid="460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REMIND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7" dur="500"/>
                                        <p:tgtEl>
                                          <p:spTgt spid="460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REMIND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Box 1"/>
          <p:cNvSpPr txBox="1">
            <a:spLocks noChangeArrowheads="1"/>
          </p:cNvSpPr>
          <p:nvPr/>
        </p:nvSpPr>
        <p:spPr bwMode="auto">
          <a:xfrm>
            <a:off x="2135560" y="548680"/>
            <a:ext cx="67794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(1998.2)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过原点作</a:t>
            </a:r>
            <a:r>
              <a:rPr lang="zh-CN" altLang="en-US" sz="2800" b="1" dirty="0"/>
              <a:t>曲线                  的切线 </a:t>
            </a:r>
            <a:r>
              <a:rPr lang="en-US" altLang="zh-CN" sz="2800" b="1" dirty="0"/>
              <a:t>,</a:t>
            </a:r>
            <a:endParaRPr lang="zh-CN" altLang="en-US" sz="2800" b="1" dirty="0"/>
          </a:p>
        </p:txBody>
      </p:sp>
      <p:graphicFrame>
        <p:nvGraphicFramePr>
          <p:cNvPr id="44035" name="对象 2"/>
          <p:cNvGraphicFramePr>
            <a:graphicFrameLocks noChangeAspect="1"/>
          </p:cNvGraphicFramePr>
          <p:nvPr/>
        </p:nvGraphicFramePr>
        <p:xfrm>
          <a:off x="5359400" y="458788"/>
          <a:ext cx="18542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10891" imgH="241195" progId="Equation.DSMT4">
                  <p:embed/>
                </p:oleObj>
              </mc:Choice>
              <mc:Fallback>
                <p:oleObj name="Equation" r:id="rId2" imgW="710891" imgH="241195" progId="Equation.DSMT4">
                  <p:embed/>
                  <p:pic>
                    <p:nvPicPr>
                      <p:cNvPr id="0" name="Picture 9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9400" y="458788"/>
                        <a:ext cx="1854200" cy="628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6" name="TextBox 4"/>
          <p:cNvSpPr txBox="1">
            <a:spLocks noChangeArrowheads="1"/>
          </p:cNvSpPr>
          <p:nvPr/>
        </p:nvSpPr>
        <p:spPr bwMode="auto">
          <a:xfrm>
            <a:off x="8832304" y="548680"/>
            <a:ext cx="17637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求切线</a:t>
            </a:r>
          </a:p>
        </p:txBody>
      </p:sp>
      <p:sp>
        <p:nvSpPr>
          <p:cNvPr id="44037" name="TextBox 5"/>
          <p:cNvSpPr txBox="1">
            <a:spLocks noChangeArrowheads="1"/>
          </p:cNvSpPr>
          <p:nvPr/>
        </p:nvSpPr>
        <p:spPr bwMode="auto">
          <a:xfrm>
            <a:off x="1808164" y="1109664"/>
            <a:ext cx="8176268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与该曲线及    轴所围成的区域绕    轴旋转一周所生成的表面积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graphicFrame>
        <p:nvGraphicFramePr>
          <p:cNvPr id="44038" name="对象 7"/>
          <p:cNvGraphicFramePr>
            <a:graphicFrameLocks noChangeAspect="1"/>
          </p:cNvGraphicFramePr>
          <p:nvPr/>
        </p:nvGraphicFramePr>
        <p:xfrm>
          <a:off x="3727451" y="1208089"/>
          <a:ext cx="328613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700" imgH="139700" progId="Equation.DSMT4">
                  <p:embed/>
                </p:oleObj>
              </mc:Choice>
              <mc:Fallback>
                <p:oleObj name="Equation" r:id="rId4" imgW="139700" imgH="139700" progId="Equation.DSMT4">
                  <p:embed/>
                  <p:pic>
                    <p:nvPicPr>
                      <p:cNvPr id="0" name="Picture 9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7451" y="1208089"/>
                        <a:ext cx="328613" cy="327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1825626" y="2017714"/>
            <a:ext cx="542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pSp>
        <p:nvGrpSpPr>
          <p:cNvPr id="15" name="组合 14"/>
          <p:cNvGrpSpPr>
            <a:grpSpLocks/>
          </p:cNvGrpSpPr>
          <p:nvPr/>
        </p:nvGrpSpPr>
        <p:grpSpPr bwMode="auto">
          <a:xfrm>
            <a:off x="2514600" y="1962150"/>
            <a:ext cx="3975768" cy="636588"/>
            <a:chOff x="1066800" y="1872324"/>
            <a:chExt cx="3975776" cy="635776"/>
          </a:xfrm>
        </p:grpSpPr>
        <p:sp>
          <p:nvSpPr>
            <p:cNvPr id="44055" name="TextBox 9"/>
            <p:cNvSpPr txBox="1">
              <a:spLocks noChangeArrowheads="1"/>
            </p:cNvSpPr>
            <p:nvPr/>
          </p:nvSpPr>
          <p:spPr bwMode="auto">
            <a:xfrm>
              <a:off x="1066800" y="1928602"/>
              <a:ext cx="3975776" cy="522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/>
                <a:t>设切点为                    ，</a:t>
              </a:r>
            </a:p>
          </p:txBody>
        </p:sp>
        <p:graphicFrame>
          <p:nvGraphicFramePr>
            <p:cNvPr id="44056" name="对象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24432643"/>
                </p:ext>
              </p:extLst>
            </p:nvPr>
          </p:nvGraphicFramePr>
          <p:xfrm>
            <a:off x="2616238" y="1872324"/>
            <a:ext cx="1963708" cy="6357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825142" imgH="266584" progId="Equation.DSMT4">
                    <p:embed/>
                  </p:oleObj>
                </mc:Choice>
                <mc:Fallback>
                  <p:oleObj name="Equation" r:id="rId6" imgW="825142" imgH="266584" progId="Equation.DSMT4">
                    <p:embed/>
                    <p:pic>
                      <p:nvPicPr>
                        <p:cNvPr id="0" name="Picture 90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16238" y="1872324"/>
                          <a:ext cx="1963708" cy="6357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组合 15"/>
          <p:cNvGrpSpPr>
            <a:grpSpLocks/>
          </p:cNvGrpSpPr>
          <p:nvPr/>
        </p:nvGrpSpPr>
        <p:grpSpPr bwMode="auto">
          <a:xfrm>
            <a:off x="2743200" y="2017702"/>
            <a:ext cx="6039648" cy="1508137"/>
            <a:chOff x="527156" y="1955583"/>
            <a:chExt cx="6041172" cy="1507440"/>
          </a:xfrm>
        </p:grpSpPr>
        <p:graphicFrame>
          <p:nvGraphicFramePr>
            <p:cNvPr id="44053" name="对象 11"/>
            <p:cNvGraphicFramePr>
              <a:graphicFrameLocks noChangeAspect="1"/>
            </p:cNvGraphicFramePr>
            <p:nvPr/>
          </p:nvGraphicFramePr>
          <p:xfrm>
            <a:off x="527156" y="2478815"/>
            <a:ext cx="4154886" cy="984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981200" imgH="469900" progId="Equation.DSMT4">
                    <p:embed/>
                  </p:oleObj>
                </mc:Choice>
                <mc:Fallback>
                  <p:oleObj name="Equation" r:id="rId8" imgW="1981200" imgH="469900" progId="Equation.DSMT4">
                    <p:embed/>
                    <p:pic>
                      <p:nvPicPr>
                        <p:cNvPr id="0" name="Picture 90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7156" y="2478815"/>
                          <a:ext cx="4154886" cy="98420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54" name="矩形 13"/>
            <p:cNvSpPr>
              <a:spLocks noChangeArrowheads="1"/>
            </p:cNvSpPr>
            <p:nvPr/>
          </p:nvSpPr>
          <p:spPr bwMode="auto">
            <a:xfrm>
              <a:off x="3982291" y="1955583"/>
              <a:ext cx="2586037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solidFill>
                    <a:srgbClr val="000000"/>
                  </a:solidFill>
                </a:rPr>
                <a:t>则切线方程为                  </a:t>
              </a:r>
            </a:p>
          </p:txBody>
        </p:sp>
      </p:grp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2590801" y="5105400"/>
          <a:ext cx="6600825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933700" imgH="431800" progId="Equation.DSMT4">
                  <p:embed/>
                </p:oleObj>
              </mc:Choice>
              <mc:Fallback>
                <p:oleObj name="Equation" r:id="rId10" imgW="2933700" imgH="431800" progId="Equation.DSMT4">
                  <p:embed/>
                  <p:pic>
                    <p:nvPicPr>
                      <p:cNvPr id="0" name="Picture 9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1" y="5105400"/>
                        <a:ext cx="6600825" cy="971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3" name="对象 2"/>
          <p:cNvGraphicFramePr>
            <a:graphicFrameLocks noChangeAspect="1"/>
          </p:cNvGraphicFramePr>
          <p:nvPr/>
        </p:nvGraphicFramePr>
        <p:xfrm>
          <a:off x="6961188" y="1208089"/>
          <a:ext cx="328612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9700" imgH="139700" progId="Equation.DSMT4">
                  <p:embed/>
                </p:oleObj>
              </mc:Choice>
              <mc:Fallback>
                <p:oleObj name="Equation" r:id="rId12" imgW="139700" imgH="139700" progId="Equation.DSMT4">
                  <p:embed/>
                  <p:pic>
                    <p:nvPicPr>
                      <p:cNvPr id="0" name="Picture 9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1188" y="1208089"/>
                        <a:ext cx="328612" cy="327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/>
          <p:cNvGrpSpPr>
            <a:grpSpLocks/>
          </p:cNvGrpSpPr>
          <p:nvPr/>
        </p:nvGrpSpPr>
        <p:grpSpPr bwMode="auto">
          <a:xfrm>
            <a:off x="2097089" y="3349626"/>
            <a:ext cx="7354887" cy="900113"/>
            <a:chOff x="573087" y="3276600"/>
            <a:chExt cx="7355307" cy="899081"/>
          </a:xfrm>
        </p:grpSpPr>
        <p:sp>
          <p:nvSpPr>
            <p:cNvPr id="44049" name="TextBox 19"/>
            <p:cNvSpPr txBox="1">
              <a:spLocks noChangeArrowheads="1"/>
            </p:cNvSpPr>
            <p:nvPr/>
          </p:nvSpPr>
          <p:spPr bwMode="auto">
            <a:xfrm>
              <a:off x="573087" y="3538210"/>
              <a:ext cx="683552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将                 代入，得         </a:t>
              </a:r>
              <a:r>
                <a:rPr lang="en-US" altLang="zh-CN" sz="2800" b="1"/>
                <a:t>,</a:t>
              </a:r>
              <a:r>
                <a:rPr lang="zh-CN" altLang="en-US" sz="2800" b="1"/>
                <a:t>切线方程为 </a:t>
              </a:r>
            </a:p>
          </p:txBody>
        </p:sp>
        <p:graphicFrame>
          <p:nvGraphicFramePr>
            <p:cNvPr id="44050" name="对象 2"/>
            <p:cNvGraphicFramePr>
              <a:graphicFrameLocks noChangeAspect="1"/>
            </p:cNvGraphicFramePr>
            <p:nvPr/>
          </p:nvGraphicFramePr>
          <p:xfrm>
            <a:off x="1066800" y="3606813"/>
            <a:ext cx="1676400" cy="4546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748975" imgH="203112" progId="Equation.DSMT4">
                    <p:embed/>
                  </p:oleObj>
                </mc:Choice>
                <mc:Fallback>
                  <p:oleObj name="Equation" r:id="rId14" imgW="748975" imgH="203112" progId="Equation.DSMT4">
                    <p:embed/>
                    <p:pic>
                      <p:nvPicPr>
                        <p:cNvPr id="0" name="Picture 9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6800" y="3606813"/>
                          <a:ext cx="1676400" cy="45461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51" name="对象 3"/>
            <p:cNvGraphicFramePr>
              <a:graphicFrameLocks noChangeAspect="1"/>
            </p:cNvGraphicFramePr>
            <p:nvPr/>
          </p:nvGraphicFramePr>
          <p:xfrm>
            <a:off x="4097971" y="3629155"/>
            <a:ext cx="898394" cy="4756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431613" imgH="228501" progId="Equation.DSMT4">
                    <p:embed/>
                  </p:oleObj>
                </mc:Choice>
                <mc:Fallback>
                  <p:oleObj name="Equation" r:id="rId16" imgW="431613" imgH="228501" progId="Equation.DSMT4">
                    <p:embed/>
                    <p:pic>
                      <p:nvPicPr>
                        <p:cNvPr id="0" name="Picture 9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97971" y="3629155"/>
                          <a:ext cx="898394" cy="4756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52" name="对象 4"/>
            <p:cNvGraphicFramePr>
              <a:graphicFrameLocks noChangeAspect="1"/>
            </p:cNvGraphicFramePr>
            <p:nvPr/>
          </p:nvGraphicFramePr>
          <p:xfrm>
            <a:off x="6888831" y="3276600"/>
            <a:ext cx="1039563" cy="8990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469696" imgH="406224" progId="Equation.DSMT4">
                    <p:embed/>
                  </p:oleObj>
                </mc:Choice>
                <mc:Fallback>
                  <p:oleObj name="Equation" r:id="rId18" imgW="469696" imgH="406224" progId="Equation.DSMT4">
                    <p:embed/>
                    <p:pic>
                      <p:nvPicPr>
                        <p:cNvPr id="0" name="Picture 9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88831" y="3276600"/>
                          <a:ext cx="1039563" cy="89908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组合 12"/>
          <p:cNvGrpSpPr>
            <a:grpSpLocks/>
          </p:cNvGrpSpPr>
          <p:nvPr/>
        </p:nvGrpSpPr>
        <p:grpSpPr bwMode="auto">
          <a:xfrm>
            <a:off x="1919536" y="4293096"/>
            <a:ext cx="8215313" cy="898525"/>
            <a:chOff x="474264" y="3937483"/>
            <a:chExt cx="8215711" cy="898525"/>
          </a:xfrm>
        </p:grpSpPr>
        <p:sp>
          <p:nvSpPr>
            <p:cNvPr id="44046" name="TextBox 5"/>
            <p:cNvSpPr txBox="1">
              <a:spLocks noChangeArrowheads="1"/>
            </p:cNvSpPr>
            <p:nvPr/>
          </p:nvSpPr>
          <p:spPr bwMode="auto">
            <a:xfrm>
              <a:off x="474264" y="4125136"/>
              <a:ext cx="8215711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/>
                <a:t>切线                          绕    轴旋转一周所得曲面面积</a:t>
              </a:r>
              <a:endParaRPr lang="zh-CN" altLang="en-US" sz="2800" dirty="0"/>
            </a:p>
          </p:txBody>
        </p:sp>
        <p:graphicFrame>
          <p:nvGraphicFramePr>
            <p:cNvPr id="44047" name="对象 6"/>
            <p:cNvGraphicFramePr>
              <a:graphicFrameLocks noChangeAspect="1"/>
            </p:cNvGraphicFramePr>
            <p:nvPr/>
          </p:nvGraphicFramePr>
          <p:xfrm>
            <a:off x="4226836" y="4223233"/>
            <a:ext cx="328612" cy="327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39700" imgH="139700" progId="Equation.DSMT4">
                    <p:embed/>
                  </p:oleObj>
                </mc:Choice>
                <mc:Fallback>
                  <p:oleObj name="Equation" r:id="rId20" imgW="139700" imgH="139700" progId="Equation.DSMT4">
                    <p:embed/>
                    <p:pic>
                      <p:nvPicPr>
                        <p:cNvPr id="0" name="Picture 9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6836" y="4223233"/>
                          <a:ext cx="328612" cy="3270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48" name="对象 7"/>
            <p:cNvGraphicFramePr>
              <a:graphicFrameLocks noChangeAspect="1"/>
            </p:cNvGraphicFramePr>
            <p:nvPr/>
          </p:nvGraphicFramePr>
          <p:xfrm>
            <a:off x="1281086" y="3937483"/>
            <a:ext cx="2500313" cy="898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1129810" imgH="406224" progId="Equation.DSMT4">
                    <p:embed/>
                  </p:oleObj>
                </mc:Choice>
                <mc:Fallback>
                  <p:oleObj name="Equation" r:id="rId21" imgW="1129810" imgH="406224" progId="Equation.DSMT4">
                    <p:embed/>
                    <p:pic>
                      <p:nvPicPr>
                        <p:cNvPr id="0" name="Picture 9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81086" y="3937483"/>
                          <a:ext cx="2500313" cy="8985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52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7146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58" name="组合 1"/>
          <p:cNvGrpSpPr>
            <a:grpSpLocks/>
          </p:cNvGrpSpPr>
          <p:nvPr/>
        </p:nvGrpSpPr>
        <p:grpSpPr bwMode="auto">
          <a:xfrm>
            <a:off x="1970087" y="1251745"/>
            <a:ext cx="8091488" cy="966787"/>
            <a:chOff x="573087" y="5550832"/>
            <a:chExt cx="8090676" cy="965875"/>
          </a:xfrm>
        </p:grpSpPr>
        <p:sp>
          <p:nvSpPr>
            <p:cNvPr id="45063" name="TextBox 2"/>
            <p:cNvSpPr txBox="1">
              <a:spLocks noChangeArrowheads="1"/>
            </p:cNvSpPr>
            <p:nvPr/>
          </p:nvSpPr>
          <p:spPr bwMode="auto">
            <a:xfrm>
              <a:off x="573087" y="5562600"/>
              <a:ext cx="8090676" cy="954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曲线                                绕    轴旋转一周所得曲面</a:t>
              </a:r>
              <a:endParaRPr lang="en-US" altLang="zh-CN" sz="2800" b="1"/>
            </a:p>
            <a:p>
              <a:pPr eaLnBrk="1" hangingPunct="1"/>
              <a:r>
                <a:rPr lang="zh-CN" altLang="en-US" sz="2800" b="1"/>
                <a:t>的面积</a:t>
              </a:r>
              <a:endParaRPr lang="zh-CN" altLang="en-US" sz="2800"/>
            </a:p>
          </p:txBody>
        </p:sp>
        <p:graphicFrame>
          <p:nvGraphicFramePr>
            <p:cNvPr id="45064" name="对象 3"/>
            <p:cNvGraphicFramePr>
              <a:graphicFrameLocks noChangeAspect="1"/>
            </p:cNvGraphicFramePr>
            <p:nvPr/>
          </p:nvGraphicFramePr>
          <p:xfrm>
            <a:off x="1322707" y="5550832"/>
            <a:ext cx="3146425" cy="5349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422400" imgH="241300" progId="Equation.DSMT4">
                    <p:embed/>
                  </p:oleObj>
                </mc:Choice>
                <mc:Fallback>
                  <p:oleObj name="Equation" r:id="rId2" imgW="1422400" imgH="241300" progId="Equation.DSMT4">
                    <p:embed/>
                    <p:pic>
                      <p:nvPicPr>
                        <p:cNvPr id="0" name="Picture 4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22707" y="5550832"/>
                          <a:ext cx="3146425" cy="5349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065" name="对象 4"/>
            <p:cNvGraphicFramePr>
              <a:graphicFrameLocks noChangeAspect="1"/>
            </p:cNvGraphicFramePr>
            <p:nvPr/>
          </p:nvGraphicFramePr>
          <p:xfrm>
            <a:off x="4953000" y="5660697"/>
            <a:ext cx="328612" cy="327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39700" imgH="139700" progId="Equation.DSMT4">
                    <p:embed/>
                  </p:oleObj>
                </mc:Choice>
                <mc:Fallback>
                  <p:oleObj name="Equation" r:id="rId4" imgW="139700" imgH="139700" progId="Equation.DSMT4">
                    <p:embed/>
                    <p:pic>
                      <p:nvPicPr>
                        <p:cNvPr id="0" name="Picture 4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53000" y="5660697"/>
                          <a:ext cx="328612" cy="3270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2753908"/>
              </p:ext>
            </p:extLst>
          </p:nvPr>
        </p:nvGraphicFramePr>
        <p:xfrm>
          <a:off x="2135560" y="2330450"/>
          <a:ext cx="7658100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403440" imgH="469800" progId="Equation.DSMT4">
                  <p:embed/>
                </p:oleObj>
              </mc:Choice>
              <mc:Fallback>
                <p:oleObj name="Equation" r:id="rId6" imgW="3403440" imgH="469800" progId="Equation.DSMT4">
                  <p:embed/>
                  <p:pic>
                    <p:nvPicPr>
                      <p:cNvPr id="0" name="Picture 4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560" y="2330450"/>
                        <a:ext cx="7658100" cy="1057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6135119"/>
              </p:ext>
            </p:extLst>
          </p:nvPr>
        </p:nvGraphicFramePr>
        <p:xfrm>
          <a:off x="2567607" y="3468366"/>
          <a:ext cx="4369069" cy="89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81200" imgH="406400" progId="Equation.DSMT4">
                  <p:embed/>
                </p:oleObj>
              </mc:Choice>
              <mc:Fallback>
                <p:oleObj name="Equation" r:id="rId8" imgW="1981200" imgH="406400" progId="Equation.DSMT4">
                  <p:embed/>
                  <p:pic>
                    <p:nvPicPr>
                      <p:cNvPr id="0" name="Picture 4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7607" y="3468366"/>
                        <a:ext cx="4369069" cy="896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1970087" y="4316411"/>
            <a:ext cx="5445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故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8849516"/>
              </p:ext>
            </p:extLst>
          </p:nvPr>
        </p:nvGraphicFramePr>
        <p:xfrm>
          <a:off x="2999657" y="4578349"/>
          <a:ext cx="4032448" cy="9483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26451" imgH="406224" progId="Equation.DSMT4">
                  <p:embed/>
                </p:oleObj>
              </mc:Choice>
              <mc:Fallback>
                <p:oleObj name="Equation" r:id="rId10" imgW="1726451" imgH="406224" progId="Equation.DSMT4">
                  <p:embed/>
                  <p:pic>
                    <p:nvPicPr>
                      <p:cNvPr id="0" name="Picture 4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9657" y="4578349"/>
                        <a:ext cx="4032448" cy="94830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53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014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27448" y="260648"/>
            <a:ext cx="543739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6555713"/>
              </p:ext>
            </p:extLst>
          </p:nvPr>
        </p:nvGraphicFramePr>
        <p:xfrm>
          <a:off x="1671187" y="116632"/>
          <a:ext cx="5504933" cy="936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93960" imgH="431640" progId="Equation.DSMT4">
                  <p:embed/>
                </p:oleObj>
              </mc:Choice>
              <mc:Fallback>
                <p:oleObj name="Equation" r:id="rId2" imgW="2793960" imgH="431640" progId="Equation.DSMT4">
                  <p:embed/>
                  <p:pic>
                    <p:nvPicPr>
                      <p:cNvPr id="0" name="Picture 9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1187" y="116632"/>
                        <a:ext cx="5504933" cy="93610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3131143"/>
              </p:ext>
            </p:extLst>
          </p:nvPr>
        </p:nvGraphicFramePr>
        <p:xfrm>
          <a:off x="7181953" y="326668"/>
          <a:ext cx="3744416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04760" imgH="215640" progId="Equation.DSMT4">
                  <p:embed/>
                </p:oleObj>
              </mc:Choice>
              <mc:Fallback>
                <p:oleObj name="Equation" r:id="rId4" imgW="1904760" imgH="215640" progId="Equation.DSMT4">
                  <p:embed/>
                  <p:pic>
                    <p:nvPicPr>
                      <p:cNvPr id="0" name="Picture 9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1953" y="326668"/>
                        <a:ext cx="3744416" cy="4572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0103576"/>
              </p:ext>
            </p:extLst>
          </p:nvPr>
        </p:nvGraphicFramePr>
        <p:xfrm>
          <a:off x="1278019" y="1058596"/>
          <a:ext cx="2427323" cy="468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17440" imgH="215640" progId="Equation.DSMT4">
                  <p:embed/>
                </p:oleObj>
              </mc:Choice>
              <mc:Fallback>
                <p:oleObj name="Equation" r:id="rId6" imgW="1117440" imgH="215640" progId="Equation.DSMT4">
                  <p:embed/>
                  <p:pic>
                    <p:nvPicPr>
                      <p:cNvPr id="0" name="Picture 9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8019" y="1058596"/>
                        <a:ext cx="2427323" cy="46891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5192586"/>
              </p:ext>
            </p:extLst>
          </p:nvPr>
        </p:nvGraphicFramePr>
        <p:xfrm>
          <a:off x="3863752" y="1063236"/>
          <a:ext cx="4680520" cy="4680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58920" imgH="215640" progId="Equation.DSMT4">
                  <p:embed/>
                </p:oleObj>
              </mc:Choice>
              <mc:Fallback>
                <p:oleObj name="Equation" r:id="rId8" imgW="2158920" imgH="215640" progId="Equation.DSMT4">
                  <p:embed/>
                  <p:pic>
                    <p:nvPicPr>
                      <p:cNvPr id="0" name="Picture 9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3752" y="1063236"/>
                        <a:ext cx="4680520" cy="4680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2587785"/>
              </p:ext>
            </p:extLst>
          </p:nvPr>
        </p:nvGraphicFramePr>
        <p:xfrm>
          <a:off x="8714637" y="1067619"/>
          <a:ext cx="1434327" cy="468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60240" imgH="215640" progId="Equation.DSMT4">
                  <p:embed/>
                </p:oleObj>
              </mc:Choice>
              <mc:Fallback>
                <p:oleObj name="Equation" r:id="rId10" imgW="660240" imgH="215640" progId="Equation.DSMT4">
                  <p:embed/>
                  <p:pic>
                    <p:nvPicPr>
                      <p:cNvPr id="0" name="Picture 9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14637" y="1067619"/>
                        <a:ext cx="1434327" cy="46891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1206272" y="1998216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2547317"/>
              </p:ext>
            </p:extLst>
          </p:nvPr>
        </p:nvGraphicFramePr>
        <p:xfrm>
          <a:off x="1816763" y="1761308"/>
          <a:ext cx="2837845" cy="10065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87240" imgH="431640" progId="Equation.DSMT4">
                  <p:embed/>
                </p:oleObj>
              </mc:Choice>
              <mc:Fallback>
                <p:oleObj name="Equation" r:id="rId12" imgW="1587240" imgH="431640" progId="Equation.DSMT4">
                  <p:embed/>
                  <p:pic>
                    <p:nvPicPr>
                      <p:cNvPr id="0" name="Picture 9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6763" y="1761308"/>
                        <a:ext cx="2837845" cy="100659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2347576"/>
              </p:ext>
            </p:extLst>
          </p:nvPr>
        </p:nvGraphicFramePr>
        <p:xfrm>
          <a:off x="4744722" y="1821199"/>
          <a:ext cx="2396112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18960" imgH="431640" progId="Equation.DSMT4">
                  <p:embed/>
                </p:oleObj>
              </mc:Choice>
              <mc:Fallback>
                <p:oleObj name="Equation" r:id="rId14" imgW="1218960" imgH="431640" progId="Equation.DSMT4">
                  <p:embed/>
                  <p:pic>
                    <p:nvPicPr>
                      <p:cNvPr id="0" name="Picture 9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4722" y="1821199"/>
                        <a:ext cx="2396112" cy="1008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807830"/>
              </p:ext>
            </p:extLst>
          </p:nvPr>
        </p:nvGraphicFramePr>
        <p:xfrm>
          <a:off x="1278019" y="2758343"/>
          <a:ext cx="2697118" cy="92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498320" imgH="419040" progId="Equation.DSMT4">
                  <p:embed/>
                </p:oleObj>
              </mc:Choice>
              <mc:Fallback>
                <p:oleObj name="Equation" r:id="rId16" imgW="1498320" imgH="419040" progId="Equation.DSMT4">
                  <p:embed/>
                  <p:pic>
                    <p:nvPicPr>
                      <p:cNvPr id="0" name="Picture 9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8019" y="2758343"/>
                        <a:ext cx="2697118" cy="921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9806651"/>
              </p:ext>
            </p:extLst>
          </p:nvPr>
        </p:nvGraphicFramePr>
        <p:xfrm>
          <a:off x="4155364" y="2735777"/>
          <a:ext cx="3744416" cy="9221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701720" imgH="419040" progId="Equation.DSMT4">
                  <p:embed/>
                </p:oleObj>
              </mc:Choice>
              <mc:Fallback>
                <p:oleObj name="Equation" r:id="rId18" imgW="1701720" imgH="419040" progId="Equation.DSMT4">
                  <p:embed/>
                  <p:pic>
                    <p:nvPicPr>
                      <p:cNvPr id="0" name="Picture 9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5364" y="2735777"/>
                        <a:ext cx="3744416" cy="92213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5701921"/>
              </p:ext>
            </p:extLst>
          </p:nvPr>
        </p:nvGraphicFramePr>
        <p:xfrm>
          <a:off x="1412116" y="3919262"/>
          <a:ext cx="3031396" cy="80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460160" imgH="342720" progId="Equation.DSMT4">
                  <p:embed/>
                </p:oleObj>
              </mc:Choice>
              <mc:Fallback>
                <p:oleObj name="Equation" r:id="rId20" imgW="1460160" imgH="342720" progId="Equation.DSMT4">
                  <p:embed/>
                  <p:pic>
                    <p:nvPicPr>
                      <p:cNvPr id="0" name="Picture 9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2116" y="3919262"/>
                        <a:ext cx="3031396" cy="803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1480445"/>
              </p:ext>
            </p:extLst>
          </p:nvPr>
        </p:nvGraphicFramePr>
        <p:xfrm>
          <a:off x="4475907" y="3682859"/>
          <a:ext cx="3744415" cy="12545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790640" imgH="558720" progId="Equation.DSMT4">
                  <p:embed/>
                </p:oleObj>
              </mc:Choice>
              <mc:Fallback>
                <p:oleObj name="Equation" r:id="rId22" imgW="1790640" imgH="558720" progId="Equation.DSMT4">
                  <p:embed/>
                  <p:pic>
                    <p:nvPicPr>
                      <p:cNvPr id="0" name="Picture 9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5907" y="3682859"/>
                        <a:ext cx="3744415" cy="125455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0459018"/>
              </p:ext>
            </p:extLst>
          </p:nvPr>
        </p:nvGraphicFramePr>
        <p:xfrm>
          <a:off x="1604647" y="4955237"/>
          <a:ext cx="3163888" cy="1084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409400" imgH="482400" progId="Equation.DSMT4">
                  <p:embed/>
                </p:oleObj>
              </mc:Choice>
              <mc:Fallback>
                <p:oleObj name="Equation" r:id="rId24" imgW="1409400" imgH="482400" progId="Equation.DSMT4">
                  <p:embed/>
                  <p:pic>
                    <p:nvPicPr>
                      <p:cNvPr id="0" name="Picture 9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4647" y="4955237"/>
                        <a:ext cx="3163888" cy="1084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6218188"/>
              </p:ext>
            </p:extLst>
          </p:nvPr>
        </p:nvGraphicFramePr>
        <p:xfrm>
          <a:off x="4768535" y="4809259"/>
          <a:ext cx="2252663" cy="1227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002960" imgH="545760" progId="Equation.DSMT4">
                  <p:embed/>
                </p:oleObj>
              </mc:Choice>
              <mc:Fallback>
                <p:oleObj name="Equation" r:id="rId26" imgW="1002960" imgH="545760" progId="Equation.DSMT4">
                  <p:embed/>
                  <p:pic>
                    <p:nvPicPr>
                      <p:cNvPr id="0" name="Picture 9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8535" y="4809259"/>
                        <a:ext cx="2252663" cy="1227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7843070"/>
              </p:ext>
            </p:extLst>
          </p:nvPr>
        </p:nvGraphicFramePr>
        <p:xfrm>
          <a:off x="7021198" y="4976843"/>
          <a:ext cx="864096" cy="891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393480" imgH="406080" progId="Equation.DSMT4">
                  <p:embed/>
                </p:oleObj>
              </mc:Choice>
              <mc:Fallback>
                <p:oleObj name="Equation" r:id="rId28" imgW="393480" imgH="406080" progId="Equation.DSMT4">
                  <p:embed/>
                  <p:pic>
                    <p:nvPicPr>
                      <p:cNvPr id="0" name="Picture 9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1198" y="4976843"/>
                        <a:ext cx="864096" cy="89197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54</a:t>
            </a:fld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8328248" y="1628821"/>
            <a:ext cx="25523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(2021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年考研数二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65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0880513"/>
              </p:ext>
            </p:extLst>
          </p:nvPr>
        </p:nvGraphicFramePr>
        <p:xfrm>
          <a:off x="1415480" y="1124744"/>
          <a:ext cx="4060825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55520" imgH="342720" progId="Equation.DSMT4">
                  <p:embed/>
                </p:oleObj>
              </mc:Choice>
              <mc:Fallback>
                <p:oleObj name="Equation" r:id="rId2" imgW="1955520" imgH="342720" progId="Equation.DSMT4">
                  <p:embed/>
                  <p:pic>
                    <p:nvPicPr>
                      <p:cNvPr id="0" name="Picture 3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5480" y="1124744"/>
                        <a:ext cx="4060825" cy="803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5240827"/>
              </p:ext>
            </p:extLst>
          </p:nvPr>
        </p:nvGraphicFramePr>
        <p:xfrm>
          <a:off x="2495600" y="1960164"/>
          <a:ext cx="5764212" cy="125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55800" imgH="558720" progId="Equation.DSMT4">
                  <p:embed/>
                </p:oleObj>
              </mc:Choice>
              <mc:Fallback>
                <p:oleObj name="Equation" r:id="rId4" imgW="2755800" imgH="558720" progId="Equation.DSMT4">
                  <p:embed/>
                  <p:pic>
                    <p:nvPicPr>
                      <p:cNvPr id="0" name="Picture 3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600" y="1960164"/>
                        <a:ext cx="5764212" cy="1254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9220553"/>
              </p:ext>
            </p:extLst>
          </p:nvPr>
        </p:nvGraphicFramePr>
        <p:xfrm>
          <a:off x="2464830" y="3214289"/>
          <a:ext cx="5330825" cy="1084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74560" imgH="482400" progId="Equation.DSMT4">
                  <p:embed/>
                </p:oleObj>
              </mc:Choice>
              <mc:Fallback>
                <p:oleObj name="Equation" r:id="rId6" imgW="2374560" imgH="482400" progId="Equation.DSMT4">
                  <p:embed/>
                  <p:pic>
                    <p:nvPicPr>
                      <p:cNvPr id="0" name="Picture 3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4830" y="3214289"/>
                        <a:ext cx="5330825" cy="1084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3463752"/>
              </p:ext>
            </p:extLst>
          </p:nvPr>
        </p:nvGraphicFramePr>
        <p:xfrm>
          <a:off x="2464830" y="4298551"/>
          <a:ext cx="3058908" cy="8586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47560" imgH="406080" progId="Equation.DSMT4">
                  <p:embed/>
                </p:oleObj>
              </mc:Choice>
              <mc:Fallback>
                <p:oleObj name="Equation" r:id="rId8" imgW="1447560" imgH="406080" progId="Equation.DSMT4">
                  <p:embed/>
                  <p:pic>
                    <p:nvPicPr>
                      <p:cNvPr id="0" name="Picture 3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4830" y="4298551"/>
                        <a:ext cx="3058908" cy="85864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9424794"/>
              </p:ext>
            </p:extLst>
          </p:nvPr>
        </p:nvGraphicFramePr>
        <p:xfrm>
          <a:off x="2464830" y="5143030"/>
          <a:ext cx="1254906" cy="8923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71320" imgH="406080" progId="Equation.DSMT4">
                  <p:embed/>
                </p:oleObj>
              </mc:Choice>
              <mc:Fallback>
                <p:oleObj name="Equation" r:id="rId10" imgW="571320" imgH="406080" progId="Equation.DSMT4">
                  <p:embed/>
                  <p:pic>
                    <p:nvPicPr>
                      <p:cNvPr id="0" name="Picture 3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4830" y="5143030"/>
                        <a:ext cx="1254906" cy="89237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55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88385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effectLst/>
      </a:spPr>
      <a:bodyPr wrap="square">
        <a:spAutoFit/>
        <a:scene3d>
          <a:camera prst="orthographicFront"/>
          <a:lightRig rig="glow" dir="tl">
            <a:rot lat="0" lon="0" rev="5400000"/>
          </a:lightRig>
        </a:scene3d>
        <a:sp3d contourW="12700">
          <a:bevelT w="25400" h="25400"/>
          <a:contourClr>
            <a:schemeClr val="accent6">
              <a:shade val="73000"/>
            </a:schemeClr>
          </a:contourClr>
        </a:sp3d>
      </a:bodyPr>
      <a:lstStyle>
        <a:defPPr algn="ctr">
          <a:defRPr sz="4400" b="1" dirty="0" smtClean="0">
            <a:ln w="11430"/>
            <a:solidFill>
              <a:srgbClr val="002060"/>
            </a:solidFill>
            <a:effectLst>
              <a:outerShdw blurRad="80000" dist="40000" dir="5040000" algn="tl">
                <a:srgbClr val="000000">
                  <a:alpha val="30000"/>
                </a:srgbClr>
              </a:outerShdw>
            </a:effectLst>
            <a:latin typeface="等线" panose="02010600030101010101" pitchFamily="2" charset="-122"/>
            <a:ea typeface="等线" panose="02010600030101010101" pitchFamily="2" charset="-122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7046</TotalTime>
  <Words>997</Words>
  <Application>Microsoft Office PowerPoint</Application>
  <PresentationFormat>宽屏</PresentationFormat>
  <Paragraphs>233</Paragraphs>
  <Slides>55</Slides>
  <Notes>3</Notes>
  <HiddenSlides>1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7</vt:i4>
      </vt:variant>
      <vt:variant>
        <vt:lpstr>幻灯片标题</vt:lpstr>
      </vt:variant>
      <vt:variant>
        <vt:i4>55</vt:i4>
      </vt:variant>
    </vt:vector>
  </HeadingPairs>
  <TitlesOfParts>
    <vt:vector size="70" baseType="lpstr">
      <vt:lpstr>黑体</vt:lpstr>
      <vt:lpstr>华文楷体</vt:lpstr>
      <vt:lpstr>华文行楷</vt:lpstr>
      <vt:lpstr>宋体</vt:lpstr>
      <vt:lpstr>Arial</vt:lpstr>
      <vt:lpstr>Calibri</vt:lpstr>
      <vt:lpstr>Times New Roman</vt:lpstr>
      <vt:lpstr>Office 主题</vt:lpstr>
      <vt:lpstr>公式</vt:lpstr>
      <vt:lpstr>文档</vt:lpstr>
      <vt:lpstr>BMP 图象</vt:lpstr>
      <vt:lpstr>Equation</vt:lpstr>
      <vt:lpstr>位图图像</vt:lpstr>
      <vt:lpstr>Document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一、平面图形的面积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解题步骤：</vt:lpstr>
      <vt:lpstr>PowerPoint 演示文稿</vt:lpstr>
      <vt:lpstr>二、立体体积</vt:lpstr>
      <vt:lpstr>例1. 一平面经过半径为R 的圆柱体的底圆中心 ,</vt:lpstr>
      <vt:lpstr>思考: 可否选择y作积分变量 ?</vt:lpstr>
      <vt:lpstr>旋转体的体积</vt:lpstr>
      <vt:lpstr>当考虑连续曲线段</vt:lpstr>
      <vt:lpstr>PowerPoint 演示文稿</vt:lpstr>
      <vt:lpstr>例1. 计算由椭圆</vt:lpstr>
      <vt:lpstr>方法2   利用椭圆参数方程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 5. </vt:lpstr>
      <vt:lpstr>PowerPoint 演示文稿</vt:lpstr>
      <vt:lpstr>PowerPoint 演示文稿</vt:lpstr>
      <vt:lpstr>PowerPoint 演示文稿</vt:lpstr>
      <vt:lpstr>例8 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*</dc:creator>
  <cp:lastModifiedBy>尔里德 李</cp:lastModifiedBy>
  <cp:revision>198</cp:revision>
  <dcterms:created xsi:type="dcterms:W3CDTF">2009-06-13T01:14:34Z</dcterms:created>
  <dcterms:modified xsi:type="dcterms:W3CDTF">2023-12-12T10:53:24Z</dcterms:modified>
</cp:coreProperties>
</file>