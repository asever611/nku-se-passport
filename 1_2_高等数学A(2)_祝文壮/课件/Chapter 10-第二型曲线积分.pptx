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5" r:id="rId25"/>
    <p:sldId id="286" r:id="rId26"/>
    <p:sldId id="287" r:id="rId27"/>
    <p:sldId id="280" r:id="rId28"/>
    <p:sldId id="281" r:id="rId29"/>
    <p:sldId id="282" r:id="rId30"/>
    <p:sldId id="283" r:id="rId31"/>
    <p:sldId id="284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CC99"/>
    <a:srgbClr val="00FF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D7378-2024-439E-8013-94A0E2B0F400}" type="datetimeFigureOut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60B228-2735-49C8-B13C-BEC4F6A28B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735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60B228-2735-49C8-B13C-BEC4F6A28BA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543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60B228-2735-49C8-B13C-BEC4F6A28BA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5700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60B228-2735-49C8-B13C-BEC4F6A28BA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5482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0DAD8-D4F1-4949-A14F-7B7549D2AE5C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262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4B1F2-F020-4302-87D4-CEE7B58F227F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699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07728-D968-4A74-B176-61B88554AC0A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83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21B67-19D3-4170-BD1D-A860514B8794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9834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14927-E750-4428-99C6-43D7ACAA8707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5865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957F1-F2AD-4928-A207-C0DC4B4A564F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2513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B97A1-EC55-44BD-A3A3-3F007685EBCE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721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96D51-BB54-4DA1-B76A-BD58054CD345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827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079B0-0C51-4128-A544-FF32FF594DA2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980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49AB6-1C7E-436E-9A73-AA593F25E42E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636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1FDE-1AE5-431F-BB7D-363A9328BE66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36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F05E3D-D34E-4621-83C3-6B870A005E6E}" type="datetime1">
              <a:rPr lang="zh-CN" altLang="en-US" smtClean="0"/>
              <a:t>2024/4/20</a:t>
            </a:fld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34303BE1-D124-4319-B46A-531CA06B55E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540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accent2">
              <a:lumMod val="60000"/>
              <a:lumOff val="4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0A14C7-1463-4797-A9DD-D71FA18026E8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CB3BA-80F8-43EA-84C4-536E7C02D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2102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wmf"/><Relationship Id="rId18" Type="http://schemas.openxmlformats.org/officeDocument/2006/relationships/oleObject" Target="../embeddings/oleObject9.bin"/><Relationship Id="rId26" Type="http://schemas.openxmlformats.org/officeDocument/2006/relationships/oleObject" Target="../embeddings/oleObject13.bin"/><Relationship Id="rId21" Type="http://schemas.openxmlformats.org/officeDocument/2006/relationships/image" Target="../media/image10.wmf"/><Relationship Id="rId34" Type="http://schemas.openxmlformats.org/officeDocument/2006/relationships/oleObject" Target="../embeddings/oleObject17.bin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8.wmf"/><Relationship Id="rId25" Type="http://schemas.openxmlformats.org/officeDocument/2006/relationships/image" Target="../media/image12.wmf"/><Relationship Id="rId33" Type="http://schemas.openxmlformats.org/officeDocument/2006/relationships/image" Target="../media/image16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29" Type="http://schemas.openxmlformats.org/officeDocument/2006/relationships/image" Target="../media/image14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24" Type="http://schemas.openxmlformats.org/officeDocument/2006/relationships/oleObject" Target="../embeddings/oleObject12.bin"/><Relationship Id="rId32" Type="http://schemas.openxmlformats.org/officeDocument/2006/relationships/oleObject" Target="../embeddings/oleObject16.bin"/><Relationship Id="rId37" Type="http://schemas.openxmlformats.org/officeDocument/2006/relationships/image" Target="../media/image18.wmf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23" Type="http://schemas.openxmlformats.org/officeDocument/2006/relationships/image" Target="../media/image11.wmf"/><Relationship Id="rId28" Type="http://schemas.openxmlformats.org/officeDocument/2006/relationships/oleObject" Target="../embeddings/oleObject14.bin"/><Relationship Id="rId36" Type="http://schemas.openxmlformats.org/officeDocument/2006/relationships/oleObject" Target="../embeddings/oleObject18.bin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9.wmf"/><Relationship Id="rId31" Type="http://schemas.openxmlformats.org/officeDocument/2006/relationships/image" Target="../media/image15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Relationship Id="rId27" Type="http://schemas.openxmlformats.org/officeDocument/2006/relationships/image" Target="../media/image13.wmf"/><Relationship Id="rId30" Type="http://schemas.openxmlformats.org/officeDocument/2006/relationships/oleObject" Target="../embeddings/oleObject15.bin"/><Relationship Id="rId35" Type="http://schemas.openxmlformats.org/officeDocument/2006/relationships/image" Target="../media/image17.wmf"/><Relationship Id="rId8" Type="http://schemas.openxmlformats.org/officeDocument/2006/relationships/oleObject" Target="../embeddings/oleObject4.bin"/><Relationship Id="rId3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.wmf"/><Relationship Id="rId18" Type="http://schemas.openxmlformats.org/officeDocument/2006/relationships/oleObject" Target="../embeddings/oleObject27.bin"/><Relationship Id="rId26" Type="http://schemas.openxmlformats.org/officeDocument/2006/relationships/oleObject" Target="../embeddings/oleObject31.bin"/><Relationship Id="rId39" Type="http://schemas.openxmlformats.org/officeDocument/2006/relationships/image" Target="../media/image12.wmf"/><Relationship Id="rId21" Type="http://schemas.openxmlformats.org/officeDocument/2006/relationships/image" Target="../media/image4.wmf"/><Relationship Id="rId34" Type="http://schemas.openxmlformats.org/officeDocument/2006/relationships/oleObject" Target="../embeddings/oleObject35.bin"/><Relationship Id="rId7" Type="http://schemas.openxmlformats.org/officeDocument/2006/relationships/image" Target="../media/image21.wmf"/><Relationship Id="rId2" Type="http://schemas.openxmlformats.org/officeDocument/2006/relationships/oleObject" Target="../embeddings/oleObject19.bin"/><Relationship Id="rId16" Type="http://schemas.openxmlformats.org/officeDocument/2006/relationships/oleObject" Target="../embeddings/oleObject26.bin"/><Relationship Id="rId20" Type="http://schemas.openxmlformats.org/officeDocument/2006/relationships/oleObject" Target="../embeddings/oleObject28.bin"/><Relationship Id="rId29" Type="http://schemas.openxmlformats.org/officeDocument/2006/relationships/image" Target="../media/image27.wmf"/><Relationship Id="rId41" Type="http://schemas.openxmlformats.org/officeDocument/2006/relationships/image" Target="../media/image13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3.wmf"/><Relationship Id="rId24" Type="http://schemas.openxmlformats.org/officeDocument/2006/relationships/oleObject" Target="../embeddings/oleObject30.bin"/><Relationship Id="rId32" Type="http://schemas.openxmlformats.org/officeDocument/2006/relationships/oleObject" Target="../embeddings/oleObject34.bin"/><Relationship Id="rId37" Type="http://schemas.openxmlformats.org/officeDocument/2006/relationships/image" Target="../media/image31.wmf"/><Relationship Id="rId40" Type="http://schemas.openxmlformats.org/officeDocument/2006/relationships/oleObject" Target="../embeddings/oleObject38.bin"/><Relationship Id="rId5" Type="http://schemas.openxmlformats.org/officeDocument/2006/relationships/image" Target="../media/image20.wmf"/><Relationship Id="rId15" Type="http://schemas.openxmlformats.org/officeDocument/2006/relationships/image" Target="../media/image1.wmf"/><Relationship Id="rId23" Type="http://schemas.openxmlformats.org/officeDocument/2006/relationships/image" Target="../media/image5.wmf"/><Relationship Id="rId28" Type="http://schemas.openxmlformats.org/officeDocument/2006/relationships/oleObject" Target="../embeddings/oleObject32.bin"/><Relationship Id="rId36" Type="http://schemas.openxmlformats.org/officeDocument/2006/relationships/oleObject" Target="../embeddings/oleObject36.bin"/><Relationship Id="rId10" Type="http://schemas.openxmlformats.org/officeDocument/2006/relationships/oleObject" Target="../embeddings/oleObject23.bin"/><Relationship Id="rId19" Type="http://schemas.openxmlformats.org/officeDocument/2006/relationships/image" Target="../media/image3.wmf"/><Relationship Id="rId31" Type="http://schemas.openxmlformats.org/officeDocument/2006/relationships/image" Target="../media/image28.w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2.wmf"/><Relationship Id="rId14" Type="http://schemas.openxmlformats.org/officeDocument/2006/relationships/oleObject" Target="../embeddings/oleObject25.bin"/><Relationship Id="rId22" Type="http://schemas.openxmlformats.org/officeDocument/2006/relationships/oleObject" Target="../embeddings/oleObject29.bin"/><Relationship Id="rId27" Type="http://schemas.openxmlformats.org/officeDocument/2006/relationships/image" Target="../media/image26.wmf"/><Relationship Id="rId30" Type="http://schemas.openxmlformats.org/officeDocument/2006/relationships/oleObject" Target="../embeddings/oleObject33.bin"/><Relationship Id="rId35" Type="http://schemas.openxmlformats.org/officeDocument/2006/relationships/image" Target="../media/image30.wmf"/><Relationship Id="rId8" Type="http://schemas.openxmlformats.org/officeDocument/2006/relationships/oleObject" Target="../embeddings/oleObject22.bin"/><Relationship Id="rId3" Type="http://schemas.openxmlformats.org/officeDocument/2006/relationships/image" Target="../media/image19.wmf"/><Relationship Id="rId12" Type="http://schemas.openxmlformats.org/officeDocument/2006/relationships/oleObject" Target="../embeddings/oleObject24.bin"/><Relationship Id="rId17" Type="http://schemas.openxmlformats.org/officeDocument/2006/relationships/image" Target="../media/image2.wmf"/><Relationship Id="rId25" Type="http://schemas.openxmlformats.org/officeDocument/2006/relationships/image" Target="../media/image25.wmf"/><Relationship Id="rId33" Type="http://schemas.openxmlformats.org/officeDocument/2006/relationships/image" Target="../media/image29.wmf"/><Relationship Id="rId38" Type="http://schemas.openxmlformats.org/officeDocument/2006/relationships/oleObject" Target="../embeddings/oleObject37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3" Type="http://schemas.openxmlformats.org/officeDocument/2006/relationships/image" Target="../media/image33.wmf"/><Relationship Id="rId7" Type="http://schemas.openxmlformats.org/officeDocument/2006/relationships/image" Target="../media/image35.e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2.bin"/><Relationship Id="rId5" Type="http://schemas.openxmlformats.org/officeDocument/2006/relationships/image" Target="../media/image34.wmf"/><Relationship Id="rId4" Type="http://schemas.openxmlformats.org/officeDocument/2006/relationships/oleObject" Target="../embeddings/oleObject41.bin"/><Relationship Id="rId9" Type="http://schemas.openxmlformats.org/officeDocument/2006/relationships/image" Target="../media/image36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3" Type="http://schemas.openxmlformats.org/officeDocument/2006/relationships/image" Target="../media/image37.wmf"/><Relationship Id="rId7" Type="http://schemas.openxmlformats.org/officeDocument/2006/relationships/image" Target="../media/image39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6.bin"/><Relationship Id="rId5" Type="http://schemas.openxmlformats.org/officeDocument/2006/relationships/image" Target="../media/image38.emf"/><Relationship Id="rId4" Type="http://schemas.openxmlformats.org/officeDocument/2006/relationships/oleObject" Target="../embeddings/oleObject45.bin"/><Relationship Id="rId9" Type="http://schemas.openxmlformats.org/officeDocument/2006/relationships/image" Target="../media/image40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13" Type="http://schemas.openxmlformats.org/officeDocument/2006/relationships/image" Target="../media/image46.wmf"/><Relationship Id="rId3" Type="http://schemas.openxmlformats.org/officeDocument/2006/relationships/image" Target="../media/image41.wmf"/><Relationship Id="rId7" Type="http://schemas.openxmlformats.org/officeDocument/2006/relationships/image" Target="../media/image43.wmf"/><Relationship Id="rId12" Type="http://schemas.openxmlformats.org/officeDocument/2006/relationships/oleObject" Target="../embeddings/oleObject53.bin"/><Relationship Id="rId2" Type="http://schemas.openxmlformats.org/officeDocument/2006/relationships/oleObject" Target="../embeddings/oleObject4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0.bin"/><Relationship Id="rId11" Type="http://schemas.openxmlformats.org/officeDocument/2006/relationships/image" Target="../media/image45.wmf"/><Relationship Id="rId5" Type="http://schemas.openxmlformats.org/officeDocument/2006/relationships/image" Target="../media/image42.wmf"/><Relationship Id="rId15" Type="http://schemas.openxmlformats.org/officeDocument/2006/relationships/image" Target="../media/image47.wmf"/><Relationship Id="rId10" Type="http://schemas.openxmlformats.org/officeDocument/2006/relationships/oleObject" Target="../embeddings/oleObject52.bin"/><Relationship Id="rId4" Type="http://schemas.openxmlformats.org/officeDocument/2006/relationships/oleObject" Target="../embeddings/oleObject49.bin"/><Relationship Id="rId9" Type="http://schemas.openxmlformats.org/officeDocument/2006/relationships/image" Target="../media/image44.wmf"/><Relationship Id="rId14" Type="http://schemas.openxmlformats.org/officeDocument/2006/relationships/oleObject" Target="../embeddings/oleObject54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3" Type="http://schemas.openxmlformats.org/officeDocument/2006/relationships/image" Target="../media/image48.wmf"/><Relationship Id="rId7" Type="http://schemas.openxmlformats.org/officeDocument/2006/relationships/image" Target="../media/image50.wmf"/><Relationship Id="rId2" Type="http://schemas.openxmlformats.org/officeDocument/2006/relationships/oleObject" Target="../embeddings/oleObject5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7.bin"/><Relationship Id="rId5" Type="http://schemas.openxmlformats.org/officeDocument/2006/relationships/image" Target="../media/image49.wmf"/><Relationship Id="rId4" Type="http://schemas.openxmlformats.org/officeDocument/2006/relationships/oleObject" Target="../embeddings/oleObject56.bin"/><Relationship Id="rId9" Type="http://schemas.openxmlformats.org/officeDocument/2006/relationships/image" Target="../media/image51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7" Type="http://schemas.openxmlformats.org/officeDocument/2006/relationships/image" Target="../media/image54.wmf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61.bin"/><Relationship Id="rId5" Type="http://schemas.openxmlformats.org/officeDocument/2006/relationships/image" Target="../media/image53.wmf"/><Relationship Id="rId4" Type="http://schemas.openxmlformats.org/officeDocument/2006/relationships/oleObject" Target="../embeddings/oleObject60.bin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0.wmf"/><Relationship Id="rId18" Type="http://schemas.openxmlformats.org/officeDocument/2006/relationships/oleObject" Target="../embeddings/oleObject70.bin"/><Relationship Id="rId26" Type="http://schemas.openxmlformats.org/officeDocument/2006/relationships/oleObject" Target="../embeddings/oleObject74.bin"/><Relationship Id="rId21" Type="http://schemas.openxmlformats.org/officeDocument/2006/relationships/image" Target="../media/image64.wmf"/><Relationship Id="rId34" Type="http://schemas.openxmlformats.org/officeDocument/2006/relationships/oleObject" Target="../embeddings/oleObject78.bin"/><Relationship Id="rId7" Type="http://schemas.openxmlformats.org/officeDocument/2006/relationships/image" Target="../media/image57.wmf"/><Relationship Id="rId12" Type="http://schemas.openxmlformats.org/officeDocument/2006/relationships/oleObject" Target="../embeddings/oleObject67.bin"/><Relationship Id="rId17" Type="http://schemas.openxmlformats.org/officeDocument/2006/relationships/image" Target="../media/image62.wmf"/><Relationship Id="rId25" Type="http://schemas.openxmlformats.org/officeDocument/2006/relationships/image" Target="../media/image66.wmf"/><Relationship Id="rId33" Type="http://schemas.openxmlformats.org/officeDocument/2006/relationships/image" Target="../media/image70.wmf"/><Relationship Id="rId2" Type="http://schemas.openxmlformats.org/officeDocument/2006/relationships/oleObject" Target="../embeddings/oleObject62.bin"/><Relationship Id="rId16" Type="http://schemas.openxmlformats.org/officeDocument/2006/relationships/oleObject" Target="../embeddings/oleObject69.bin"/><Relationship Id="rId20" Type="http://schemas.openxmlformats.org/officeDocument/2006/relationships/oleObject" Target="../embeddings/oleObject71.bin"/><Relationship Id="rId29" Type="http://schemas.openxmlformats.org/officeDocument/2006/relationships/image" Target="../media/image68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4.bin"/><Relationship Id="rId11" Type="http://schemas.openxmlformats.org/officeDocument/2006/relationships/image" Target="../media/image59.wmf"/><Relationship Id="rId24" Type="http://schemas.openxmlformats.org/officeDocument/2006/relationships/oleObject" Target="../embeddings/oleObject73.bin"/><Relationship Id="rId32" Type="http://schemas.openxmlformats.org/officeDocument/2006/relationships/oleObject" Target="../embeddings/oleObject77.bin"/><Relationship Id="rId37" Type="http://schemas.openxmlformats.org/officeDocument/2006/relationships/image" Target="../media/image72.wmf"/><Relationship Id="rId5" Type="http://schemas.openxmlformats.org/officeDocument/2006/relationships/image" Target="../media/image56.wmf"/><Relationship Id="rId15" Type="http://schemas.openxmlformats.org/officeDocument/2006/relationships/image" Target="../media/image61.wmf"/><Relationship Id="rId23" Type="http://schemas.openxmlformats.org/officeDocument/2006/relationships/image" Target="../media/image65.wmf"/><Relationship Id="rId28" Type="http://schemas.openxmlformats.org/officeDocument/2006/relationships/oleObject" Target="../embeddings/oleObject75.bin"/><Relationship Id="rId36" Type="http://schemas.openxmlformats.org/officeDocument/2006/relationships/oleObject" Target="../embeddings/oleObject79.bin"/><Relationship Id="rId10" Type="http://schemas.openxmlformats.org/officeDocument/2006/relationships/oleObject" Target="../embeddings/oleObject66.bin"/><Relationship Id="rId19" Type="http://schemas.openxmlformats.org/officeDocument/2006/relationships/image" Target="../media/image63.wmf"/><Relationship Id="rId31" Type="http://schemas.openxmlformats.org/officeDocument/2006/relationships/image" Target="../media/image69.wmf"/><Relationship Id="rId4" Type="http://schemas.openxmlformats.org/officeDocument/2006/relationships/oleObject" Target="../embeddings/oleObject63.bin"/><Relationship Id="rId9" Type="http://schemas.openxmlformats.org/officeDocument/2006/relationships/image" Target="../media/image58.wmf"/><Relationship Id="rId14" Type="http://schemas.openxmlformats.org/officeDocument/2006/relationships/oleObject" Target="../embeddings/oleObject68.bin"/><Relationship Id="rId22" Type="http://schemas.openxmlformats.org/officeDocument/2006/relationships/oleObject" Target="../embeddings/oleObject72.bin"/><Relationship Id="rId27" Type="http://schemas.openxmlformats.org/officeDocument/2006/relationships/image" Target="../media/image67.wmf"/><Relationship Id="rId30" Type="http://schemas.openxmlformats.org/officeDocument/2006/relationships/oleObject" Target="../embeddings/oleObject76.bin"/><Relationship Id="rId35" Type="http://schemas.openxmlformats.org/officeDocument/2006/relationships/image" Target="../media/image71.wmf"/><Relationship Id="rId8" Type="http://schemas.openxmlformats.org/officeDocument/2006/relationships/oleObject" Target="../embeddings/oleObject65.bin"/><Relationship Id="rId3" Type="http://schemas.openxmlformats.org/officeDocument/2006/relationships/image" Target="../media/image55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oleObject" Target="../embeddings/oleObject80.bin"/><Relationship Id="rId7" Type="http://schemas.openxmlformats.org/officeDocument/2006/relationships/oleObject" Target="../embeddings/oleObject82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81.bin"/><Relationship Id="rId10" Type="http://schemas.openxmlformats.org/officeDocument/2006/relationships/image" Target="../media/image76.wmf"/><Relationship Id="rId4" Type="http://schemas.openxmlformats.org/officeDocument/2006/relationships/image" Target="../media/image73.wmf"/><Relationship Id="rId9" Type="http://schemas.openxmlformats.org/officeDocument/2006/relationships/oleObject" Target="../embeddings/oleObject83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2" Type="http://schemas.openxmlformats.org/officeDocument/2006/relationships/oleObject" Target="../embeddings/oleObject84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8.wmf"/><Relationship Id="rId4" Type="http://schemas.openxmlformats.org/officeDocument/2006/relationships/oleObject" Target="../embeddings/oleObject85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9.bin"/><Relationship Id="rId13" Type="http://schemas.openxmlformats.org/officeDocument/2006/relationships/image" Target="../media/image84.wmf"/><Relationship Id="rId3" Type="http://schemas.openxmlformats.org/officeDocument/2006/relationships/image" Target="../media/image79.wmf"/><Relationship Id="rId7" Type="http://schemas.openxmlformats.org/officeDocument/2006/relationships/image" Target="../media/image81.wmf"/><Relationship Id="rId12" Type="http://schemas.openxmlformats.org/officeDocument/2006/relationships/oleObject" Target="../embeddings/oleObject91.bin"/><Relationship Id="rId2" Type="http://schemas.openxmlformats.org/officeDocument/2006/relationships/oleObject" Target="../embeddings/oleObject8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8.bin"/><Relationship Id="rId11" Type="http://schemas.openxmlformats.org/officeDocument/2006/relationships/image" Target="../media/image83.wmf"/><Relationship Id="rId5" Type="http://schemas.openxmlformats.org/officeDocument/2006/relationships/image" Target="../media/image80.wmf"/><Relationship Id="rId10" Type="http://schemas.openxmlformats.org/officeDocument/2006/relationships/oleObject" Target="../embeddings/oleObject90.bin"/><Relationship Id="rId4" Type="http://schemas.openxmlformats.org/officeDocument/2006/relationships/oleObject" Target="../embeddings/oleObject87.bin"/><Relationship Id="rId9" Type="http://schemas.openxmlformats.org/officeDocument/2006/relationships/image" Target="../media/image82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5.bin"/><Relationship Id="rId13" Type="http://schemas.openxmlformats.org/officeDocument/2006/relationships/image" Target="../media/image90.wmf"/><Relationship Id="rId18" Type="http://schemas.openxmlformats.org/officeDocument/2006/relationships/oleObject" Target="../embeddings/oleObject100.bin"/><Relationship Id="rId3" Type="http://schemas.openxmlformats.org/officeDocument/2006/relationships/image" Target="../media/image85.wmf"/><Relationship Id="rId21" Type="http://schemas.openxmlformats.org/officeDocument/2006/relationships/image" Target="../media/image94.emf"/><Relationship Id="rId7" Type="http://schemas.openxmlformats.org/officeDocument/2006/relationships/image" Target="../media/image87.wmf"/><Relationship Id="rId12" Type="http://schemas.openxmlformats.org/officeDocument/2006/relationships/oleObject" Target="../embeddings/oleObject97.bin"/><Relationship Id="rId17" Type="http://schemas.openxmlformats.org/officeDocument/2006/relationships/image" Target="../media/image92.wmf"/><Relationship Id="rId2" Type="http://schemas.openxmlformats.org/officeDocument/2006/relationships/oleObject" Target="../embeddings/oleObject92.bin"/><Relationship Id="rId16" Type="http://schemas.openxmlformats.org/officeDocument/2006/relationships/oleObject" Target="../embeddings/oleObject99.bin"/><Relationship Id="rId20" Type="http://schemas.openxmlformats.org/officeDocument/2006/relationships/oleObject" Target="../embeddings/oleObject10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4.bin"/><Relationship Id="rId11" Type="http://schemas.openxmlformats.org/officeDocument/2006/relationships/image" Target="../media/image89.wmf"/><Relationship Id="rId5" Type="http://schemas.openxmlformats.org/officeDocument/2006/relationships/image" Target="../media/image86.wmf"/><Relationship Id="rId15" Type="http://schemas.openxmlformats.org/officeDocument/2006/relationships/image" Target="../media/image91.wmf"/><Relationship Id="rId10" Type="http://schemas.openxmlformats.org/officeDocument/2006/relationships/oleObject" Target="../embeddings/oleObject96.bin"/><Relationship Id="rId19" Type="http://schemas.openxmlformats.org/officeDocument/2006/relationships/image" Target="../media/image93.wmf"/><Relationship Id="rId4" Type="http://schemas.openxmlformats.org/officeDocument/2006/relationships/oleObject" Target="../embeddings/oleObject93.bin"/><Relationship Id="rId9" Type="http://schemas.openxmlformats.org/officeDocument/2006/relationships/image" Target="../media/image88.wmf"/><Relationship Id="rId14" Type="http://schemas.openxmlformats.org/officeDocument/2006/relationships/oleObject" Target="../embeddings/oleObject98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5.bin"/><Relationship Id="rId13" Type="http://schemas.openxmlformats.org/officeDocument/2006/relationships/image" Target="../media/image100.wmf"/><Relationship Id="rId18" Type="http://schemas.openxmlformats.org/officeDocument/2006/relationships/oleObject" Target="../embeddings/oleObject110.bin"/><Relationship Id="rId3" Type="http://schemas.openxmlformats.org/officeDocument/2006/relationships/image" Target="../media/image95.wmf"/><Relationship Id="rId21" Type="http://schemas.openxmlformats.org/officeDocument/2006/relationships/image" Target="../media/image104.wmf"/><Relationship Id="rId7" Type="http://schemas.openxmlformats.org/officeDocument/2006/relationships/image" Target="../media/image97.wmf"/><Relationship Id="rId12" Type="http://schemas.openxmlformats.org/officeDocument/2006/relationships/oleObject" Target="../embeddings/oleObject107.bin"/><Relationship Id="rId17" Type="http://schemas.openxmlformats.org/officeDocument/2006/relationships/image" Target="../media/image102.png"/><Relationship Id="rId2" Type="http://schemas.openxmlformats.org/officeDocument/2006/relationships/oleObject" Target="../embeddings/oleObject102.bin"/><Relationship Id="rId16" Type="http://schemas.openxmlformats.org/officeDocument/2006/relationships/oleObject" Target="../embeddings/oleObject109.bin"/><Relationship Id="rId20" Type="http://schemas.openxmlformats.org/officeDocument/2006/relationships/oleObject" Target="../embeddings/oleObject11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4.bin"/><Relationship Id="rId11" Type="http://schemas.openxmlformats.org/officeDocument/2006/relationships/image" Target="../media/image99.wmf"/><Relationship Id="rId5" Type="http://schemas.openxmlformats.org/officeDocument/2006/relationships/image" Target="../media/image96.wmf"/><Relationship Id="rId15" Type="http://schemas.openxmlformats.org/officeDocument/2006/relationships/image" Target="../media/image101.wmf"/><Relationship Id="rId23" Type="http://schemas.openxmlformats.org/officeDocument/2006/relationships/image" Target="../media/image105.wmf"/><Relationship Id="rId10" Type="http://schemas.openxmlformats.org/officeDocument/2006/relationships/oleObject" Target="../embeddings/oleObject106.bin"/><Relationship Id="rId19" Type="http://schemas.openxmlformats.org/officeDocument/2006/relationships/image" Target="../media/image103.wmf"/><Relationship Id="rId4" Type="http://schemas.openxmlformats.org/officeDocument/2006/relationships/oleObject" Target="../embeddings/oleObject103.bin"/><Relationship Id="rId9" Type="http://schemas.openxmlformats.org/officeDocument/2006/relationships/image" Target="../media/image98.wmf"/><Relationship Id="rId14" Type="http://schemas.openxmlformats.org/officeDocument/2006/relationships/oleObject" Target="../embeddings/oleObject108.bin"/><Relationship Id="rId22" Type="http://schemas.openxmlformats.org/officeDocument/2006/relationships/oleObject" Target="../embeddings/oleObject112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6.bin"/><Relationship Id="rId13" Type="http://schemas.openxmlformats.org/officeDocument/2006/relationships/image" Target="../media/image111.wmf"/><Relationship Id="rId18" Type="http://schemas.openxmlformats.org/officeDocument/2006/relationships/oleObject" Target="../embeddings/oleObject121.bin"/><Relationship Id="rId3" Type="http://schemas.openxmlformats.org/officeDocument/2006/relationships/image" Target="../media/image106.wmf"/><Relationship Id="rId21" Type="http://schemas.openxmlformats.org/officeDocument/2006/relationships/image" Target="../media/image113.wmf"/><Relationship Id="rId7" Type="http://schemas.openxmlformats.org/officeDocument/2006/relationships/image" Target="../media/image108.wmf"/><Relationship Id="rId12" Type="http://schemas.openxmlformats.org/officeDocument/2006/relationships/oleObject" Target="../embeddings/oleObject118.bin"/><Relationship Id="rId17" Type="http://schemas.openxmlformats.org/officeDocument/2006/relationships/image" Target="../media/image102.png"/><Relationship Id="rId2" Type="http://schemas.openxmlformats.org/officeDocument/2006/relationships/oleObject" Target="../embeddings/oleObject113.bin"/><Relationship Id="rId16" Type="http://schemas.openxmlformats.org/officeDocument/2006/relationships/oleObject" Target="../embeddings/oleObject120.bin"/><Relationship Id="rId20" Type="http://schemas.openxmlformats.org/officeDocument/2006/relationships/oleObject" Target="../embeddings/oleObject12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5.bin"/><Relationship Id="rId11" Type="http://schemas.openxmlformats.org/officeDocument/2006/relationships/image" Target="../media/image110.wmf"/><Relationship Id="rId5" Type="http://schemas.openxmlformats.org/officeDocument/2006/relationships/image" Target="../media/image107.wmf"/><Relationship Id="rId15" Type="http://schemas.openxmlformats.org/officeDocument/2006/relationships/image" Target="../media/image101.wmf"/><Relationship Id="rId23" Type="http://schemas.openxmlformats.org/officeDocument/2006/relationships/image" Target="../media/image114.wmf"/><Relationship Id="rId10" Type="http://schemas.openxmlformats.org/officeDocument/2006/relationships/oleObject" Target="../embeddings/oleObject117.bin"/><Relationship Id="rId19" Type="http://schemas.openxmlformats.org/officeDocument/2006/relationships/image" Target="../media/image112.wmf"/><Relationship Id="rId4" Type="http://schemas.openxmlformats.org/officeDocument/2006/relationships/oleObject" Target="../embeddings/oleObject114.bin"/><Relationship Id="rId9" Type="http://schemas.openxmlformats.org/officeDocument/2006/relationships/image" Target="../media/image109.wmf"/><Relationship Id="rId14" Type="http://schemas.openxmlformats.org/officeDocument/2006/relationships/oleObject" Target="../embeddings/oleObject119.bin"/><Relationship Id="rId22" Type="http://schemas.openxmlformats.org/officeDocument/2006/relationships/oleObject" Target="../embeddings/oleObject123.bin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0.wmf"/><Relationship Id="rId18" Type="http://schemas.openxmlformats.org/officeDocument/2006/relationships/oleObject" Target="../embeddings/oleObject132.bin"/><Relationship Id="rId26" Type="http://schemas.openxmlformats.org/officeDocument/2006/relationships/oleObject" Target="../embeddings/oleObject136.bin"/><Relationship Id="rId39" Type="http://schemas.openxmlformats.org/officeDocument/2006/relationships/image" Target="../media/image133.wmf"/><Relationship Id="rId21" Type="http://schemas.openxmlformats.org/officeDocument/2006/relationships/image" Target="../media/image124.emf"/><Relationship Id="rId34" Type="http://schemas.openxmlformats.org/officeDocument/2006/relationships/oleObject" Target="../embeddings/oleObject140.bin"/><Relationship Id="rId7" Type="http://schemas.openxmlformats.org/officeDocument/2006/relationships/image" Target="../media/image117.wmf"/><Relationship Id="rId2" Type="http://schemas.openxmlformats.org/officeDocument/2006/relationships/oleObject" Target="../embeddings/oleObject124.bin"/><Relationship Id="rId16" Type="http://schemas.openxmlformats.org/officeDocument/2006/relationships/oleObject" Target="../embeddings/oleObject131.bin"/><Relationship Id="rId20" Type="http://schemas.openxmlformats.org/officeDocument/2006/relationships/oleObject" Target="../embeddings/oleObject133.bin"/><Relationship Id="rId29" Type="http://schemas.openxmlformats.org/officeDocument/2006/relationships/image" Target="../media/image128.emf"/><Relationship Id="rId41" Type="http://schemas.openxmlformats.org/officeDocument/2006/relationships/image" Target="../media/image134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6.bin"/><Relationship Id="rId11" Type="http://schemas.openxmlformats.org/officeDocument/2006/relationships/image" Target="../media/image119.wmf"/><Relationship Id="rId24" Type="http://schemas.openxmlformats.org/officeDocument/2006/relationships/oleObject" Target="../embeddings/oleObject135.bin"/><Relationship Id="rId32" Type="http://schemas.openxmlformats.org/officeDocument/2006/relationships/oleObject" Target="../embeddings/oleObject139.bin"/><Relationship Id="rId37" Type="http://schemas.openxmlformats.org/officeDocument/2006/relationships/image" Target="../media/image132.wmf"/><Relationship Id="rId40" Type="http://schemas.openxmlformats.org/officeDocument/2006/relationships/oleObject" Target="../embeddings/oleObject143.bin"/><Relationship Id="rId5" Type="http://schemas.openxmlformats.org/officeDocument/2006/relationships/image" Target="../media/image116.wmf"/><Relationship Id="rId15" Type="http://schemas.openxmlformats.org/officeDocument/2006/relationships/image" Target="../media/image121.wmf"/><Relationship Id="rId23" Type="http://schemas.openxmlformats.org/officeDocument/2006/relationships/image" Target="../media/image125.emf"/><Relationship Id="rId28" Type="http://schemas.openxmlformats.org/officeDocument/2006/relationships/oleObject" Target="../embeddings/oleObject137.bin"/><Relationship Id="rId36" Type="http://schemas.openxmlformats.org/officeDocument/2006/relationships/oleObject" Target="../embeddings/oleObject141.bin"/><Relationship Id="rId10" Type="http://schemas.openxmlformats.org/officeDocument/2006/relationships/oleObject" Target="../embeddings/oleObject128.bin"/><Relationship Id="rId19" Type="http://schemas.openxmlformats.org/officeDocument/2006/relationships/image" Target="../media/image123.wmf"/><Relationship Id="rId31" Type="http://schemas.openxmlformats.org/officeDocument/2006/relationships/image" Target="../media/image129.wmf"/><Relationship Id="rId4" Type="http://schemas.openxmlformats.org/officeDocument/2006/relationships/oleObject" Target="../embeddings/oleObject125.bin"/><Relationship Id="rId9" Type="http://schemas.openxmlformats.org/officeDocument/2006/relationships/image" Target="../media/image118.wmf"/><Relationship Id="rId14" Type="http://schemas.openxmlformats.org/officeDocument/2006/relationships/oleObject" Target="../embeddings/oleObject130.bin"/><Relationship Id="rId22" Type="http://schemas.openxmlformats.org/officeDocument/2006/relationships/oleObject" Target="../embeddings/oleObject134.bin"/><Relationship Id="rId27" Type="http://schemas.openxmlformats.org/officeDocument/2006/relationships/image" Target="../media/image127.emf"/><Relationship Id="rId30" Type="http://schemas.openxmlformats.org/officeDocument/2006/relationships/oleObject" Target="../embeddings/oleObject138.bin"/><Relationship Id="rId35" Type="http://schemas.openxmlformats.org/officeDocument/2006/relationships/image" Target="../media/image131.wmf"/><Relationship Id="rId8" Type="http://schemas.openxmlformats.org/officeDocument/2006/relationships/oleObject" Target="../embeddings/oleObject127.bin"/><Relationship Id="rId3" Type="http://schemas.openxmlformats.org/officeDocument/2006/relationships/image" Target="../media/image115.wmf"/><Relationship Id="rId12" Type="http://schemas.openxmlformats.org/officeDocument/2006/relationships/oleObject" Target="../embeddings/oleObject129.bin"/><Relationship Id="rId17" Type="http://schemas.openxmlformats.org/officeDocument/2006/relationships/image" Target="../media/image122.wmf"/><Relationship Id="rId25" Type="http://schemas.openxmlformats.org/officeDocument/2006/relationships/image" Target="../media/image126.emf"/><Relationship Id="rId33" Type="http://schemas.openxmlformats.org/officeDocument/2006/relationships/image" Target="../media/image130.wmf"/><Relationship Id="rId38" Type="http://schemas.openxmlformats.org/officeDocument/2006/relationships/oleObject" Target="../embeddings/oleObject142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oleObject" Target="../embeddings/oleObject149.bin"/><Relationship Id="rId18" Type="http://schemas.openxmlformats.org/officeDocument/2006/relationships/image" Target="../media/image143.wmf"/><Relationship Id="rId3" Type="http://schemas.openxmlformats.org/officeDocument/2006/relationships/image" Target="../media/image135.wmf"/><Relationship Id="rId21" Type="http://schemas.openxmlformats.org/officeDocument/2006/relationships/oleObject" Target="../embeddings/oleObject153.bin"/><Relationship Id="rId7" Type="http://schemas.openxmlformats.org/officeDocument/2006/relationships/image" Target="../media/image137.wmf"/><Relationship Id="rId12" Type="http://schemas.openxmlformats.org/officeDocument/2006/relationships/image" Target="../media/image140.wmf"/><Relationship Id="rId17" Type="http://schemas.openxmlformats.org/officeDocument/2006/relationships/oleObject" Target="../embeddings/oleObject151.bin"/><Relationship Id="rId2" Type="http://schemas.openxmlformats.org/officeDocument/2006/relationships/oleObject" Target="../embeddings/oleObject144.bin"/><Relationship Id="rId16" Type="http://schemas.openxmlformats.org/officeDocument/2006/relationships/image" Target="../media/image142.wmf"/><Relationship Id="rId20" Type="http://schemas.openxmlformats.org/officeDocument/2006/relationships/image" Target="../media/image144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6.bin"/><Relationship Id="rId11" Type="http://schemas.openxmlformats.org/officeDocument/2006/relationships/oleObject" Target="../embeddings/oleObject148.bin"/><Relationship Id="rId5" Type="http://schemas.openxmlformats.org/officeDocument/2006/relationships/image" Target="../media/image136.wmf"/><Relationship Id="rId15" Type="http://schemas.openxmlformats.org/officeDocument/2006/relationships/oleObject" Target="../embeddings/oleObject150.bin"/><Relationship Id="rId10" Type="http://schemas.openxmlformats.org/officeDocument/2006/relationships/image" Target="../media/image139.wmf"/><Relationship Id="rId19" Type="http://schemas.openxmlformats.org/officeDocument/2006/relationships/oleObject" Target="../embeddings/oleObject152.bin"/><Relationship Id="rId4" Type="http://schemas.openxmlformats.org/officeDocument/2006/relationships/oleObject" Target="../embeddings/oleObject145.bin"/><Relationship Id="rId9" Type="http://schemas.openxmlformats.org/officeDocument/2006/relationships/oleObject" Target="../embeddings/oleObject147.bin"/><Relationship Id="rId14" Type="http://schemas.openxmlformats.org/officeDocument/2006/relationships/image" Target="../media/image141.wmf"/><Relationship Id="rId22" Type="http://schemas.openxmlformats.org/officeDocument/2006/relationships/image" Target="../media/image145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13" Type="http://schemas.openxmlformats.org/officeDocument/2006/relationships/oleObject" Target="../embeddings/oleObject159.bin"/><Relationship Id="rId3" Type="http://schemas.openxmlformats.org/officeDocument/2006/relationships/oleObject" Target="../embeddings/oleObject154.bin"/><Relationship Id="rId7" Type="http://schemas.openxmlformats.org/officeDocument/2006/relationships/oleObject" Target="../embeddings/oleObject156.bin"/><Relationship Id="rId12" Type="http://schemas.openxmlformats.org/officeDocument/2006/relationships/image" Target="../media/image148.wmf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0.wmf"/><Relationship Id="rId11" Type="http://schemas.openxmlformats.org/officeDocument/2006/relationships/oleObject" Target="../embeddings/oleObject158.bin"/><Relationship Id="rId5" Type="http://schemas.openxmlformats.org/officeDocument/2006/relationships/oleObject" Target="../embeddings/oleObject155.bin"/><Relationship Id="rId10" Type="http://schemas.openxmlformats.org/officeDocument/2006/relationships/image" Target="../media/image147.wmf"/><Relationship Id="rId4" Type="http://schemas.openxmlformats.org/officeDocument/2006/relationships/image" Target="../media/image139.wmf"/><Relationship Id="rId9" Type="http://schemas.openxmlformats.org/officeDocument/2006/relationships/oleObject" Target="../embeddings/oleObject157.bin"/><Relationship Id="rId14" Type="http://schemas.openxmlformats.org/officeDocument/2006/relationships/image" Target="../media/image149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emf"/><Relationship Id="rId13" Type="http://schemas.openxmlformats.org/officeDocument/2006/relationships/oleObject" Target="../embeddings/oleObject165.bin"/><Relationship Id="rId18" Type="http://schemas.openxmlformats.org/officeDocument/2006/relationships/image" Target="../media/image158.wmf"/><Relationship Id="rId3" Type="http://schemas.openxmlformats.org/officeDocument/2006/relationships/image" Target="../media/image150.wmf"/><Relationship Id="rId7" Type="http://schemas.openxmlformats.org/officeDocument/2006/relationships/oleObject" Target="../embeddings/oleObject162.bin"/><Relationship Id="rId12" Type="http://schemas.openxmlformats.org/officeDocument/2006/relationships/image" Target="../media/image155.wmf"/><Relationship Id="rId17" Type="http://schemas.openxmlformats.org/officeDocument/2006/relationships/oleObject" Target="../embeddings/oleObject167.bin"/><Relationship Id="rId2" Type="http://schemas.openxmlformats.org/officeDocument/2006/relationships/oleObject" Target="../embeddings/oleObject160.bin"/><Relationship Id="rId16" Type="http://schemas.openxmlformats.org/officeDocument/2006/relationships/image" Target="../media/image157.wmf"/><Relationship Id="rId20" Type="http://schemas.openxmlformats.org/officeDocument/2006/relationships/image" Target="../media/image159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2.wmf"/><Relationship Id="rId11" Type="http://schemas.openxmlformats.org/officeDocument/2006/relationships/oleObject" Target="../embeddings/oleObject164.bin"/><Relationship Id="rId5" Type="http://schemas.openxmlformats.org/officeDocument/2006/relationships/oleObject" Target="../embeddings/oleObject161.bin"/><Relationship Id="rId15" Type="http://schemas.openxmlformats.org/officeDocument/2006/relationships/oleObject" Target="../embeddings/oleObject166.bin"/><Relationship Id="rId10" Type="http://schemas.openxmlformats.org/officeDocument/2006/relationships/image" Target="../media/image154.emf"/><Relationship Id="rId19" Type="http://schemas.openxmlformats.org/officeDocument/2006/relationships/oleObject" Target="../embeddings/oleObject168.bin"/><Relationship Id="rId4" Type="http://schemas.openxmlformats.org/officeDocument/2006/relationships/image" Target="../media/image151.png"/><Relationship Id="rId9" Type="http://schemas.openxmlformats.org/officeDocument/2006/relationships/oleObject" Target="../embeddings/oleObject163.bin"/><Relationship Id="rId14" Type="http://schemas.openxmlformats.org/officeDocument/2006/relationships/image" Target="../media/image156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13" Type="http://schemas.openxmlformats.org/officeDocument/2006/relationships/oleObject" Target="../embeddings/oleObject174.bin"/><Relationship Id="rId18" Type="http://schemas.openxmlformats.org/officeDocument/2006/relationships/image" Target="../media/image168.wmf"/><Relationship Id="rId26" Type="http://schemas.openxmlformats.org/officeDocument/2006/relationships/image" Target="../media/image171.wmf"/><Relationship Id="rId3" Type="http://schemas.openxmlformats.org/officeDocument/2006/relationships/image" Target="../media/image160.png"/><Relationship Id="rId21" Type="http://schemas.openxmlformats.org/officeDocument/2006/relationships/oleObject" Target="../embeddings/oleObject178.bin"/><Relationship Id="rId7" Type="http://schemas.openxmlformats.org/officeDocument/2006/relationships/image" Target="../media/image162.wmf"/><Relationship Id="rId12" Type="http://schemas.openxmlformats.org/officeDocument/2006/relationships/image" Target="../media/image165.wmf"/><Relationship Id="rId17" Type="http://schemas.openxmlformats.org/officeDocument/2006/relationships/oleObject" Target="../embeddings/oleObject176.bin"/><Relationship Id="rId25" Type="http://schemas.openxmlformats.org/officeDocument/2006/relationships/oleObject" Target="../embeddings/oleObject180.bin"/><Relationship Id="rId2" Type="http://schemas.openxmlformats.org/officeDocument/2006/relationships/oleObject" Target="../embeddings/oleObject169.bin"/><Relationship Id="rId16" Type="http://schemas.openxmlformats.org/officeDocument/2006/relationships/image" Target="../media/image167.wmf"/><Relationship Id="rId20" Type="http://schemas.openxmlformats.org/officeDocument/2006/relationships/image" Target="../media/image159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1.bin"/><Relationship Id="rId11" Type="http://schemas.openxmlformats.org/officeDocument/2006/relationships/oleObject" Target="../embeddings/oleObject173.bin"/><Relationship Id="rId24" Type="http://schemas.openxmlformats.org/officeDocument/2006/relationships/image" Target="../media/image170.emf"/><Relationship Id="rId5" Type="http://schemas.openxmlformats.org/officeDocument/2006/relationships/image" Target="../media/image161.wmf"/><Relationship Id="rId15" Type="http://schemas.openxmlformats.org/officeDocument/2006/relationships/oleObject" Target="../embeddings/oleObject175.bin"/><Relationship Id="rId23" Type="http://schemas.openxmlformats.org/officeDocument/2006/relationships/oleObject" Target="../embeddings/oleObject179.bin"/><Relationship Id="rId28" Type="http://schemas.openxmlformats.org/officeDocument/2006/relationships/image" Target="../media/image172.wmf"/><Relationship Id="rId10" Type="http://schemas.openxmlformats.org/officeDocument/2006/relationships/image" Target="../media/image164.wmf"/><Relationship Id="rId19" Type="http://schemas.openxmlformats.org/officeDocument/2006/relationships/oleObject" Target="../embeddings/oleObject177.bin"/><Relationship Id="rId4" Type="http://schemas.openxmlformats.org/officeDocument/2006/relationships/oleObject" Target="../embeddings/oleObject170.bin"/><Relationship Id="rId9" Type="http://schemas.openxmlformats.org/officeDocument/2006/relationships/oleObject" Target="../embeddings/oleObject172.bin"/><Relationship Id="rId14" Type="http://schemas.openxmlformats.org/officeDocument/2006/relationships/image" Target="../media/image166.wmf"/><Relationship Id="rId22" Type="http://schemas.openxmlformats.org/officeDocument/2006/relationships/image" Target="../media/image169.emf"/><Relationship Id="rId27" Type="http://schemas.openxmlformats.org/officeDocument/2006/relationships/oleObject" Target="../embeddings/oleObject181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5.bin"/><Relationship Id="rId13" Type="http://schemas.openxmlformats.org/officeDocument/2006/relationships/image" Target="../media/image178.wmf"/><Relationship Id="rId18" Type="http://schemas.openxmlformats.org/officeDocument/2006/relationships/oleObject" Target="../embeddings/oleObject190.bin"/><Relationship Id="rId26" Type="http://schemas.openxmlformats.org/officeDocument/2006/relationships/image" Target="../media/image182.wmf"/><Relationship Id="rId3" Type="http://schemas.openxmlformats.org/officeDocument/2006/relationships/image" Target="../media/image173.wmf"/><Relationship Id="rId21" Type="http://schemas.openxmlformats.org/officeDocument/2006/relationships/oleObject" Target="../embeddings/oleObject192.bin"/><Relationship Id="rId7" Type="http://schemas.openxmlformats.org/officeDocument/2006/relationships/image" Target="../media/image175.wmf"/><Relationship Id="rId12" Type="http://schemas.openxmlformats.org/officeDocument/2006/relationships/oleObject" Target="../embeddings/oleObject187.bin"/><Relationship Id="rId17" Type="http://schemas.openxmlformats.org/officeDocument/2006/relationships/image" Target="../media/image159.wmf"/><Relationship Id="rId25" Type="http://schemas.openxmlformats.org/officeDocument/2006/relationships/oleObject" Target="../embeddings/oleObject194.bin"/><Relationship Id="rId2" Type="http://schemas.openxmlformats.org/officeDocument/2006/relationships/oleObject" Target="../embeddings/oleObject182.bin"/><Relationship Id="rId16" Type="http://schemas.openxmlformats.org/officeDocument/2006/relationships/oleObject" Target="../embeddings/oleObject189.bin"/><Relationship Id="rId20" Type="http://schemas.openxmlformats.org/officeDocument/2006/relationships/oleObject" Target="../embeddings/oleObject19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4.bin"/><Relationship Id="rId11" Type="http://schemas.openxmlformats.org/officeDocument/2006/relationships/image" Target="../media/image177.wmf"/><Relationship Id="rId24" Type="http://schemas.openxmlformats.org/officeDocument/2006/relationships/image" Target="../media/image181.wmf"/><Relationship Id="rId5" Type="http://schemas.openxmlformats.org/officeDocument/2006/relationships/image" Target="../media/image174.wmf"/><Relationship Id="rId15" Type="http://schemas.openxmlformats.org/officeDocument/2006/relationships/image" Target="../media/image179.wmf"/><Relationship Id="rId23" Type="http://schemas.openxmlformats.org/officeDocument/2006/relationships/oleObject" Target="../embeddings/oleObject193.bin"/><Relationship Id="rId10" Type="http://schemas.openxmlformats.org/officeDocument/2006/relationships/oleObject" Target="../embeddings/oleObject186.bin"/><Relationship Id="rId19" Type="http://schemas.openxmlformats.org/officeDocument/2006/relationships/image" Target="../media/image180.wmf"/><Relationship Id="rId4" Type="http://schemas.openxmlformats.org/officeDocument/2006/relationships/oleObject" Target="../embeddings/oleObject183.bin"/><Relationship Id="rId9" Type="http://schemas.openxmlformats.org/officeDocument/2006/relationships/image" Target="../media/image176.wmf"/><Relationship Id="rId14" Type="http://schemas.openxmlformats.org/officeDocument/2006/relationships/oleObject" Target="../embeddings/oleObject188.bin"/><Relationship Id="rId22" Type="http://schemas.openxmlformats.org/officeDocument/2006/relationships/image" Target="../media/image16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8.bin"/><Relationship Id="rId13" Type="http://schemas.openxmlformats.org/officeDocument/2006/relationships/image" Target="../media/image188.wmf"/><Relationship Id="rId18" Type="http://schemas.openxmlformats.org/officeDocument/2006/relationships/oleObject" Target="../embeddings/oleObject203.bin"/><Relationship Id="rId26" Type="http://schemas.openxmlformats.org/officeDocument/2006/relationships/oleObject" Target="../embeddings/oleObject207.bin"/><Relationship Id="rId3" Type="http://schemas.openxmlformats.org/officeDocument/2006/relationships/image" Target="../media/image183.emf"/><Relationship Id="rId21" Type="http://schemas.openxmlformats.org/officeDocument/2006/relationships/image" Target="../media/image192.wmf"/><Relationship Id="rId7" Type="http://schemas.openxmlformats.org/officeDocument/2006/relationships/image" Target="../media/image185.emf"/><Relationship Id="rId12" Type="http://schemas.openxmlformats.org/officeDocument/2006/relationships/oleObject" Target="../embeddings/oleObject200.bin"/><Relationship Id="rId17" Type="http://schemas.openxmlformats.org/officeDocument/2006/relationships/image" Target="../media/image190.wmf"/><Relationship Id="rId25" Type="http://schemas.openxmlformats.org/officeDocument/2006/relationships/image" Target="../media/image194.wmf"/><Relationship Id="rId2" Type="http://schemas.openxmlformats.org/officeDocument/2006/relationships/oleObject" Target="../embeddings/oleObject195.bin"/><Relationship Id="rId16" Type="http://schemas.openxmlformats.org/officeDocument/2006/relationships/oleObject" Target="../embeddings/oleObject202.bin"/><Relationship Id="rId20" Type="http://schemas.openxmlformats.org/officeDocument/2006/relationships/oleObject" Target="../embeddings/oleObject204.bin"/><Relationship Id="rId29" Type="http://schemas.openxmlformats.org/officeDocument/2006/relationships/image" Target="../media/image196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97.bin"/><Relationship Id="rId11" Type="http://schemas.openxmlformats.org/officeDocument/2006/relationships/image" Target="../media/image187.emf"/><Relationship Id="rId24" Type="http://schemas.openxmlformats.org/officeDocument/2006/relationships/oleObject" Target="../embeddings/oleObject206.bin"/><Relationship Id="rId5" Type="http://schemas.openxmlformats.org/officeDocument/2006/relationships/image" Target="../media/image184.emf"/><Relationship Id="rId15" Type="http://schemas.openxmlformats.org/officeDocument/2006/relationships/image" Target="../media/image189.wmf"/><Relationship Id="rId23" Type="http://schemas.openxmlformats.org/officeDocument/2006/relationships/image" Target="../media/image193.wmf"/><Relationship Id="rId28" Type="http://schemas.openxmlformats.org/officeDocument/2006/relationships/oleObject" Target="../embeddings/oleObject208.bin"/><Relationship Id="rId10" Type="http://schemas.openxmlformats.org/officeDocument/2006/relationships/oleObject" Target="../embeddings/oleObject199.bin"/><Relationship Id="rId19" Type="http://schemas.openxmlformats.org/officeDocument/2006/relationships/image" Target="../media/image191.wmf"/><Relationship Id="rId31" Type="http://schemas.openxmlformats.org/officeDocument/2006/relationships/image" Target="../media/image197.wmf"/><Relationship Id="rId4" Type="http://schemas.openxmlformats.org/officeDocument/2006/relationships/oleObject" Target="../embeddings/oleObject196.bin"/><Relationship Id="rId9" Type="http://schemas.openxmlformats.org/officeDocument/2006/relationships/image" Target="../media/image186.emf"/><Relationship Id="rId14" Type="http://schemas.openxmlformats.org/officeDocument/2006/relationships/oleObject" Target="../embeddings/oleObject201.bin"/><Relationship Id="rId22" Type="http://schemas.openxmlformats.org/officeDocument/2006/relationships/oleObject" Target="../embeddings/oleObject205.bin"/><Relationship Id="rId27" Type="http://schemas.openxmlformats.org/officeDocument/2006/relationships/image" Target="../media/image195.wmf"/><Relationship Id="rId30" Type="http://schemas.openxmlformats.org/officeDocument/2006/relationships/oleObject" Target="../embeddings/oleObject209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3.bin"/><Relationship Id="rId13" Type="http://schemas.openxmlformats.org/officeDocument/2006/relationships/image" Target="../media/image203.wmf"/><Relationship Id="rId18" Type="http://schemas.openxmlformats.org/officeDocument/2006/relationships/oleObject" Target="../embeddings/oleObject218.bin"/><Relationship Id="rId3" Type="http://schemas.openxmlformats.org/officeDocument/2006/relationships/image" Target="../media/image198.wmf"/><Relationship Id="rId21" Type="http://schemas.openxmlformats.org/officeDocument/2006/relationships/image" Target="../media/image207.wmf"/><Relationship Id="rId7" Type="http://schemas.openxmlformats.org/officeDocument/2006/relationships/image" Target="../media/image200.wmf"/><Relationship Id="rId12" Type="http://schemas.openxmlformats.org/officeDocument/2006/relationships/oleObject" Target="../embeddings/oleObject215.bin"/><Relationship Id="rId17" Type="http://schemas.openxmlformats.org/officeDocument/2006/relationships/image" Target="../media/image205.wmf"/><Relationship Id="rId2" Type="http://schemas.openxmlformats.org/officeDocument/2006/relationships/oleObject" Target="../embeddings/oleObject210.bin"/><Relationship Id="rId16" Type="http://schemas.openxmlformats.org/officeDocument/2006/relationships/oleObject" Target="../embeddings/oleObject217.bin"/><Relationship Id="rId20" Type="http://schemas.openxmlformats.org/officeDocument/2006/relationships/oleObject" Target="../embeddings/oleObject219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12.bin"/><Relationship Id="rId11" Type="http://schemas.openxmlformats.org/officeDocument/2006/relationships/image" Target="../media/image202.wmf"/><Relationship Id="rId5" Type="http://schemas.openxmlformats.org/officeDocument/2006/relationships/image" Target="../media/image199.wmf"/><Relationship Id="rId15" Type="http://schemas.openxmlformats.org/officeDocument/2006/relationships/image" Target="../media/image204.wmf"/><Relationship Id="rId10" Type="http://schemas.openxmlformats.org/officeDocument/2006/relationships/oleObject" Target="../embeddings/oleObject214.bin"/><Relationship Id="rId19" Type="http://schemas.openxmlformats.org/officeDocument/2006/relationships/image" Target="../media/image206.wmf"/><Relationship Id="rId4" Type="http://schemas.openxmlformats.org/officeDocument/2006/relationships/oleObject" Target="../embeddings/oleObject211.bin"/><Relationship Id="rId9" Type="http://schemas.openxmlformats.org/officeDocument/2006/relationships/image" Target="../media/image201.wmf"/><Relationship Id="rId14" Type="http://schemas.openxmlformats.org/officeDocument/2006/relationships/oleObject" Target="../embeddings/oleObject216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3.bin"/><Relationship Id="rId13" Type="http://schemas.openxmlformats.org/officeDocument/2006/relationships/image" Target="../media/image213.wmf"/><Relationship Id="rId18" Type="http://schemas.openxmlformats.org/officeDocument/2006/relationships/oleObject" Target="../embeddings/oleObject228.bin"/><Relationship Id="rId3" Type="http://schemas.openxmlformats.org/officeDocument/2006/relationships/image" Target="../media/image208.wmf"/><Relationship Id="rId21" Type="http://schemas.openxmlformats.org/officeDocument/2006/relationships/image" Target="../media/image217.wmf"/><Relationship Id="rId7" Type="http://schemas.openxmlformats.org/officeDocument/2006/relationships/image" Target="../media/image210.wmf"/><Relationship Id="rId12" Type="http://schemas.openxmlformats.org/officeDocument/2006/relationships/oleObject" Target="../embeddings/oleObject225.bin"/><Relationship Id="rId17" Type="http://schemas.openxmlformats.org/officeDocument/2006/relationships/image" Target="../media/image215.wmf"/><Relationship Id="rId2" Type="http://schemas.openxmlformats.org/officeDocument/2006/relationships/oleObject" Target="../embeddings/oleObject220.bin"/><Relationship Id="rId16" Type="http://schemas.openxmlformats.org/officeDocument/2006/relationships/oleObject" Target="../embeddings/oleObject227.bin"/><Relationship Id="rId20" Type="http://schemas.openxmlformats.org/officeDocument/2006/relationships/oleObject" Target="../embeddings/oleObject22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2.bin"/><Relationship Id="rId11" Type="http://schemas.openxmlformats.org/officeDocument/2006/relationships/image" Target="../media/image212.wmf"/><Relationship Id="rId5" Type="http://schemas.openxmlformats.org/officeDocument/2006/relationships/image" Target="../media/image209.wmf"/><Relationship Id="rId15" Type="http://schemas.openxmlformats.org/officeDocument/2006/relationships/image" Target="../media/image214.wmf"/><Relationship Id="rId23" Type="http://schemas.openxmlformats.org/officeDocument/2006/relationships/image" Target="../media/image218.wmf"/><Relationship Id="rId10" Type="http://schemas.openxmlformats.org/officeDocument/2006/relationships/oleObject" Target="../embeddings/oleObject224.bin"/><Relationship Id="rId19" Type="http://schemas.openxmlformats.org/officeDocument/2006/relationships/image" Target="../media/image216.wmf"/><Relationship Id="rId4" Type="http://schemas.openxmlformats.org/officeDocument/2006/relationships/oleObject" Target="../embeddings/oleObject221.bin"/><Relationship Id="rId9" Type="http://schemas.openxmlformats.org/officeDocument/2006/relationships/image" Target="../media/image211.wmf"/><Relationship Id="rId14" Type="http://schemas.openxmlformats.org/officeDocument/2006/relationships/oleObject" Target="../embeddings/oleObject226.bin"/><Relationship Id="rId22" Type="http://schemas.openxmlformats.org/officeDocument/2006/relationships/oleObject" Target="../embeddings/oleObject230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4.bin"/><Relationship Id="rId13" Type="http://schemas.openxmlformats.org/officeDocument/2006/relationships/image" Target="../media/image224.wmf"/><Relationship Id="rId18" Type="http://schemas.openxmlformats.org/officeDocument/2006/relationships/oleObject" Target="../embeddings/oleObject239.bin"/><Relationship Id="rId3" Type="http://schemas.openxmlformats.org/officeDocument/2006/relationships/image" Target="../media/image219.wmf"/><Relationship Id="rId21" Type="http://schemas.openxmlformats.org/officeDocument/2006/relationships/image" Target="../media/image228.wmf"/><Relationship Id="rId7" Type="http://schemas.openxmlformats.org/officeDocument/2006/relationships/image" Target="../media/image221.wmf"/><Relationship Id="rId12" Type="http://schemas.openxmlformats.org/officeDocument/2006/relationships/oleObject" Target="../embeddings/oleObject236.bin"/><Relationship Id="rId17" Type="http://schemas.openxmlformats.org/officeDocument/2006/relationships/image" Target="../media/image226.wmf"/><Relationship Id="rId25" Type="http://schemas.openxmlformats.org/officeDocument/2006/relationships/image" Target="../media/image230.wmf"/><Relationship Id="rId2" Type="http://schemas.openxmlformats.org/officeDocument/2006/relationships/oleObject" Target="../embeddings/oleObject231.bin"/><Relationship Id="rId16" Type="http://schemas.openxmlformats.org/officeDocument/2006/relationships/oleObject" Target="../embeddings/oleObject238.bin"/><Relationship Id="rId20" Type="http://schemas.openxmlformats.org/officeDocument/2006/relationships/oleObject" Target="../embeddings/oleObject24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3.bin"/><Relationship Id="rId11" Type="http://schemas.openxmlformats.org/officeDocument/2006/relationships/image" Target="../media/image223.wmf"/><Relationship Id="rId24" Type="http://schemas.openxmlformats.org/officeDocument/2006/relationships/oleObject" Target="../embeddings/oleObject242.bin"/><Relationship Id="rId5" Type="http://schemas.openxmlformats.org/officeDocument/2006/relationships/image" Target="../media/image220.wmf"/><Relationship Id="rId15" Type="http://schemas.openxmlformats.org/officeDocument/2006/relationships/image" Target="../media/image225.wmf"/><Relationship Id="rId23" Type="http://schemas.openxmlformats.org/officeDocument/2006/relationships/image" Target="../media/image229.wmf"/><Relationship Id="rId10" Type="http://schemas.openxmlformats.org/officeDocument/2006/relationships/oleObject" Target="../embeddings/oleObject235.bin"/><Relationship Id="rId19" Type="http://schemas.openxmlformats.org/officeDocument/2006/relationships/image" Target="../media/image227.wmf"/><Relationship Id="rId4" Type="http://schemas.openxmlformats.org/officeDocument/2006/relationships/oleObject" Target="../embeddings/oleObject232.bin"/><Relationship Id="rId9" Type="http://schemas.openxmlformats.org/officeDocument/2006/relationships/image" Target="../media/image222.wmf"/><Relationship Id="rId14" Type="http://schemas.openxmlformats.org/officeDocument/2006/relationships/oleObject" Target="../embeddings/oleObject237.bin"/><Relationship Id="rId22" Type="http://schemas.openxmlformats.org/officeDocument/2006/relationships/oleObject" Target="../embeddings/oleObject241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6.bin"/><Relationship Id="rId13" Type="http://schemas.openxmlformats.org/officeDocument/2006/relationships/image" Target="../media/image236.wmf"/><Relationship Id="rId18" Type="http://schemas.openxmlformats.org/officeDocument/2006/relationships/oleObject" Target="../embeddings/oleObject251.bin"/><Relationship Id="rId3" Type="http://schemas.openxmlformats.org/officeDocument/2006/relationships/image" Target="../media/image231.wmf"/><Relationship Id="rId21" Type="http://schemas.openxmlformats.org/officeDocument/2006/relationships/image" Target="../media/image240.wmf"/><Relationship Id="rId7" Type="http://schemas.openxmlformats.org/officeDocument/2006/relationships/image" Target="../media/image233.emf"/><Relationship Id="rId12" Type="http://schemas.openxmlformats.org/officeDocument/2006/relationships/oleObject" Target="../embeddings/oleObject248.bin"/><Relationship Id="rId17" Type="http://schemas.openxmlformats.org/officeDocument/2006/relationships/image" Target="../media/image238.wmf"/><Relationship Id="rId2" Type="http://schemas.openxmlformats.org/officeDocument/2006/relationships/oleObject" Target="../embeddings/oleObject243.bin"/><Relationship Id="rId16" Type="http://schemas.openxmlformats.org/officeDocument/2006/relationships/oleObject" Target="../embeddings/oleObject250.bin"/><Relationship Id="rId20" Type="http://schemas.openxmlformats.org/officeDocument/2006/relationships/oleObject" Target="../embeddings/oleObject252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45.bin"/><Relationship Id="rId11" Type="http://schemas.openxmlformats.org/officeDocument/2006/relationships/image" Target="../media/image235.wmf"/><Relationship Id="rId5" Type="http://schemas.openxmlformats.org/officeDocument/2006/relationships/image" Target="../media/image232.wmf"/><Relationship Id="rId15" Type="http://schemas.openxmlformats.org/officeDocument/2006/relationships/image" Target="../media/image237.wmf"/><Relationship Id="rId10" Type="http://schemas.openxmlformats.org/officeDocument/2006/relationships/oleObject" Target="../embeddings/oleObject247.bin"/><Relationship Id="rId19" Type="http://schemas.openxmlformats.org/officeDocument/2006/relationships/image" Target="../media/image239.wmf"/><Relationship Id="rId4" Type="http://schemas.openxmlformats.org/officeDocument/2006/relationships/oleObject" Target="../embeddings/oleObject244.bin"/><Relationship Id="rId9" Type="http://schemas.openxmlformats.org/officeDocument/2006/relationships/image" Target="../media/image234.wmf"/><Relationship Id="rId14" Type="http://schemas.openxmlformats.org/officeDocument/2006/relationships/oleObject" Target="../embeddings/oleObject249.bin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6.emf"/><Relationship Id="rId18" Type="http://schemas.openxmlformats.org/officeDocument/2006/relationships/oleObject" Target="../embeddings/oleObject261.bin"/><Relationship Id="rId26" Type="http://schemas.openxmlformats.org/officeDocument/2006/relationships/oleObject" Target="../embeddings/oleObject265.bin"/><Relationship Id="rId39" Type="http://schemas.openxmlformats.org/officeDocument/2006/relationships/image" Target="../media/image259.wmf"/><Relationship Id="rId21" Type="http://schemas.openxmlformats.org/officeDocument/2006/relationships/image" Target="../media/image250.wmf"/><Relationship Id="rId34" Type="http://schemas.openxmlformats.org/officeDocument/2006/relationships/oleObject" Target="../embeddings/oleObject269.bin"/><Relationship Id="rId7" Type="http://schemas.openxmlformats.org/officeDocument/2006/relationships/image" Target="../media/image243.wmf"/><Relationship Id="rId2" Type="http://schemas.openxmlformats.org/officeDocument/2006/relationships/oleObject" Target="../embeddings/oleObject253.bin"/><Relationship Id="rId16" Type="http://schemas.openxmlformats.org/officeDocument/2006/relationships/oleObject" Target="../embeddings/oleObject260.bin"/><Relationship Id="rId20" Type="http://schemas.openxmlformats.org/officeDocument/2006/relationships/oleObject" Target="../embeddings/oleObject262.bin"/><Relationship Id="rId29" Type="http://schemas.openxmlformats.org/officeDocument/2006/relationships/image" Target="../media/image254.wmf"/><Relationship Id="rId41" Type="http://schemas.openxmlformats.org/officeDocument/2006/relationships/image" Target="../media/image260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55.bin"/><Relationship Id="rId11" Type="http://schemas.openxmlformats.org/officeDocument/2006/relationships/image" Target="../media/image245.emf"/><Relationship Id="rId24" Type="http://schemas.openxmlformats.org/officeDocument/2006/relationships/oleObject" Target="../embeddings/oleObject264.bin"/><Relationship Id="rId32" Type="http://schemas.openxmlformats.org/officeDocument/2006/relationships/oleObject" Target="../embeddings/oleObject268.bin"/><Relationship Id="rId37" Type="http://schemas.openxmlformats.org/officeDocument/2006/relationships/image" Target="../media/image258.wmf"/><Relationship Id="rId40" Type="http://schemas.openxmlformats.org/officeDocument/2006/relationships/oleObject" Target="../embeddings/oleObject272.bin"/><Relationship Id="rId5" Type="http://schemas.openxmlformats.org/officeDocument/2006/relationships/image" Target="../media/image242.wmf"/><Relationship Id="rId15" Type="http://schemas.openxmlformats.org/officeDocument/2006/relationships/image" Target="../media/image247.emf"/><Relationship Id="rId23" Type="http://schemas.openxmlformats.org/officeDocument/2006/relationships/image" Target="../media/image251.wmf"/><Relationship Id="rId28" Type="http://schemas.openxmlformats.org/officeDocument/2006/relationships/oleObject" Target="../embeddings/oleObject266.bin"/><Relationship Id="rId36" Type="http://schemas.openxmlformats.org/officeDocument/2006/relationships/oleObject" Target="../embeddings/oleObject270.bin"/><Relationship Id="rId10" Type="http://schemas.openxmlformats.org/officeDocument/2006/relationships/oleObject" Target="../embeddings/oleObject257.bin"/><Relationship Id="rId19" Type="http://schemas.openxmlformats.org/officeDocument/2006/relationships/image" Target="../media/image249.wmf"/><Relationship Id="rId31" Type="http://schemas.openxmlformats.org/officeDocument/2006/relationships/image" Target="../media/image255.wmf"/><Relationship Id="rId4" Type="http://schemas.openxmlformats.org/officeDocument/2006/relationships/oleObject" Target="../embeddings/oleObject254.bin"/><Relationship Id="rId9" Type="http://schemas.openxmlformats.org/officeDocument/2006/relationships/image" Target="../media/image244.emf"/><Relationship Id="rId14" Type="http://schemas.openxmlformats.org/officeDocument/2006/relationships/oleObject" Target="../embeddings/oleObject259.bin"/><Relationship Id="rId22" Type="http://schemas.openxmlformats.org/officeDocument/2006/relationships/oleObject" Target="../embeddings/oleObject263.bin"/><Relationship Id="rId27" Type="http://schemas.openxmlformats.org/officeDocument/2006/relationships/image" Target="../media/image253.wmf"/><Relationship Id="rId30" Type="http://schemas.openxmlformats.org/officeDocument/2006/relationships/oleObject" Target="../embeddings/oleObject267.bin"/><Relationship Id="rId35" Type="http://schemas.openxmlformats.org/officeDocument/2006/relationships/image" Target="../media/image257.wmf"/><Relationship Id="rId8" Type="http://schemas.openxmlformats.org/officeDocument/2006/relationships/oleObject" Target="../embeddings/oleObject256.bin"/><Relationship Id="rId3" Type="http://schemas.openxmlformats.org/officeDocument/2006/relationships/image" Target="../media/image241.wmf"/><Relationship Id="rId12" Type="http://schemas.openxmlformats.org/officeDocument/2006/relationships/oleObject" Target="../embeddings/oleObject258.bin"/><Relationship Id="rId17" Type="http://schemas.openxmlformats.org/officeDocument/2006/relationships/image" Target="../media/image248.wmf"/><Relationship Id="rId25" Type="http://schemas.openxmlformats.org/officeDocument/2006/relationships/image" Target="../media/image252.wmf"/><Relationship Id="rId33" Type="http://schemas.openxmlformats.org/officeDocument/2006/relationships/image" Target="../media/image256.wmf"/><Relationship Id="rId38" Type="http://schemas.openxmlformats.org/officeDocument/2006/relationships/oleObject" Target="../embeddings/oleObject271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6.bin"/><Relationship Id="rId13" Type="http://schemas.openxmlformats.org/officeDocument/2006/relationships/image" Target="../media/image266.wmf"/><Relationship Id="rId3" Type="http://schemas.openxmlformats.org/officeDocument/2006/relationships/image" Target="../media/image261.wmf"/><Relationship Id="rId7" Type="http://schemas.openxmlformats.org/officeDocument/2006/relationships/image" Target="../media/image263.wmf"/><Relationship Id="rId12" Type="http://schemas.openxmlformats.org/officeDocument/2006/relationships/oleObject" Target="../embeddings/oleObject278.bin"/><Relationship Id="rId2" Type="http://schemas.openxmlformats.org/officeDocument/2006/relationships/oleObject" Target="../embeddings/oleObject27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5.bin"/><Relationship Id="rId11" Type="http://schemas.openxmlformats.org/officeDocument/2006/relationships/image" Target="../media/image265.wmf"/><Relationship Id="rId5" Type="http://schemas.openxmlformats.org/officeDocument/2006/relationships/image" Target="../media/image262.wmf"/><Relationship Id="rId15" Type="http://schemas.openxmlformats.org/officeDocument/2006/relationships/image" Target="../media/image267.wmf"/><Relationship Id="rId10" Type="http://schemas.openxmlformats.org/officeDocument/2006/relationships/oleObject" Target="../embeddings/oleObject277.bin"/><Relationship Id="rId4" Type="http://schemas.openxmlformats.org/officeDocument/2006/relationships/oleObject" Target="../embeddings/oleObject274.bin"/><Relationship Id="rId9" Type="http://schemas.openxmlformats.org/officeDocument/2006/relationships/image" Target="../media/image264.wmf"/><Relationship Id="rId14" Type="http://schemas.openxmlformats.org/officeDocument/2006/relationships/oleObject" Target="../embeddings/oleObject279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wmf"/><Relationship Id="rId13" Type="http://schemas.openxmlformats.org/officeDocument/2006/relationships/oleObject" Target="../embeddings/oleObject285.bin"/><Relationship Id="rId18" Type="http://schemas.openxmlformats.org/officeDocument/2006/relationships/image" Target="../media/image275.wmf"/><Relationship Id="rId3" Type="http://schemas.openxmlformats.org/officeDocument/2006/relationships/oleObject" Target="../embeddings/oleObject280.bin"/><Relationship Id="rId21" Type="http://schemas.openxmlformats.org/officeDocument/2006/relationships/oleObject" Target="../embeddings/oleObject289.bin"/><Relationship Id="rId7" Type="http://schemas.openxmlformats.org/officeDocument/2006/relationships/oleObject" Target="../embeddings/oleObject282.bin"/><Relationship Id="rId12" Type="http://schemas.openxmlformats.org/officeDocument/2006/relationships/image" Target="../media/image272.wmf"/><Relationship Id="rId17" Type="http://schemas.openxmlformats.org/officeDocument/2006/relationships/oleObject" Target="../embeddings/oleObject287.bin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74.wmf"/><Relationship Id="rId20" Type="http://schemas.openxmlformats.org/officeDocument/2006/relationships/image" Target="../media/image276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9.wmf"/><Relationship Id="rId11" Type="http://schemas.openxmlformats.org/officeDocument/2006/relationships/oleObject" Target="../embeddings/oleObject284.bin"/><Relationship Id="rId5" Type="http://schemas.openxmlformats.org/officeDocument/2006/relationships/oleObject" Target="../embeddings/oleObject281.bin"/><Relationship Id="rId15" Type="http://schemas.openxmlformats.org/officeDocument/2006/relationships/oleObject" Target="../embeddings/oleObject286.bin"/><Relationship Id="rId10" Type="http://schemas.openxmlformats.org/officeDocument/2006/relationships/image" Target="../media/image271.wmf"/><Relationship Id="rId19" Type="http://schemas.openxmlformats.org/officeDocument/2006/relationships/oleObject" Target="../embeddings/oleObject288.bin"/><Relationship Id="rId4" Type="http://schemas.openxmlformats.org/officeDocument/2006/relationships/image" Target="../media/image268.wmf"/><Relationship Id="rId9" Type="http://schemas.openxmlformats.org/officeDocument/2006/relationships/oleObject" Target="../embeddings/oleObject283.bin"/><Relationship Id="rId14" Type="http://schemas.openxmlformats.org/officeDocument/2006/relationships/image" Target="../media/image273.wmf"/><Relationship Id="rId22" Type="http://schemas.openxmlformats.org/officeDocument/2006/relationships/image" Target="../media/image277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3.bin"/><Relationship Id="rId13" Type="http://schemas.openxmlformats.org/officeDocument/2006/relationships/image" Target="../media/image283.wmf"/><Relationship Id="rId18" Type="http://schemas.openxmlformats.org/officeDocument/2006/relationships/oleObject" Target="../embeddings/oleObject298.bin"/><Relationship Id="rId26" Type="http://schemas.openxmlformats.org/officeDocument/2006/relationships/oleObject" Target="../embeddings/oleObject302.bin"/><Relationship Id="rId3" Type="http://schemas.openxmlformats.org/officeDocument/2006/relationships/image" Target="../media/image278.wmf"/><Relationship Id="rId21" Type="http://schemas.openxmlformats.org/officeDocument/2006/relationships/image" Target="../media/image287.wmf"/><Relationship Id="rId7" Type="http://schemas.openxmlformats.org/officeDocument/2006/relationships/image" Target="../media/image280.wmf"/><Relationship Id="rId12" Type="http://schemas.openxmlformats.org/officeDocument/2006/relationships/oleObject" Target="../embeddings/oleObject295.bin"/><Relationship Id="rId17" Type="http://schemas.openxmlformats.org/officeDocument/2006/relationships/image" Target="../media/image285.wmf"/><Relationship Id="rId25" Type="http://schemas.openxmlformats.org/officeDocument/2006/relationships/image" Target="../media/image289.wmf"/><Relationship Id="rId2" Type="http://schemas.openxmlformats.org/officeDocument/2006/relationships/oleObject" Target="../embeddings/oleObject290.bin"/><Relationship Id="rId16" Type="http://schemas.openxmlformats.org/officeDocument/2006/relationships/oleObject" Target="../embeddings/oleObject297.bin"/><Relationship Id="rId20" Type="http://schemas.openxmlformats.org/officeDocument/2006/relationships/oleObject" Target="../embeddings/oleObject29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2.bin"/><Relationship Id="rId11" Type="http://schemas.openxmlformats.org/officeDocument/2006/relationships/image" Target="../media/image282.wmf"/><Relationship Id="rId24" Type="http://schemas.openxmlformats.org/officeDocument/2006/relationships/oleObject" Target="../embeddings/oleObject301.bin"/><Relationship Id="rId5" Type="http://schemas.openxmlformats.org/officeDocument/2006/relationships/image" Target="../media/image279.wmf"/><Relationship Id="rId15" Type="http://schemas.openxmlformats.org/officeDocument/2006/relationships/image" Target="../media/image284.wmf"/><Relationship Id="rId23" Type="http://schemas.openxmlformats.org/officeDocument/2006/relationships/image" Target="../media/image288.wmf"/><Relationship Id="rId10" Type="http://schemas.openxmlformats.org/officeDocument/2006/relationships/oleObject" Target="../embeddings/oleObject294.bin"/><Relationship Id="rId19" Type="http://schemas.openxmlformats.org/officeDocument/2006/relationships/image" Target="../media/image286.wmf"/><Relationship Id="rId4" Type="http://schemas.openxmlformats.org/officeDocument/2006/relationships/oleObject" Target="../embeddings/oleObject291.bin"/><Relationship Id="rId9" Type="http://schemas.openxmlformats.org/officeDocument/2006/relationships/image" Target="../media/image281.wmf"/><Relationship Id="rId14" Type="http://schemas.openxmlformats.org/officeDocument/2006/relationships/oleObject" Target="../embeddings/oleObject296.bin"/><Relationship Id="rId22" Type="http://schemas.openxmlformats.org/officeDocument/2006/relationships/oleObject" Target="../embeddings/oleObject300.bin"/><Relationship Id="rId27" Type="http://schemas.openxmlformats.org/officeDocument/2006/relationships/image" Target="../media/image29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24889" y="3088345"/>
            <a:ext cx="6541329" cy="2258717"/>
          </a:xfrm>
        </p:spPr>
        <p:txBody>
          <a:bodyPr>
            <a:normAutofit fontScale="62500" lnSpcReduction="20000"/>
          </a:bodyPr>
          <a:lstStyle/>
          <a:p>
            <a:pPr algn="l">
              <a:lnSpc>
                <a:spcPct val="150000"/>
              </a:lnSpc>
              <a:defRPr/>
            </a:pPr>
            <a:r>
              <a:rPr lang="en-US" altLang="zh-CN" dirty="0"/>
              <a:t>           </a:t>
            </a:r>
            <a:r>
              <a:rPr lang="zh-CN" altLang="en-US" sz="5100" b="1" dirty="0"/>
              <a:t>一、问题的提出；</a:t>
            </a:r>
            <a:endParaRPr lang="en-US" altLang="zh-CN" sz="5100" b="1" dirty="0"/>
          </a:p>
          <a:p>
            <a:pPr algn="l">
              <a:lnSpc>
                <a:spcPct val="150000"/>
              </a:lnSpc>
              <a:defRPr/>
            </a:pPr>
            <a:r>
              <a:rPr lang="en-US" altLang="zh-CN" sz="5100" b="1" dirty="0">
                <a:solidFill>
                  <a:schemeClr val="accent6"/>
                </a:solidFill>
              </a:rPr>
              <a:t>     </a:t>
            </a:r>
            <a:r>
              <a:rPr lang="zh-CN" altLang="en-US" sz="5100" b="1" dirty="0"/>
              <a:t>二、第二型曲线积分的概念；</a:t>
            </a:r>
            <a:endParaRPr lang="en-US" altLang="zh-CN" sz="5100" b="1" dirty="0"/>
          </a:p>
          <a:p>
            <a:pPr algn="l">
              <a:lnSpc>
                <a:spcPct val="150000"/>
              </a:lnSpc>
              <a:defRPr/>
            </a:pPr>
            <a:r>
              <a:rPr lang="en-US" altLang="zh-CN" sz="5100" b="1" dirty="0"/>
              <a:t>     </a:t>
            </a:r>
            <a:r>
              <a:rPr lang="zh-CN" altLang="en-US" sz="5100" b="1" dirty="0"/>
              <a:t>三、第二型曲线积分的计算；</a:t>
            </a:r>
          </a:p>
        </p:txBody>
      </p:sp>
      <p:sp>
        <p:nvSpPr>
          <p:cNvPr id="43012" name="TextBox 4"/>
          <p:cNvSpPr txBox="1">
            <a:spLocks noChangeArrowheads="1"/>
          </p:cNvSpPr>
          <p:nvPr/>
        </p:nvSpPr>
        <p:spPr bwMode="auto">
          <a:xfrm>
            <a:off x="2524889" y="1793966"/>
            <a:ext cx="6810101" cy="707886"/>
          </a:xfrm>
          <a:prstGeom prst="rect">
            <a:avLst/>
          </a:prstGeom>
          <a:noFill/>
          <a:ln w="57150" cmpd="thickThin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000" b="1" dirty="0">
                <a:solidFill>
                  <a:srgbClr val="FF0000"/>
                </a:solidFill>
                <a:cs typeface="Times New Roman" panose="02020603050405020304" pitchFamily="18" charset="0"/>
              </a:rPr>
              <a:t>10.1</a:t>
            </a:r>
            <a:r>
              <a:rPr lang="zh-CN" altLang="en-US" sz="4000" dirty="0">
                <a:solidFill>
                  <a:srgbClr val="FF0000"/>
                </a:solidFill>
                <a:cs typeface="Times New Roman" panose="02020603050405020304" pitchFamily="18" charset="0"/>
              </a:rPr>
              <a:t>、</a:t>
            </a:r>
            <a:r>
              <a:rPr lang="zh-CN" altLang="en-US" sz="4000" b="1" dirty="0">
                <a:solidFill>
                  <a:srgbClr val="FF0000"/>
                </a:solidFill>
              </a:rPr>
              <a:t>第二型曲线积分</a:t>
            </a:r>
            <a:endParaRPr lang="zh-CN" altLang="en-US" sz="4000" dirty="0"/>
          </a:p>
        </p:txBody>
      </p:sp>
      <p:sp>
        <p:nvSpPr>
          <p:cNvPr id="2" name="文本框 1"/>
          <p:cNvSpPr txBox="1"/>
          <p:nvPr/>
        </p:nvSpPr>
        <p:spPr>
          <a:xfrm>
            <a:off x="10422893" y="97982"/>
            <a:ext cx="1648208" cy="584775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10</a:t>
            </a:r>
            <a:endParaRPr lang="zh-CN" altLang="en-US" sz="32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913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705600" y="914400"/>
            <a:ext cx="3352800" cy="2560638"/>
            <a:chOff x="3264" y="576"/>
            <a:chExt cx="2112" cy="1613"/>
          </a:xfrm>
        </p:grpSpPr>
        <p:sp>
          <p:nvSpPr>
            <p:cNvPr id="1064" name="Line 3"/>
            <p:cNvSpPr>
              <a:spLocks noChangeShapeType="1"/>
            </p:cNvSpPr>
            <p:nvPr/>
          </p:nvSpPr>
          <p:spPr bwMode="auto">
            <a:xfrm>
              <a:off x="3456" y="1990"/>
              <a:ext cx="19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" name="Line 4"/>
            <p:cNvSpPr>
              <a:spLocks noChangeShapeType="1"/>
            </p:cNvSpPr>
            <p:nvPr/>
          </p:nvSpPr>
          <p:spPr bwMode="auto">
            <a:xfrm flipV="1">
              <a:off x="3456" y="598"/>
              <a:ext cx="0" cy="13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38" name="Object 14"/>
            <p:cNvGraphicFramePr>
              <a:graphicFrameLocks noChangeAspect="1"/>
            </p:cNvGraphicFramePr>
            <p:nvPr/>
          </p:nvGraphicFramePr>
          <p:xfrm>
            <a:off x="3360" y="2038"/>
            <a:ext cx="135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15640" imgH="241200" progId="Equation.3">
                    <p:embed/>
                  </p:oleObj>
                </mc:Choice>
                <mc:Fallback>
                  <p:oleObj name="公式" r:id="rId2" imgW="2156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2038"/>
                          <a:ext cx="135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9" name="Object 15"/>
            <p:cNvGraphicFramePr>
              <a:graphicFrameLocks noChangeAspect="1"/>
            </p:cNvGraphicFramePr>
            <p:nvPr/>
          </p:nvGraphicFramePr>
          <p:xfrm>
            <a:off x="5220" y="2038"/>
            <a:ext cx="156" cy="1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53800" imgH="241200" progId="Equation.3">
                    <p:embed/>
                  </p:oleObj>
                </mc:Choice>
                <mc:Fallback>
                  <p:oleObj name="公式" r:id="rId4" imgW="2538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0" y="2038"/>
                          <a:ext cx="156" cy="1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0" name="Object 16"/>
            <p:cNvGraphicFramePr>
              <a:graphicFrameLocks noChangeAspect="1"/>
            </p:cNvGraphicFramePr>
            <p:nvPr/>
          </p:nvGraphicFramePr>
          <p:xfrm>
            <a:off x="3264" y="576"/>
            <a:ext cx="158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53800" imgH="317160" progId="Equation.3">
                    <p:embed/>
                  </p:oleObj>
                </mc:Choice>
                <mc:Fallback>
                  <p:oleObj name="公式" r:id="rId6" imgW="25380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576"/>
                          <a:ext cx="158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66" name="Arc 8"/>
            <p:cNvSpPr>
              <a:spLocks/>
            </p:cNvSpPr>
            <p:nvPr/>
          </p:nvSpPr>
          <p:spPr bwMode="auto">
            <a:xfrm flipV="1">
              <a:off x="3744" y="845"/>
              <a:ext cx="1248" cy="1008"/>
            </a:xfrm>
            <a:custGeom>
              <a:avLst/>
              <a:gdLst>
                <a:gd name="T0" fmla="*/ 4 w 21600"/>
                <a:gd name="T1" fmla="*/ 2 h 22668"/>
                <a:gd name="T2" fmla="*/ 0 w 21600"/>
                <a:gd name="T3" fmla="*/ 0 h 22668"/>
                <a:gd name="T4" fmla="*/ 4 w 21600"/>
                <a:gd name="T5" fmla="*/ 0 h 22668"/>
                <a:gd name="T6" fmla="*/ 0 60000 65536"/>
                <a:gd name="T7" fmla="*/ 0 60000 65536"/>
                <a:gd name="T8" fmla="*/ 0 60000 65536"/>
                <a:gd name="T9" fmla="*/ 0 w 21600"/>
                <a:gd name="T10" fmla="*/ 0 h 22668"/>
                <a:gd name="T11" fmla="*/ 21600 w 21600"/>
                <a:gd name="T12" fmla="*/ 22668 h 226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2668" fill="none" extrusionOk="0">
                  <a:moveTo>
                    <a:pt x="20122" y="22668"/>
                  </a:moveTo>
                  <a:cubicBezTo>
                    <a:pt x="8793" y="21891"/>
                    <a:pt x="0" y="12475"/>
                    <a:pt x="0" y="1119"/>
                  </a:cubicBezTo>
                  <a:cubicBezTo>
                    <a:pt x="-1" y="745"/>
                    <a:pt x="9" y="372"/>
                    <a:pt x="29" y="0"/>
                  </a:cubicBezTo>
                </a:path>
                <a:path w="21600" h="22668" stroke="0" extrusionOk="0">
                  <a:moveTo>
                    <a:pt x="20122" y="22668"/>
                  </a:moveTo>
                  <a:cubicBezTo>
                    <a:pt x="8793" y="21891"/>
                    <a:pt x="0" y="12475"/>
                    <a:pt x="0" y="1119"/>
                  </a:cubicBezTo>
                  <a:cubicBezTo>
                    <a:pt x="-1" y="745"/>
                    <a:pt x="9" y="372"/>
                    <a:pt x="29" y="0"/>
                  </a:cubicBezTo>
                  <a:lnTo>
                    <a:pt x="21600" y="1119"/>
                  </a:lnTo>
                  <a:close/>
                </a:path>
              </a:pathLst>
            </a:custGeom>
            <a:noFill/>
            <a:ln w="31750">
              <a:solidFill>
                <a:schemeClr val="accent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41" name="Object 17"/>
            <p:cNvGraphicFramePr>
              <a:graphicFrameLocks noChangeAspect="1"/>
            </p:cNvGraphicFramePr>
            <p:nvPr/>
          </p:nvGraphicFramePr>
          <p:xfrm>
            <a:off x="3504" y="1750"/>
            <a:ext cx="183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91960" imgH="304560" progId="Equation.3">
                    <p:embed/>
                  </p:oleObj>
                </mc:Choice>
                <mc:Fallback>
                  <p:oleObj name="公式" r:id="rId8" imgW="291960" imgH="3045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1750"/>
                          <a:ext cx="183" cy="1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2" name="Object 18"/>
            <p:cNvGraphicFramePr>
              <a:graphicFrameLocks noChangeAspect="1"/>
            </p:cNvGraphicFramePr>
            <p:nvPr/>
          </p:nvGraphicFramePr>
          <p:xfrm>
            <a:off x="4800" y="646"/>
            <a:ext cx="183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91960" imgH="291960" progId="Equation.3">
                    <p:embed/>
                  </p:oleObj>
                </mc:Choice>
                <mc:Fallback>
                  <p:oleObj name="公式" r:id="rId10" imgW="291960" imgH="29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646"/>
                          <a:ext cx="183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3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5472576"/>
                </p:ext>
              </p:extLst>
            </p:nvPr>
          </p:nvGraphicFramePr>
          <p:xfrm>
            <a:off x="3552" y="1208"/>
            <a:ext cx="204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52280" imgH="164880" progId="Equation.DSMT4">
                    <p:embed/>
                  </p:oleObj>
                </mc:Choice>
                <mc:Fallback>
                  <p:oleObj name="Equation" r:id="rId12" imgW="1522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1208"/>
                          <a:ext cx="204" cy="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32" name="Line 12"/>
          <p:cNvSpPr>
            <a:spLocks noChangeShapeType="1"/>
          </p:cNvSpPr>
          <p:nvPr/>
        </p:nvSpPr>
        <p:spPr bwMode="auto">
          <a:xfrm flipV="1">
            <a:off x="7753350" y="1589088"/>
            <a:ext cx="6096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6" name="Rectangle 13"/>
          <p:cNvSpPr>
            <a:spLocks noGrp="1" noChangeArrowheads="1"/>
          </p:cNvSpPr>
          <p:nvPr>
            <p:ph type="title"/>
          </p:nvPr>
        </p:nvSpPr>
        <p:spPr>
          <a:xfrm>
            <a:off x="838200" y="490538"/>
            <a:ext cx="4038601" cy="881063"/>
          </a:xfrm>
        </p:spPr>
        <p:txBody>
          <a:bodyPr/>
          <a:lstStyle/>
          <a:p>
            <a:pPr algn="l"/>
            <a:r>
              <a:rPr lang="zh-CN" altLang="en-US" sz="4000" b="1" dirty="0">
                <a:solidFill>
                  <a:srgbClr val="C00000"/>
                </a:solidFill>
              </a:rPr>
              <a:t>一、问题的提出</a:t>
            </a:r>
            <a:endParaRPr lang="zh-CN" altLang="en-US" sz="4800" b="1" dirty="0">
              <a:solidFill>
                <a:srgbClr val="C00000"/>
              </a:solidFill>
            </a:endParaRPr>
          </a:p>
        </p:txBody>
      </p: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8823333" y="1360490"/>
            <a:ext cx="455613" cy="407988"/>
            <a:chOff x="4550" y="876"/>
            <a:chExt cx="287" cy="257"/>
          </a:xfrm>
        </p:grpSpPr>
        <p:sp>
          <p:nvSpPr>
            <p:cNvPr id="1063" name="Oval 15"/>
            <p:cNvSpPr>
              <a:spLocks noChangeArrowheads="1"/>
            </p:cNvSpPr>
            <p:nvPr/>
          </p:nvSpPr>
          <p:spPr bwMode="auto">
            <a:xfrm>
              <a:off x="4560" y="8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1037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83423731"/>
                </p:ext>
              </p:extLst>
            </p:nvPr>
          </p:nvGraphicFramePr>
          <p:xfrm>
            <a:off x="4550" y="949"/>
            <a:ext cx="287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55320" imgH="228600" progId="Equation.DSMT4">
                    <p:embed/>
                  </p:oleObj>
                </mc:Choice>
                <mc:Fallback>
                  <p:oleObj name="Equation" r:id="rId14" imgW="3553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0" y="949"/>
                          <a:ext cx="287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8245507" y="1246188"/>
            <a:ext cx="315914" cy="400050"/>
            <a:chOff x="4186" y="804"/>
            <a:chExt cx="199" cy="252"/>
          </a:xfrm>
        </p:grpSpPr>
        <p:sp>
          <p:nvSpPr>
            <p:cNvPr id="1062" name="Oval 18"/>
            <p:cNvSpPr>
              <a:spLocks noChangeArrowheads="1"/>
            </p:cNvSpPr>
            <p:nvPr/>
          </p:nvSpPr>
          <p:spPr bwMode="auto">
            <a:xfrm>
              <a:off x="4224" y="100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1036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8095019"/>
                </p:ext>
              </p:extLst>
            </p:nvPr>
          </p:nvGraphicFramePr>
          <p:xfrm>
            <a:off x="4186" y="804"/>
            <a:ext cx="199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28600" imgH="228600" progId="Equation.DSMT4">
                    <p:embed/>
                  </p:oleObj>
                </mc:Choice>
                <mc:Fallback>
                  <p:oleObj name="Equation" r:id="rId16" imgW="2286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6" y="804"/>
                          <a:ext cx="199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7694628" y="2084392"/>
            <a:ext cx="400051" cy="315913"/>
            <a:chOff x="3839" y="1332"/>
            <a:chExt cx="252" cy="199"/>
          </a:xfrm>
        </p:grpSpPr>
        <p:sp>
          <p:nvSpPr>
            <p:cNvPr id="1061" name="Oval 21"/>
            <p:cNvSpPr>
              <a:spLocks noChangeArrowheads="1"/>
            </p:cNvSpPr>
            <p:nvPr/>
          </p:nvSpPr>
          <p:spPr bwMode="auto">
            <a:xfrm>
              <a:off x="3840" y="133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1035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34059902"/>
                </p:ext>
              </p:extLst>
            </p:nvPr>
          </p:nvGraphicFramePr>
          <p:xfrm>
            <a:off x="3839" y="1356"/>
            <a:ext cx="252" cy="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330120" imgH="228600" progId="Equation.DSMT4">
                    <p:embed/>
                  </p:oleObj>
                </mc:Choice>
                <mc:Fallback>
                  <p:oleObj name="Equation" r:id="rId18" imgW="3301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9" y="1356"/>
                          <a:ext cx="252" cy="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7486650" y="2379660"/>
            <a:ext cx="434975" cy="295275"/>
            <a:chOff x="3708" y="1518"/>
            <a:chExt cx="274" cy="186"/>
          </a:xfrm>
        </p:grpSpPr>
        <p:sp>
          <p:nvSpPr>
            <p:cNvPr id="1060" name="Oval 24"/>
            <p:cNvSpPr>
              <a:spLocks noChangeArrowheads="1"/>
            </p:cNvSpPr>
            <p:nvPr/>
          </p:nvSpPr>
          <p:spPr bwMode="auto">
            <a:xfrm>
              <a:off x="3708" y="154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1034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83690084"/>
                </p:ext>
              </p:extLst>
            </p:nvPr>
          </p:nvGraphicFramePr>
          <p:xfrm>
            <a:off x="3777" y="1518"/>
            <a:ext cx="205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253800" imgH="228600" progId="Equation.DSMT4">
                    <p:embed/>
                  </p:oleObj>
                </mc:Choice>
                <mc:Fallback>
                  <p:oleObj name="Equation" r:id="rId20" imgW="2538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7" y="1518"/>
                          <a:ext cx="205" cy="1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7448544" y="2636843"/>
            <a:ext cx="365125" cy="334963"/>
            <a:chOff x="3684" y="1680"/>
            <a:chExt cx="230" cy="211"/>
          </a:xfrm>
        </p:grpSpPr>
        <p:sp>
          <p:nvSpPr>
            <p:cNvPr id="1059" name="Oval 27"/>
            <p:cNvSpPr>
              <a:spLocks noChangeArrowheads="1"/>
            </p:cNvSpPr>
            <p:nvPr/>
          </p:nvSpPr>
          <p:spPr bwMode="auto">
            <a:xfrm>
              <a:off x="3684" y="168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1033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5350722"/>
                </p:ext>
              </p:extLst>
            </p:nvPr>
          </p:nvGraphicFramePr>
          <p:xfrm>
            <a:off x="3720" y="1705"/>
            <a:ext cx="194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241200" imgH="228600" progId="Equation.DSMT4">
                    <p:embed/>
                  </p:oleObj>
                </mc:Choice>
                <mc:Fallback>
                  <p:oleObj name="Equation" r:id="rId22" imgW="2412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0" y="1705"/>
                          <a:ext cx="194" cy="1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29"/>
          <p:cNvGrpSpPr>
            <a:grpSpLocks/>
          </p:cNvGrpSpPr>
          <p:nvPr/>
        </p:nvGrpSpPr>
        <p:grpSpPr bwMode="auto">
          <a:xfrm>
            <a:off x="7747000" y="2133601"/>
            <a:ext cx="711200" cy="315913"/>
            <a:chOff x="3920" y="1344"/>
            <a:chExt cx="448" cy="199"/>
          </a:xfrm>
        </p:grpSpPr>
        <p:graphicFrame>
          <p:nvGraphicFramePr>
            <p:cNvPr id="1032" name="Object 8"/>
            <p:cNvGraphicFramePr>
              <a:graphicFrameLocks noChangeAspect="1"/>
            </p:cNvGraphicFramePr>
            <p:nvPr/>
          </p:nvGraphicFramePr>
          <p:xfrm>
            <a:off x="4128" y="1344"/>
            <a:ext cx="240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520560" imgH="431640" progId="Equation.3">
                    <p:embed/>
                  </p:oleObj>
                </mc:Choice>
                <mc:Fallback>
                  <p:oleObj name="公式" r:id="rId24" imgW="52056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1344"/>
                          <a:ext cx="240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58" name="Line 31"/>
            <p:cNvSpPr>
              <a:spLocks noChangeShapeType="1"/>
            </p:cNvSpPr>
            <p:nvPr/>
          </p:nvSpPr>
          <p:spPr bwMode="auto">
            <a:xfrm>
              <a:off x="3920" y="1353"/>
              <a:ext cx="38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Group 32"/>
          <p:cNvGrpSpPr>
            <a:grpSpLocks/>
          </p:cNvGrpSpPr>
          <p:nvPr/>
        </p:nvGrpSpPr>
        <p:grpSpPr bwMode="auto">
          <a:xfrm>
            <a:off x="8356600" y="1612900"/>
            <a:ext cx="393700" cy="533400"/>
            <a:chOff x="4312" y="1008"/>
            <a:chExt cx="248" cy="336"/>
          </a:xfrm>
        </p:grpSpPr>
        <p:sp>
          <p:nvSpPr>
            <p:cNvPr id="1057" name="Line 33"/>
            <p:cNvSpPr>
              <a:spLocks noChangeShapeType="1"/>
            </p:cNvSpPr>
            <p:nvPr/>
          </p:nvSpPr>
          <p:spPr bwMode="auto">
            <a:xfrm>
              <a:off x="4312" y="1008"/>
              <a:ext cx="0" cy="33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31" name="Object 7"/>
            <p:cNvGraphicFramePr>
              <a:graphicFrameLocks noChangeAspect="1"/>
            </p:cNvGraphicFramePr>
            <p:nvPr/>
          </p:nvGraphicFramePr>
          <p:xfrm>
            <a:off x="4320" y="1104"/>
            <a:ext cx="240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495000" imgH="431640" progId="Equation.3">
                    <p:embed/>
                  </p:oleObj>
                </mc:Choice>
                <mc:Fallback>
                  <p:oleObj name="公式" r:id="rId26" imgW="49500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1104"/>
                          <a:ext cx="240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55" name="Text Box 35"/>
          <p:cNvSpPr txBox="1">
            <a:spLocks noChangeArrowheads="1"/>
          </p:cNvSpPr>
          <p:nvPr/>
        </p:nvSpPr>
        <p:spPr bwMode="auto">
          <a:xfrm>
            <a:off x="1758982" y="1623294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+mn-ea"/>
                <a:ea typeface="+mn-ea"/>
              </a:rPr>
              <a:t>实例</a:t>
            </a:r>
            <a:r>
              <a:rPr lang="en-US" altLang="zh-CN" sz="2800" b="1" dirty="0">
                <a:solidFill>
                  <a:srgbClr val="C00000"/>
                </a:solidFill>
                <a:latin typeface="+mn-ea"/>
                <a:ea typeface="+mn-ea"/>
              </a:rPr>
              <a:t>: </a:t>
            </a:r>
            <a:r>
              <a:rPr lang="zh-CN" altLang="en-US" sz="2800" b="1" dirty="0">
                <a:latin typeface="+mn-ea"/>
                <a:ea typeface="+mn-ea"/>
              </a:rPr>
              <a:t>变力沿曲线所作的功</a:t>
            </a:r>
          </a:p>
        </p:txBody>
      </p:sp>
      <p:graphicFrame>
        <p:nvGraphicFramePr>
          <p:cNvPr id="5156" name="Object 2"/>
          <p:cNvGraphicFramePr>
            <a:graphicFrameLocks noChangeAspect="1"/>
          </p:cNvGraphicFramePr>
          <p:nvPr/>
        </p:nvGraphicFramePr>
        <p:xfrm>
          <a:off x="2022476" y="2349500"/>
          <a:ext cx="19208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638000" imgH="368280" progId="Equation.3">
                  <p:embed/>
                </p:oleObj>
              </mc:Choice>
              <mc:Fallback>
                <p:oleObj name="公式" r:id="rId28" imgW="163800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476" y="2349500"/>
                        <a:ext cx="19208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57" name="Object 3"/>
          <p:cNvGraphicFramePr>
            <a:graphicFrameLocks noChangeAspect="1"/>
          </p:cNvGraphicFramePr>
          <p:nvPr/>
        </p:nvGraphicFramePr>
        <p:xfrm>
          <a:off x="1787525" y="2924175"/>
          <a:ext cx="5041900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917360" imgH="241200" progId="Equation.DSMT4">
                  <p:embed/>
                </p:oleObj>
              </mc:Choice>
              <mc:Fallback>
                <p:oleObj name="Equation" r:id="rId30" imgW="19173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7525" y="2924175"/>
                        <a:ext cx="5041900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58" name="Text Box 38"/>
          <p:cNvSpPr txBox="1">
            <a:spLocks noChangeArrowheads="1"/>
          </p:cNvSpPr>
          <p:nvPr/>
        </p:nvSpPr>
        <p:spPr bwMode="auto">
          <a:xfrm>
            <a:off x="1758982" y="3751173"/>
            <a:ext cx="3657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常力所作的功</a:t>
            </a:r>
          </a:p>
        </p:txBody>
      </p:sp>
      <p:sp>
        <p:nvSpPr>
          <p:cNvPr id="5159" name="Text Box 39"/>
          <p:cNvSpPr txBox="1">
            <a:spLocks noChangeArrowheads="1"/>
          </p:cNvSpPr>
          <p:nvPr/>
        </p:nvSpPr>
        <p:spPr bwMode="auto">
          <a:xfrm>
            <a:off x="1787525" y="4504872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</a:rPr>
              <a:t>分割</a:t>
            </a:r>
          </a:p>
        </p:txBody>
      </p:sp>
      <p:graphicFrame>
        <p:nvGraphicFramePr>
          <p:cNvPr id="51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3156780"/>
              </p:ext>
            </p:extLst>
          </p:nvPr>
        </p:nvGraphicFramePr>
        <p:xfrm>
          <a:off x="2778125" y="4589463"/>
          <a:ext cx="683418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7429320" imgH="457200" progId="Equation.3">
                  <p:embed/>
                </p:oleObj>
              </mc:Choice>
              <mc:Fallback>
                <p:oleObj name="公式" r:id="rId32" imgW="74293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8125" y="4589463"/>
                        <a:ext cx="6834187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3079608"/>
              </p:ext>
            </p:extLst>
          </p:nvPr>
        </p:nvGraphicFramePr>
        <p:xfrm>
          <a:off x="2174081" y="5258571"/>
          <a:ext cx="4268787" cy="642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676160" imgH="253800" progId="Equation.DSMT4">
                  <p:embed/>
                </p:oleObj>
              </mc:Choice>
              <mc:Fallback>
                <p:oleObj name="Equation" r:id="rId34" imgW="16761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081" y="5258571"/>
                        <a:ext cx="4268787" cy="6425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65" name="Object 6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7380419"/>
              </p:ext>
            </p:extLst>
          </p:nvPr>
        </p:nvGraphicFramePr>
        <p:xfrm>
          <a:off x="4083082" y="3562087"/>
          <a:ext cx="1981200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825480" imgH="279360" progId="Equation.DSMT4">
                  <p:embed/>
                </p:oleObj>
              </mc:Choice>
              <mc:Fallback>
                <p:oleObj name="Equation" r:id="rId36" imgW="8254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3082" y="3562087"/>
                        <a:ext cx="1981200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689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5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5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5"/>
                                        <p:tgtEl>
                                          <p:spTgt spid="5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2" grpId="0" animBg="1"/>
      <p:bldP spid="5155" grpId="0" autoUpdateAnimBg="0"/>
      <p:bldP spid="5158" grpId="0" autoUpdateAnimBg="0"/>
      <p:bldP spid="5159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2286000" y="312420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求和</a:t>
            </a:r>
          </a:p>
        </p:txBody>
      </p:sp>
      <p:graphicFrame>
        <p:nvGraphicFramePr>
          <p:cNvPr id="6147" name="Object 2"/>
          <p:cNvGraphicFramePr>
            <a:graphicFrameLocks noChangeAspect="1"/>
          </p:cNvGraphicFramePr>
          <p:nvPr/>
        </p:nvGraphicFramePr>
        <p:xfrm>
          <a:off x="3813176" y="3889375"/>
          <a:ext cx="5008563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524200" imgH="888840" progId="Equation.3">
                  <p:embed/>
                </p:oleObj>
              </mc:Choice>
              <mc:Fallback>
                <p:oleObj name="公式" r:id="rId2" imgW="552420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3176" y="3889375"/>
                        <a:ext cx="5008563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2286000" y="4856163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取极限</a:t>
            </a:r>
          </a:p>
        </p:txBody>
      </p:sp>
      <p:graphicFrame>
        <p:nvGraphicFramePr>
          <p:cNvPr id="6149" name="Object 3"/>
          <p:cNvGraphicFramePr>
            <a:graphicFrameLocks noChangeAspect="1"/>
          </p:cNvGraphicFramePr>
          <p:nvPr/>
        </p:nvGraphicFramePr>
        <p:xfrm>
          <a:off x="3678238" y="4727576"/>
          <a:ext cx="6227762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565680" imgH="888840" progId="Equation.3">
                  <p:embed/>
                </p:oleObj>
              </mc:Choice>
              <mc:Fallback>
                <p:oleObj name="公式" r:id="rId4" imgW="656568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8238" y="4727576"/>
                        <a:ext cx="6227762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0" name="AutoShape 6"/>
          <p:cNvSpPr>
            <a:spLocks noChangeArrowheads="1"/>
          </p:cNvSpPr>
          <p:nvPr/>
        </p:nvSpPr>
        <p:spPr bwMode="auto">
          <a:xfrm>
            <a:off x="8001000" y="3352800"/>
            <a:ext cx="1600200" cy="381000"/>
          </a:xfrm>
          <a:prstGeom prst="wedgeRoundRectCallout">
            <a:avLst>
              <a:gd name="adj1" fmla="val -72917"/>
              <a:gd name="adj2" fmla="val 120000"/>
              <a:gd name="adj3" fmla="val 16667"/>
            </a:avLst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algn="ctr" eaLnBrk="1" hangingPunct="1"/>
            <a:r>
              <a:rPr kumimoji="0" lang="zh-CN" altLang="en-US" sz="2400" b="1">
                <a:solidFill>
                  <a:prstClr val="black"/>
                </a:solidFill>
                <a:latin typeface="Calibri" panose="020F0502020204030204"/>
              </a:rPr>
              <a:t>近似值</a:t>
            </a:r>
            <a:endParaRPr kumimoji="0" lang="zh-CN" alt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51" name="AutoShape 7"/>
          <p:cNvSpPr>
            <a:spLocks noChangeArrowheads="1"/>
          </p:cNvSpPr>
          <p:nvPr/>
        </p:nvSpPr>
        <p:spPr bwMode="auto">
          <a:xfrm>
            <a:off x="7772400" y="5715000"/>
            <a:ext cx="1600200" cy="381000"/>
          </a:xfrm>
          <a:prstGeom prst="wedgeRoundRectCallout">
            <a:avLst>
              <a:gd name="adj1" fmla="val -82440"/>
              <a:gd name="adj2" fmla="val -110000"/>
              <a:gd name="adj3" fmla="val 16667"/>
            </a:avLst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algn="ctr" eaLnBrk="1" hangingPunct="1"/>
            <a:r>
              <a:rPr kumimoji="0" lang="zh-CN" altLang="en-US" sz="2400" b="1">
                <a:solidFill>
                  <a:srgbClr val="FF0000"/>
                </a:solidFill>
                <a:latin typeface="Calibri" panose="020F0502020204030204"/>
              </a:rPr>
              <a:t>精确值</a:t>
            </a:r>
            <a:endParaRPr kumimoji="0" lang="zh-CN" alt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2052" name="Object 4"/>
          <p:cNvGraphicFramePr>
            <a:graphicFrameLocks noChangeAspect="1"/>
          </p:cNvGraphicFramePr>
          <p:nvPr/>
        </p:nvGraphicFramePr>
        <p:xfrm>
          <a:off x="2246313" y="762000"/>
          <a:ext cx="533876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23800" imgH="253800" progId="Equation.DSMT4">
                  <p:embed/>
                </p:oleObj>
              </mc:Choice>
              <mc:Fallback>
                <p:oleObj name="Equation" r:id="rId6" imgW="23238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6313" y="762000"/>
                        <a:ext cx="5338762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3" name="Object 5"/>
          <p:cNvGraphicFramePr>
            <a:graphicFrameLocks noChangeAspect="1"/>
          </p:cNvGraphicFramePr>
          <p:nvPr/>
        </p:nvGraphicFramePr>
        <p:xfrm>
          <a:off x="2711451" y="1484314"/>
          <a:ext cx="3916363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87240" imgH="253800" progId="Equation.DSMT4">
                  <p:embed/>
                </p:oleObj>
              </mc:Choice>
              <mc:Fallback>
                <p:oleObj name="Equation" r:id="rId8" imgW="15872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1" y="1484314"/>
                        <a:ext cx="3916363" cy="62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4" name="Object 6"/>
          <p:cNvGraphicFramePr>
            <a:graphicFrameLocks noChangeAspect="1"/>
          </p:cNvGraphicFramePr>
          <p:nvPr/>
        </p:nvGraphicFramePr>
        <p:xfrm>
          <a:off x="2438400" y="2362201"/>
          <a:ext cx="52959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295600" imgH="431640" progId="Equation.3">
                  <p:embed/>
                </p:oleObj>
              </mc:Choice>
              <mc:Fallback>
                <p:oleObj name="公式" r:id="rId10" imgW="52956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362201"/>
                        <a:ext cx="52959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5" name="Object 7"/>
          <p:cNvGraphicFramePr>
            <a:graphicFrameLocks noChangeAspect="1"/>
          </p:cNvGraphicFramePr>
          <p:nvPr/>
        </p:nvGraphicFramePr>
        <p:xfrm>
          <a:off x="3352800" y="2933700"/>
          <a:ext cx="18288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828800" imgH="952200" progId="Equation.3">
                  <p:embed/>
                </p:oleObj>
              </mc:Choice>
              <mc:Fallback>
                <p:oleObj name="公式" r:id="rId12" imgW="1828800" imgH="952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933700"/>
                        <a:ext cx="18288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74" name="Group 12"/>
          <p:cNvGrpSpPr>
            <a:grpSpLocks/>
          </p:cNvGrpSpPr>
          <p:nvPr/>
        </p:nvGrpSpPr>
        <p:grpSpPr bwMode="auto">
          <a:xfrm>
            <a:off x="8408126" y="793818"/>
            <a:ext cx="2590800" cy="1798638"/>
            <a:chOff x="3840" y="480"/>
            <a:chExt cx="1632" cy="1133"/>
          </a:xfrm>
        </p:grpSpPr>
        <p:grpSp>
          <p:nvGrpSpPr>
            <p:cNvPr id="2075" name="Group 13"/>
            <p:cNvGrpSpPr>
              <a:grpSpLocks/>
            </p:cNvGrpSpPr>
            <p:nvPr/>
          </p:nvGrpSpPr>
          <p:grpSpPr bwMode="auto">
            <a:xfrm>
              <a:off x="3840" y="480"/>
              <a:ext cx="1632" cy="1133"/>
              <a:chOff x="3264" y="576"/>
              <a:chExt cx="2112" cy="1613"/>
            </a:xfrm>
          </p:grpSpPr>
          <p:sp>
            <p:nvSpPr>
              <p:cNvPr id="2092" name="Line 14"/>
              <p:cNvSpPr>
                <a:spLocks noChangeShapeType="1"/>
              </p:cNvSpPr>
              <p:nvPr/>
            </p:nvSpPr>
            <p:spPr bwMode="auto">
              <a:xfrm>
                <a:off x="3456" y="1990"/>
                <a:ext cx="192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93" name="Line 15"/>
              <p:cNvSpPr>
                <a:spLocks noChangeShapeType="1"/>
              </p:cNvSpPr>
              <p:nvPr/>
            </p:nvSpPr>
            <p:spPr bwMode="auto">
              <a:xfrm flipV="1">
                <a:off x="3456" y="598"/>
                <a:ext cx="0" cy="13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064" name="Object 16"/>
              <p:cNvGraphicFramePr>
                <a:graphicFrameLocks noChangeAspect="1"/>
              </p:cNvGraphicFramePr>
              <p:nvPr/>
            </p:nvGraphicFramePr>
            <p:xfrm>
              <a:off x="3360" y="2038"/>
              <a:ext cx="135" cy="1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4" imgW="215640" imgH="241200" progId="Equation.3">
                      <p:embed/>
                    </p:oleObj>
                  </mc:Choice>
                  <mc:Fallback>
                    <p:oleObj name="公式" r:id="rId14" imgW="215640" imgH="2412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60" y="2038"/>
                            <a:ext cx="135" cy="1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65" name="Object 17"/>
              <p:cNvGraphicFramePr>
                <a:graphicFrameLocks noChangeAspect="1"/>
              </p:cNvGraphicFramePr>
              <p:nvPr/>
            </p:nvGraphicFramePr>
            <p:xfrm>
              <a:off x="5220" y="2038"/>
              <a:ext cx="156" cy="1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6" imgW="253800" imgH="241200" progId="Equation.3">
                      <p:embed/>
                    </p:oleObj>
                  </mc:Choice>
                  <mc:Fallback>
                    <p:oleObj name="公式" r:id="rId16" imgW="253800" imgH="2412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20" y="2038"/>
                            <a:ext cx="156" cy="14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66" name="Object 18"/>
              <p:cNvGraphicFramePr>
                <a:graphicFrameLocks noChangeAspect="1"/>
              </p:cNvGraphicFramePr>
              <p:nvPr/>
            </p:nvGraphicFramePr>
            <p:xfrm>
              <a:off x="3264" y="576"/>
              <a:ext cx="158" cy="1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8" imgW="253800" imgH="317160" progId="Equation.3">
                      <p:embed/>
                    </p:oleObj>
                  </mc:Choice>
                  <mc:Fallback>
                    <p:oleObj name="公式" r:id="rId18" imgW="253800" imgH="3171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64" y="576"/>
                            <a:ext cx="158" cy="19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94" name="Arc 19"/>
              <p:cNvSpPr>
                <a:spLocks/>
              </p:cNvSpPr>
              <p:nvPr/>
            </p:nvSpPr>
            <p:spPr bwMode="auto">
              <a:xfrm flipV="1">
                <a:off x="3741" y="845"/>
                <a:ext cx="1248" cy="1008"/>
              </a:xfrm>
              <a:custGeom>
                <a:avLst/>
                <a:gdLst>
                  <a:gd name="T0" fmla="*/ 4 w 21600"/>
                  <a:gd name="T1" fmla="*/ 2 h 22668"/>
                  <a:gd name="T2" fmla="*/ 0 w 21600"/>
                  <a:gd name="T3" fmla="*/ 0 h 22668"/>
                  <a:gd name="T4" fmla="*/ 4 w 21600"/>
                  <a:gd name="T5" fmla="*/ 0 h 22668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2668"/>
                  <a:gd name="T11" fmla="*/ 21600 w 21600"/>
                  <a:gd name="T12" fmla="*/ 22668 h 2266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2668" fill="none" extrusionOk="0">
                    <a:moveTo>
                      <a:pt x="20122" y="22668"/>
                    </a:moveTo>
                    <a:cubicBezTo>
                      <a:pt x="8793" y="21891"/>
                      <a:pt x="0" y="12475"/>
                      <a:pt x="0" y="1119"/>
                    </a:cubicBezTo>
                    <a:cubicBezTo>
                      <a:pt x="-1" y="745"/>
                      <a:pt x="9" y="372"/>
                      <a:pt x="29" y="0"/>
                    </a:cubicBezTo>
                  </a:path>
                  <a:path w="21600" h="22668" stroke="0" extrusionOk="0">
                    <a:moveTo>
                      <a:pt x="20122" y="22668"/>
                    </a:moveTo>
                    <a:cubicBezTo>
                      <a:pt x="8793" y="21891"/>
                      <a:pt x="0" y="12475"/>
                      <a:pt x="0" y="1119"/>
                    </a:cubicBezTo>
                    <a:cubicBezTo>
                      <a:pt x="-1" y="745"/>
                      <a:pt x="9" y="372"/>
                      <a:pt x="29" y="0"/>
                    </a:cubicBezTo>
                    <a:lnTo>
                      <a:pt x="21600" y="1119"/>
                    </a:lnTo>
                    <a:close/>
                  </a:path>
                </a:pathLst>
              </a:custGeom>
              <a:noFill/>
              <a:ln w="31750">
                <a:solidFill>
                  <a:srgbClr val="C0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067" name="Object 19"/>
              <p:cNvGraphicFramePr>
                <a:graphicFrameLocks noChangeAspect="1"/>
              </p:cNvGraphicFramePr>
              <p:nvPr/>
            </p:nvGraphicFramePr>
            <p:xfrm>
              <a:off x="3504" y="1750"/>
              <a:ext cx="183" cy="1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0" imgW="291960" imgH="304560" progId="Equation.3">
                      <p:embed/>
                    </p:oleObj>
                  </mc:Choice>
                  <mc:Fallback>
                    <p:oleObj name="公式" r:id="rId20" imgW="291960" imgH="3045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04" y="1750"/>
                            <a:ext cx="183" cy="1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68" name="Object 20"/>
              <p:cNvGraphicFramePr>
                <a:graphicFrameLocks noChangeAspect="1"/>
              </p:cNvGraphicFramePr>
              <p:nvPr/>
            </p:nvGraphicFramePr>
            <p:xfrm>
              <a:off x="4800" y="646"/>
              <a:ext cx="183" cy="1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2" imgW="291960" imgH="291960" progId="Equation.3">
                      <p:embed/>
                    </p:oleObj>
                  </mc:Choice>
                  <mc:Fallback>
                    <p:oleObj name="公式" r:id="rId22" imgW="291960" imgH="2919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00" y="646"/>
                            <a:ext cx="183" cy="18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69" name="Object 2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40269568"/>
                  </p:ext>
                </p:extLst>
              </p:nvPr>
            </p:nvGraphicFramePr>
            <p:xfrm>
              <a:off x="3525" y="1286"/>
              <a:ext cx="238" cy="2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4" imgW="152280" imgH="164880" progId="Equation.DSMT4">
                      <p:embed/>
                    </p:oleObj>
                  </mc:Choice>
                  <mc:Fallback>
                    <p:oleObj name="Equation" r:id="rId24" imgW="1522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25" y="1286"/>
                            <a:ext cx="238" cy="25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076" name="Line 23"/>
            <p:cNvSpPr>
              <a:spLocks noChangeShapeType="1"/>
            </p:cNvSpPr>
            <p:nvPr/>
          </p:nvSpPr>
          <p:spPr bwMode="auto">
            <a:xfrm flipV="1">
              <a:off x="4350" y="779"/>
              <a:ext cx="297" cy="2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077" name="Group 24"/>
            <p:cNvGrpSpPr>
              <a:grpSpLocks/>
            </p:cNvGrpSpPr>
            <p:nvPr/>
          </p:nvGrpSpPr>
          <p:grpSpPr bwMode="auto">
            <a:xfrm>
              <a:off x="4869" y="681"/>
              <a:ext cx="289" cy="193"/>
              <a:chOff x="4560" y="876"/>
              <a:chExt cx="376" cy="273"/>
            </a:xfrm>
          </p:grpSpPr>
          <p:sp>
            <p:nvSpPr>
              <p:cNvPr id="2091" name="Oval 25"/>
              <p:cNvSpPr>
                <a:spLocks noChangeArrowheads="1"/>
              </p:cNvSpPr>
              <p:nvPr/>
            </p:nvSpPr>
            <p:spPr bwMode="auto">
              <a:xfrm>
                <a:off x="4560" y="876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aphicFrame>
            <p:nvGraphicFramePr>
              <p:cNvPr id="2063" name="Object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07225951"/>
                  </p:ext>
                </p:extLst>
              </p:nvPr>
            </p:nvGraphicFramePr>
            <p:xfrm>
              <a:off x="4589" y="924"/>
              <a:ext cx="347" cy="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6" imgW="355320" imgH="228600" progId="Equation.DSMT4">
                      <p:embed/>
                    </p:oleObj>
                  </mc:Choice>
                  <mc:Fallback>
                    <p:oleObj name="Equation" r:id="rId26" imgW="35532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89" y="924"/>
                            <a:ext cx="347" cy="2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078" name="Group 27"/>
            <p:cNvGrpSpPr>
              <a:grpSpLocks/>
            </p:cNvGrpSpPr>
            <p:nvPr/>
          </p:nvGrpSpPr>
          <p:grpSpPr bwMode="auto">
            <a:xfrm>
              <a:off x="4608" y="697"/>
              <a:ext cx="255" cy="174"/>
              <a:chOff x="4224" y="901"/>
              <a:chExt cx="332" cy="246"/>
            </a:xfrm>
          </p:grpSpPr>
          <p:sp>
            <p:nvSpPr>
              <p:cNvPr id="2090" name="Oval 28"/>
              <p:cNvSpPr>
                <a:spLocks noChangeArrowheads="1"/>
              </p:cNvSpPr>
              <p:nvPr/>
            </p:nvSpPr>
            <p:spPr bwMode="auto">
              <a:xfrm>
                <a:off x="4224" y="100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aphicFrame>
            <p:nvGraphicFramePr>
              <p:cNvPr id="2062" name="Object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99536866"/>
                  </p:ext>
                </p:extLst>
              </p:nvPr>
            </p:nvGraphicFramePr>
            <p:xfrm>
              <a:off x="4308" y="901"/>
              <a:ext cx="248" cy="2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8" imgW="228600" imgH="228600" progId="Equation.DSMT4">
                      <p:embed/>
                    </p:oleObj>
                  </mc:Choice>
                  <mc:Fallback>
                    <p:oleObj name="Equation" r:id="rId28" imgW="22860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08" y="901"/>
                            <a:ext cx="248" cy="24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079" name="Group 30"/>
            <p:cNvGrpSpPr>
              <a:grpSpLocks/>
            </p:cNvGrpSpPr>
            <p:nvPr/>
          </p:nvGrpSpPr>
          <p:grpSpPr bwMode="auto">
            <a:xfrm>
              <a:off x="4280" y="993"/>
              <a:ext cx="227" cy="161"/>
              <a:chOff x="3772" y="1332"/>
              <a:chExt cx="292" cy="231"/>
            </a:xfrm>
          </p:grpSpPr>
          <p:sp>
            <p:nvSpPr>
              <p:cNvPr id="2089" name="Oval 31"/>
              <p:cNvSpPr>
                <a:spLocks noChangeArrowheads="1"/>
              </p:cNvSpPr>
              <p:nvPr/>
            </p:nvSpPr>
            <p:spPr bwMode="auto">
              <a:xfrm>
                <a:off x="3840" y="133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aphicFrame>
            <p:nvGraphicFramePr>
              <p:cNvPr id="2061" name="Object 1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98408619"/>
                  </p:ext>
                </p:extLst>
              </p:nvPr>
            </p:nvGraphicFramePr>
            <p:xfrm>
              <a:off x="3772" y="1360"/>
              <a:ext cx="292" cy="2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0" imgW="330120" imgH="228600" progId="Equation.DSMT4">
                      <p:embed/>
                    </p:oleObj>
                  </mc:Choice>
                  <mc:Fallback>
                    <p:oleObj name="Equation" r:id="rId30" imgW="33012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72" y="1360"/>
                            <a:ext cx="292" cy="20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080" name="Group 33"/>
            <p:cNvGrpSpPr>
              <a:grpSpLocks/>
            </p:cNvGrpSpPr>
            <p:nvPr/>
          </p:nvGrpSpPr>
          <p:grpSpPr bwMode="auto">
            <a:xfrm>
              <a:off x="4225" y="1131"/>
              <a:ext cx="221" cy="136"/>
              <a:chOff x="3722" y="1531"/>
              <a:chExt cx="287" cy="194"/>
            </a:xfrm>
          </p:grpSpPr>
          <p:sp>
            <p:nvSpPr>
              <p:cNvPr id="2088" name="Oval 34"/>
              <p:cNvSpPr>
                <a:spLocks noChangeArrowheads="1"/>
              </p:cNvSpPr>
              <p:nvPr/>
            </p:nvSpPr>
            <p:spPr bwMode="auto">
              <a:xfrm>
                <a:off x="3722" y="154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aphicFrame>
            <p:nvGraphicFramePr>
              <p:cNvPr id="2060" name="Object 1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90529012"/>
                  </p:ext>
                </p:extLst>
              </p:nvPr>
            </p:nvGraphicFramePr>
            <p:xfrm>
              <a:off x="3795" y="1531"/>
              <a:ext cx="214" cy="1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2" imgW="253800" imgH="228600" progId="Equation.DSMT4">
                      <p:embed/>
                    </p:oleObj>
                  </mc:Choice>
                  <mc:Fallback>
                    <p:oleObj name="Equation" r:id="rId32" imgW="25380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95" y="1531"/>
                            <a:ext cx="214" cy="19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081" name="Group 36"/>
            <p:cNvGrpSpPr>
              <a:grpSpLocks/>
            </p:cNvGrpSpPr>
            <p:nvPr/>
          </p:nvGrpSpPr>
          <p:grpSpPr bwMode="auto">
            <a:xfrm>
              <a:off x="4202" y="1254"/>
              <a:ext cx="180" cy="147"/>
              <a:chOff x="3656" y="1684"/>
              <a:chExt cx="231" cy="207"/>
            </a:xfrm>
          </p:grpSpPr>
          <p:sp>
            <p:nvSpPr>
              <p:cNvPr id="2087" name="Oval 37"/>
              <p:cNvSpPr>
                <a:spLocks noChangeArrowheads="1"/>
              </p:cNvSpPr>
              <p:nvPr/>
            </p:nvSpPr>
            <p:spPr bwMode="auto">
              <a:xfrm>
                <a:off x="3656" y="1689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aphicFrame>
            <p:nvGraphicFramePr>
              <p:cNvPr id="2059" name="Object 1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92106701"/>
                  </p:ext>
                </p:extLst>
              </p:nvPr>
            </p:nvGraphicFramePr>
            <p:xfrm>
              <a:off x="3669" y="1684"/>
              <a:ext cx="218" cy="2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4" imgW="241200" imgH="228600" progId="Equation.DSMT4">
                      <p:embed/>
                    </p:oleObj>
                  </mc:Choice>
                  <mc:Fallback>
                    <p:oleObj name="Equation" r:id="rId34" imgW="24120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69" y="1684"/>
                            <a:ext cx="218" cy="20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082" name="Oval 39"/>
            <p:cNvSpPr>
              <a:spLocks noChangeArrowheads="1"/>
            </p:cNvSpPr>
            <p:nvPr/>
          </p:nvSpPr>
          <p:spPr bwMode="auto">
            <a:xfrm>
              <a:off x="4461" y="854"/>
              <a:ext cx="37" cy="3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2083" name="Group 40"/>
            <p:cNvGrpSpPr>
              <a:grpSpLocks/>
            </p:cNvGrpSpPr>
            <p:nvPr/>
          </p:nvGrpSpPr>
          <p:grpSpPr bwMode="auto">
            <a:xfrm>
              <a:off x="4188" y="496"/>
              <a:ext cx="531" cy="402"/>
              <a:chOff x="3644" y="615"/>
              <a:chExt cx="687" cy="572"/>
            </a:xfrm>
          </p:grpSpPr>
          <p:graphicFrame>
            <p:nvGraphicFramePr>
              <p:cNvPr id="2058" name="Object 1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70312885"/>
                  </p:ext>
                </p:extLst>
              </p:nvPr>
            </p:nvGraphicFramePr>
            <p:xfrm>
              <a:off x="3644" y="615"/>
              <a:ext cx="687" cy="2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6" imgW="583920" imgH="228600" progId="Equation.DSMT4">
                      <p:embed/>
                    </p:oleObj>
                  </mc:Choice>
                  <mc:Fallback>
                    <p:oleObj name="Equation" r:id="rId36" imgW="58392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44" y="615"/>
                            <a:ext cx="687" cy="27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86" name="Line 42"/>
              <p:cNvSpPr>
                <a:spLocks noChangeShapeType="1"/>
              </p:cNvSpPr>
              <p:nvPr/>
            </p:nvSpPr>
            <p:spPr bwMode="auto">
              <a:xfrm flipV="1">
                <a:off x="4032" y="960"/>
                <a:ext cx="48" cy="227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84" name="Line 43"/>
            <p:cNvSpPr>
              <a:spLocks noChangeShapeType="1"/>
            </p:cNvSpPr>
            <p:nvPr/>
          </p:nvSpPr>
          <p:spPr bwMode="auto">
            <a:xfrm>
              <a:off x="4637" y="787"/>
              <a:ext cx="0" cy="23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56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13546717"/>
                </p:ext>
              </p:extLst>
            </p:nvPr>
          </p:nvGraphicFramePr>
          <p:xfrm>
            <a:off x="4458" y="915"/>
            <a:ext cx="185" cy="1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8" imgW="520560" imgH="431640" progId="Equation.3">
                    <p:embed/>
                  </p:oleObj>
                </mc:Choice>
                <mc:Fallback>
                  <p:oleObj name="公式" r:id="rId38" imgW="52056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8" y="915"/>
                          <a:ext cx="185" cy="1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85" name="Line 45"/>
            <p:cNvSpPr>
              <a:spLocks noChangeShapeType="1"/>
            </p:cNvSpPr>
            <p:nvPr/>
          </p:nvSpPr>
          <p:spPr bwMode="auto">
            <a:xfrm>
              <a:off x="4359" y="1023"/>
              <a:ext cx="297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57" name="Object 9"/>
            <p:cNvGraphicFramePr>
              <a:graphicFrameLocks noChangeAspect="1"/>
            </p:cNvGraphicFramePr>
            <p:nvPr/>
          </p:nvGraphicFramePr>
          <p:xfrm>
            <a:off x="4656" y="864"/>
            <a:ext cx="185" cy="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0" imgW="495000" imgH="431640" progId="Equation.3">
                    <p:embed/>
                  </p:oleObj>
                </mc:Choice>
                <mc:Fallback>
                  <p:oleObj name="公式" r:id="rId40" imgW="49500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864"/>
                          <a:ext cx="185" cy="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9607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utoUpdateAnimBg="0"/>
      <p:bldP spid="6148" grpId="0" autoUpdateAnimBg="0"/>
      <p:bldP spid="6150" grpId="0" animBg="1" autoUpdateAnimBg="0"/>
      <p:bldP spid="6151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1383075" y="651164"/>
            <a:ext cx="5738668" cy="641927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二、第二型曲线积分的概念</a:t>
            </a:r>
          </a:p>
        </p:txBody>
      </p:sp>
      <p:graphicFrame>
        <p:nvGraphicFramePr>
          <p:cNvPr id="717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8660370"/>
              </p:ext>
            </p:extLst>
          </p:nvPr>
        </p:nvGraphicFramePr>
        <p:xfrm>
          <a:off x="1383075" y="1600200"/>
          <a:ext cx="9553575" cy="3732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771720" imgH="1473120" progId="Equation.DSMT4">
                  <p:embed/>
                </p:oleObj>
              </mc:Choice>
              <mc:Fallback>
                <p:oleObj name="Equation" r:id="rId3" imgW="3771720" imgH="1473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3075" y="1600200"/>
                        <a:ext cx="9553575" cy="3732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1383075" y="1600200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定义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664337" y="6858000"/>
            <a:ext cx="2743200" cy="365125"/>
          </a:xfrm>
        </p:spPr>
        <p:txBody>
          <a:bodyPr/>
          <a:lstStyle/>
          <a:p>
            <a:fld id="{CB8CB3BA-80F8-43EA-84C4-536E7C02D34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45735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2023205"/>
              </p:ext>
            </p:extLst>
          </p:nvPr>
        </p:nvGraphicFramePr>
        <p:xfrm>
          <a:off x="2438400" y="864805"/>
          <a:ext cx="7070407" cy="3150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47760" imgH="1358640" progId="Equation.DSMT4">
                  <p:embed/>
                </p:oleObj>
              </mc:Choice>
              <mc:Fallback>
                <p:oleObj name="Equation" r:id="rId2" imgW="3047760" imgH="1358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864805"/>
                        <a:ext cx="7070407" cy="3150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2400300" y="4103688"/>
            <a:ext cx="3733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类似地定义</a:t>
            </a:r>
          </a:p>
        </p:txBody>
      </p:sp>
      <p:graphicFrame>
        <p:nvGraphicFramePr>
          <p:cNvPr id="819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3155817"/>
              </p:ext>
            </p:extLst>
          </p:nvPr>
        </p:nvGraphicFramePr>
        <p:xfrm>
          <a:off x="4451927" y="3855950"/>
          <a:ext cx="4919522" cy="983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8920" imgH="431640" progId="Equation.DSMT4">
                  <p:embed/>
                </p:oleObj>
              </mc:Choice>
              <mc:Fallback>
                <p:oleObj name="Equation" r:id="rId4" imgW="21589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1927" y="3855950"/>
                        <a:ext cx="4919522" cy="9839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4"/>
          <p:cNvGraphicFramePr>
            <a:graphicFrameLocks noChangeAspect="1"/>
          </p:cNvGraphicFramePr>
          <p:nvPr/>
        </p:nvGraphicFramePr>
        <p:xfrm>
          <a:off x="2438400" y="5016501"/>
          <a:ext cx="55626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562360" imgH="431640" progId="Equation.3">
                  <p:embed/>
                </p:oleObj>
              </mc:Choice>
              <mc:Fallback>
                <p:oleObj name="公式" r:id="rId6" imgW="55623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016501"/>
                        <a:ext cx="55626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Line 6"/>
          <p:cNvSpPr>
            <a:spLocks noChangeShapeType="1"/>
          </p:cNvSpPr>
          <p:nvPr/>
        </p:nvSpPr>
        <p:spPr bwMode="auto">
          <a:xfrm>
            <a:off x="6497638" y="5422900"/>
            <a:ext cx="1420812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9" name="Line 7"/>
          <p:cNvSpPr>
            <a:spLocks noChangeShapeType="1"/>
          </p:cNvSpPr>
          <p:nvPr/>
        </p:nvSpPr>
        <p:spPr bwMode="auto">
          <a:xfrm>
            <a:off x="8743950" y="5391150"/>
            <a:ext cx="1398588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200" name="Object 5"/>
          <p:cNvGraphicFramePr>
            <a:graphicFrameLocks noChangeAspect="1"/>
          </p:cNvGraphicFramePr>
          <p:nvPr/>
        </p:nvGraphicFramePr>
        <p:xfrm>
          <a:off x="8077200" y="5003801"/>
          <a:ext cx="22606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260440" imgH="431640" progId="Equation.3">
                  <p:embed/>
                </p:oleObj>
              </mc:Choice>
              <mc:Fallback>
                <p:oleObj name="公式" r:id="rId8" imgW="226044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5003801"/>
                        <a:ext cx="22606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6738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autoUpdateAnimBg="0"/>
      <p:bldP spid="8198" grpId="0" animBg="1"/>
      <p:bldP spid="819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Text Box 2"/>
          <p:cNvSpPr txBox="1">
            <a:spLocks noChangeArrowheads="1"/>
          </p:cNvSpPr>
          <p:nvPr/>
        </p:nvSpPr>
        <p:spPr bwMode="auto">
          <a:xfrm>
            <a:off x="2381250" y="1062038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2.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存在条件：</a:t>
            </a:r>
          </a:p>
        </p:txBody>
      </p:sp>
      <p:graphicFrame>
        <p:nvGraphicFramePr>
          <p:cNvPr id="921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2582566"/>
              </p:ext>
            </p:extLst>
          </p:nvPr>
        </p:nvGraphicFramePr>
        <p:xfrm>
          <a:off x="2381250" y="1089819"/>
          <a:ext cx="7443787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41920" imgH="977760" progId="Equation.DSMT4">
                  <p:embed/>
                </p:oleObj>
              </mc:Choice>
              <mc:Fallback>
                <p:oleObj name="Equation" r:id="rId2" imgW="7441920" imgH="977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1089819"/>
                        <a:ext cx="7443787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771775" y="2067719"/>
            <a:ext cx="71437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2362200" y="2414588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3.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组合形式</a:t>
            </a:r>
          </a:p>
        </p:txBody>
      </p:sp>
      <p:graphicFrame>
        <p:nvGraphicFramePr>
          <p:cNvPr id="9222" name="Object 3"/>
          <p:cNvGraphicFramePr>
            <a:graphicFrameLocks noChangeAspect="1"/>
          </p:cNvGraphicFramePr>
          <p:nvPr/>
        </p:nvGraphicFramePr>
        <p:xfrm>
          <a:off x="2813050" y="3024188"/>
          <a:ext cx="386080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860640" imgH="1358640" progId="Equation.3">
                  <p:embed/>
                </p:oleObj>
              </mc:Choice>
              <mc:Fallback>
                <p:oleObj name="公式" r:id="rId4" imgW="3860640" imgH="1358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3050" y="3024188"/>
                        <a:ext cx="3860800" cy="135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9" name="Object 4"/>
          <p:cNvGraphicFramePr>
            <a:graphicFrameLocks noChangeAspect="1"/>
          </p:cNvGraphicFramePr>
          <p:nvPr/>
        </p:nvGraphicFramePr>
        <p:xfrm>
          <a:off x="6673850" y="3717926"/>
          <a:ext cx="173990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98400" imgH="304560" progId="Equation.DSMT4">
                  <p:embed/>
                </p:oleObj>
              </mc:Choice>
              <mc:Fallback>
                <p:oleObj name="Equation" r:id="rId6" imgW="69840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3850" y="3717926"/>
                        <a:ext cx="173990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8233983"/>
              </p:ext>
            </p:extLst>
          </p:nvPr>
        </p:nvGraphicFramePr>
        <p:xfrm>
          <a:off x="2606387" y="4745832"/>
          <a:ext cx="6235700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73040" imgH="241200" progId="Equation.DSMT4">
                  <p:embed/>
                </p:oleObj>
              </mc:Choice>
              <mc:Fallback>
                <p:oleObj name="Equation" r:id="rId8" imgW="22730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6387" y="4745832"/>
                        <a:ext cx="6235700" cy="661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2242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animBg="1"/>
      <p:bldP spid="9221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Text Box 2"/>
          <p:cNvSpPr txBox="1">
            <a:spLocks noChangeArrowheads="1"/>
          </p:cNvSpPr>
          <p:nvPr/>
        </p:nvSpPr>
        <p:spPr bwMode="auto">
          <a:xfrm>
            <a:off x="1968137" y="512676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4.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推广</a:t>
            </a:r>
          </a:p>
        </p:txBody>
      </p:sp>
      <p:graphicFrame>
        <p:nvGraphicFramePr>
          <p:cNvPr id="1024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2585711"/>
              </p:ext>
            </p:extLst>
          </p:nvPr>
        </p:nvGraphicFramePr>
        <p:xfrm>
          <a:off x="1968137" y="1290872"/>
          <a:ext cx="3552553" cy="520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73120" imgH="215640" progId="Equation.DSMT4">
                  <p:embed/>
                </p:oleObj>
              </mc:Choice>
              <mc:Fallback>
                <p:oleObj name="Equation" r:id="rId2" imgW="14731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137" y="1290872"/>
                        <a:ext cx="3552553" cy="5206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229"/>
              </p:ext>
            </p:extLst>
          </p:nvPr>
        </p:nvGraphicFramePr>
        <p:xfrm>
          <a:off x="2316146" y="1758843"/>
          <a:ext cx="5740547" cy="990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01640" imgH="431640" progId="Equation.DSMT4">
                  <p:embed/>
                </p:oleObj>
              </mc:Choice>
              <mc:Fallback>
                <p:oleObj name="Equation" r:id="rId4" imgW="25016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6146" y="1758843"/>
                        <a:ext cx="5740547" cy="9907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8556569"/>
              </p:ext>
            </p:extLst>
          </p:nvPr>
        </p:nvGraphicFramePr>
        <p:xfrm>
          <a:off x="5324574" y="1167777"/>
          <a:ext cx="2243092" cy="591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241200" progId="Equation.DSMT4">
                  <p:embed/>
                </p:oleObj>
              </mc:Choice>
              <mc:Fallback>
                <p:oleObj name="Equation" r:id="rId6" imgW="9144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4574" y="1167777"/>
                        <a:ext cx="2243092" cy="5919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5842883"/>
              </p:ext>
            </p:extLst>
          </p:nvPr>
        </p:nvGraphicFramePr>
        <p:xfrm>
          <a:off x="2291473" y="2611588"/>
          <a:ext cx="5735205" cy="999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76440" imgH="431640" progId="Equation.DSMT4">
                  <p:embed/>
                </p:oleObj>
              </mc:Choice>
              <mc:Fallback>
                <p:oleObj name="Equation" r:id="rId8" imgW="24764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1473" y="2611588"/>
                        <a:ext cx="5735205" cy="9999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9383688"/>
              </p:ext>
            </p:extLst>
          </p:nvPr>
        </p:nvGraphicFramePr>
        <p:xfrm>
          <a:off x="2261458" y="3514034"/>
          <a:ext cx="5666795" cy="99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63480" imgH="431640" progId="Equation.DSMT4">
                  <p:embed/>
                </p:oleObj>
              </mc:Choice>
              <mc:Fallback>
                <p:oleObj name="Equation" r:id="rId10" imgW="2463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1458" y="3514034"/>
                        <a:ext cx="5666795" cy="99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6059311"/>
              </p:ext>
            </p:extLst>
          </p:nvPr>
        </p:nvGraphicFramePr>
        <p:xfrm>
          <a:off x="2247451" y="4514019"/>
          <a:ext cx="7861446" cy="717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340080" imgH="304560" progId="Equation.DSMT4">
                  <p:embed/>
                </p:oleObj>
              </mc:Choice>
              <mc:Fallback>
                <p:oleObj name="Equation" r:id="rId12" imgW="33400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451" y="4514019"/>
                        <a:ext cx="7861446" cy="7179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9726755"/>
              </p:ext>
            </p:extLst>
          </p:nvPr>
        </p:nvGraphicFramePr>
        <p:xfrm>
          <a:off x="2600143" y="5375995"/>
          <a:ext cx="7156062" cy="693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149280" imgH="304560" progId="Equation.DSMT4">
                  <p:embed/>
                </p:oleObj>
              </mc:Choice>
              <mc:Fallback>
                <p:oleObj name="Equation" r:id="rId14" imgW="31492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0143" y="5375995"/>
                        <a:ext cx="7156062" cy="6930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9730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Text Box 2"/>
          <p:cNvSpPr txBox="1">
            <a:spLocks noChangeArrowheads="1"/>
          </p:cNvSpPr>
          <p:nvPr/>
        </p:nvSpPr>
        <p:spPr bwMode="auto">
          <a:xfrm>
            <a:off x="2042825" y="277813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5.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性质</a:t>
            </a:r>
          </a:p>
        </p:txBody>
      </p:sp>
      <p:graphicFrame>
        <p:nvGraphicFramePr>
          <p:cNvPr id="1126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3520862"/>
              </p:ext>
            </p:extLst>
          </p:nvPr>
        </p:nvGraphicFramePr>
        <p:xfrm>
          <a:off x="2190750" y="1498600"/>
          <a:ext cx="4762500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42920" imgH="558720" progId="Equation.DSMT4">
                  <p:embed/>
                </p:oleObj>
              </mc:Choice>
              <mc:Fallback>
                <p:oleObj name="Equation" r:id="rId2" imgW="194292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0" y="1498600"/>
                        <a:ext cx="4762500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0177787"/>
              </p:ext>
            </p:extLst>
          </p:nvPr>
        </p:nvGraphicFramePr>
        <p:xfrm>
          <a:off x="1719551" y="2718593"/>
          <a:ext cx="7248957" cy="1107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73320" imgH="469800" progId="Equation.DSMT4">
                  <p:embed/>
                </p:oleObj>
              </mc:Choice>
              <mc:Fallback>
                <p:oleObj name="Equation" r:id="rId4" imgW="307332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9551" y="2718593"/>
                        <a:ext cx="7248957" cy="11071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2236789" y="4660106"/>
            <a:ext cx="716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即对坐标的曲线积分与曲线的方向有关</a:t>
            </a:r>
            <a:r>
              <a:rPr lang="en-US" altLang="zh-CN" sz="2800" b="1" dirty="0">
                <a:solidFill>
                  <a:srgbClr val="FF0000"/>
                </a:solidFill>
              </a:rPr>
              <a:t>.</a:t>
            </a:r>
          </a:p>
        </p:txBody>
      </p:sp>
      <p:graphicFrame>
        <p:nvGraphicFramePr>
          <p:cNvPr id="1127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9522460"/>
              </p:ext>
            </p:extLst>
          </p:nvPr>
        </p:nvGraphicFramePr>
        <p:xfrm>
          <a:off x="2447925" y="3825875"/>
          <a:ext cx="325755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33440" imgH="304560" progId="Equation.DSMT4">
                  <p:embed/>
                </p:oleObj>
              </mc:Choice>
              <mc:Fallback>
                <p:oleObj name="Equation" r:id="rId6" imgW="13334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925" y="3825875"/>
                        <a:ext cx="325755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2209800" y="5242719"/>
            <a:ext cx="754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对坐标的曲线积分必须注意积分弧段的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方向</a:t>
            </a:r>
            <a:r>
              <a:rPr lang="zh-CN" altLang="en-US" sz="2800" b="1" dirty="0">
                <a:ea typeface="楷体_GB2312" pitchFamily="49" charset="-122"/>
              </a:rPr>
              <a:t> </a:t>
            </a:r>
            <a:r>
              <a:rPr lang="en-US" altLang="zh-CN" sz="2800" b="1" dirty="0">
                <a:ea typeface="楷体_GB2312" pitchFamily="49" charset="-122"/>
              </a:rPr>
              <a:t>!</a:t>
            </a:r>
          </a:p>
        </p:txBody>
      </p:sp>
      <p:sp>
        <p:nvSpPr>
          <p:cNvPr id="11272" name="Text Box 8"/>
          <p:cNvSpPr txBox="1">
            <a:spLocks noChangeArrowheads="1"/>
          </p:cNvSpPr>
          <p:nvPr/>
        </p:nvSpPr>
        <p:spPr bwMode="auto">
          <a:xfrm>
            <a:off x="2209800" y="5793582"/>
            <a:ext cx="57927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定积分是第二型曲线积分的特例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1067740"/>
              </p:ext>
            </p:extLst>
          </p:nvPr>
        </p:nvGraphicFramePr>
        <p:xfrm>
          <a:off x="2236789" y="750888"/>
          <a:ext cx="6042025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25680" imgH="304560" progId="Equation.DSMT4">
                  <p:embed/>
                </p:oleObj>
              </mc:Choice>
              <mc:Fallback>
                <p:oleObj name="Equation" r:id="rId8" imgW="24256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6789" y="750888"/>
                        <a:ext cx="6042025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4452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 autoUpdateAnimBg="0"/>
      <p:bldP spid="11271" grpId="0" autoUpdateAnimBg="0"/>
      <p:bldP spid="11272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1034143" y="325042"/>
            <a:ext cx="5105400" cy="685800"/>
          </a:xfrm>
        </p:spPr>
        <p:txBody>
          <a:bodyPr>
            <a:normAutofit/>
          </a:bodyPr>
          <a:lstStyle/>
          <a:p>
            <a:pPr algn="l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三、第二型曲线积分的计算</a:t>
            </a:r>
          </a:p>
        </p:txBody>
      </p:sp>
      <p:graphicFrame>
        <p:nvGraphicFramePr>
          <p:cNvPr id="8194" name="Object 2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87047452"/>
              </p:ext>
            </p:extLst>
          </p:nvPr>
        </p:nvGraphicFramePr>
        <p:xfrm>
          <a:off x="1608568" y="5025845"/>
          <a:ext cx="7162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08080" imgH="330120" progId="Equation.DSMT4">
                  <p:embed/>
                </p:oleObj>
              </mc:Choice>
              <mc:Fallback>
                <p:oleObj name="Equation" r:id="rId2" imgW="29080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8568" y="5025845"/>
                        <a:ext cx="7162800" cy="812800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3642189"/>
              </p:ext>
            </p:extLst>
          </p:nvPr>
        </p:nvGraphicFramePr>
        <p:xfrm>
          <a:off x="904874" y="1126332"/>
          <a:ext cx="9545411" cy="366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33560" imgH="1498320" progId="Equation.DSMT4">
                  <p:embed/>
                </p:oleObj>
              </mc:Choice>
              <mc:Fallback>
                <p:oleObj name="Equation" r:id="rId4" imgW="3733560" imgH="1498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74" y="1126332"/>
                        <a:ext cx="9545411" cy="366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7891150"/>
              </p:ext>
            </p:extLst>
          </p:nvPr>
        </p:nvGraphicFramePr>
        <p:xfrm>
          <a:off x="6990851" y="4091782"/>
          <a:ext cx="3561034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26920" imgH="304560" progId="Equation.DSMT4">
                  <p:embed/>
                </p:oleObj>
              </mc:Choice>
              <mc:Fallback>
                <p:oleObj name="Equation" r:id="rId6" imgW="172692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0851" y="4091782"/>
                        <a:ext cx="3561034" cy="698500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37526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3254822" y="1547842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对应参数</a:t>
            </a:r>
          </a:p>
        </p:txBody>
      </p:sp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1649495" y="1540123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设分点</a:t>
            </a:r>
          </a:p>
        </p:txBody>
      </p:sp>
      <p:sp>
        <p:nvSpPr>
          <p:cNvPr id="9238" name="Text Box 4"/>
          <p:cNvSpPr txBox="1">
            <a:spLocks noChangeArrowheads="1"/>
          </p:cNvSpPr>
          <p:nvPr/>
        </p:nvSpPr>
        <p:spPr bwMode="auto">
          <a:xfrm>
            <a:off x="1599078" y="782768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证明：</a:t>
            </a:r>
            <a:r>
              <a:rPr lang="zh-CN" altLang="en-US" sz="2800" b="1" dirty="0">
                <a:ea typeface="楷体_GB2312" pitchFamily="49" charset="-122"/>
              </a:rPr>
              <a:t>根据定义</a:t>
            </a:r>
          </a:p>
        </p:txBody>
      </p:sp>
      <p:graphicFrame>
        <p:nvGraphicFramePr>
          <p:cNvPr id="3994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7027961"/>
              </p:ext>
            </p:extLst>
          </p:nvPr>
        </p:nvGraphicFramePr>
        <p:xfrm>
          <a:off x="2884418" y="1532048"/>
          <a:ext cx="412749" cy="571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80" imgH="228600" progId="Equation.DSMT4">
                  <p:embed/>
                </p:oleObj>
              </mc:Choice>
              <mc:Fallback>
                <p:oleObj name="Equation" r:id="rId2" imgW="164880" imgH="22860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4418" y="1532048"/>
                        <a:ext cx="412749" cy="5714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6683342"/>
              </p:ext>
            </p:extLst>
          </p:nvPr>
        </p:nvGraphicFramePr>
        <p:xfrm>
          <a:off x="4856630" y="1540123"/>
          <a:ext cx="507997" cy="571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3040" imgH="228600" progId="Equation.DSMT4">
                  <p:embed/>
                </p:oleObj>
              </mc:Choice>
              <mc:Fallback>
                <p:oleObj name="Equation" r:id="rId4" imgW="203040" imgH="22860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6630" y="1540123"/>
                        <a:ext cx="507997" cy="5714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0435545"/>
              </p:ext>
            </p:extLst>
          </p:nvPr>
        </p:nvGraphicFramePr>
        <p:xfrm>
          <a:off x="5324085" y="1584998"/>
          <a:ext cx="1550985" cy="5474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47640" imgH="228600" progId="Equation.DSMT4">
                  <p:embed/>
                </p:oleObj>
              </mc:Choice>
              <mc:Fallback>
                <p:oleObj name="Equation" r:id="rId6" imgW="647640" imgH="22860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4085" y="1584998"/>
                        <a:ext cx="1550985" cy="5474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7637999"/>
              </p:ext>
            </p:extLst>
          </p:nvPr>
        </p:nvGraphicFramePr>
        <p:xfrm>
          <a:off x="8343899" y="1532048"/>
          <a:ext cx="495301" cy="524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5640" imgH="228600" progId="Equation.DSMT4">
                  <p:embed/>
                </p:oleObj>
              </mc:Choice>
              <mc:Fallback>
                <p:oleObj name="Equation" r:id="rId8" imgW="215640" imgH="22860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43899" y="1532048"/>
                        <a:ext cx="495301" cy="524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5" name="Text Box 9"/>
          <p:cNvSpPr txBox="1">
            <a:spLocks noChangeArrowheads="1"/>
          </p:cNvSpPr>
          <p:nvPr/>
        </p:nvSpPr>
        <p:spPr bwMode="auto">
          <a:xfrm>
            <a:off x="8795257" y="1521578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由于</a:t>
            </a:r>
          </a:p>
        </p:txBody>
      </p:sp>
      <p:graphicFrame>
        <p:nvGraphicFramePr>
          <p:cNvPr id="399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551341"/>
              </p:ext>
            </p:extLst>
          </p:nvPr>
        </p:nvGraphicFramePr>
        <p:xfrm>
          <a:off x="2548566" y="2133031"/>
          <a:ext cx="2327541" cy="573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27000" imgH="228600" progId="Equation.DSMT4">
                  <p:embed/>
                </p:oleObj>
              </mc:Choice>
              <mc:Fallback>
                <p:oleObj name="Equation" r:id="rId10" imgW="927000" imgH="22860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8566" y="2133031"/>
                        <a:ext cx="2327541" cy="5739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142881"/>
              </p:ext>
            </p:extLst>
          </p:nvPr>
        </p:nvGraphicFramePr>
        <p:xfrm>
          <a:off x="4856630" y="2153877"/>
          <a:ext cx="2575775" cy="566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41120" imgH="228600" progId="Equation.DSMT4">
                  <p:embed/>
                </p:oleObj>
              </mc:Choice>
              <mc:Fallback>
                <p:oleObj name="Equation" r:id="rId12" imgW="1041120" imgH="22860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6630" y="2153877"/>
                        <a:ext cx="2575775" cy="5662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9315171"/>
              </p:ext>
            </p:extLst>
          </p:nvPr>
        </p:nvGraphicFramePr>
        <p:xfrm>
          <a:off x="7408228" y="2172801"/>
          <a:ext cx="1790692" cy="5655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23600" imgH="228600" progId="Equation.DSMT4">
                  <p:embed/>
                </p:oleObj>
              </mc:Choice>
              <mc:Fallback>
                <p:oleObj name="Equation" r:id="rId14" imgW="723600" imgH="22860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8228" y="2172801"/>
                        <a:ext cx="1790692" cy="5655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5319435"/>
              </p:ext>
            </p:extLst>
          </p:nvPr>
        </p:nvGraphicFramePr>
        <p:xfrm>
          <a:off x="2091334" y="2816611"/>
          <a:ext cx="2253654" cy="711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65160" imgH="304560" progId="Equation.DSMT4">
                  <p:embed/>
                </p:oleObj>
              </mc:Choice>
              <mc:Fallback>
                <p:oleObj name="Equation" r:id="rId16" imgW="965160" imgH="30456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1334" y="2816611"/>
                        <a:ext cx="2253654" cy="7116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8984475"/>
              </p:ext>
            </p:extLst>
          </p:nvPr>
        </p:nvGraphicFramePr>
        <p:xfrm>
          <a:off x="4373563" y="4447029"/>
          <a:ext cx="3930011" cy="798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88760" imgH="342720" progId="Equation.DSMT4">
                  <p:embed/>
                </p:oleObj>
              </mc:Choice>
              <mc:Fallback>
                <p:oleObj name="Equation" r:id="rId18" imgW="1688760" imgH="34272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3563" y="4447029"/>
                        <a:ext cx="3930011" cy="7988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5226225"/>
              </p:ext>
            </p:extLst>
          </p:nvPr>
        </p:nvGraphicFramePr>
        <p:xfrm>
          <a:off x="4328721" y="2674561"/>
          <a:ext cx="3680322" cy="9947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600200" imgH="431640" progId="Equation.DSMT4">
                  <p:embed/>
                </p:oleObj>
              </mc:Choice>
              <mc:Fallback>
                <p:oleObj name="Equation" r:id="rId20" imgW="1600200" imgH="43164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8721" y="2674561"/>
                        <a:ext cx="3680322" cy="9947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3932369"/>
              </p:ext>
            </p:extLst>
          </p:nvPr>
        </p:nvGraphicFramePr>
        <p:xfrm>
          <a:off x="7981343" y="2867242"/>
          <a:ext cx="1481074" cy="566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596880" imgH="228600" progId="Equation.DSMT4">
                  <p:embed/>
                </p:oleObj>
              </mc:Choice>
              <mc:Fallback>
                <p:oleObj name="Equation" r:id="rId22" imgW="596880" imgH="22860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1343" y="2867242"/>
                        <a:ext cx="1481074" cy="5666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2856371"/>
              </p:ext>
            </p:extLst>
          </p:nvPr>
        </p:nvGraphicFramePr>
        <p:xfrm>
          <a:off x="7062250" y="4590723"/>
          <a:ext cx="810699" cy="4804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42720" imgH="203040" progId="Equation.DSMT4">
                  <p:embed/>
                </p:oleObj>
              </mc:Choice>
              <mc:Fallback>
                <p:oleObj name="Equation" r:id="rId24" imgW="342720" imgH="20304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2250" y="4590723"/>
                        <a:ext cx="810699" cy="4804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6303651"/>
              </p:ext>
            </p:extLst>
          </p:nvPr>
        </p:nvGraphicFramePr>
        <p:xfrm>
          <a:off x="4658623" y="662993"/>
          <a:ext cx="1916514" cy="696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838080" imgH="304560" progId="Equation.DSMT4">
                  <p:embed/>
                </p:oleObj>
              </mc:Choice>
              <mc:Fallback>
                <p:oleObj name="Equation" r:id="rId26" imgW="838080" imgH="30456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8623" y="662993"/>
                        <a:ext cx="1916514" cy="6969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1203006"/>
              </p:ext>
            </p:extLst>
          </p:nvPr>
        </p:nvGraphicFramePr>
        <p:xfrm>
          <a:off x="6557962" y="534539"/>
          <a:ext cx="3111500" cy="961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396800" imgH="431640" progId="Equation.DSMT4">
                  <p:embed/>
                </p:oleObj>
              </mc:Choice>
              <mc:Fallback>
                <p:oleObj name="Equation" r:id="rId28" imgW="1396800" imgH="43164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7962" y="534539"/>
                        <a:ext cx="3111500" cy="9617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8" name="Text Box 22"/>
          <p:cNvSpPr txBox="1">
            <a:spLocks noChangeArrowheads="1"/>
          </p:cNvSpPr>
          <p:nvPr/>
        </p:nvSpPr>
        <p:spPr bwMode="auto">
          <a:xfrm>
            <a:off x="6758133" y="1547842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对应参数</a:t>
            </a:r>
          </a:p>
        </p:txBody>
      </p:sp>
      <p:graphicFrame>
        <p:nvGraphicFramePr>
          <p:cNvPr id="39959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0753975"/>
              </p:ext>
            </p:extLst>
          </p:nvPr>
        </p:nvGraphicFramePr>
        <p:xfrm>
          <a:off x="7625738" y="3737933"/>
          <a:ext cx="2363651" cy="5086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002960" imgH="215640" progId="Equation.DSMT4">
                  <p:embed/>
                </p:oleObj>
              </mc:Choice>
              <mc:Fallback>
                <p:oleObj name="Equation" r:id="rId30" imgW="1002960" imgH="21564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5738" y="3737933"/>
                        <a:ext cx="2363651" cy="5086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0" name="Text Box 24"/>
          <p:cNvSpPr txBox="1">
            <a:spLocks noChangeArrowheads="1"/>
          </p:cNvSpPr>
          <p:nvPr/>
        </p:nvSpPr>
        <p:spPr bwMode="auto">
          <a:xfrm>
            <a:off x="4766522" y="3727454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因为</a:t>
            </a:r>
            <a:r>
              <a:rPr lang="en-US" altLang="zh-CN" sz="2800" b="1" i="1" dirty="0">
                <a:ea typeface="仿宋_GB2312" pitchFamily="49" charset="-122"/>
              </a:rPr>
              <a:t>L </a:t>
            </a:r>
            <a:r>
              <a:rPr lang="zh-CN" altLang="en-US" sz="2800" b="1" dirty="0">
                <a:ea typeface="楷体_GB2312" pitchFamily="49" charset="-122"/>
              </a:rPr>
              <a:t>为光滑弧 </a:t>
            </a:r>
            <a:r>
              <a:rPr lang="en-US" altLang="zh-CN" sz="2800" dirty="0">
                <a:ea typeface="楷体_GB2312" pitchFamily="49" charset="-122"/>
              </a:rPr>
              <a:t>,</a:t>
            </a:r>
            <a:endParaRPr lang="en-US" altLang="zh-CN" sz="2800" dirty="0">
              <a:ea typeface="仿宋_GB2312" pitchFamily="49" charset="-122"/>
            </a:endParaRPr>
          </a:p>
        </p:txBody>
      </p:sp>
      <p:sp>
        <p:nvSpPr>
          <p:cNvPr id="39961" name="Rectangle 25"/>
          <p:cNvSpPr>
            <a:spLocks noChangeArrowheads="1"/>
          </p:cNvSpPr>
          <p:nvPr/>
        </p:nvSpPr>
        <p:spPr bwMode="auto">
          <a:xfrm>
            <a:off x="1611016" y="5262134"/>
            <a:ext cx="211296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ea typeface="楷体_GB2312" pitchFamily="49" charset="-122"/>
              </a:rPr>
              <a:t>同理可证</a:t>
            </a:r>
          </a:p>
        </p:txBody>
      </p:sp>
      <p:graphicFrame>
        <p:nvGraphicFramePr>
          <p:cNvPr id="39962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5737079"/>
              </p:ext>
            </p:extLst>
          </p:nvPr>
        </p:nvGraphicFramePr>
        <p:xfrm>
          <a:off x="3173879" y="5245643"/>
          <a:ext cx="1936749" cy="704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838080" imgH="304560" progId="Equation.DSMT4">
                  <p:embed/>
                </p:oleObj>
              </mc:Choice>
              <mc:Fallback>
                <p:oleObj name="Equation" r:id="rId32" imgW="838080" imgH="30456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3879" y="5245643"/>
                        <a:ext cx="1936749" cy="7042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3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820724"/>
              </p:ext>
            </p:extLst>
          </p:nvPr>
        </p:nvGraphicFramePr>
        <p:xfrm>
          <a:off x="5143500" y="5163852"/>
          <a:ext cx="4159250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752480" imgH="330120" progId="Equation.DSMT4">
                  <p:embed/>
                </p:oleObj>
              </mc:Choice>
              <mc:Fallback>
                <p:oleObj name="Equation" r:id="rId34" imgW="1752480" imgH="33012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0" y="5163852"/>
                        <a:ext cx="4159250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4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4529046"/>
              </p:ext>
            </p:extLst>
          </p:nvPr>
        </p:nvGraphicFramePr>
        <p:xfrm>
          <a:off x="8038739" y="5376794"/>
          <a:ext cx="818284" cy="467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355320" imgH="203040" progId="Equation.DSMT4">
                  <p:embed/>
                </p:oleObj>
              </mc:Choice>
              <mc:Fallback>
                <p:oleObj name="Equation" r:id="rId36" imgW="355320" imgH="20304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8739" y="5376794"/>
                        <a:ext cx="818284" cy="4675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5" name="Line 29"/>
          <p:cNvSpPr>
            <a:spLocks noChangeShapeType="1"/>
          </p:cNvSpPr>
          <p:nvPr/>
        </p:nvSpPr>
        <p:spPr bwMode="auto">
          <a:xfrm flipH="1">
            <a:off x="4554747" y="3528291"/>
            <a:ext cx="1438" cy="106243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15439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9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9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9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9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9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9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39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9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99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9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9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9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autoUpdateAnimBg="0"/>
      <p:bldP spid="39939" grpId="0" autoUpdateAnimBg="0"/>
      <p:bldP spid="39945" grpId="0" autoUpdateAnimBg="0"/>
      <p:bldP spid="39958" grpId="0" autoUpdateAnimBg="0"/>
      <p:bldP spid="39960" grpId="0" autoUpdateAnimBg="0"/>
      <p:bldP spid="39961" grpId="0" build="p" autoUpdateAnimBg="0"/>
      <p:bldP spid="3996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1981200" y="533401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</a:rPr>
              <a:t>特殊情形</a:t>
            </a:r>
          </a:p>
        </p:txBody>
      </p:sp>
      <p:graphicFrame>
        <p:nvGraphicFramePr>
          <p:cNvPr id="1331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8903425"/>
              </p:ext>
            </p:extLst>
          </p:nvPr>
        </p:nvGraphicFramePr>
        <p:xfrm>
          <a:off x="2362200" y="1435534"/>
          <a:ext cx="6412459" cy="519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66880" imgH="215640" progId="Equation.DSMT4">
                  <p:embed/>
                </p:oleObj>
              </mc:Choice>
              <mc:Fallback>
                <p:oleObj name="Equation" r:id="rId3" imgW="26668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435534"/>
                        <a:ext cx="6412459" cy="5191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1554707"/>
              </p:ext>
            </p:extLst>
          </p:nvPr>
        </p:nvGraphicFramePr>
        <p:xfrm>
          <a:off x="2135189" y="2276475"/>
          <a:ext cx="7773987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772400" imgH="698400" progId="Equation.DSMT4">
                  <p:embed/>
                </p:oleObj>
              </mc:Choice>
              <mc:Fallback>
                <p:oleObj name="Equation" r:id="rId5" imgW="777240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2276475"/>
                        <a:ext cx="7773987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9228519"/>
              </p:ext>
            </p:extLst>
          </p:nvPr>
        </p:nvGraphicFramePr>
        <p:xfrm>
          <a:off x="2292927" y="3398983"/>
          <a:ext cx="6398491" cy="510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05040" imgH="215640" progId="Equation.DSMT4">
                  <p:embed/>
                </p:oleObj>
              </mc:Choice>
              <mc:Fallback>
                <p:oleObj name="Equation" r:id="rId7" imgW="27050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2927" y="3398983"/>
                        <a:ext cx="6398491" cy="5106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4824071"/>
              </p:ext>
            </p:extLst>
          </p:nvPr>
        </p:nvGraphicFramePr>
        <p:xfrm>
          <a:off x="2135189" y="4333669"/>
          <a:ext cx="7786688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7785000" imgH="698400" progId="Equation.3">
                  <p:embed/>
                </p:oleObj>
              </mc:Choice>
              <mc:Fallback>
                <p:oleObj name="公式" r:id="rId9" imgW="778500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4333669"/>
                        <a:ext cx="7786688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94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268056"/>
              </p:ext>
            </p:extLst>
          </p:nvPr>
        </p:nvGraphicFramePr>
        <p:xfrm>
          <a:off x="2032000" y="678096"/>
          <a:ext cx="6566788" cy="1695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05040" imgH="698400" progId="Equation.DSMT4">
                  <p:embed/>
                </p:oleObj>
              </mc:Choice>
              <mc:Fallback>
                <p:oleObj name="Equation" r:id="rId2" imgW="270504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678096"/>
                        <a:ext cx="6566788" cy="16956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1511711"/>
              </p:ext>
            </p:extLst>
          </p:nvPr>
        </p:nvGraphicFramePr>
        <p:xfrm>
          <a:off x="1651001" y="2667000"/>
          <a:ext cx="8621713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27120" imgH="558720" progId="Equation.DSMT4">
                  <p:embed/>
                </p:oleObj>
              </mc:Choice>
              <mc:Fallback>
                <p:oleObj name="Equation" r:id="rId4" imgW="332712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1" y="2667000"/>
                        <a:ext cx="8621713" cy="1447800"/>
                      </a:xfrm>
                      <a:prstGeom prst="rect">
                        <a:avLst/>
                      </a:prstGeom>
                      <a:solidFill>
                        <a:srgbClr val="FFC000">
                          <a:alpha val="36000"/>
                        </a:srgbClr>
                      </a:solidFill>
                      <a:ln w="25400">
                        <a:solidFill>
                          <a:srgbClr val="C0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5714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6" name="Text Box 2"/>
          <p:cNvSpPr txBox="1">
            <a:spLocks noChangeArrowheads="1"/>
          </p:cNvSpPr>
          <p:nvPr/>
        </p:nvSpPr>
        <p:spPr bwMode="auto">
          <a:xfrm>
            <a:off x="2362200" y="914401"/>
            <a:ext cx="7467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(4) </a:t>
            </a:r>
            <a:r>
              <a:rPr lang="zh-CN" altLang="en-US" sz="2800" b="1"/>
              <a:t>两类曲线积分之间的联系：</a:t>
            </a:r>
            <a:endParaRPr lang="zh-CN" altLang="en-US" sz="2400"/>
          </a:p>
        </p:txBody>
      </p:sp>
      <p:graphicFrame>
        <p:nvGraphicFramePr>
          <p:cNvPr id="1536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7687399"/>
              </p:ext>
            </p:extLst>
          </p:nvPr>
        </p:nvGraphicFramePr>
        <p:xfrm>
          <a:off x="2362200" y="1433514"/>
          <a:ext cx="6452466" cy="117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25680" imgH="469800" progId="Equation.DSMT4">
                  <p:embed/>
                </p:oleObj>
              </mc:Choice>
              <mc:Fallback>
                <p:oleObj name="Equation" r:id="rId2" imgW="24256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433514"/>
                        <a:ext cx="6452466" cy="117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1263248"/>
              </p:ext>
            </p:extLst>
          </p:nvPr>
        </p:nvGraphicFramePr>
        <p:xfrm>
          <a:off x="2112963" y="2711450"/>
          <a:ext cx="7432675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20680" imgH="241200" progId="Equation.DSMT4">
                  <p:embed/>
                </p:oleObj>
              </mc:Choice>
              <mc:Fallback>
                <p:oleObj name="Equation" r:id="rId4" imgW="29206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2963" y="2711450"/>
                        <a:ext cx="7432675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9950534"/>
              </p:ext>
            </p:extLst>
          </p:nvPr>
        </p:nvGraphicFramePr>
        <p:xfrm>
          <a:off x="2209800" y="3360740"/>
          <a:ext cx="6394270" cy="733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41320" imgH="304560" progId="Equation.DSMT4">
                  <p:embed/>
                </p:oleObj>
              </mc:Choice>
              <mc:Fallback>
                <p:oleObj name="Equation" r:id="rId6" imgW="264132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360740"/>
                        <a:ext cx="6394270" cy="733956"/>
                      </a:xfrm>
                      <a:prstGeom prst="rect">
                        <a:avLst/>
                      </a:prstGeom>
                      <a:solidFill>
                        <a:schemeClr val="accent4">
                          <a:alpha val="42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1905000" y="4419601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其中</a:t>
            </a:r>
          </a:p>
        </p:txBody>
      </p:sp>
      <p:graphicFrame>
        <p:nvGraphicFramePr>
          <p:cNvPr id="1536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5959135"/>
              </p:ext>
            </p:extLst>
          </p:nvPr>
        </p:nvGraphicFramePr>
        <p:xfrm>
          <a:off x="2695384" y="4169310"/>
          <a:ext cx="4029266" cy="1186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38000" imgH="482400" progId="Equation.DSMT4">
                  <p:embed/>
                </p:oleObj>
              </mc:Choice>
              <mc:Fallback>
                <p:oleObj name="Equation" r:id="rId8" imgW="16380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5384" y="4169310"/>
                        <a:ext cx="4029266" cy="11869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2770851"/>
              </p:ext>
            </p:extLst>
          </p:nvPr>
        </p:nvGraphicFramePr>
        <p:xfrm>
          <a:off x="6941416" y="4265904"/>
          <a:ext cx="387985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38000" imgH="482400" progId="Equation.DSMT4">
                  <p:embed/>
                </p:oleObj>
              </mc:Choice>
              <mc:Fallback>
                <p:oleObj name="Equation" r:id="rId10" imgW="16380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1416" y="4265904"/>
                        <a:ext cx="387985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209800" y="5410201"/>
            <a:ext cx="5181600" cy="519113"/>
            <a:chOff x="432" y="3408"/>
            <a:chExt cx="3264" cy="327"/>
          </a:xfrm>
        </p:grpSpPr>
        <p:sp>
          <p:nvSpPr>
            <p:cNvPr id="12299" name="Text Box 10"/>
            <p:cNvSpPr txBox="1">
              <a:spLocks noChangeArrowheads="1"/>
            </p:cNvSpPr>
            <p:nvPr/>
          </p:nvSpPr>
          <p:spPr bwMode="auto">
            <a:xfrm>
              <a:off x="432" y="3408"/>
              <a:ext cx="32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C00000"/>
                  </a:solidFill>
                </a:rPr>
                <a:t>（可以推广到空间曲线   上   ）</a:t>
              </a:r>
            </a:p>
          </p:txBody>
        </p:sp>
        <p:graphicFrame>
          <p:nvGraphicFramePr>
            <p:cNvPr id="12295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44647199"/>
                </p:ext>
              </p:extLst>
            </p:nvPr>
          </p:nvGraphicFramePr>
          <p:xfrm>
            <a:off x="2723" y="3455"/>
            <a:ext cx="225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39680" imgH="152280" progId="Equation.DSMT4">
                    <p:embed/>
                  </p:oleObj>
                </mc:Choice>
                <mc:Fallback>
                  <p:oleObj name="Equation" r:id="rId12" imgW="139680" imgH="1522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3" y="3455"/>
                          <a:ext cx="225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6031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6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8576798"/>
              </p:ext>
            </p:extLst>
          </p:nvPr>
        </p:nvGraphicFramePr>
        <p:xfrm>
          <a:off x="1666875" y="854075"/>
          <a:ext cx="8879205" cy="6372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52680" imgH="241200" progId="Equation.DSMT4">
                  <p:embed/>
                </p:oleObj>
              </mc:Choice>
              <mc:Fallback>
                <p:oleObj name="Equation" r:id="rId2" imgW="33526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6875" y="854075"/>
                        <a:ext cx="8879205" cy="6372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9824618"/>
              </p:ext>
            </p:extLst>
          </p:nvPr>
        </p:nvGraphicFramePr>
        <p:xfrm>
          <a:off x="2383699" y="1555726"/>
          <a:ext cx="8714531" cy="728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44640" imgH="304560" progId="Equation.DSMT4">
                  <p:embed/>
                </p:oleObj>
              </mc:Choice>
              <mc:Fallback>
                <p:oleObj name="Equation" r:id="rId4" imgW="36446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3699" y="1555726"/>
                        <a:ext cx="8714531" cy="7283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8831137"/>
              </p:ext>
            </p:extLst>
          </p:nvPr>
        </p:nvGraphicFramePr>
        <p:xfrm>
          <a:off x="6373668" y="2563020"/>
          <a:ext cx="1793875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98400" imgH="304560" progId="Equation.DSMT4">
                  <p:embed/>
                </p:oleObj>
              </mc:Choice>
              <mc:Fallback>
                <p:oleObj name="Equation" r:id="rId6" imgW="69840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3668" y="2563020"/>
                        <a:ext cx="1793875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3126272"/>
              </p:ext>
            </p:extLst>
          </p:nvPr>
        </p:nvGraphicFramePr>
        <p:xfrm>
          <a:off x="4663787" y="2500512"/>
          <a:ext cx="1798638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60240" imgH="304560" progId="Equation.DSMT4">
                  <p:embed/>
                </p:oleObj>
              </mc:Choice>
              <mc:Fallback>
                <p:oleObj name="Equation" r:id="rId8" imgW="6602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3787" y="2500512"/>
                        <a:ext cx="1798638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862319"/>
              </p:ext>
            </p:extLst>
          </p:nvPr>
        </p:nvGraphicFramePr>
        <p:xfrm>
          <a:off x="8105198" y="2537656"/>
          <a:ext cx="1652588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22080" imgH="304560" progId="Equation.DSMT4">
                  <p:embed/>
                </p:oleObj>
              </mc:Choice>
              <mc:Fallback>
                <p:oleObj name="Equation" r:id="rId10" imgW="6220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5198" y="2537656"/>
                        <a:ext cx="1652588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1885373" y="2625583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</a:rPr>
              <a:t>可用向量表示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2833688" y="2249130"/>
            <a:ext cx="2743200" cy="533400"/>
            <a:chOff x="768" y="1536"/>
            <a:chExt cx="1728" cy="336"/>
          </a:xfrm>
        </p:grpSpPr>
        <p:sp>
          <p:nvSpPr>
            <p:cNvPr id="13329" name="Line 9"/>
            <p:cNvSpPr>
              <a:spLocks noChangeShapeType="1"/>
            </p:cNvSpPr>
            <p:nvPr/>
          </p:nvSpPr>
          <p:spPr bwMode="auto">
            <a:xfrm>
              <a:off x="768" y="1536"/>
              <a:ext cx="172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0" name="Line 10"/>
            <p:cNvSpPr>
              <a:spLocks noChangeShapeType="1"/>
            </p:cNvSpPr>
            <p:nvPr/>
          </p:nvSpPr>
          <p:spPr bwMode="auto">
            <a:xfrm>
              <a:off x="1968" y="1536"/>
              <a:ext cx="144" cy="336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63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6633284"/>
              </p:ext>
            </p:extLst>
          </p:nvPr>
        </p:nvGraphicFramePr>
        <p:xfrm>
          <a:off x="1837027" y="3310010"/>
          <a:ext cx="3249612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82680" imgH="241200" progId="Equation.DSMT4">
                  <p:embed/>
                </p:oleObj>
              </mc:Choice>
              <mc:Fallback>
                <p:oleObj name="Equation" r:id="rId12" imgW="12826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7027" y="3310010"/>
                        <a:ext cx="3249612" cy="61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8243215"/>
              </p:ext>
            </p:extLst>
          </p:nvPr>
        </p:nvGraphicFramePr>
        <p:xfrm>
          <a:off x="5062754" y="3305120"/>
          <a:ext cx="4565650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63560" imgH="253800" progId="Equation.DSMT4">
                  <p:embed/>
                </p:oleObj>
              </mc:Choice>
              <mc:Fallback>
                <p:oleObj name="Equation" r:id="rId14" imgW="16635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2754" y="3305120"/>
                        <a:ext cx="4565650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4848237"/>
              </p:ext>
            </p:extLst>
          </p:nvPr>
        </p:nvGraphicFramePr>
        <p:xfrm>
          <a:off x="2095933" y="4770257"/>
          <a:ext cx="3724275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96800" imgH="228600" progId="Equation.DSMT4">
                  <p:embed/>
                </p:oleObj>
              </mc:Choice>
              <mc:Fallback>
                <p:oleObj name="Equation" r:id="rId16" imgW="1396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933" y="4770257"/>
                        <a:ext cx="3724275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8" name="Text Box 14"/>
          <p:cNvSpPr txBox="1">
            <a:spLocks noChangeArrowheads="1"/>
          </p:cNvSpPr>
          <p:nvPr/>
        </p:nvSpPr>
        <p:spPr bwMode="auto">
          <a:xfrm>
            <a:off x="5820208" y="4816295"/>
            <a:ext cx="3657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ea typeface="黑体" panose="02010609060101010101" pitchFamily="49" charset="-122"/>
              </a:rPr>
              <a:t>有向曲线元；</a:t>
            </a:r>
          </a:p>
        </p:txBody>
      </p:sp>
      <p:graphicFrame>
        <p:nvGraphicFramePr>
          <p:cNvPr id="16399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2748826"/>
              </p:ext>
            </p:extLst>
          </p:nvPr>
        </p:nvGraphicFramePr>
        <p:xfrm>
          <a:off x="2094707" y="5401253"/>
          <a:ext cx="514985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981080" imgH="253800" progId="Equation.DSMT4">
                  <p:embed/>
                </p:oleObj>
              </mc:Choice>
              <mc:Fallback>
                <p:oleObj name="Equation" r:id="rId18" imgW="19810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4707" y="5401253"/>
                        <a:ext cx="514985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4933373" y="3939779"/>
            <a:ext cx="4824413" cy="720725"/>
            <a:chOff x="2428" y="2483"/>
            <a:chExt cx="2888" cy="428"/>
          </a:xfrm>
        </p:grpSpPr>
        <p:graphicFrame>
          <p:nvGraphicFramePr>
            <p:cNvPr id="13323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7466185"/>
                </p:ext>
              </p:extLst>
            </p:nvPr>
          </p:nvGraphicFramePr>
          <p:xfrm>
            <a:off x="2428" y="2640"/>
            <a:ext cx="2888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4584600" imgH="431640" progId="Equation.3">
                    <p:embed/>
                  </p:oleObj>
                </mc:Choice>
                <mc:Fallback>
                  <p:oleObj name="公式" r:id="rId20" imgW="458460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8" y="2640"/>
                          <a:ext cx="2888" cy="27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0000"/>
                          </a:solidFill>
                          <a:miter lim="800000"/>
                          <a:headEnd/>
                          <a:tailEnd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8" name="Line 18"/>
            <p:cNvSpPr>
              <a:spLocks noChangeShapeType="1"/>
            </p:cNvSpPr>
            <p:nvPr/>
          </p:nvSpPr>
          <p:spPr bwMode="auto">
            <a:xfrm flipV="1">
              <a:off x="3840" y="2483"/>
              <a:ext cx="0" cy="144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0804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1" grpId="0" autoUpdateAnimBg="0"/>
      <p:bldP spid="16398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9" name="Text Box 2"/>
          <p:cNvSpPr txBox="1">
            <a:spLocks noChangeArrowheads="1"/>
          </p:cNvSpPr>
          <p:nvPr/>
        </p:nvSpPr>
        <p:spPr bwMode="auto">
          <a:xfrm>
            <a:off x="2178050" y="899699"/>
            <a:ext cx="792216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1</a:t>
            </a:r>
          </a:p>
        </p:txBody>
      </p:sp>
      <p:graphicFrame>
        <p:nvGraphicFramePr>
          <p:cNvPr id="143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0358878"/>
              </p:ext>
            </p:extLst>
          </p:nvPr>
        </p:nvGraphicFramePr>
        <p:xfrm>
          <a:off x="2971878" y="899699"/>
          <a:ext cx="6488270" cy="1243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032160" imgH="1155600" progId="Equation.3">
                  <p:embed/>
                </p:oleObj>
              </mc:Choice>
              <mc:Fallback>
                <p:oleObj name="公式" r:id="rId2" imgW="6032160" imgH="1155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78" y="899699"/>
                        <a:ext cx="6488270" cy="12430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2178050" y="2393951"/>
            <a:ext cx="625474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1741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5604302"/>
              </p:ext>
            </p:extLst>
          </p:nvPr>
        </p:nvGraphicFramePr>
        <p:xfrm>
          <a:off x="3200399" y="2438401"/>
          <a:ext cx="3622085" cy="468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327120" imgH="431640" progId="Equation.3">
                  <p:embed/>
                </p:oleObj>
              </mc:Choice>
              <mc:Fallback>
                <p:oleObj name="公式" r:id="rId4" imgW="33271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399" y="2438401"/>
                        <a:ext cx="3622085" cy="4683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5942592"/>
              </p:ext>
            </p:extLst>
          </p:nvPr>
        </p:nvGraphicFramePr>
        <p:xfrm>
          <a:off x="6870700" y="2360611"/>
          <a:ext cx="1581022" cy="5127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409400" imgH="457200" progId="Equation.3">
                  <p:embed/>
                </p:oleObj>
              </mc:Choice>
              <mc:Fallback>
                <p:oleObj name="公式" r:id="rId6" imgW="14094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0700" y="2360611"/>
                        <a:ext cx="1581022" cy="5127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8450982"/>
              </p:ext>
            </p:extLst>
          </p:nvPr>
        </p:nvGraphicFramePr>
        <p:xfrm>
          <a:off x="2574158" y="3202401"/>
          <a:ext cx="4491182" cy="66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203360" imgH="622080" progId="Equation.3">
                  <p:embed/>
                </p:oleObj>
              </mc:Choice>
              <mc:Fallback>
                <p:oleObj name="公式" r:id="rId8" imgW="4203360" imgH="622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4158" y="3202401"/>
                        <a:ext cx="4491182" cy="663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2226250"/>
              </p:ext>
            </p:extLst>
          </p:nvPr>
        </p:nvGraphicFramePr>
        <p:xfrm>
          <a:off x="3761574" y="4071237"/>
          <a:ext cx="4475668" cy="80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886200" imgH="698400" progId="Equation.3">
                  <p:embed/>
                </p:oleObj>
              </mc:Choice>
              <mc:Fallback>
                <p:oleObj name="公式" r:id="rId10" imgW="388620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1574" y="4071237"/>
                        <a:ext cx="4475668" cy="804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2270232"/>
              </p:ext>
            </p:extLst>
          </p:nvPr>
        </p:nvGraphicFramePr>
        <p:xfrm>
          <a:off x="3761574" y="4957206"/>
          <a:ext cx="1772600" cy="944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549080" imgH="825480" progId="Equation.3">
                  <p:embed/>
                </p:oleObj>
              </mc:Choice>
              <mc:Fallback>
                <p:oleObj name="公式" r:id="rId12" imgW="154908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1574" y="4957206"/>
                        <a:ext cx="1772600" cy="9444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9093101"/>
              </p:ext>
            </p:extLst>
          </p:nvPr>
        </p:nvGraphicFramePr>
        <p:xfrm>
          <a:off x="5582600" y="5081361"/>
          <a:ext cx="6334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634680" imgH="838080" progId="Equation.3">
                  <p:embed/>
                </p:oleObj>
              </mc:Choice>
              <mc:Fallback>
                <p:oleObj name="公式" r:id="rId14" imgW="6346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2600" y="5081361"/>
                        <a:ext cx="6334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9652000" y="1780902"/>
            <a:ext cx="1743075" cy="2590800"/>
            <a:chOff x="4224" y="1056"/>
            <a:chExt cx="1098" cy="1632"/>
          </a:xfrm>
        </p:grpSpPr>
        <p:graphicFrame>
          <p:nvGraphicFramePr>
            <p:cNvPr id="14345" name="Object 9"/>
            <p:cNvGraphicFramePr>
              <a:graphicFrameLocks noChangeAspect="1"/>
            </p:cNvGraphicFramePr>
            <p:nvPr/>
          </p:nvGraphicFramePr>
          <p:xfrm>
            <a:off x="4224" y="1056"/>
            <a:ext cx="1098" cy="16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16" imgW="2133898" imgH="3172268" progId="Paint.Picture">
                    <p:embed/>
                  </p:oleObj>
                </mc:Choice>
                <mc:Fallback>
                  <p:oleObj name="BMP 图象" r:id="rId16" imgW="2133898" imgH="3172268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1056"/>
                          <a:ext cx="1098" cy="1632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008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6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9860440"/>
                </p:ext>
              </p:extLst>
            </p:nvPr>
          </p:nvGraphicFramePr>
          <p:xfrm>
            <a:off x="4608" y="1560"/>
            <a:ext cx="464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457200" imgH="228600" progId="Equation.DSMT4">
                    <p:embed/>
                  </p:oleObj>
                </mc:Choice>
                <mc:Fallback>
                  <p:oleObj name="Equation" r:id="rId18" imgW="4572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1560"/>
                          <a:ext cx="464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7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32770243"/>
                </p:ext>
              </p:extLst>
            </p:nvPr>
          </p:nvGraphicFramePr>
          <p:xfrm>
            <a:off x="4533" y="2503"/>
            <a:ext cx="479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545760" imgH="203040" progId="Equation.DSMT4">
                    <p:embed/>
                  </p:oleObj>
                </mc:Choice>
                <mc:Fallback>
                  <p:oleObj name="Equation" r:id="rId20" imgW="5457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3" y="2503"/>
                          <a:ext cx="479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8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8312567"/>
                </p:ext>
              </p:extLst>
            </p:nvPr>
          </p:nvGraphicFramePr>
          <p:xfrm>
            <a:off x="4608" y="1150"/>
            <a:ext cx="404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444240" imgH="203040" progId="Equation.DSMT4">
                    <p:embed/>
                  </p:oleObj>
                </mc:Choice>
                <mc:Fallback>
                  <p:oleObj name="Equation" r:id="rId22" imgW="4442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1150"/>
                          <a:ext cx="404" cy="1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4925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75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1389871"/>
              </p:ext>
            </p:extLst>
          </p:nvPr>
        </p:nvGraphicFramePr>
        <p:xfrm>
          <a:off x="2952749" y="1219201"/>
          <a:ext cx="3549615" cy="457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340080" imgH="431640" progId="Equation.3">
                  <p:embed/>
                </p:oleObj>
              </mc:Choice>
              <mc:Fallback>
                <p:oleObj name="公式" r:id="rId2" imgW="33400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49" y="1219201"/>
                        <a:ext cx="3549615" cy="4571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3562350" y="1916113"/>
          <a:ext cx="11493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91880" imgH="469800" progId="Equation.3">
                  <p:embed/>
                </p:oleObj>
              </mc:Choice>
              <mc:Fallback>
                <p:oleObj name="公式" r:id="rId4" imgW="10918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2350" y="1916113"/>
                        <a:ext cx="114935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3866326"/>
              </p:ext>
            </p:extLst>
          </p:nvPr>
        </p:nvGraphicFramePr>
        <p:xfrm>
          <a:off x="3046755" y="2752809"/>
          <a:ext cx="2879485" cy="666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679480" imgH="622080" progId="Equation.3">
                  <p:embed/>
                </p:oleObj>
              </mc:Choice>
              <mc:Fallback>
                <p:oleObj name="公式" r:id="rId6" imgW="2679480" imgH="622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6755" y="2752809"/>
                        <a:ext cx="2879485" cy="6669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3776683"/>
              </p:ext>
            </p:extLst>
          </p:nvPr>
        </p:nvGraphicFramePr>
        <p:xfrm>
          <a:off x="4254500" y="3721100"/>
          <a:ext cx="2462508" cy="740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323800" imgH="698400" progId="Equation.3">
                  <p:embed/>
                </p:oleObj>
              </mc:Choice>
              <mc:Fallback>
                <p:oleObj name="公式" r:id="rId8" imgW="232380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00" y="3721100"/>
                        <a:ext cx="2462508" cy="7400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6"/>
          <p:cNvGraphicFramePr>
            <a:graphicFrameLocks noChangeAspect="1"/>
          </p:cNvGraphicFramePr>
          <p:nvPr/>
        </p:nvGraphicFramePr>
        <p:xfrm>
          <a:off x="5016501" y="1916114"/>
          <a:ext cx="20669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76240" imgH="215640" progId="Equation.DSMT4">
                  <p:embed/>
                </p:oleObj>
              </mc:Choice>
              <mc:Fallback>
                <p:oleObj name="Equation" r:id="rId10" imgW="8762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1" y="1916114"/>
                        <a:ext cx="206692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1366527"/>
              </p:ext>
            </p:extLst>
          </p:nvPr>
        </p:nvGraphicFramePr>
        <p:xfrm>
          <a:off x="4248150" y="4762500"/>
          <a:ext cx="1671638" cy="735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587240" imgH="698400" progId="Equation.3">
                  <p:embed/>
                </p:oleObj>
              </mc:Choice>
              <mc:Fallback>
                <p:oleObj name="公式" r:id="rId12" imgW="158724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8150" y="4762500"/>
                        <a:ext cx="1671638" cy="7355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519022"/>
              </p:ext>
            </p:extLst>
          </p:nvPr>
        </p:nvGraphicFramePr>
        <p:xfrm>
          <a:off x="6049963" y="4711160"/>
          <a:ext cx="6334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634680" imgH="838080" progId="Equation.3">
                  <p:embed/>
                </p:oleObj>
              </mc:Choice>
              <mc:Fallback>
                <p:oleObj name="公式" r:id="rId14" imgW="6346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9963" y="4711160"/>
                        <a:ext cx="633412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73" name="Group 9"/>
          <p:cNvGrpSpPr>
            <a:grpSpLocks/>
          </p:cNvGrpSpPr>
          <p:nvPr/>
        </p:nvGrpSpPr>
        <p:grpSpPr bwMode="auto">
          <a:xfrm>
            <a:off x="8229601" y="1676400"/>
            <a:ext cx="1743075" cy="2590800"/>
            <a:chOff x="4224" y="1056"/>
            <a:chExt cx="1098" cy="1632"/>
          </a:xfrm>
        </p:grpSpPr>
        <p:graphicFrame>
          <p:nvGraphicFramePr>
            <p:cNvPr id="15369" name="Object 9"/>
            <p:cNvGraphicFramePr>
              <a:graphicFrameLocks noChangeAspect="1"/>
            </p:cNvGraphicFramePr>
            <p:nvPr/>
          </p:nvGraphicFramePr>
          <p:xfrm>
            <a:off x="4224" y="1056"/>
            <a:ext cx="1098" cy="16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16" imgW="2133898" imgH="3172268" progId="Paint.Picture">
                    <p:embed/>
                  </p:oleObj>
                </mc:Choice>
                <mc:Fallback>
                  <p:oleObj name="BMP 图象" r:id="rId16" imgW="2133898" imgH="3172268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1056"/>
                          <a:ext cx="1098" cy="1632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008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0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19921196"/>
                </p:ext>
              </p:extLst>
            </p:nvPr>
          </p:nvGraphicFramePr>
          <p:xfrm>
            <a:off x="4712" y="1630"/>
            <a:ext cx="349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457200" imgH="228600" progId="Equation.DSMT4">
                    <p:embed/>
                  </p:oleObj>
                </mc:Choice>
                <mc:Fallback>
                  <p:oleObj name="Equation" r:id="rId18" imgW="4572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2" y="1630"/>
                          <a:ext cx="349" cy="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1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5358918"/>
                </p:ext>
              </p:extLst>
            </p:nvPr>
          </p:nvGraphicFramePr>
          <p:xfrm>
            <a:off x="4584" y="2537"/>
            <a:ext cx="408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545760" imgH="203040" progId="Equation.DSMT4">
                    <p:embed/>
                  </p:oleObj>
                </mc:Choice>
                <mc:Fallback>
                  <p:oleObj name="Equation" r:id="rId20" imgW="5457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4" y="2537"/>
                          <a:ext cx="408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2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737295"/>
                </p:ext>
              </p:extLst>
            </p:nvPr>
          </p:nvGraphicFramePr>
          <p:xfrm>
            <a:off x="4773" y="1158"/>
            <a:ext cx="352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444240" imgH="203040" progId="Equation.DSMT4">
                    <p:embed/>
                  </p:oleObj>
                </mc:Choice>
                <mc:Fallback>
                  <p:oleObj name="Equation" r:id="rId22" imgW="4442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3" y="1158"/>
                          <a:ext cx="352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0247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89355" y="237960"/>
            <a:ext cx="2514600" cy="609600"/>
          </a:xfrm>
        </p:spPr>
        <p:txBody>
          <a:bodyPr/>
          <a:lstStyle/>
          <a:p>
            <a:pPr algn="l"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latin typeface="+mn-ea"/>
                <a:ea typeface="+mn-ea"/>
              </a:rPr>
              <a:t> </a:t>
            </a:r>
            <a:r>
              <a:rPr lang="zh-CN" altLang="en-US" sz="2800" b="1" dirty="0">
                <a:latin typeface="+mn-ea"/>
                <a:ea typeface="+mn-ea"/>
              </a:rPr>
              <a:t>设在力场</a:t>
            </a:r>
          </a:p>
        </p:txBody>
      </p:sp>
      <p:sp>
        <p:nvSpPr>
          <p:cNvPr id="16407" name="Text Box 3"/>
          <p:cNvSpPr txBox="1">
            <a:spLocks noChangeArrowheads="1"/>
          </p:cNvSpPr>
          <p:nvPr/>
        </p:nvSpPr>
        <p:spPr bwMode="auto">
          <a:xfrm>
            <a:off x="6062664" y="307688"/>
            <a:ext cx="2794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+mn-ea"/>
                <a:ea typeface="+mn-ea"/>
              </a:rPr>
              <a:t>作用下</a:t>
            </a:r>
            <a:r>
              <a:rPr lang="en-US" altLang="zh-CN" sz="2800" b="1" dirty="0">
                <a:latin typeface="+mn-ea"/>
                <a:ea typeface="+mn-ea"/>
              </a:rPr>
              <a:t>, </a:t>
            </a:r>
            <a:r>
              <a:rPr lang="zh-CN" altLang="en-US" sz="2800" b="1" dirty="0">
                <a:latin typeface="+mn-ea"/>
                <a:ea typeface="+mn-ea"/>
              </a:rPr>
              <a:t>质点由</a:t>
            </a:r>
          </a:p>
        </p:txBody>
      </p:sp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1248894" y="878486"/>
            <a:ext cx="1866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+mn-ea"/>
                <a:ea typeface="+mn-ea"/>
              </a:rPr>
              <a:t>沿</a:t>
            </a:r>
            <a:r>
              <a:rPr lang="zh-CN" altLang="en-US" sz="2800" b="1" dirty="0">
                <a:latin typeface="+mn-ea"/>
                <a:ea typeface="+mn-ea"/>
                <a:sym typeface="Symbol" panose="05050102010706020507" pitchFamily="18" charset="2"/>
              </a:rPr>
              <a:t></a:t>
            </a:r>
            <a:r>
              <a:rPr lang="zh-CN" altLang="en-US" sz="2800" b="1" dirty="0">
                <a:latin typeface="+mn-ea"/>
                <a:ea typeface="+mn-ea"/>
              </a:rPr>
              <a:t>移动到</a:t>
            </a:r>
          </a:p>
        </p:txBody>
      </p:sp>
      <p:graphicFrame>
        <p:nvGraphicFramePr>
          <p:cNvPr id="4301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5559581"/>
              </p:ext>
            </p:extLst>
          </p:nvPr>
        </p:nvGraphicFramePr>
        <p:xfrm>
          <a:off x="3044863" y="932682"/>
          <a:ext cx="2219712" cy="467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65160" imgH="203040" progId="Equation.DSMT4">
                  <p:embed/>
                </p:oleObj>
              </mc:Choice>
              <mc:Fallback>
                <p:oleObj name="Equation" r:id="rId2" imgW="965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4863" y="932682"/>
                        <a:ext cx="2219712" cy="4673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8907252"/>
              </p:ext>
            </p:extLst>
          </p:nvPr>
        </p:nvGraphicFramePr>
        <p:xfrm>
          <a:off x="8709460" y="425449"/>
          <a:ext cx="1514479" cy="457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72840" imgH="203040" progId="Equation.DSMT4">
                  <p:embed/>
                </p:oleObj>
              </mc:Choice>
              <mc:Fallback>
                <p:oleObj name="Equation" r:id="rId4" imgW="672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9460" y="425449"/>
                        <a:ext cx="1514479" cy="4572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719243"/>
              </p:ext>
            </p:extLst>
          </p:nvPr>
        </p:nvGraphicFramePr>
        <p:xfrm>
          <a:off x="1633455" y="1883394"/>
          <a:ext cx="1441281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83920" imgH="241200" progId="Equation.DSMT4">
                  <p:embed/>
                </p:oleObj>
              </mc:Choice>
              <mc:Fallback>
                <p:oleObj name="Equation" r:id="rId6" imgW="5839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3455" y="1883394"/>
                        <a:ext cx="1441281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6" name="Text Box 8"/>
          <p:cNvSpPr txBox="1">
            <a:spLocks noChangeArrowheads="1"/>
          </p:cNvSpPr>
          <p:nvPr/>
        </p:nvSpPr>
        <p:spPr bwMode="auto">
          <a:xfrm>
            <a:off x="1420344" y="3066244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ea typeface="仿宋_GB2312" pitchFamily="49" charset="-122"/>
              </a:rPr>
              <a:t>:</a:t>
            </a:r>
            <a:r>
              <a:rPr lang="en-US" altLang="zh-CN" sz="2800" b="1" dirty="0">
                <a:solidFill>
                  <a:schemeClr val="tx2"/>
                </a:solidFill>
                <a:ea typeface="仿宋_GB2312" pitchFamily="49" charset="-122"/>
              </a:rPr>
              <a:t> </a:t>
            </a:r>
            <a:r>
              <a:rPr lang="en-US" altLang="zh-CN" sz="2800" b="1" dirty="0">
                <a:ea typeface="仿宋_GB2312" pitchFamily="49" charset="-122"/>
              </a:rPr>
              <a:t>(1)</a:t>
            </a:r>
            <a:endParaRPr lang="en-US" altLang="zh-CN" sz="2800" dirty="0">
              <a:ea typeface="仿宋_GB2312" pitchFamily="49" charset="-122"/>
            </a:endParaRPr>
          </a:p>
        </p:txBody>
      </p:sp>
      <p:graphicFrame>
        <p:nvGraphicFramePr>
          <p:cNvPr id="430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0253536"/>
              </p:ext>
            </p:extLst>
          </p:nvPr>
        </p:nvGraphicFramePr>
        <p:xfrm>
          <a:off x="4506339" y="3054960"/>
          <a:ext cx="3559173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98320" imgH="317160" progId="Equation.DSMT4">
                  <p:embed/>
                </p:oleObj>
              </mc:Choice>
              <mc:Fallback>
                <p:oleObj name="Equation" r:id="rId8" imgW="149832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6339" y="3054960"/>
                        <a:ext cx="3559173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8521442"/>
              </p:ext>
            </p:extLst>
          </p:nvPr>
        </p:nvGraphicFramePr>
        <p:xfrm>
          <a:off x="3317538" y="3706816"/>
          <a:ext cx="3064575" cy="8112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95280" imgH="342720" progId="Equation.DSMT4">
                  <p:embed/>
                </p:oleObj>
              </mc:Choice>
              <mc:Fallback>
                <p:oleObj name="Equation" r:id="rId10" imgW="12952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7538" y="3706816"/>
                        <a:ext cx="3064575" cy="8112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9" name="Text Box 11"/>
          <p:cNvSpPr txBox="1">
            <a:spLocks noChangeArrowheads="1"/>
          </p:cNvSpPr>
          <p:nvPr/>
        </p:nvSpPr>
        <p:spPr bwMode="auto">
          <a:xfrm>
            <a:off x="1906751" y="4572001"/>
            <a:ext cx="3292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(2) 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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的参数方程为</a:t>
            </a:r>
          </a:p>
        </p:txBody>
      </p:sp>
      <p:graphicFrame>
        <p:nvGraphicFramePr>
          <p:cNvPr id="4302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9584613"/>
              </p:ext>
            </p:extLst>
          </p:nvPr>
        </p:nvGraphicFramePr>
        <p:xfrm>
          <a:off x="5199227" y="4607087"/>
          <a:ext cx="4744876" cy="471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44440" imgH="203040" progId="Equation.DSMT4">
                  <p:embed/>
                </p:oleObj>
              </mc:Choice>
              <mc:Fallback>
                <p:oleObj name="Equation" r:id="rId12" imgW="2044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9227" y="4607087"/>
                        <a:ext cx="4744876" cy="4719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7563004"/>
              </p:ext>
            </p:extLst>
          </p:nvPr>
        </p:nvGraphicFramePr>
        <p:xfrm>
          <a:off x="4270908" y="5132865"/>
          <a:ext cx="3669326" cy="721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49080" imgH="304560" progId="Equation.DSMT4">
                  <p:embed/>
                </p:oleObj>
              </mc:Choice>
              <mc:Fallback>
                <p:oleObj name="Equation" r:id="rId14" imgW="15490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0908" y="5132865"/>
                        <a:ext cx="3669326" cy="7218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770619"/>
              </p:ext>
            </p:extLst>
          </p:nvPr>
        </p:nvGraphicFramePr>
        <p:xfrm>
          <a:off x="7914372" y="5115044"/>
          <a:ext cx="1501777" cy="765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72840" imgH="342720" progId="Equation.DSMT4">
                  <p:embed/>
                </p:oleObj>
              </mc:Choice>
              <mc:Fallback>
                <p:oleObj name="Equation" r:id="rId16" imgW="67284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4372" y="5115044"/>
                        <a:ext cx="1501777" cy="7650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8037514" y="990600"/>
            <a:ext cx="1906588" cy="2057400"/>
            <a:chOff x="4271" y="1248"/>
            <a:chExt cx="1201" cy="1296"/>
          </a:xfrm>
        </p:grpSpPr>
        <p:graphicFrame>
          <p:nvGraphicFramePr>
            <p:cNvPr id="16400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3391780"/>
                </p:ext>
              </p:extLst>
            </p:nvPr>
          </p:nvGraphicFramePr>
          <p:xfrm>
            <a:off x="4271" y="1315"/>
            <a:ext cx="1032" cy="1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像" r:id="rId18" imgW="1638360" imgH="1876320" progId="Paint.Picture">
                    <p:embed/>
                  </p:oleObj>
                </mc:Choice>
                <mc:Fallback>
                  <p:oleObj name="BMP 图像" r:id="rId18" imgW="1638360" imgH="1876320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1" y="1315"/>
                          <a:ext cx="1032" cy="1182"/>
                        </a:xfrm>
                        <a:prstGeom prst="rect">
                          <a:avLst/>
                        </a:prstGeom>
                        <a:solidFill>
                          <a:schemeClr val="accent1">
                            <a:lumMod val="75000"/>
                          </a:schemeClr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1" name="Object 17"/>
            <p:cNvGraphicFramePr>
              <a:graphicFrameLocks noChangeAspect="1"/>
            </p:cNvGraphicFramePr>
            <p:nvPr/>
          </p:nvGraphicFramePr>
          <p:xfrm>
            <a:off x="4730" y="1545"/>
            <a:ext cx="166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279360" imgH="304560" progId="Equation.3">
                    <p:embed/>
                  </p:oleObj>
                </mc:Choice>
                <mc:Fallback>
                  <p:oleObj name="Equation" r:id="rId20" imgW="279360" imgH="3045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0" y="1545"/>
                          <a:ext cx="166" cy="183"/>
                        </a:xfrm>
                        <a:prstGeom prst="rect">
                          <a:avLst/>
                        </a:prstGeom>
                        <a:solidFill>
                          <a:srgbClr val="99CC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2" name="Object 18"/>
            <p:cNvGraphicFramePr>
              <a:graphicFrameLocks noChangeAspect="1"/>
            </p:cNvGraphicFramePr>
            <p:nvPr/>
          </p:nvGraphicFramePr>
          <p:xfrm>
            <a:off x="4656" y="2197"/>
            <a:ext cx="167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279360" imgH="304560" progId="Equation.3">
                    <p:embed/>
                  </p:oleObj>
                </mc:Choice>
                <mc:Fallback>
                  <p:oleObj name="Equation" r:id="rId22" imgW="279360" imgH="3045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2197"/>
                          <a:ext cx="167" cy="182"/>
                        </a:xfrm>
                        <a:prstGeom prst="rect">
                          <a:avLst/>
                        </a:prstGeom>
                        <a:solidFill>
                          <a:srgbClr val="99CC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3" name="Object 19"/>
            <p:cNvGraphicFramePr>
              <a:graphicFrameLocks noChangeAspect="1"/>
            </p:cNvGraphicFramePr>
            <p:nvPr/>
          </p:nvGraphicFramePr>
          <p:xfrm>
            <a:off x="4960" y="1248"/>
            <a:ext cx="128" cy="1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215640" imgH="215640" progId="Equation.3">
                    <p:embed/>
                  </p:oleObj>
                </mc:Choice>
                <mc:Fallback>
                  <p:oleObj name="Equation" r:id="rId24" imgW="2156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0" y="1248"/>
                          <a:ext cx="128" cy="130"/>
                        </a:xfrm>
                        <a:prstGeom prst="rect">
                          <a:avLst/>
                        </a:prstGeom>
                        <a:solidFill>
                          <a:srgbClr val="99CC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4" name="Object 20"/>
            <p:cNvGraphicFramePr>
              <a:graphicFrameLocks noChangeAspect="1"/>
            </p:cNvGraphicFramePr>
            <p:nvPr/>
          </p:nvGraphicFramePr>
          <p:xfrm>
            <a:off x="5328" y="2233"/>
            <a:ext cx="144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241200" imgH="317160" progId="Equation.3">
                    <p:embed/>
                  </p:oleObj>
                </mc:Choice>
                <mc:Fallback>
                  <p:oleObj name="Equation" r:id="rId26" imgW="24120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8" y="2233"/>
                          <a:ext cx="144" cy="190"/>
                        </a:xfrm>
                        <a:prstGeom prst="rect">
                          <a:avLst/>
                        </a:prstGeom>
                        <a:solidFill>
                          <a:srgbClr val="99CC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5" name="Object 21"/>
            <p:cNvGraphicFramePr>
              <a:graphicFrameLocks noChangeAspect="1"/>
            </p:cNvGraphicFramePr>
            <p:nvPr/>
          </p:nvGraphicFramePr>
          <p:xfrm>
            <a:off x="4568" y="2400"/>
            <a:ext cx="136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228600" imgH="241200" progId="Equation.3">
                    <p:embed/>
                  </p:oleObj>
                </mc:Choice>
                <mc:Fallback>
                  <p:oleObj name="Equation" r:id="rId28" imgW="2286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8" y="2400"/>
                          <a:ext cx="136" cy="144"/>
                        </a:xfrm>
                        <a:prstGeom prst="rect">
                          <a:avLst/>
                        </a:prstGeom>
                        <a:solidFill>
                          <a:srgbClr val="99CC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030" name="Line 22"/>
          <p:cNvSpPr>
            <a:spLocks noChangeShapeType="1"/>
          </p:cNvSpPr>
          <p:nvPr/>
        </p:nvSpPr>
        <p:spPr bwMode="auto">
          <a:xfrm flipV="1">
            <a:off x="8778875" y="1905000"/>
            <a:ext cx="0" cy="38100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31" name="Text Box 23"/>
          <p:cNvSpPr txBox="1">
            <a:spLocks noChangeArrowheads="1"/>
          </p:cNvSpPr>
          <p:nvPr/>
        </p:nvSpPr>
        <p:spPr bwMode="auto">
          <a:xfrm>
            <a:off x="1249526" y="2397742"/>
            <a:ext cx="4435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+mn-ea"/>
                <a:ea typeface="+mn-ea"/>
              </a:rPr>
              <a:t>试求力场对质点所作的功</a:t>
            </a:r>
            <a:r>
              <a:rPr lang="en-US" altLang="zh-CN" sz="2800" b="1" dirty="0">
                <a:latin typeface="+mn-ea"/>
                <a:ea typeface="+mn-ea"/>
              </a:rPr>
              <a:t>.</a:t>
            </a:r>
          </a:p>
        </p:txBody>
      </p:sp>
      <p:graphicFrame>
        <p:nvGraphicFramePr>
          <p:cNvPr id="4303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4706640"/>
              </p:ext>
            </p:extLst>
          </p:nvPr>
        </p:nvGraphicFramePr>
        <p:xfrm>
          <a:off x="1658856" y="1430916"/>
          <a:ext cx="4877891" cy="4645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133360" imgH="203040" progId="Equation.DSMT4">
                  <p:embed/>
                </p:oleObj>
              </mc:Choice>
              <mc:Fallback>
                <p:oleObj name="Equation" r:id="rId30" imgW="21333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8856" y="1430916"/>
                        <a:ext cx="4877891" cy="4645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3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3352286"/>
              </p:ext>
            </p:extLst>
          </p:nvPr>
        </p:nvGraphicFramePr>
        <p:xfrm>
          <a:off x="6328567" y="3796434"/>
          <a:ext cx="2701134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054080" imgH="228600" progId="Equation.DSMT4">
                  <p:embed/>
                </p:oleObj>
              </mc:Choice>
              <mc:Fallback>
                <p:oleObj name="Equation" r:id="rId32" imgW="1054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8567" y="3796434"/>
                        <a:ext cx="2701134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3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0633374"/>
              </p:ext>
            </p:extLst>
          </p:nvPr>
        </p:nvGraphicFramePr>
        <p:xfrm>
          <a:off x="2749118" y="5925660"/>
          <a:ext cx="1348683" cy="5394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571320" imgH="228600" progId="Equation.DSMT4">
                  <p:embed/>
                </p:oleObj>
              </mc:Choice>
              <mc:Fallback>
                <p:oleObj name="Equation" r:id="rId34" imgW="571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9118" y="5925660"/>
                        <a:ext cx="1348683" cy="5394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35" name="Text Box 27"/>
          <p:cNvSpPr txBox="1">
            <a:spLocks noChangeArrowheads="1"/>
          </p:cNvSpPr>
          <p:nvPr/>
        </p:nvSpPr>
        <p:spPr bwMode="auto">
          <a:xfrm>
            <a:off x="5282577" y="914798"/>
            <a:ext cx="148309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+mn-ea"/>
                <a:ea typeface="+mn-ea"/>
              </a:rPr>
              <a:t>其中</a:t>
            </a:r>
            <a:r>
              <a:rPr lang="zh-CN" altLang="en-US" sz="2800" b="1" dirty="0">
                <a:latin typeface="+mn-ea"/>
                <a:ea typeface="+mn-ea"/>
                <a:sym typeface="Symbol" panose="05050102010706020507" pitchFamily="18" charset="2"/>
              </a:rPr>
              <a:t></a:t>
            </a:r>
            <a:r>
              <a:rPr lang="zh-CN" altLang="en-US" sz="2800" b="1" dirty="0">
                <a:latin typeface="+mn-ea"/>
                <a:ea typeface="+mn-ea"/>
              </a:rPr>
              <a:t>为</a:t>
            </a:r>
          </a:p>
        </p:txBody>
      </p:sp>
      <p:grpSp>
        <p:nvGrpSpPr>
          <p:cNvPr id="16415" name="Group 28"/>
          <p:cNvGrpSpPr>
            <a:grpSpLocks/>
          </p:cNvGrpSpPr>
          <p:nvPr/>
        </p:nvGrpSpPr>
        <p:grpSpPr bwMode="auto">
          <a:xfrm>
            <a:off x="3905565" y="325754"/>
            <a:ext cx="2132012" cy="535558"/>
            <a:chOff x="1642" y="155"/>
            <a:chExt cx="1009" cy="210"/>
          </a:xfrm>
        </p:grpSpPr>
        <p:graphicFrame>
          <p:nvGraphicFramePr>
            <p:cNvPr id="16399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8331136"/>
                </p:ext>
              </p:extLst>
            </p:nvPr>
          </p:nvGraphicFramePr>
          <p:xfrm>
            <a:off x="1642" y="155"/>
            <a:ext cx="1009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977760" imgH="203040" progId="Equation.DSMT4">
                    <p:embed/>
                  </p:oleObj>
                </mc:Choice>
                <mc:Fallback>
                  <p:oleObj name="Equation" r:id="rId36" imgW="9777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2" y="155"/>
                          <a:ext cx="1009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7" name="Line 30"/>
            <p:cNvSpPr>
              <a:spLocks noChangeShapeType="1"/>
            </p:cNvSpPr>
            <p:nvPr/>
          </p:nvSpPr>
          <p:spPr bwMode="auto">
            <a:xfrm>
              <a:off x="1678" y="160"/>
              <a:ext cx="144" cy="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3039" name="Arc 31"/>
          <p:cNvSpPr>
            <a:spLocks/>
          </p:cNvSpPr>
          <p:nvPr/>
        </p:nvSpPr>
        <p:spPr bwMode="auto">
          <a:xfrm>
            <a:off x="8736013" y="1595438"/>
            <a:ext cx="914400" cy="468312"/>
          </a:xfrm>
          <a:custGeom>
            <a:avLst/>
            <a:gdLst>
              <a:gd name="T0" fmla="*/ 1400941235 w 21600"/>
              <a:gd name="T1" fmla="*/ 0 h 15356"/>
              <a:gd name="T2" fmla="*/ 1608131669 w 21600"/>
              <a:gd name="T3" fmla="*/ 435561644 h 15356"/>
              <a:gd name="T4" fmla="*/ 0 w 21600"/>
              <a:gd name="T5" fmla="*/ 317821523 h 15356"/>
              <a:gd name="T6" fmla="*/ 0 60000 65536"/>
              <a:gd name="T7" fmla="*/ 0 60000 65536"/>
              <a:gd name="T8" fmla="*/ 0 60000 65536"/>
              <a:gd name="T9" fmla="*/ 0 w 21600"/>
              <a:gd name="T10" fmla="*/ 0 h 15356"/>
              <a:gd name="T11" fmla="*/ 21600 w 21600"/>
              <a:gd name="T12" fmla="*/ 15356 h 153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5356" fill="none" extrusionOk="0">
                <a:moveTo>
                  <a:pt x="18466" y="-1"/>
                </a:moveTo>
                <a:cubicBezTo>
                  <a:pt x="20516" y="3377"/>
                  <a:pt x="21600" y="7253"/>
                  <a:pt x="21600" y="11205"/>
                </a:cubicBezTo>
                <a:cubicBezTo>
                  <a:pt x="21600" y="12598"/>
                  <a:pt x="21465" y="13988"/>
                  <a:pt x="21197" y="15356"/>
                </a:cubicBezTo>
              </a:path>
              <a:path w="21600" h="15356" stroke="0" extrusionOk="0">
                <a:moveTo>
                  <a:pt x="18466" y="-1"/>
                </a:moveTo>
                <a:cubicBezTo>
                  <a:pt x="20516" y="3377"/>
                  <a:pt x="21600" y="7253"/>
                  <a:pt x="21600" y="11205"/>
                </a:cubicBezTo>
                <a:cubicBezTo>
                  <a:pt x="21600" y="12598"/>
                  <a:pt x="21465" y="13988"/>
                  <a:pt x="21197" y="15356"/>
                </a:cubicBezTo>
                <a:lnTo>
                  <a:pt x="0" y="11205"/>
                </a:lnTo>
                <a:close/>
              </a:path>
            </a:pathLst>
          </a:custGeom>
          <a:noFill/>
          <a:ln w="28575">
            <a:solidFill>
              <a:srgbClr val="7030A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304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1260327"/>
              </p:ext>
            </p:extLst>
          </p:nvPr>
        </p:nvGraphicFramePr>
        <p:xfrm>
          <a:off x="2569741" y="3080365"/>
          <a:ext cx="2017712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914400" imgH="317160" progId="Equation.DSMT4">
                  <p:embed/>
                </p:oleObj>
              </mc:Choice>
              <mc:Fallback>
                <p:oleObj name="Equation" r:id="rId38" imgW="91440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9741" y="3080365"/>
                        <a:ext cx="2017712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41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0372265"/>
              </p:ext>
            </p:extLst>
          </p:nvPr>
        </p:nvGraphicFramePr>
        <p:xfrm>
          <a:off x="2354095" y="5178425"/>
          <a:ext cx="2017712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914400" imgH="317160" progId="Equation.DSMT4">
                  <p:embed/>
                </p:oleObj>
              </mc:Choice>
              <mc:Fallback>
                <p:oleObj name="Equation" r:id="rId40" imgW="91440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4095" y="5178425"/>
                        <a:ext cx="2017712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1954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3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3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3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43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3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6" grpId="0" autoUpdateAnimBg="0"/>
      <p:bldP spid="43019" grpId="0" autoUpdateAnimBg="0"/>
      <p:bldP spid="43030" grpId="0" animBg="1"/>
      <p:bldP spid="4303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3053571"/>
              </p:ext>
            </p:extLst>
          </p:nvPr>
        </p:nvGraphicFramePr>
        <p:xfrm>
          <a:off x="1978025" y="327025"/>
          <a:ext cx="9358438" cy="1861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36960" imgH="774360" progId="Equation.DSMT4">
                  <p:embed/>
                </p:oleObj>
              </mc:Choice>
              <mc:Fallback>
                <p:oleObj name="Equation" r:id="rId2" imgW="3936960" imgH="774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8025" y="327025"/>
                        <a:ext cx="9358438" cy="18619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0" name="Text Box 3"/>
          <p:cNvSpPr txBox="1">
            <a:spLocks noChangeArrowheads="1"/>
          </p:cNvSpPr>
          <p:nvPr/>
        </p:nvSpPr>
        <p:spPr bwMode="auto">
          <a:xfrm>
            <a:off x="1924050" y="418199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3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1978025" y="2675170"/>
            <a:ext cx="58229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1946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9185182"/>
              </p:ext>
            </p:extLst>
          </p:nvPr>
        </p:nvGraphicFramePr>
        <p:xfrm>
          <a:off x="2897187" y="2408200"/>
          <a:ext cx="3943865" cy="1053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619440" imgH="965160" progId="Equation.3">
                  <p:embed/>
                </p:oleObj>
              </mc:Choice>
              <mc:Fallback>
                <p:oleObj name="公式" r:id="rId4" imgW="361944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7187" y="2408200"/>
                        <a:ext cx="3943865" cy="10530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1579297"/>
              </p:ext>
            </p:extLst>
          </p:nvPr>
        </p:nvGraphicFramePr>
        <p:xfrm>
          <a:off x="3448122" y="3589101"/>
          <a:ext cx="2250714" cy="462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095200" imgH="431640" progId="Equation.3">
                  <p:embed/>
                </p:oleObj>
              </mc:Choice>
              <mc:Fallback>
                <p:oleObj name="公式" r:id="rId6" imgW="20952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8122" y="3589101"/>
                        <a:ext cx="2250714" cy="4620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8427244" y="2836802"/>
            <a:ext cx="3048000" cy="1735138"/>
            <a:chOff x="3312" y="2736"/>
            <a:chExt cx="1920" cy="1093"/>
          </a:xfrm>
        </p:grpSpPr>
        <p:pic>
          <p:nvPicPr>
            <p:cNvPr id="17426" name="Picture 8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2" y="2736"/>
              <a:ext cx="1920" cy="960"/>
            </a:xfrm>
            <a:prstGeom prst="rect">
              <a:avLst/>
            </a:prstGeom>
            <a:noFill/>
            <a:ln w="3175">
              <a:solidFill>
                <a:srgbClr val="CC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aphicFrame>
          <p:nvGraphicFramePr>
            <p:cNvPr id="17418" name="Object 10"/>
            <p:cNvGraphicFramePr>
              <a:graphicFrameLocks noChangeAspect="1"/>
            </p:cNvGraphicFramePr>
            <p:nvPr/>
          </p:nvGraphicFramePr>
          <p:xfrm>
            <a:off x="4688" y="3667"/>
            <a:ext cx="432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015920" imgH="368280" progId="Equation.3">
                    <p:embed/>
                  </p:oleObj>
                </mc:Choice>
                <mc:Fallback>
                  <p:oleObj name="公式" r:id="rId9" imgW="1015920" imgH="368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8" y="3667"/>
                          <a:ext cx="432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9" name="Object 11"/>
            <p:cNvGraphicFramePr>
              <a:graphicFrameLocks noChangeAspect="1"/>
            </p:cNvGraphicFramePr>
            <p:nvPr/>
          </p:nvGraphicFramePr>
          <p:xfrm>
            <a:off x="3354" y="3672"/>
            <a:ext cx="524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231560" imgH="368280" progId="Equation.3">
                    <p:embed/>
                  </p:oleObj>
                </mc:Choice>
                <mc:Fallback>
                  <p:oleObj name="公式" r:id="rId11" imgW="1231560" imgH="368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4" y="3672"/>
                          <a:ext cx="524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467" name="Line 11"/>
          <p:cNvSpPr>
            <a:spLocks noChangeShapeType="1"/>
          </p:cNvSpPr>
          <p:nvPr/>
        </p:nvSpPr>
        <p:spPr bwMode="auto">
          <a:xfrm flipH="1">
            <a:off x="9701861" y="4306767"/>
            <a:ext cx="304800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2354262" y="4327449"/>
            <a:ext cx="4100312" cy="695847"/>
            <a:chOff x="672" y="3264"/>
            <a:chExt cx="2453" cy="381"/>
          </a:xfrm>
        </p:grpSpPr>
        <p:graphicFrame>
          <p:nvGraphicFramePr>
            <p:cNvPr id="17416" name="Object 8"/>
            <p:cNvGraphicFramePr>
              <a:graphicFrameLocks noChangeAspect="1"/>
            </p:cNvGraphicFramePr>
            <p:nvPr/>
          </p:nvGraphicFramePr>
          <p:xfrm>
            <a:off x="672" y="3264"/>
            <a:ext cx="887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1625400" imgH="698400" progId="Equation.3">
                    <p:embed/>
                  </p:oleObj>
                </mc:Choice>
                <mc:Fallback>
                  <p:oleObj name="公式" r:id="rId13" imgW="1625400" imgH="698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3264"/>
                          <a:ext cx="887" cy="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7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71626875"/>
                </p:ext>
              </p:extLst>
            </p:nvPr>
          </p:nvGraphicFramePr>
          <p:xfrm>
            <a:off x="1454" y="3325"/>
            <a:ext cx="1671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3060360" imgH="457200" progId="Equation.3">
                    <p:embed/>
                  </p:oleObj>
                </mc:Choice>
                <mc:Fallback>
                  <p:oleObj name="公式" r:id="rId15" imgW="306036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4" y="3325"/>
                          <a:ext cx="1671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3058318" y="5128071"/>
            <a:ext cx="3915137" cy="733425"/>
            <a:chOff x="720" y="672"/>
            <a:chExt cx="2098" cy="381"/>
          </a:xfrm>
        </p:grpSpPr>
        <p:graphicFrame>
          <p:nvGraphicFramePr>
            <p:cNvPr id="17414" name="Object 6"/>
            <p:cNvGraphicFramePr>
              <a:graphicFrameLocks noChangeAspect="1"/>
            </p:cNvGraphicFramePr>
            <p:nvPr/>
          </p:nvGraphicFramePr>
          <p:xfrm>
            <a:off x="720" y="672"/>
            <a:ext cx="651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1193760" imgH="698400" progId="Equation.3">
                    <p:embed/>
                  </p:oleObj>
                </mc:Choice>
                <mc:Fallback>
                  <p:oleObj name="公式" r:id="rId17" imgW="1193760" imgH="698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672"/>
                          <a:ext cx="651" cy="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5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2595500"/>
                </p:ext>
              </p:extLst>
            </p:nvPr>
          </p:nvGraphicFramePr>
          <p:xfrm>
            <a:off x="1272" y="737"/>
            <a:ext cx="1546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2831760" imgH="457200" progId="Equation.3">
                    <p:embed/>
                  </p:oleObj>
                </mc:Choice>
                <mc:Fallback>
                  <p:oleObj name="公式" r:id="rId19" imgW="283176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2" y="737"/>
                          <a:ext cx="1546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47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8451057"/>
              </p:ext>
            </p:extLst>
          </p:nvPr>
        </p:nvGraphicFramePr>
        <p:xfrm>
          <a:off x="6973455" y="5074721"/>
          <a:ext cx="1244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1244520" imgH="838080" progId="Equation.3">
                  <p:embed/>
                </p:oleObj>
              </mc:Choice>
              <mc:Fallback>
                <p:oleObj name="公式" r:id="rId21" imgW="124452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3455" y="5074721"/>
                        <a:ext cx="1244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33804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autoUpdateAnimBg="0"/>
      <p:bldP spid="1946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553200" y="533400"/>
            <a:ext cx="3048000" cy="1735138"/>
            <a:chOff x="3312" y="2736"/>
            <a:chExt cx="1920" cy="1093"/>
          </a:xfrm>
        </p:grpSpPr>
        <p:pic>
          <p:nvPicPr>
            <p:cNvPr id="18443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2" y="2736"/>
              <a:ext cx="1920" cy="960"/>
            </a:xfrm>
            <a:prstGeom prst="rect">
              <a:avLst/>
            </a:prstGeom>
            <a:noFill/>
            <a:ln w="3175">
              <a:solidFill>
                <a:srgbClr val="CC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aphicFrame>
          <p:nvGraphicFramePr>
            <p:cNvPr id="18438" name="Object 6"/>
            <p:cNvGraphicFramePr>
              <a:graphicFrameLocks noChangeAspect="1"/>
            </p:cNvGraphicFramePr>
            <p:nvPr/>
          </p:nvGraphicFramePr>
          <p:xfrm>
            <a:off x="4688" y="3667"/>
            <a:ext cx="432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015920" imgH="368280" progId="Equation.3">
                    <p:embed/>
                  </p:oleObj>
                </mc:Choice>
                <mc:Fallback>
                  <p:oleObj name="公式" r:id="rId3" imgW="1015920" imgH="368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8" y="3667"/>
                          <a:ext cx="432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39" name="Object 7"/>
            <p:cNvGraphicFramePr>
              <a:graphicFrameLocks noChangeAspect="1"/>
            </p:cNvGraphicFramePr>
            <p:nvPr/>
          </p:nvGraphicFramePr>
          <p:xfrm>
            <a:off x="3354" y="3672"/>
            <a:ext cx="524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231560" imgH="368280" progId="Equation.3">
                    <p:embed/>
                  </p:oleObj>
                </mc:Choice>
                <mc:Fallback>
                  <p:oleObj name="公式" r:id="rId5" imgW="1231560" imgH="368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4" y="3672"/>
                          <a:ext cx="524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486" name="Line 6"/>
          <p:cNvSpPr>
            <a:spLocks noChangeShapeType="1"/>
          </p:cNvSpPr>
          <p:nvPr/>
        </p:nvSpPr>
        <p:spPr bwMode="auto">
          <a:xfrm flipH="1">
            <a:off x="7747000" y="1981201"/>
            <a:ext cx="457200" cy="17463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48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0693827"/>
              </p:ext>
            </p:extLst>
          </p:nvPr>
        </p:nvGraphicFramePr>
        <p:xfrm>
          <a:off x="2346036" y="1496799"/>
          <a:ext cx="3256689" cy="4501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666880" imgH="368280" progId="Equation.3">
                  <p:embed/>
                </p:oleObj>
              </mc:Choice>
              <mc:Fallback>
                <p:oleObj name="公式" r:id="rId7" imgW="266688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6036" y="1496799"/>
                        <a:ext cx="3256689" cy="4501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6908818"/>
              </p:ext>
            </p:extLst>
          </p:nvPr>
        </p:nvGraphicFramePr>
        <p:xfrm>
          <a:off x="2953130" y="2097670"/>
          <a:ext cx="2468615" cy="447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374560" imgH="431640" progId="Equation.3">
                  <p:embed/>
                </p:oleObj>
              </mc:Choice>
              <mc:Fallback>
                <p:oleObj name="公式" r:id="rId9" imgW="23745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3130" y="2097670"/>
                        <a:ext cx="2468615" cy="447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2788452"/>
              </p:ext>
            </p:extLst>
          </p:nvPr>
        </p:nvGraphicFramePr>
        <p:xfrm>
          <a:off x="2296388" y="2858522"/>
          <a:ext cx="2132707" cy="697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2133360" imgH="698400" progId="Equation.3">
                  <p:embed/>
                </p:oleObj>
              </mc:Choice>
              <mc:Fallback>
                <p:oleObj name="公式" r:id="rId11" imgW="213336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6388" y="2858522"/>
                        <a:ext cx="2132707" cy="6974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2870198"/>
              </p:ext>
            </p:extLst>
          </p:nvPr>
        </p:nvGraphicFramePr>
        <p:xfrm>
          <a:off x="4429095" y="3036039"/>
          <a:ext cx="619686" cy="323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583920" imgH="304560" progId="Equation.3">
                  <p:embed/>
                </p:oleObj>
              </mc:Choice>
              <mc:Fallback>
                <p:oleObj name="公式" r:id="rId13" imgW="58392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095" y="3036039"/>
                        <a:ext cx="619686" cy="3234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2" name="Text Box 12"/>
          <p:cNvSpPr txBox="1">
            <a:spLocks noChangeArrowheads="1"/>
          </p:cNvSpPr>
          <p:nvPr/>
        </p:nvSpPr>
        <p:spPr bwMode="auto">
          <a:xfrm>
            <a:off x="2346036" y="3795713"/>
            <a:ext cx="7391400" cy="128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问题</a:t>
            </a:r>
            <a:r>
              <a:rPr lang="zh-CN" altLang="en-US" sz="2800" b="1" dirty="0">
                <a:solidFill>
                  <a:srgbClr val="FF0000"/>
                </a:solidFill>
              </a:rPr>
              <a:t>：被积函数相同，起点和终点也相同，但路径不同积分结果不同</a:t>
            </a:r>
            <a:r>
              <a:rPr lang="en-US" altLang="zh-CN" sz="2800" b="1" dirty="0">
                <a:solidFill>
                  <a:srgbClr val="FF0000"/>
                </a:solidFill>
              </a:rPr>
              <a:t>.</a:t>
            </a:r>
            <a:r>
              <a:rPr lang="zh-CN" altLang="en-US" sz="2800" b="1" dirty="0">
                <a:solidFill>
                  <a:srgbClr val="FF0000"/>
                </a:solidFill>
              </a:rPr>
              <a:t>是否有普遍性？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27195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5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6" grpId="0" animBg="1"/>
      <p:bldP spid="20492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7" name="Text Box 2"/>
          <p:cNvSpPr txBox="1">
            <a:spLocks noChangeArrowheads="1"/>
          </p:cNvSpPr>
          <p:nvPr/>
        </p:nvSpPr>
        <p:spPr bwMode="auto">
          <a:xfrm>
            <a:off x="1841500" y="688976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4</a:t>
            </a:r>
          </a:p>
        </p:txBody>
      </p:sp>
      <p:graphicFrame>
        <p:nvGraphicFramePr>
          <p:cNvPr id="1945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1370159"/>
              </p:ext>
            </p:extLst>
          </p:nvPr>
        </p:nvGraphicFramePr>
        <p:xfrm>
          <a:off x="1885373" y="668456"/>
          <a:ext cx="7037388" cy="284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035480" imgH="2844720" progId="Equation.DSMT4">
                  <p:embed/>
                </p:oleObj>
              </mc:Choice>
              <mc:Fallback>
                <p:oleObj name="Equation" r:id="rId2" imgW="7035480" imgH="2844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5373" y="668456"/>
                        <a:ext cx="7037388" cy="284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9296400" y="3251441"/>
            <a:ext cx="2284412" cy="2743200"/>
            <a:chOff x="3761" y="2064"/>
            <a:chExt cx="1439" cy="1728"/>
          </a:xfrm>
        </p:grpSpPr>
        <p:pic>
          <p:nvPicPr>
            <p:cNvPr id="19472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61" y="2064"/>
              <a:ext cx="1439" cy="1728"/>
            </a:xfrm>
            <a:prstGeom prst="rect">
              <a:avLst/>
            </a:prstGeom>
            <a:noFill/>
            <a:ln w="19050">
              <a:solidFill>
                <a:srgbClr val="CC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aphicFrame>
          <p:nvGraphicFramePr>
            <p:cNvPr id="19466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21557447"/>
                </p:ext>
              </p:extLst>
            </p:nvPr>
          </p:nvGraphicFramePr>
          <p:xfrm>
            <a:off x="4263" y="2832"/>
            <a:ext cx="448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444240" imgH="228600" progId="Equation.DSMT4">
                    <p:embed/>
                  </p:oleObj>
                </mc:Choice>
                <mc:Fallback>
                  <p:oleObj name="Equation" r:id="rId5" imgW="4442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3" y="2832"/>
                          <a:ext cx="448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10808471" y="4124494"/>
            <a:ext cx="914400" cy="1925638"/>
            <a:chOff x="4464" y="2544"/>
            <a:chExt cx="576" cy="1248"/>
          </a:xfrm>
        </p:grpSpPr>
        <p:graphicFrame>
          <p:nvGraphicFramePr>
            <p:cNvPr id="19464" name="Object 8"/>
            <p:cNvGraphicFramePr>
              <a:graphicFrameLocks noChangeAspect="1"/>
            </p:cNvGraphicFramePr>
            <p:nvPr/>
          </p:nvGraphicFramePr>
          <p:xfrm>
            <a:off x="4464" y="3643"/>
            <a:ext cx="367" cy="1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965160" imgH="393480" progId="Equation.3">
                    <p:embed/>
                  </p:oleObj>
                </mc:Choice>
                <mc:Fallback>
                  <p:oleObj name="公式" r:id="rId7" imgW="96516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3643"/>
                          <a:ext cx="367" cy="1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1" name="Line 9"/>
            <p:cNvSpPr>
              <a:spLocks noChangeShapeType="1"/>
            </p:cNvSpPr>
            <p:nvPr/>
          </p:nvSpPr>
          <p:spPr bwMode="auto">
            <a:xfrm flipV="1">
              <a:off x="4656" y="2624"/>
              <a:ext cx="0" cy="96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465" name="Object 9"/>
            <p:cNvGraphicFramePr>
              <a:graphicFrameLocks noChangeAspect="1"/>
            </p:cNvGraphicFramePr>
            <p:nvPr/>
          </p:nvGraphicFramePr>
          <p:xfrm>
            <a:off x="4687" y="2544"/>
            <a:ext cx="353" cy="1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927000" imgH="393480" progId="Equation.3">
                    <p:embed/>
                  </p:oleObj>
                </mc:Choice>
                <mc:Fallback>
                  <p:oleObj name="公式" r:id="rId9" imgW="92700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7" y="2544"/>
                          <a:ext cx="353" cy="1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15" name="Text Box 11"/>
          <p:cNvSpPr txBox="1">
            <a:spLocks noChangeArrowheads="1"/>
          </p:cNvSpPr>
          <p:nvPr/>
        </p:nvSpPr>
        <p:spPr bwMode="auto">
          <a:xfrm>
            <a:off x="1895764" y="3743111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2151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0721436"/>
              </p:ext>
            </p:extLst>
          </p:nvPr>
        </p:nvGraphicFramePr>
        <p:xfrm>
          <a:off x="2887903" y="3759398"/>
          <a:ext cx="3604156" cy="457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3492360" imgH="444240" progId="Equation.3">
                  <p:embed/>
                </p:oleObj>
              </mc:Choice>
              <mc:Fallback>
                <p:oleObj name="公式" r:id="rId11" imgW="34923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7903" y="3759398"/>
                        <a:ext cx="3604156" cy="4575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7311525"/>
              </p:ext>
            </p:extLst>
          </p:nvPr>
        </p:nvGraphicFramePr>
        <p:xfrm>
          <a:off x="3046387" y="4339512"/>
          <a:ext cx="3603795" cy="549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498320" imgH="228600" progId="Equation.DSMT4">
                  <p:embed/>
                </p:oleObj>
              </mc:Choice>
              <mc:Fallback>
                <p:oleObj name="Equation" r:id="rId13" imgW="1498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6387" y="4339512"/>
                        <a:ext cx="3603795" cy="5492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8210991"/>
              </p:ext>
            </p:extLst>
          </p:nvPr>
        </p:nvGraphicFramePr>
        <p:xfrm>
          <a:off x="2392218" y="5029200"/>
          <a:ext cx="4585771" cy="699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572000" imgH="698400" progId="Equation.DSMT4">
                  <p:embed/>
                </p:oleObj>
              </mc:Choice>
              <mc:Fallback>
                <p:oleObj name="Equation" r:id="rId15" imgW="457200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2218" y="5029200"/>
                        <a:ext cx="4585771" cy="6999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0670650"/>
              </p:ext>
            </p:extLst>
          </p:nvPr>
        </p:nvGraphicFramePr>
        <p:xfrm>
          <a:off x="3221139" y="5746577"/>
          <a:ext cx="1583753" cy="684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612800" imgH="698400" progId="Equation.3">
                  <p:embed/>
                </p:oleObj>
              </mc:Choice>
              <mc:Fallback>
                <p:oleObj name="公式" r:id="rId17" imgW="161280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1139" y="5746577"/>
                        <a:ext cx="1583753" cy="6849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8673317"/>
              </p:ext>
            </p:extLst>
          </p:nvPr>
        </p:nvGraphicFramePr>
        <p:xfrm>
          <a:off x="4804892" y="5935180"/>
          <a:ext cx="637427" cy="3363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596880" imgH="317160" progId="Equation.3">
                  <p:embed/>
                </p:oleObj>
              </mc:Choice>
              <mc:Fallback>
                <p:oleObj name="公式" r:id="rId19" imgW="59688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4892" y="5935180"/>
                        <a:ext cx="637427" cy="3363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6026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5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8835880" y="3384550"/>
            <a:ext cx="2286000" cy="2316163"/>
            <a:chOff x="3648" y="2161"/>
            <a:chExt cx="1440" cy="1459"/>
          </a:xfrm>
        </p:grpSpPr>
        <p:graphicFrame>
          <p:nvGraphicFramePr>
            <p:cNvPr id="20492" name="Object 12"/>
            <p:cNvGraphicFramePr>
              <a:graphicFrameLocks noChangeAspect="1"/>
            </p:cNvGraphicFramePr>
            <p:nvPr/>
          </p:nvGraphicFramePr>
          <p:xfrm>
            <a:off x="3648" y="2161"/>
            <a:ext cx="1440" cy="14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2" imgW="2495238" imgH="2847619" progId="Paint.Picture">
                    <p:embed/>
                  </p:oleObj>
                </mc:Choice>
                <mc:Fallback>
                  <p:oleObj name="BMP 图象" r:id="rId2" imgW="2495238" imgH="2847619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2161"/>
                          <a:ext cx="1440" cy="1439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CC99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501" name="Group 4"/>
            <p:cNvGrpSpPr>
              <a:grpSpLocks/>
            </p:cNvGrpSpPr>
            <p:nvPr/>
          </p:nvGrpSpPr>
          <p:grpSpPr bwMode="auto">
            <a:xfrm>
              <a:off x="4539" y="2675"/>
              <a:ext cx="540" cy="945"/>
              <a:chOff x="4576" y="2675"/>
              <a:chExt cx="540" cy="945"/>
            </a:xfrm>
          </p:grpSpPr>
          <p:graphicFrame>
            <p:nvGraphicFramePr>
              <p:cNvPr id="20493" name="Object 1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12749627"/>
                  </p:ext>
                </p:extLst>
              </p:nvPr>
            </p:nvGraphicFramePr>
            <p:xfrm>
              <a:off x="4576" y="3453"/>
              <a:ext cx="322" cy="1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457200" imgH="203040" progId="Equation.DSMT4">
                      <p:embed/>
                    </p:oleObj>
                  </mc:Choice>
                  <mc:Fallback>
                    <p:oleObj name="Equation" r:id="rId4" imgW="45720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76" y="3453"/>
                            <a:ext cx="322" cy="16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494" name="Object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29003053"/>
                  </p:ext>
                </p:extLst>
              </p:nvPr>
            </p:nvGraphicFramePr>
            <p:xfrm>
              <a:off x="4773" y="2675"/>
              <a:ext cx="343" cy="1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444240" imgH="203040" progId="Equation.DSMT4">
                      <p:embed/>
                    </p:oleObj>
                  </mc:Choice>
                  <mc:Fallback>
                    <p:oleObj name="Equation" r:id="rId6" imgW="44424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73" y="2675"/>
                            <a:ext cx="343" cy="1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pic>
        <p:nvPicPr>
          <p:cNvPr id="20496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9663" y="594788"/>
            <a:ext cx="2392217" cy="2184925"/>
          </a:xfrm>
          <a:prstGeom prst="rect">
            <a:avLst/>
          </a:prstGeom>
          <a:noFill/>
          <a:ln w="1905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04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9810503"/>
              </p:ext>
            </p:extLst>
          </p:nvPr>
        </p:nvGraphicFramePr>
        <p:xfrm>
          <a:off x="9883115" y="835779"/>
          <a:ext cx="629164" cy="3238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44240" imgH="228600" progId="Equation.DSMT4">
                  <p:embed/>
                </p:oleObj>
              </mc:Choice>
              <mc:Fallback>
                <p:oleObj name="Equation" r:id="rId9" imgW="444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83115" y="835779"/>
                        <a:ext cx="629164" cy="3238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2775857"/>
              </p:ext>
            </p:extLst>
          </p:nvPr>
        </p:nvGraphicFramePr>
        <p:xfrm>
          <a:off x="2290476" y="995442"/>
          <a:ext cx="3860158" cy="486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3517560" imgH="444240" progId="Equation.3">
                  <p:embed/>
                </p:oleObj>
              </mc:Choice>
              <mc:Fallback>
                <p:oleObj name="公式" r:id="rId11" imgW="35175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0476" y="995442"/>
                        <a:ext cx="3860158" cy="486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6072433"/>
              </p:ext>
            </p:extLst>
          </p:nvPr>
        </p:nvGraphicFramePr>
        <p:xfrm>
          <a:off x="2736561" y="1749018"/>
          <a:ext cx="4324257" cy="532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3822480" imgH="469800" progId="Equation.3">
                  <p:embed/>
                </p:oleObj>
              </mc:Choice>
              <mc:Fallback>
                <p:oleObj name="公式" r:id="rId13" imgW="38224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6561" y="1749018"/>
                        <a:ext cx="4324257" cy="5323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7466159"/>
              </p:ext>
            </p:extLst>
          </p:nvPr>
        </p:nvGraphicFramePr>
        <p:xfrm>
          <a:off x="2495576" y="2546570"/>
          <a:ext cx="5069656" cy="7826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4520880" imgH="698400" progId="Equation.3">
                  <p:embed/>
                </p:oleObj>
              </mc:Choice>
              <mc:Fallback>
                <p:oleObj name="公式" r:id="rId15" imgW="452088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76" y="2546570"/>
                        <a:ext cx="5069656" cy="7826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5516356"/>
              </p:ext>
            </p:extLst>
          </p:nvPr>
        </p:nvGraphicFramePr>
        <p:xfrm>
          <a:off x="3434556" y="3349625"/>
          <a:ext cx="1575185" cy="686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600200" imgH="698400" progId="Equation.3">
                  <p:embed/>
                </p:oleObj>
              </mc:Choice>
              <mc:Fallback>
                <p:oleObj name="公式" r:id="rId17" imgW="160020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4556" y="3349625"/>
                        <a:ext cx="1575185" cy="6866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220393"/>
              </p:ext>
            </p:extLst>
          </p:nvPr>
        </p:nvGraphicFramePr>
        <p:xfrm>
          <a:off x="5009741" y="3550804"/>
          <a:ext cx="605054" cy="319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596880" imgH="317160" progId="Equation.3">
                  <p:embed/>
                </p:oleObj>
              </mc:Choice>
              <mc:Fallback>
                <p:oleObj name="公式" r:id="rId19" imgW="59688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9741" y="3550804"/>
                        <a:ext cx="605054" cy="319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2" name="Line 14"/>
          <p:cNvSpPr>
            <a:spLocks noChangeShapeType="1"/>
          </p:cNvSpPr>
          <p:nvPr/>
        </p:nvSpPr>
        <p:spPr bwMode="auto">
          <a:xfrm>
            <a:off x="9232108" y="5435600"/>
            <a:ext cx="1379537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3" name="Line 15"/>
          <p:cNvSpPr>
            <a:spLocks noChangeShapeType="1"/>
          </p:cNvSpPr>
          <p:nvPr/>
        </p:nvSpPr>
        <p:spPr bwMode="auto">
          <a:xfrm flipV="1">
            <a:off x="10572883" y="4272830"/>
            <a:ext cx="0" cy="11906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10320339" y="923132"/>
            <a:ext cx="914400" cy="1981200"/>
            <a:chOff x="4464" y="2544"/>
            <a:chExt cx="576" cy="1248"/>
          </a:xfrm>
        </p:grpSpPr>
        <p:graphicFrame>
          <p:nvGraphicFramePr>
            <p:cNvPr id="20490" name="Object 10"/>
            <p:cNvGraphicFramePr>
              <a:graphicFrameLocks noChangeAspect="1"/>
            </p:cNvGraphicFramePr>
            <p:nvPr/>
          </p:nvGraphicFramePr>
          <p:xfrm>
            <a:off x="4464" y="3643"/>
            <a:ext cx="367" cy="1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965160" imgH="393480" progId="Equation.3">
                    <p:embed/>
                  </p:oleObj>
                </mc:Choice>
                <mc:Fallback>
                  <p:oleObj name="公式" r:id="rId21" imgW="96516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3643"/>
                          <a:ext cx="367" cy="1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0" name="Line 18"/>
            <p:cNvSpPr>
              <a:spLocks noChangeShapeType="1"/>
            </p:cNvSpPr>
            <p:nvPr/>
          </p:nvSpPr>
          <p:spPr bwMode="auto">
            <a:xfrm flipV="1">
              <a:off x="4656" y="2624"/>
              <a:ext cx="0" cy="96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491" name="Object 11"/>
            <p:cNvGraphicFramePr>
              <a:graphicFrameLocks noChangeAspect="1"/>
            </p:cNvGraphicFramePr>
            <p:nvPr/>
          </p:nvGraphicFramePr>
          <p:xfrm>
            <a:off x="4687" y="2544"/>
            <a:ext cx="353" cy="1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927000" imgH="393480" progId="Equation.3">
                    <p:embed/>
                  </p:oleObj>
                </mc:Choice>
                <mc:Fallback>
                  <p:oleObj name="公式" r:id="rId23" imgW="92700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7" y="2544"/>
                          <a:ext cx="353" cy="1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5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454905"/>
              </p:ext>
            </p:extLst>
          </p:nvPr>
        </p:nvGraphicFramePr>
        <p:xfrm>
          <a:off x="2408833" y="4425950"/>
          <a:ext cx="509478" cy="424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469800" imgH="393480" progId="Equation.3">
                  <p:embed/>
                </p:oleObj>
              </mc:Choice>
              <mc:Fallback>
                <p:oleObj name="公式" r:id="rId25" imgW="4698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8833" y="4425950"/>
                        <a:ext cx="509478" cy="4248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039576"/>
              </p:ext>
            </p:extLst>
          </p:nvPr>
        </p:nvGraphicFramePr>
        <p:xfrm>
          <a:off x="3088473" y="4358832"/>
          <a:ext cx="4232327" cy="13557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4038480" imgH="1295280" progId="Equation.3">
                  <p:embed/>
                </p:oleObj>
              </mc:Choice>
              <mc:Fallback>
                <p:oleObj name="公式" r:id="rId27" imgW="4038480" imgH="1295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8473" y="4358832"/>
                        <a:ext cx="4232327" cy="13557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3484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42" grpId="0" animBg="1"/>
      <p:bldP spid="2254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5809702"/>
              </p:ext>
            </p:extLst>
          </p:nvPr>
        </p:nvGraphicFramePr>
        <p:xfrm>
          <a:off x="2427564" y="1079500"/>
          <a:ext cx="1530074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23880" imgH="444240" progId="Equation.3">
                  <p:embed/>
                </p:oleObj>
              </mc:Choice>
              <mc:Fallback>
                <p:oleObj name="公式" r:id="rId2" imgW="15238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7564" y="1079500"/>
                        <a:ext cx="1530074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7430028"/>
              </p:ext>
            </p:extLst>
          </p:nvPr>
        </p:nvGraphicFramePr>
        <p:xfrm>
          <a:off x="4033838" y="1079500"/>
          <a:ext cx="311830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111480" imgH="444240" progId="Equation.3">
                  <p:embed/>
                </p:oleObj>
              </mc:Choice>
              <mc:Fallback>
                <p:oleObj name="公式" r:id="rId4" imgW="31114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3838" y="1079500"/>
                        <a:ext cx="311830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8522714"/>
              </p:ext>
            </p:extLst>
          </p:nvPr>
        </p:nvGraphicFramePr>
        <p:xfrm>
          <a:off x="2427564" y="1730668"/>
          <a:ext cx="5761330" cy="682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892480" imgH="698400" progId="Equation.3">
                  <p:embed/>
                </p:oleObj>
              </mc:Choice>
              <mc:Fallback>
                <p:oleObj name="公式" r:id="rId6" imgW="589248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7564" y="1730668"/>
                        <a:ext cx="5761330" cy="6823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4410480"/>
              </p:ext>
            </p:extLst>
          </p:nvPr>
        </p:nvGraphicFramePr>
        <p:xfrm>
          <a:off x="4972773" y="2563814"/>
          <a:ext cx="654648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09480" imgH="317160" progId="Equation.3">
                  <p:embed/>
                </p:oleObj>
              </mc:Choice>
              <mc:Fallback>
                <p:oleObj name="公式" r:id="rId8" imgW="60948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773" y="2563814"/>
                        <a:ext cx="654648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5901957"/>
              </p:ext>
            </p:extLst>
          </p:nvPr>
        </p:nvGraphicFramePr>
        <p:xfrm>
          <a:off x="2447893" y="3147876"/>
          <a:ext cx="1509745" cy="42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562040" imgH="444240" progId="Equation.3">
                  <p:embed/>
                </p:oleObj>
              </mc:Choice>
              <mc:Fallback>
                <p:oleObj name="公式" r:id="rId10" imgW="15620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893" y="3147876"/>
                        <a:ext cx="1509745" cy="42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3490764"/>
              </p:ext>
            </p:extLst>
          </p:nvPr>
        </p:nvGraphicFramePr>
        <p:xfrm>
          <a:off x="4057941" y="3092450"/>
          <a:ext cx="3157274" cy="449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022560" imgH="431640" progId="Equation.3">
                  <p:embed/>
                </p:oleObj>
              </mc:Choice>
              <mc:Fallback>
                <p:oleObj name="公式" r:id="rId12" imgW="30225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7941" y="3092450"/>
                        <a:ext cx="3157274" cy="4492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7444436"/>
              </p:ext>
            </p:extLst>
          </p:nvPr>
        </p:nvGraphicFramePr>
        <p:xfrm>
          <a:off x="2332326" y="3818958"/>
          <a:ext cx="4759594" cy="668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4965480" imgH="698400" progId="Equation.3">
                  <p:embed/>
                </p:oleObj>
              </mc:Choice>
              <mc:Fallback>
                <p:oleObj name="公式" r:id="rId14" imgW="496548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2326" y="3818958"/>
                        <a:ext cx="4759594" cy="6689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5617796"/>
              </p:ext>
            </p:extLst>
          </p:nvPr>
        </p:nvGraphicFramePr>
        <p:xfrm>
          <a:off x="7091920" y="4001797"/>
          <a:ext cx="625843" cy="330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596880" imgH="317160" progId="Equation.3">
                  <p:embed/>
                </p:oleObj>
              </mc:Choice>
              <mc:Fallback>
                <p:oleObj name="公式" r:id="rId16" imgW="59688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1920" y="4001797"/>
                        <a:ext cx="625843" cy="3301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8986591"/>
              </p:ext>
            </p:extLst>
          </p:nvPr>
        </p:nvGraphicFramePr>
        <p:xfrm>
          <a:off x="2280085" y="4751326"/>
          <a:ext cx="2264206" cy="460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171520" imgH="444240" progId="Equation.3">
                  <p:embed/>
                </p:oleObj>
              </mc:Choice>
              <mc:Fallback>
                <p:oleObj name="公式" r:id="rId18" imgW="217152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0085" y="4751326"/>
                        <a:ext cx="2264206" cy="4600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12055"/>
              </p:ext>
            </p:extLst>
          </p:nvPr>
        </p:nvGraphicFramePr>
        <p:xfrm>
          <a:off x="4654118" y="4779545"/>
          <a:ext cx="637309" cy="336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596880" imgH="317160" progId="Equation.3">
                  <p:embed/>
                </p:oleObj>
              </mc:Choice>
              <mc:Fallback>
                <p:oleObj name="公式" r:id="rId20" imgW="59688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4118" y="4779545"/>
                        <a:ext cx="637309" cy="336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519" name="Group 12"/>
          <p:cNvGrpSpPr>
            <a:grpSpLocks/>
          </p:cNvGrpSpPr>
          <p:nvPr/>
        </p:nvGrpSpPr>
        <p:grpSpPr bwMode="auto">
          <a:xfrm>
            <a:off x="8853055" y="1443831"/>
            <a:ext cx="2403475" cy="2363788"/>
            <a:chOff x="3648" y="2161"/>
            <a:chExt cx="1514" cy="1489"/>
          </a:xfrm>
        </p:grpSpPr>
        <p:grpSp>
          <p:nvGrpSpPr>
            <p:cNvPr id="21521" name="Group 13"/>
            <p:cNvGrpSpPr>
              <a:grpSpLocks/>
            </p:cNvGrpSpPr>
            <p:nvPr/>
          </p:nvGrpSpPr>
          <p:grpSpPr bwMode="auto">
            <a:xfrm>
              <a:off x="3648" y="2161"/>
              <a:ext cx="1514" cy="1489"/>
              <a:chOff x="3648" y="2161"/>
              <a:chExt cx="1514" cy="1489"/>
            </a:xfrm>
          </p:grpSpPr>
          <p:graphicFrame>
            <p:nvGraphicFramePr>
              <p:cNvPr id="21516" name="Object 12"/>
              <p:cNvGraphicFramePr>
                <a:graphicFrameLocks noChangeAspect="1"/>
              </p:cNvGraphicFramePr>
              <p:nvPr/>
            </p:nvGraphicFramePr>
            <p:xfrm>
              <a:off x="3648" y="2161"/>
              <a:ext cx="1440" cy="14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MP 图象" r:id="rId21" imgW="2495238" imgH="2847619" progId="Paint.Picture">
                      <p:embed/>
                    </p:oleObj>
                  </mc:Choice>
                  <mc:Fallback>
                    <p:oleObj name="BMP 图象" r:id="rId21" imgW="2495238" imgH="2847619" progId="Paint.Picture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48" y="2161"/>
                            <a:ext cx="1440" cy="1439"/>
                          </a:xfrm>
                          <a:prstGeom prst="rect">
                            <a:avLst/>
                          </a:prstGeom>
                          <a:noFill/>
                          <a:ln w="19050">
                            <a:solidFill>
                              <a:srgbClr val="CC990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1524" name="Group 15"/>
              <p:cNvGrpSpPr>
                <a:grpSpLocks/>
              </p:cNvGrpSpPr>
              <p:nvPr/>
            </p:nvGrpSpPr>
            <p:grpSpPr bwMode="auto">
              <a:xfrm>
                <a:off x="4529" y="2652"/>
                <a:ext cx="633" cy="998"/>
                <a:chOff x="4566" y="2652"/>
                <a:chExt cx="633" cy="998"/>
              </a:xfrm>
            </p:grpSpPr>
            <p:graphicFrame>
              <p:nvGraphicFramePr>
                <p:cNvPr id="21517" name="Object 13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390991597"/>
                    </p:ext>
                  </p:extLst>
                </p:nvPr>
              </p:nvGraphicFramePr>
              <p:xfrm>
                <a:off x="4566" y="3488"/>
                <a:ext cx="367" cy="1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3" imgW="457200" imgH="203040" progId="Equation.DSMT4">
                        <p:embed/>
                      </p:oleObj>
                    </mc:Choice>
                    <mc:Fallback>
                      <p:oleObj name="Equation" r:id="rId23" imgW="457200" imgH="20304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4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66" y="3488"/>
                              <a:ext cx="367" cy="16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1518" name="Object 14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9964164"/>
                    </p:ext>
                  </p:extLst>
                </p:nvPr>
              </p:nvGraphicFramePr>
              <p:xfrm>
                <a:off x="4785" y="2652"/>
                <a:ext cx="414" cy="14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5" imgW="444240" imgH="203040" progId="Equation.DSMT4">
                        <p:embed/>
                      </p:oleObj>
                    </mc:Choice>
                    <mc:Fallback>
                      <p:oleObj name="Equation" r:id="rId25" imgW="444240" imgH="20304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6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785" y="2652"/>
                              <a:ext cx="414" cy="14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sp>
          <p:nvSpPr>
            <p:cNvPr id="21522" name="Line 18"/>
            <p:cNvSpPr>
              <a:spLocks noChangeShapeType="1"/>
            </p:cNvSpPr>
            <p:nvPr/>
          </p:nvSpPr>
          <p:spPr bwMode="auto">
            <a:xfrm>
              <a:off x="3879" y="3457"/>
              <a:ext cx="869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3" name="Line 19"/>
            <p:cNvSpPr>
              <a:spLocks noChangeShapeType="1"/>
            </p:cNvSpPr>
            <p:nvPr/>
          </p:nvSpPr>
          <p:spPr bwMode="auto">
            <a:xfrm flipV="1">
              <a:off x="4739" y="2708"/>
              <a:ext cx="0" cy="75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572" name="Text Box 20"/>
          <p:cNvSpPr txBox="1">
            <a:spLocks noChangeArrowheads="1"/>
          </p:cNvSpPr>
          <p:nvPr/>
        </p:nvSpPr>
        <p:spPr bwMode="auto">
          <a:xfrm>
            <a:off x="2438400" y="5257800"/>
            <a:ext cx="7391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问题</a:t>
            </a:r>
            <a:r>
              <a:rPr lang="zh-CN" altLang="en-US" sz="2800" b="1">
                <a:solidFill>
                  <a:srgbClr val="FF0000"/>
                </a:solidFill>
              </a:rPr>
              <a:t>：被积函数相同，起点和终点也相同，但路径不同而积分结果相同</a:t>
            </a:r>
            <a:r>
              <a:rPr lang="en-US" altLang="zh-CN" sz="2800" b="1">
                <a:solidFill>
                  <a:srgbClr val="FF0000"/>
                </a:solidFill>
              </a:rPr>
              <a:t>.</a:t>
            </a:r>
            <a:r>
              <a:rPr lang="zh-CN" altLang="en-US" sz="2800" b="1">
                <a:solidFill>
                  <a:srgbClr val="FF0000"/>
                </a:solidFill>
              </a:rPr>
              <a:t>具有普遍性？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9607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5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72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8731594" y="3210278"/>
            <a:ext cx="2700337" cy="309562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9858765" y="3408499"/>
            <a:ext cx="1676400" cy="3016250"/>
            <a:chOff x="4416" y="2064"/>
            <a:chExt cx="1056" cy="1900"/>
          </a:xfrm>
        </p:grpSpPr>
        <p:sp>
          <p:nvSpPr>
            <p:cNvPr id="22553" name="Freeform 4"/>
            <p:cNvSpPr>
              <a:spLocks/>
            </p:cNvSpPr>
            <p:nvPr/>
          </p:nvSpPr>
          <p:spPr bwMode="auto">
            <a:xfrm>
              <a:off x="4416" y="2304"/>
              <a:ext cx="768" cy="1224"/>
            </a:xfrm>
            <a:custGeom>
              <a:avLst/>
              <a:gdLst>
                <a:gd name="T0" fmla="*/ 0 w 768"/>
                <a:gd name="T1" fmla="*/ 600 h 1200"/>
                <a:gd name="T2" fmla="*/ 0 w 768"/>
                <a:gd name="T3" fmla="*/ 1248 h 1200"/>
                <a:gd name="T4" fmla="*/ 768 w 768"/>
                <a:gd name="T5" fmla="*/ 1248 h 1200"/>
                <a:gd name="T6" fmla="*/ 768 w 768"/>
                <a:gd name="T7" fmla="*/ 0 h 12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8"/>
                <a:gd name="T13" fmla="*/ 0 h 1200"/>
                <a:gd name="T14" fmla="*/ 768 w 768"/>
                <a:gd name="T15" fmla="*/ 1200 h 12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8" h="1200">
                  <a:moveTo>
                    <a:pt x="0" y="576"/>
                  </a:moveTo>
                  <a:lnTo>
                    <a:pt x="0" y="1200"/>
                  </a:lnTo>
                  <a:lnTo>
                    <a:pt x="768" y="1200"/>
                  </a:lnTo>
                  <a:lnTo>
                    <a:pt x="768" y="0"/>
                  </a:lnTo>
                </a:path>
              </a:pathLst>
            </a:custGeom>
            <a:gradFill rotWithShape="0">
              <a:gsLst>
                <a:gs pos="0">
                  <a:srgbClr val="002F00"/>
                </a:gs>
                <a:gs pos="50000">
                  <a:srgbClr val="006600"/>
                </a:gs>
                <a:gs pos="100000">
                  <a:srgbClr val="002F00"/>
                </a:gs>
              </a:gsLst>
              <a:lin ang="0" scaled="1"/>
            </a:gradFill>
            <a:ln w="19050" cmpd="sng">
              <a:solidFill>
                <a:srgbClr val="00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4" name="Arc 5"/>
            <p:cNvSpPr>
              <a:spLocks/>
            </p:cNvSpPr>
            <p:nvPr/>
          </p:nvSpPr>
          <p:spPr bwMode="auto">
            <a:xfrm>
              <a:off x="4416" y="3407"/>
              <a:ext cx="768" cy="167"/>
            </a:xfrm>
            <a:custGeom>
              <a:avLst/>
              <a:gdLst>
                <a:gd name="T0" fmla="*/ 0 w 43144"/>
                <a:gd name="T1" fmla="*/ 0 h 21600"/>
                <a:gd name="T2" fmla="*/ 0 w 43144"/>
                <a:gd name="T3" fmla="*/ 0 h 21600"/>
                <a:gd name="T4" fmla="*/ 0 w 43144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44"/>
                <a:gd name="T10" fmla="*/ 0 h 21600"/>
                <a:gd name="T11" fmla="*/ 43144 w 4314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44" h="21600" fill="none" extrusionOk="0">
                  <a:moveTo>
                    <a:pt x="0" y="20492"/>
                  </a:moveTo>
                  <a:cubicBezTo>
                    <a:pt x="590" y="9008"/>
                    <a:pt x="10073" y="-1"/>
                    <a:pt x="21572" y="0"/>
                  </a:cubicBezTo>
                  <a:cubicBezTo>
                    <a:pt x="33076" y="0"/>
                    <a:pt x="42561" y="9016"/>
                    <a:pt x="43144" y="20505"/>
                  </a:cubicBezTo>
                </a:path>
                <a:path w="43144" h="21600" stroke="0" extrusionOk="0">
                  <a:moveTo>
                    <a:pt x="0" y="20492"/>
                  </a:moveTo>
                  <a:cubicBezTo>
                    <a:pt x="590" y="9008"/>
                    <a:pt x="10073" y="-1"/>
                    <a:pt x="21572" y="0"/>
                  </a:cubicBezTo>
                  <a:cubicBezTo>
                    <a:pt x="33076" y="0"/>
                    <a:pt x="42561" y="9016"/>
                    <a:pt x="43144" y="20505"/>
                  </a:cubicBezTo>
                  <a:lnTo>
                    <a:pt x="21572" y="21600"/>
                  </a:lnTo>
                  <a:close/>
                </a:path>
              </a:pathLst>
            </a:custGeom>
            <a:noFill/>
            <a:ln w="9525">
              <a:solidFill>
                <a:srgbClr val="0099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5" name="Arc 6"/>
            <p:cNvSpPr>
              <a:spLocks/>
            </p:cNvSpPr>
            <p:nvPr/>
          </p:nvSpPr>
          <p:spPr bwMode="auto">
            <a:xfrm rot="10800000">
              <a:off x="4416" y="3513"/>
              <a:ext cx="768" cy="167"/>
            </a:xfrm>
            <a:custGeom>
              <a:avLst/>
              <a:gdLst>
                <a:gd name="T0" fmla="*/ 0 w 43144"/>
                <a:gd name="T1" fmla="*/ 0 h 21600"/>
                <a:gd name="T2" fmla="*/ 0 w 43144"/>
                <a:gd name="T3" fmla="*/ 0 h 21600"/>
                <a:gd name="T4" fmla="*/ 0 w 43144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44"/>
                <a:gd name="T10" fmla="*/ 0 h 21600"/>
                <a:gd name="T11" fmla="*/ 43144 w 4314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44" h="21600" fill="none" extrusionOk="0">
                  <a:moveTo>
                    <a:pt x="0" y="20492"/>
                  </a:moveTo>
                  <a:cubicBezTo>
                    <a:pt x="590" y="9008"/>
                    <a:pt x="10073" y="-1"/>
                    <a:pt x="21572" y="0"/>
                  </a:cubicBezTo>
                  <a:cubicBezTo>
                    <a:pt x="33076" y="0"/>
                    <a:pt x="42561" y="9016"/>
                    <a:pt x="43144" y="20505"/>
                  </a:cubicBezTo>
                </a:path>
                <a:path w="43144" h="21600" stroke="0" extrusionOk="0">
                  <a:moveTo>
                    <a:pt x="0" y="20492"/>
                  </a:moveTo>
                  <a:cubicBezTo>
                    <a:pt x="590" y="9008"/>
                    <a:pt x="10073" y="-1"/>
                    <a:pt x="21572" y="0"/>
                  </a:cubicBezTo>
                  <a:cubicBezTo>
                    <a:pt x="33076" y="0"/>
                    <a:pt x="42561" y="9016"/>
                    <a:pt x="43144" y="20505"/>
                  </a:cubicBezTo>
                  <a:lnTo>
                    <a:pt x="21572" y="21600"/>
                  </a:lnTo>
                  <a:close/>
                </a:path>
              </a:pathLst>
            </a:custGeom>
            <a:gradFill rotWithShape="0">
              <a:gsLst>
                <a:gs pos="0">
                  <a:srgbClr val="002F00"/>
                </a:gs>
                <a:gs pos="50000">
                  <a:srgbClr val="006600"/>
                </a:gs>
                <a:gs pos="100000">
                  <a:srgbClr val="002F00"/>
                </a:gs>
              </a:gsLst>
              <a:lin ang="0" scaled="1"/>
            </a:gradFill>
            <a:ln w="19050">
              <a:solidFill>
                <a:srgbClr val="00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6" name="Oval 7"/>
            <p:cNvSpPr>
              <a:spLocks noChangeArrowheads="1"/>
            </p:cNvSpPr>
            <p:nvPr/>
          </p:nvSpPr>
          <p:spPr bwMode="auto">
            <a:xfrm rot="18878416">
              <a:off x="4303" y="2325"/>
              <a:ext cx="986" cy="500"/>
            </a:xfrm>
            <a:prstGeom prst="ellipse">
              <a:avLst/>
            </a:prstGeom>
            <a:gradFill rotWithShape="0">
              <a:gsLst>
                <a:gs pos="0">
                  <a:srgbClr val="002F00"/>
                </a:gs>
                <a:gs pos="50000">
                  <a:srgbClr val="006600"/>
                </a:gs>
                <a:gs pos="100000">
                  <a:srgbClr val="002F00"/>
                </a:gs>
              </a:gsLst>
              <a:lin ang="0" scaled="1"/>
            </a:gradFill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22557" name="Group 8"/>
            <p:cNvGrpSpPr>
              <a:grpSpLocks/>
            </p:cNvGrpSpPr>
            <p:nvPr/>
          </p:nvGrpSpPr>
          <p:grpSpPr bwMode="auto">
            <a:xfrm>
              <a:off x="4416" y="2100"/>
              <a:ext cx="1056" cy="1824"/>
              <a:chOff x="4416" y="2128"/>
              <a:chExt cx="1056" cy="1824"/>
            </a:xfrm>
          </p:grpSpPr>
          <p:sp>
            <p:nvSpPr>
              <p:cNvPr id="22558" name="Line 9"/>
              <p:cNvSpPr>
                <a:spLocks noChangeShapeType="1"/>
              </p:cNvSpPr>
              <p:nvPr/>
            </p:nvSpPr>
            <p:spPr bwMode="auto">
              <a:xfrm>
                <a:off x="4800" y="3568"/>
                <a:ext cx="3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59" name="Line 10"/>
              <p:cNvSpPr>
                <a:spLocks noChangeShapeType="1"/>
              </p:cNvSpPr>
              <p:nvPr/>
            </p:nvSpPr>
            <p:spPr bwMode="auto">
              <a:xfrm flipV="1">
                <a:off x="4800" y="2704"/>
                <a:ext cx="0" cy="86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60" name="Line 11"/>
              <p:cNvSpPr>
                <a:spLocks noChangeShapeType="1"/>
              </p:cNvSpPr>
              <p:nvPr/>
            </p:nvSpPr>
            <p:spPr bwMode="auto">
              <a:xfrm flipH="1">
                <a:off x="4680" y="3568"/>
                <a:ext cx="120" cy="12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61" name="Line 12"/>
              <p:cNvSpPr>
                <a:spLocks noChangeShapeType="1"/>
              </p:cNvSpPr>
              <p:nvPr/>
            </p:nvSpPr>
            <p:spPr bwMode="auto">
              <a:xfrm flipV="1">
                <a:off x="4800" y="2128"/>
                <a:ext cx="0" cy="4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62" name="Line 13"/>
              <p:cNvSpPr>
                <a:spLocks noChangeShapeType="1"/>
              </p:cNvSpPr>
              <p:nvPr/>
            </p:nvSpPr>
            <p:spPr bwMode="auto">
              <a:xfrm>
                <a:off x="5184" y="3568"/>
                <a:ext cx="2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63" name="Line 14"/>
              <p:cNvSpPr>
                <a:spLocks noChangeShapeType="1"/>
              </p:cNvSpPr>
              <p:nvPr/>
            </p:nvSpPr>
            <p:spPr bwMode="auto">
              <a:xfrm flipH="1">
                <a:off x="4416" y="3712"/>
                <a:ext cx="24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22540" name="Object 12"/>
            <p:cNvGraphicFramePr>
              <a:graphicFrameLocks noChangeAspect="1"/>
            </p:cNvGraphicFramePr>
            <p:nvPr/>
          </p:nvGraphicFramePr>
          <p:xfrm>
            <a:off x="4616" y="3452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15640" imgH="241200" progId="Equation.3">
                    <p:embed/>
                  </p:oleObj>
                </mc:Choice>
                <mc:Fallback>
                  <p:oleObj name="Equation" r:id="rId2" imgW="2156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6" y="3452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1" name="Object 13"/>
            <p:cNvGraphicFramePr>
              <a:graphicFrameLocks noChangeAspect="1"/>
            </p:cNvGraphicFramePr>
            <p:nvPr/>
          </p:nvGraphicFramePr>
          <p:xfrm>
            <a:off x="4616" y="2064"/>
            <a:ext cx="13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15640" imgH="215640" progId="Equation.3">
                    <p:embed/>
                  </p:oleObj>
                </mc:Choice>
                <mc:Fallback>
                  <p:oleObj name="Equation" r:id="rId4" imgW="2156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6" y="2064"/>
                          <a:ext cx="13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2" name="Object 14"/>
            <p:cNvGraphicFramePr>
              <a:graphicFrameLocks noChangeAspect="1"/>
            </p:cNvGraphicFramePr>
            <p:nvPr/>
          </p:nvGraphicFramePr>
          <p:xfrm>
            <a:off x="5320" y="3612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41200" imgH="317160" progId="Equation.3">
                    <p:embed/>
                  </p:oleObj>
                </mc:Choice>
                <mc:Fallback>
                  <p:oleObj name="Equation" r:id="rId6" imgW="24120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0" y="3612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3" name="Object 15"/>
            <p:cNvGraphicFramePr>
              <a:graphicFrameLocks noChangeAspect="1"/>
            </p:cNvGraphicFramePr>
            <p:nvPr/>
          </p:nvGraphicFramePr>
          <p:xfrm>
            <a:off x="4560" y="3812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28600" imgH="241200" progId="Equation.3">
                    <p:embed/>
                  </p:oleObj>
                </mc:Choice>
                <mc:Fallback>
                  <p:oleObj name="Equation" r:id="rId8" imgW="2286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3812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4" name="Object 16"/>
            <p:cNvGraphicFramePr>
              <a:graphicFrameLocks noChangeAspect="1"/>
            </p:cNvGraphicFramePr>
            <p:nvPr/>
          </p:nvGraphicFramePr>
          <p:xfrm>
            <a:off x="4896" y="2852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53800" imgH="304560" progId="Equation.3">
                    <p:embed/>
                  </p:oleObj>
                </mc:Choice>
                <mc:Fallback>
                  <p:oleObj name="Equation" r:id="rId10" imgW="253800" imgH="3045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6" y="2852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47" name="Rectangle 20"/>
          <p:cNvSpPr>
            <a:spLocks noGrp="1" noChangeArrowheads="1"/>
          </p:cNvSpPr>
          <p:nvPr>
            <p:ph type="title"/>
          </p:nvPr>
        </p:nvSpPr>
        <p:spPr>
          <a:xfrm>
            <a:off x="1476700" y="864982"/>
            <a:ext cx="1752600" cy="609600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.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求</a:t>
            </a:r>
          </a:p>
        </p:txBody>
      </p:sp>
      <p:graphicFrame>
        <p:nvGraphicFramePr>
          <p:cNvPr id="225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281257"/>
              </p:ext>
            </p:extLst>
          </p:nvPr>
        </p:nvGraphicFramePr>
        <p:xfrm>
          <a:off x="2768298" y="810936"/>
          <a:ext cx="6258087" cy="760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16120" imgH="317160" progId="Equation.DSMT4">
                  <p:embed/>
                </p:oleObj>
              </mc:Choice>
              <mc:Fallback>
                <p:oleObj name="Equation" r:id="rId12" imgW="261612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8298" y="810936"/>
                        <a:ext cx="6258087" cy="7600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2" name="Text Box 22"/>
          <p:cNvSpPr txBox="1">
            <a:spLocks noChangeArrowheads="1"/>
          </p:cNvSpPr>
          <p:nvPr/>
        </p:nvSpPr>
        <p:spPr bwMode="auto">
          <a:xfrm>
            <a:off x="9014962" y="920514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其中</a:t>
            </a:r>
          </a:p>
        </p:txBody>
      </p:sp>
      <p:graphicFrame>
        <p:nvGraphicFramePr>
          <p:cNvPr id="256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1910259"/>
              </p:ext>
            </p:extLst>
          </p:nvPr>
        </p:nvGraphicFramePr>
        <p:xfrm>
          <a:off x="1476700" y="1437465"/>
          <a:ext cx="2826328" cy="1248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91880" imgH="482400" progId="Equation.DSMT4">
                  <p:embed/>
                </p:oleObj>
              </mc:Choice>
              <mc:Fallback>
                <p:oleObj name="Equation" r:id="rId14" imgW="10918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700" y="1437465"/>
                        <a:ext cx="2826328" cy="12488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4" name="Text Box 24"/>
          <p:cNvSpPr txBox="1">
            <a:spLocks noChangeArrowheads="1"/>
          </p:cNvSpPr>
          <p:nvPr/>
        </p:nvSpPr>
        <p:spPr bwMode="auto">
          <a:xfrm>
            <a:off x="4516120" y="1984104"/>
            <a:ext cx="457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从</a:t>
            </a:r>
            <a:r>
              <a:rPr lang="zh-CN" altLang="en-US" sz="2800" b="1" i="1" dirty="0">
                <a:ea typeface="楷体_GB2312" pitchFamily="49" charset="-122"/>
              </a:rPr>
              <a:t> </a:t>
            </a:r>
            <a:r>
              <a:rPr lang="en-US" altLang="zh-CN" sz="2800" b="1" i="1" dirty="0">
                <a:ea typeface="楷体_GB2312" pitchFamily="49" charset="-122"/>
              </a:rPr>
              <a:t>z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轴正向看为顺时针方向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sp>
        <p:nvSpPr>
          <p:cNvPr id="25625" name="Line 25"/>
          <p:cNvSpPr>
            <a:spLocks noChangeShapeType="1"/>
          </p:cNvSpPr>
          <p:nvPr/>
        </p:nvSpPr>
        <p:spPr bwMode="auto">
          <a:xfrm flipV="1">
            <a:off x="10010934" y="3810573"/>
            <a:ext cx="2286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26" name="Line 26"/>
          <p:cNvSpPr>
            <a:spLocks noChangeShapeType="1"/>
          </p:cNvSpPr>
          <p:nvPr/>
        </p:nvSpPr>
        <p:spPr bwMode="auto">
          <a:xfrm flipH="1">
            <a:off x="10432221" y="4598411"/>
            <a:ext cx="22860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27" name="Text Box 27"/>
          <p:cNvSpPr txBox="1">
            <a:spLocks noChangeArrowheads="1"/>
          </p:cNvSpPr>
          <p:nvPr/>
        </p:nvSpPr>
        <p:spPr bwMode="auto">
          <a:xfrm>
            <a:off x="1476700" y="2634342"/>
            <a:ext cx="381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取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 的参数方程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256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9734145"/>
              </p:ext>
            </p:extLst>
          </p:nvPr>
        </p:nvGraphicFramePr>
        <p:xfrm>
          <a:off x="1600999" y="3269966"/>
          <a:ext cx="2567437" cy="504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93760" imgH="203040" progId="Equation.DSMT4">
                  <p:embed/>
                </p:oleObj>
              </mc:Choice>
              <mc:Fallback>
                <p:oleObj name="Equation" r:id="rId16" imgW="1193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999" y="3269966"/>
                        <a:ext cx="2567437" cy="5043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4750868"/>
              </p:ext>
            </p:extLst>
          </p:nvPr>
        </p:nvGraphicFramePr>
        <p:xfrm>
          <a:off x="4292873" y="3268152"/>
          <a:ext cx="4110898" cy="513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057400" imgH="203040" progId="Equation.DSMT4">
                  <p:embed/>
                </p:oleObj>
              </mc:Choice>
              <mc:Fallback>
                <p:oleObj name="Equation" r:id="rId18" imgW="2057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2873" y="3268152"/>
                        <a:ext cx="4110898" cy="5130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6651602"/>
              </p:ext>
            </p:extLst>
          </p:nvPr>
        </p:nvGraphicFramePr>
        <p:xfrm>
          <a:off x="1599019" y="3772433"/>
          <a:ext cx="2104104" cy="789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914400" imgH="342720" progId="Equation.DSMT4">
                  <p:embed/>
                </p:oleObj>
              </mc:Choice>
              <mc:Fallback>
                <p:oleObj name="Equation" r:id="rId20" imgW="91440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9019" y="3772433"/>
                        <a:ext cx="2104104" cy="7890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4736012"/>
              </p:ext>
            </p:extLst>
          </p:nvPr>
        </p:nvGraphicFramePr>
        <p:xfrm>
          <a:off x="2756686" y="4627763"/>
          <a:ext cx="3846044" cy="484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612800" imgH="203040" progId="Equation.DSMT4">
                  <p:embed/>
                </p:oleObj>
              </mc:Choice>
              <mc:Fallback>
                <p:oleObj name="Equation" r:id="rId22" imgW="1612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6686" y="4627763"/>
                        <a:ext cx="3846044" cy="4845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7847020"/>
              </p:ext>
            </p:extLst>
          </p:nvPr>
        </p:nvGraphicFramePr>
        <p:xfrm>
          <a:off x="2761673" y="5195282"/>
          <a:ext cx="4294423" cy="452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930320" imgH="203040" progId="Equation.DSMT4">
                  <p:embed/>
                </p:oleObj>
              </mc:Choice>
              <mc:Fallback>
                <p:oleObj name="Equation" r:id="rId24" imgW="1930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1673" y="5195282"/>
                        <a:ext cx="4294423" cy="4524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7966204"/>
              </p:ext>
            </p:extLst>
          </p:nvPr>
        </p:nvGraphicFramePr>
        <p:xfrm>
          <a:off x="2454236" y="5673068"/>
          <a:ext cx="2896945" cy="766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295280" imgH="342720" progId="Equation.DSMT4">
                  <p:embed/>
                </p:oleObj>
              </mc:Choice>
              <mc:Fallback>
                <p:oleObj name="Equation" r:id="rId26" imgW="12952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236" y="5673068"/>
                        <a:ext cx="2896945" cy="7668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9593271"/>
              </p:ext>
            </p:extLst>
          </p:nvPr>
        </p:nvGraphicFramePr>
        <p:xfrm>
          <a:off x="3703123" y="3927698"/>
          <a:ext cx="2676339" cy="4866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117440" imgH="203040" progId="Equation.DSMT4">
                  <p:embed/>
                </p:oleObj>
              </mc:Choice>
              <mc:Fallback>
                <p:oleObj name="Equation" r:id="rId28" imgW="1117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3123" y="3927698"/>
                        <a:ext cx="2676339" cy="4866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8093329"/>
              </p:ext>
            </p:extLst>
          </p:nvPr>
        </p:nvGraphicFramePr>
        <p:xfrm>
          <a:off x="5351181" y="5797280"/>
          <a:ext cx="1016123" cy="418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431640" imgH="177480" progId="Equation.DSMT4">
                  <p:embed/>
                </p:oleObj>
              </mc:Choice>
              <mc:Fallback>
                <p:oleObj name="Equation" r:id="rId30" imgW="4316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1181" y="5797280"/>
                        <a:ext cx="1016123" cy="4184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53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5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5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5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5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5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5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5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5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5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nimBg="1"/>
      <p:bldP spid="25625" grpId="0" animBg="1"/>
      <p:bldP spid="25626" grpId="0" animBg="1"/>
      <p:bldP spid="25627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487066" y="926932"/>
            <a:ext cx="3708400" cy="609600"/>
          </a:xfrm>
        </p:spPr>
        <p:txBody>
          <a:bodyPr/>
          <a:lstStyle/>
          <a:p>
            <a:pPr algn="l">
              <a:defRPr/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6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.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设曲线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sz="2800" b="1" dirty="0">
                <a:ea typeface="楷体_GB2312" pitchFamily="49" charset="-122"/>
              </a:rPr>
              <a:t>为曲面</a:t>
            </a:r>
          </a:p>
        </p:txBody>
      </p:sp>
      <p:graphicFrame>
        <p:nvGraphicFramePr>
          <p:cNvPr id="286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7981485"/>
              </p:ext>
            </p:extLst>
          </p:nvPr>
        </p:nvGraphicFramePr>
        <p:xfrm>
          <a:off x="4761992" y="870097"/>
          <a:ext cx="2590800" cy="555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66680" imgH="228600" progId="Equation.DSMT4">
                  <p:embed/>
                </p:oleObj>
              </mc:Choice>
              <mc:Fallback>
                <p:oleObj name="Equation" r:id="rId2" imgW="1066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1992" y="870097"/>
                        <a:ext cx="2590800" cy="5551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5" name="Text Box 4"/>
          <p:cNvSpPr txBox="1">
            <a:spLocks noChangeArrowheads="1"/>
          </p:cNvSpPr>
          <p:nvPr/>
        </p:nvSpPr>
        <p:spPr bwMode="auto">
          <a:xfrm>
            <a:off x="7356456" y="982124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与曲面</a:t>
            </a:r>
          </a:p>
        </p:txBody>
      </p:sp>
      <p:graphicFrame>
        <p:nvGraphicFramePr>
          <p:cNvPr id="286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8723435"/>
              </p:ext>
            </p:extLst>
          </p:nvPr>
        </p:nvGraphicFramePr>
        <p:xfrm>
          <a:off x="8551820" y="909256"/>
          <a:ext cx="2017568" cy="5587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25480" imgH="228600" progId="Equation.DSMT4">
                  <p:embed/>
                </p:oleObj>
              </mc:Choice>
              <mc:Fallback>
                <p:oleObj name="Equation" r:id="rId4" imgW="825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1820" y="909256"/>
                        <a:ext cx="2017568" cy="5587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6846514"/>
              </p:ext>
            </p:extLst>
          </p:nvPr>
        </p:nvGraphicFramePr>
        <p:xfrm>
          <a:off x="1811601" y="1504352"/>
          <a:ext cx="3317885" cy="5127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0" imgH="215640" progId="Equation.DSMT4">
                  <p:embed/>
                </p:oleObj>
              </mc:Choice>
              <mc:Fallback>
                <p:oleObj name="Equation" r:id="rId6" imgW="13968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1601" y="1504352"/>
                        <a:ext cx="3317885" cy="5127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1" name="Text Box 7"/>
          <p:cNvSpPr txBox="1">
            <a:spLocks noChangeArrowheads="1"/>
          </p:cNvSpPr>
          <p:nvPr/>
        </p:nvSpPr>
        <p:spPr bwMode="auto">
          <a:xfrm>
            <a:off x="5059152" y="1474296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从 </a:t>
            </a:r>
            <a:r>
              <a:rPr lang="en-US" altLang="zh-CN" sz="2800" b="1" i="1" dirty="0">
                <a:ea typeface="楷体_GB2312" pitchFamily="49" charset="-122"/>
              </a:rPr>
              <a:t>ox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轴正向看去为逆时针方向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</a:p>
        </p:txBody>
      </p:sp>
      <p:sp>
        <p:nvSpPr>
          <p:cNvPr id="31752" name="Text Box 8"/>
          <p:cNvSpPr txBox="1">
            <a:spLocks noChangeArrowheads="1"/>
          </p:cNvSpPr>
          <p:nvPr/>
        </p:nvSpPr>
        <p:spPr bwMode="auto">
          <a:xfrm>
            <a:off x="2267353" y="1986502"/>
            <a:ext cx="480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(1) </a:t>
            </a:r>
            <a:r>
              <a:rPr lang="zh-CN" altLang="en-US" sz="2800" b="1" dirty="0">
                <a:ea typeface="楷体_GB2312" pitchFamily="49" charset="-122"/>
              </a:rPr>
              <a:t>写出曲线 </a:t>
            </a:r>
            <a:r>
              <a:rPr lang="en-US" altLang="zh-CN" sz="2800" b="1" i="1" dirty="0">
                <a:ea typeface="楷体_GB2312" pitchFamily="49" charset="-122"/>
              </a:rPr>
              <a:t>C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的参数方程 </a:t>
            </a:r>
            <a:r>
              <a:rPr lang="en-US" altLang="zh-CN" sz="2800" b="1" dirty="0">
                <a:ea typeface="楷体_GB2312" pitchFamily="49" charset="-122"/>
              </a:rPr>
              <a:t>;</a:t>
            </a:r>
          </a:p>
        </p:txBody>
      </p:sp>
      <p:sp>
        <p:nvSpPr>
          <p:cNvPr id="31753" name="Text Box 9"/>
          <p:cNvSpPr txBox="1">
            <a:spLocks noChangeArrowheads="1"/>
          </p:cNvSpPr>
          <p:nvPr/>
        </p:nvSpPr>
        <p:spPr bwMode="auto">
          <a:xfrm>
            <a:off x="2309949" y="2553031"/>
            <a:ext cx="3200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(2) </a:t>
            </a:r>
            <a:r>
              <a:rPr lang="zh-CN" altLang="en-US" sz="2800" b="1" dirty="0">
                <a:ea typeface="楷体_GB2312" pitchFamily="49" charset="-122"/>
              </a:rPr>
              <a:t>计算曲线积分</a:t>
            </a:r>
          </a:p>
        </p:txBody>
      </p:sp>
      <p:graphicFrame>
        <p:nvGraphicFramePr>
          <p:cNvPr id="3175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1365011"/>
              </p:ext>
            </p:extLst>
          </p:nvPr>
        </p:nvGraphicFramePr>
        <p:xfrm>
          <a:off x="5124827" y="2404665"/>
          <a:ext cx="3811294" cy="7562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00200" imgH="317160" progId="Equation.DSMT4">
                  <p:embed/>
                </p:oleObj>
              </mc:Choice>
              <mc:Fallback>
                <p:oleObj name="Equation" r:id="rId8" imgW="160020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4827" y="2404665"/>
                        <a:ext cx="3811294" cy="7562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5" name="Text Box 11"/>
          <p:cNvSpPr txBox="1">
            <a:spLocks noChangeArrowheads="1"/>
          </p:cNvSpPr>
          <p:nvPr/>
        </p:nvSpPr>
        <p:spPr bwMode="auto">
          <a:xfrm>
            <a:off x="1811601" y="3678067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en-US" altLang="zh-CN" sz="2800" b="1" dirty="0">
                <a:ea typeface="楷体_GB2312" pitchFamily="49" charset="-122"/>
              </a:rPr>
              <a:t>(1)</a:t>
            </a:r>
          </a:p>
        </p:txBody>
      </p:sp>
      <p:sp>
        <p:nvSpPr>
          <p:cNvPr id="31756" name="Line 12"/>
          <p:cNvSpPr>
            <a:spLocks noChangeShapeType="1"/>
          </p:cNvSpPr>
          <p:nvPr/>
        </p:nvSpPr>
        <p:spPr bwMode="auto">
          <a:xfrm>
            <a:off x="8713979" y="1453877"/>
            <a:ext cx="1905000" cy="0"/>
          </a:xfrm>
          <a:prstGeom prst="line">
            <a:avLst/>
          </a:prstGeom>
          <a:noFill/>
          <a:ln w="15875">
            <a:solidFill>
              <a:schemeClr val="accent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175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6000175"/>
              </p:ext>
            </p:extLst>
          </p:nvPr>
        </p:nvGraphicFramePr>
        <p:xfrm>
          <a:off x="3391401" y="2938285"/>
          <a:ext cx="3240179" cy="1154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20480" imgH="469800" progId="Equation.DSMT4">
                  <p:embed/>
                </p:oleObj>
              </mc:Choice>
              <mc:Fallback>
                <p:oleObj name="Equation" r:id="rId10" imgW="13204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1401" y="2938285"/>
                        <a:ext cx="3240179" cy="11547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8" name="Line 14"/>
          <p:cNvSpPr>
            <a:spLocks noChangeShapeType="1"/>
          </p:cNvSpPr>
          <p:nvPr/>
        </p:nvSpPr>
        <p:spPr bwMode="auto">
          <a:xfrm>
            <a:off x="4761992" y="1453877"/>
            <a:ext cx="25908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17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4222622"/>
              </p:ext>
            </p:extLst>
          </p:nvPr>
        </p:nvGraphicFramePr>
        <p:xfrm>
          <a:off x="3422736" y="4042278"/>
          <a:ext cx="2634656" cy="651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30040" imgH="279360" progId="Equation.DSMT4">
                  <p:embed/>
                </p:oleObj>
              </mc:Choice>
              <mc:Fallback>
                <p:oleObj name="Equation" r:id="rId12" imgW="11300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2736" y="4042278"/>
                        <a:ext cx="2634656" cy="651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0" name="AutoShape 16"/>
          <p:cNvSpPr>
            <a:spLocks/>
          </p:cNvSpPr>
          <p:nvPr/>
        </p:nvSpPr>
        <p:spPr bwMode="auto">
          <a:xfrm>
            <a:off x="3239001" y="3565621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61" name="AutoShape 17"/>
          <p:cNvSpPr>
            <a:spLocks noChangeArrowheads="1"/>
          </p:cNvSpPr>
          <p:nvPr/>
        </p:nvSpPr>
        <p:spPr bwMode="auto">
          <a:xfrm>
            <a:off x="2350666" y="5501927"/>
            <a:ext cx="990600" cy="152400"/>
          </a:xfrm>
          <a:prstGeom prst="rightArrow">
            <a:avLst>
              <a:gd name="adj1" fmla="val 50000"/>
              <a:gd name="adj2" fmla="val 1625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62" name="AutoShape 18"/>
          <p:cNvSpPr>
            <a:spLocks/>
          </p:cNvSpPr>
          <p:nvPr/>
        </p:nvSpPr>
        <p:spPr bwMode="auto">
          <a:xfrm>
            <a:off x="3910149" y="4958736"/>
            <a:ext cx="157867" cy="1527023"/>
          </a:xfrm>
          <a:prstGeom prst="leftBrace">
            <a:avLst>
              <a:gd name="adj1" fmla="val 7500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176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0089485"/>
              </p:ext>
            </p:extLst>
          </p:nvPr>
        </p:nvGraphicFramePr>
        <p:xfrm>
          <a:off x="4068016" y="4508950"/>
          <a:ext cx="2069641" cy="894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39600" imgH="406080" progId="Equation.DSMT4">
                  <p:embed/>
                </p:oleObj>
              </mc:Choice>
              <mc:Fallback>
                <p:oleObj name="Equation" r:id="rId14" imgW="9396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8016" y="4508950"/>
                        <a:ext cx="2069641" cy="8941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7491731"/>
              </p:ext>
            </p:extLst>
          </p:nvPr>
        </p:nvGraphicFramePr>
        <p:xfrm>
          <a:off x="4114800" y="5232325"/>
          <a:ext cx="1456062" cy="862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85800" imgH="406080" progId="Equation.DSMT4">
                  <p:embed/>
                </p:oleObj>
              </mc:Choice>
              <mc:Fallback>
                <p:oleObj name="Equation" r:id="rId16" imgW="6858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5232325"/>
                        <a:ext cx="1456062" cy="8629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1390099"/>
              </p:ext>
            </p:extLst>
          </p:nvPr>
        </p:nvGraphicFramePr>
        <p:xfrm>
          <a:off x="4110234" y="5829363"/>
          <a:ext cx="1582448" cy="9193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98400" imgH="406080" progId="Equation.DSMT4">
                  <p:embed/>
                </p:oleObj>
              </mc:Choice>
              <mc:Fallback>
                <p:oleObj name="Equation" r:id="rId18" imgW="698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0234" y="5829363"/>
                        <a:ext cx="1582448" cy="9193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8497877"/>
              </p:ext>
            </p:extLst>
          </p:nvPr>
        </p:nvGraphicFramePr>
        <p:xfrm>
          <a:off x="6405374" y="5403058"/>
          <a:ext cx="1549216" cy="409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72840" imgH="177480" progId="Equation.DSMT4">
                  <p:embed/>
                </p:oleObj>
              </mc:Choice>
              <mc:Fallback>
                <p:oleObj name="Equation" r:id="rId20" imgW="6728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5374" y="5403058"/>
                        <a:ext cx="1549216" cy="4092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616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1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1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5" grpId="0" autoUpdateAnimBg="0"/>
      <p:bldP spid="31756" grpId="0" animBg="1"/>
      <p:bldP spid="31758" grpId="0" animBg="1"/>
      <p:bldP spid="31760" grpId="0" animBg="1"/>
      <p:bldP spid="31761" grpId="0" animBg="1"/>
      <p:bldP spid="3176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9" name="Text Box 2"/>
          <p:cNvSpPr txBox="1">
            <a:spLocks noChangeArrowheads="1"/>
          </p:cNvSpPr>
          <p:nvPr/>
        </p:nvSpPr>
        <p:spPr bwMode="auto">
          <a:xfrm>
            <a:off x="1594465" y="1089802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(2)  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原式 </a:t>
            </a:r>
            <a:r>
              <a:rPr lang="en-US" altLang="zh-CN" sz="2800" dirty="0">
                <a:ea typeface="楷体_GB2312" pitchFamily="49" charset="-122"/>
              </a:rPr>
              <a:t>=</a:t>
            </a:r>
          </a:p>
        </p:txBody>
      </p:sp>
      <p:graphicFrame>
        <p:nvGraphicFramePr>
          <p:cNvPr id="296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0631618"/>
              </p:ext>
            </p:extLst>
          </p:nvPr>
        </p:nvGraphicFramePr>
        <p:xfrm>
          <a:off x="4010611" y="800076"/>
          <a:ext cx="1570038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40" imgH="419040" progId="Equation.DSMT4">
                  <p:embed/>
                </p:oleObj>
              </mc:Choice>
              <mc:Fallback>
                <p:oleObj name="Equation" r:id="rId2" imgW="6728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0611" y="800076"/>
                        <a:ext cx="1570038" cy="982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6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1560350"/>
              </p:ext>
            </p:extLst>
          </p:nvPr>
        </p:nvGraphicFramePr>
        <p:xfrm>
          <a:off x="5692726" y="1608915"/>
          <a:ext cx="391795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00200" imgH="419040" progId="Equation.DSMT4">
                  <p:embed/>
                </p:oleObj>
              </mc:Choice>
              <mc:Fallback>
                <p:oleObj name="Equation" r:id="rId4" imgW="16002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2726" y="1608915"/>
                        <a:ext cx="3917950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3939183" y="2374884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令</a:t>
            </a:r>
          </a:p>
        </p:txBody>
      </p:sp>
      <p:graphicFrame>
        <p:nvGraphicFramePr>
          <p:cNvPr id="3277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1631166"/>
              </p:ext>
            </p:extLst>
          </p:nvPr>
        </p:nvGraphicFramePr>
        <p:xfrm>
          <a:off x="4520053" y="2503589"/>
          <a:ext cx="1340996" cy="3789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83920" imgH="164880" progId="Equation.DSMT4">
                  <p:embed/>
                </p:oleObj>
              </mc:Choice>
              <mc:Fallback>
                <p:oleObj name="Equation" r:id="rId6" imgW="5839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0053" y="2503589"/>
                        <a:ext cx="1340996" cy="3789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5" name="Line 7"/>
          <p:cNvSpPr>
            <a:spLocks noChangeShapeType="1"/>
          </p:cNvSpPr>
          <p:nvPr/>
        </p:nvSpPr>
        <p:spPr bwMode="auto">
          <a:xfrm>
            <a:off x="3703782" y="2117882"/>
            <a:ext cx="0" cy="9906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97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3234556"/>
              </p:ext>
            </p:extLst>
          </p:nvPr>
        </p:nvGraphicFramePr>
        <p:xfrm>
          <a:off x="3351221" y="964095"/>
          <a:ext cx="774340" cy="746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5320" imgH="342720" progId="Equation.DSMT4">
                  <p:embed/>
                </p:oleObj>
              </mc:Choice>
              <mc:Fallback>
                <p:oleObj name="Equation" r:id="rId8" imgW="35532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1221" y="964095"/>
                        <a:ext cx="774340" cy="7466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7" name="Object 6"/>
          <p:cNvGraphicFramePr>
            <a:graphicFrameLocks noChangeAspect="1"/>
          </p:cNvGraphicFramePr>
          <p:nvPr/>
        </p:nvGraphicFramePr>
        <p:xfrm>
          <a:off x="3499465" y="3011271"/>
          <a:ext cx="1072535" cy="774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57200" imgH="330120" progId="Equation.DSMT4">
                  <p:embed/>
                </p:oleObj>
              </mc:Choice>
              <mc:Fallback>
                <p:oleObj name="Equation" r:id="rId10" imgW="4572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9465" y="3011271"/>
                        <a:ext cx="1072535" cy="7746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8130251"/>
              </p:ext>
            </p:extLst>
          </p:nvPr>
        </p:nvGraphicFramePr>
        <p:xfrm>
          <a:off x="4351338" y="2913063"/>
          <a:ext cx="3978275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39880" imgH="419040" progId="Equation.DSMT4">
                  <p:embed/>
                </p:oleObj>
              </mc:Choice>
              <mc:Fallback>
                <p:oleObj name="Equation" r:id="rId12" imgW="17398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1338" y="2913063"/>
                        <a:ext cx="3978275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1504680"/>
              </p:ext>
            </p:extLst>
          </p:nvPr>
        </p:nvGraphicFramePr>
        <p:xfrm>
          <a:off x="6094413" y="3575050"/>
          <a:ext cx="3770312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63560" imgH="419040" progId="Equation.DSMT4">
                  <p:embed/>
                </p:oleObj>
              </mc:Choice>
              <mc:Fallback>
                <p:oleObj name="Equation" r:id="rId14" imgW="16635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4413" y="3575050"/>
                        <a:ext cx="3770312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0" name="Line 12"/>
          <p:cNvSpPr>
            <a:spLocks noChangeShapeType="1"/>
          </p:cNvSpPr>
          <p:nvPr/>
        </p:nvSpPr>
        <p:spPr bwMode="auto">
          <a:xfrm>
            <a:off x="4819505" y="3236760"/>
            <a:ext cx="800100" cy="427038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2" name="Line 14"/>
          <p:cNvSpPr>
            <a:spLocks noChangeShapeType="1"/>
          </p:cNvSpPr>
          <p:nvPr/>
        </p:nvSpPr>
        <p:spPr bwMode="auto">
          <a:xfrm>
            <a:off x="7739857" y="3873742"/>
            <a:ext cx="746125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278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4633294"/>
              </p:ext>
            </p:extLst>
          </p:nvPr>
        </p:nvGraphicFramePr>
        <p:xfrm>
          <a:off x="3452813" y="4265613"/>
          <a:ext cx="1922462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99920" imgH="419040" progId="Equation.DSMT4">
                  <p:embed/>
                </p:oleObj>
              </mc:Choice>
              <mc:Fallback>
                <p:oleObj name="Equation" r:id="rId16" imgW="7999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2813" y="4265613"/>
                        <a:ext cx="1922462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1457635"/>
              </p:ext>
            </p:extLst>
          </p:nvPr>
        </p:nvGraphicFramePr>
        <p:xfrm>
          <a:off x="5225257" y="4379945"/>
          <a:ext cx="2514600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04840" imgH="406080" progId="Equation.DSMT4">
                  <p:embed/>
                </p:oleObj>
              </mc:Choice>
              <mc:Fallback>
                <p:oleObj name="Equation" r:id="rId18" imgW="11048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5257" y="4379945"/>
                        <a:ext cx="2514600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0495716"/>
              </p:ext>
            </p:extLst>
          </p:nvPr>
        </p:nvGraphicFramePr>
        <p:xfrm>
          <a:off x="3456430" y="5302282"/>
          <a:ext cx="1338262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58720" imgH="406080" progId="Equation.DSMT4">
                  <p:embed/>
                </p:oleObj>
              </mc:Choice>
              <mc:Fallback>
                <p:oleObj name="Equation" r:id="rId20" imgW="5587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6430" y="5302282"/>
                        <a:ext cx="1338262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6117915"/>
              </p:ext>
            </p:extLst>
          </p:nvPr>
        </p:nvGraphicFramePr>
        <p:xfrm>
          <a:off x="5580649" y="781850"/>
          <a:ext cx="2332037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015920" imgH="419040" progId="Equation.DSMT4">
                  <p:embed/>
                </p:oleObj>
              </mc:Choice>
              <mc:Fallback>
                <p:oleObj name="Equation" r:id="rId22" imgW="10159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649" y="781850"/>
                        <a:ext cx="2332037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28706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2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2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2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2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3" grpId="0" build="p" autoUpdateAnimBg="0"/>
      <p:bldP spid="32775" grpId="0" animBg="1"/>
      <p:bldP spid="32780" grpId="0" animBg="1"/>
      <p:bldP spid="3278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26</a:t>
            </a:fld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531398"/>
              </p:ext>
            </p:extLst>
          </p:nvPr>
        </p:nvGraphicFramePr>
        <p:xfrm>
          <a:off x="8299450" y="1011238"/>
          <a:ext cx="1520825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760" imgH="241200" progId="Equation.DSMT4">
                  <p:embed/>
                </p:oleObj>
              </mc:Choice>
              <mc:Fallback>
                <p:oleObj name="Equation" r:id="rId2" imgW="761760" imgH="241200" progId="Equation.DSMT4">
                  <p:embed/>
                  <p:pic>
                    <p:nvPicPr>
                      <p:cNvPr id="0" name="图片 1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9450" y="1011238"/>
                        <a:ext cx="1520825" cy="4778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044185"/>
              </p:ext>
            </p:extLst>
          </p:nvPr>
        </p:nvGraphicFramePr>
        <p:xfrm>
          <a:off x="1601530" y="1855264"/>
          <a:ext cx="1690687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50680" imgH="241200" progId="Equation.DSMT4">
                  <p:embed/>
                </p:oleObj>
              </mc:Choice>
              <mc:Fallback>
                <p:oleObj name="Equation" r:id="rId4" imgW="850680" imgH="241200" progId="Equation.DSMT4">
                  <p:embed/>
                  <p:pic>
                    <p:nvPicPr>
                      <p:cNvPr id="0" name="图片 1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1530" y="1855264"/>
                        <a:ext cx="1690687" cy="4762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660208"/>
              </p:ext>
            </p:extLst>
          </p:nvPr>
        </p:nvGraphicFramePr>
        <p:xfrm>
          <a:off x="5600700" y="1706563"/>
          <a:ext cx="5162550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05040" imgH="304560" progId="Equation.DSMT4">
                  <p:embed/>
                </p:oleObj>
              </mc:Choice>
              <mc:Fallback>
                <p:oleObj name="Equation" r:id="rId6" imgW="2705040" imgH="304560" progId="Equation.DSMT4">
                  <p:embed/>
                  <p:pic>
                    <p:nvPicPr>
                      <p:cNvPr id="0" name="图片 1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0700" y="1706563"/>
                        <a:ext cx="5162550" cy="6524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166684" y="963888"/>
            <a:ext cx="33089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已知曲线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的方程为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7249863" y="980041"/>
            <a:ext cx="14751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起点为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9812194" y="969540"/>
            <a:ext cx="13335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终点为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3302000" y="1806277"/>
            <a:ext cx="24671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计算曲线积分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3992194"/>
              </p:ext>
            </p:extLst>
          </p:nvPr>
        </p:nvGraphicFramePr>
        <p:xfrm>
          <a:off x="5059258" y="2625653"/>
          <a:ext cx="1889125" cy="152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39600" imgH="761760" progId="Equation.DSMT4">
                  <p:embed/>
                </p:oleObj>
              </mc:Choice>
              <mc:Fallback>
                <p:oleObj name="Equation" r:id="rId8" imgW="939600" imgH="761760" progId="Equation.DSMT4">
                  <p:embed/>
                  <p:pic>
                    <p:nvPicPr>
                      <p:cNvPr id="0" name="图片 1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9258" y="2625653"/>
                        <a:ext cx="1889125" cy="1527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0" y="111599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864694" y="3091777"/>
            <a:ext cx="33089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曲线</a:t>
            </a:r>
            <a:r>
              <a:rPr lang="en-US" altLang="zh-CN" sz="2800" b="1" i="1" kern="100" dirty="0">
                <a:latin typeface="Times New Roman" panose="02020603050405020304" pitchFamily="18" charset="0"/>
              </a:rPr>
              <a:t>L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的参数方程为</a:t>
            </a:r>
            <a:endParaRPr lang="zh-CN" altLang="en-US" sz="2800" b="1" dirty="0"/>
          </a:p>
        </p:txBody>
      </p:sp>
      <p:sp>
        <p:nvSpPr>
          <p:cNvPr id="27" name="文本框 26"/>
          <p:cNvSpPr txBox="1"/>
          <p:nvPr/>
        </p:nvSpPr>
        <p:spPr>
          <a:xfrm>
            <a:off x="1329661" y="310400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7232742"/>
              </p:ext>
            </p:extLst>
          </p:nvPr>
        </p:nvGraphicFramePr>
        <p:xfrm>
          <a:off x="1567163" y="4678429"/>
          <a:ext cx="8936038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419360" imgH="457200" progId="Equation.DSMT4">
                  <p:embed/>
                </p:oleObj>
              </mc:Choice>
              <mc:Fallback>
                <p:oleObj name="Equation" r:id="rId10" imgW="4419360" imgH="457200" progId="Equation.DSMT4">
                  <p:embed/>
                  <p:pic>
                    <p:nvPicPr>
                      <p:cNvPr id="0" name="图片 1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7163" y="4678429"/>
                        <a:ext cx="8936038" cy="9747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215610"/>
              </p:ext>
            </p:extLst>
          </p:nvPr>
        </p:nvGraphicFramePr>
        <p:xfrm>
          <a:off x="1549295" y="5461000"/>
          <a:ext cx="350996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00200" imgH="431640" progId="Equation.DSMT4">
                  <p:embed/>
                </p:oleObj>
              </mc:Choice>
              <mc:Fallback>
                <p:oleObj name="Equation" r:id="rId12" imgW="1600200" imgH="431640" progId="Equation.DSMT4">
                  <p:embed/>
                  <p:pic>
                    <p:nvPicPr>
                      <p:cNvPr id="0" name="图片 1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9295" y="5461000"/>
                        <a:ext cx="3509963" cy="939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35"/>
          <p:cNvSpPr>
            <a:spLocks noChangeArrowheads="1"/>
          </p:cNvSpPr>
          <p:nvPr/>
        </p:nvSpPr>
        <p:spPr bwMode="auto">
          <a:xfrm>
            <a:off x="146649" y="-9492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1" name="Rectangle 36"/>
          <p:cNvSpPr>
            <a:spLocks noChangeArrowheads="1"/>
          </p:cNvSpPr>
          <p:nvPr/>
        </p:nvSpPr>
        <p:spPr bwMode="auto">
          <a:xfrm>
            <a:off x="146649" y="113379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2" name="Rectangle 20"/>
          <p:cNvSpPr txBox="1">
            <a:spLocks noChangeArrowheads="1"/>
          </p:cNvSpPr>
          <p:nvPr/>
        </p:nvSpPr>
        <p:spPr>
          <a:xfrm>
            <a:off x="1399247" y="1058500"/>
            <a:ext cx="948306" cy="4471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7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759949" y="2161066"/>
            <a:ext cx="19335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(2015</a:t>
            </a:r>
            <a:r>
              <a:rPr lang="zh-CN" altLang="en-US" sz="2400" b="1" dirty="0">
                <a:solidFill>
                  <a:srgbClr val="0000FF"/>
                </a:solidFill>
              </a:rPr>
              <a:t>高数一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7084611" y="2585420"/>
            <a:ext cx="3754644" cy="861526"/>
            <a:chOff x="7361211" y="2296231"/>
            <a:chExt cx="3754644" cy="861526"/>
          </a:xfrm>
        </p:grpSpPr>
        <p:grpSp>
          <p:nvGrpSpPr>
            <p:cNvPr id="3" name="组合 2"/>
            <p:cNvGrpSpPr/>
            <p:nvPr/>
          </p:nvGrpSpPr>
          <p:grpSpPr>
            <a:xfrm>
              <a:off x="7361211" y="2296231"/>
              <a:ext cx="3754644" cy="861526"/>
              <a:chOff x="7351028" y="1862395"/>
              <a:chExt cx="3754644" cy="861526"/>
            </a:xfrm>
          </p:grpSpPr>
          <p:graphicFrame>
            <p:nvGraphicFramePr>
              <p:cNvPr id="19" name="对象 1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43993526"/>
                  </p:ext>
                </p:extLst>
              </p:nvPr>
            </p:nvGraphicFramePr>
            <p:xfrm>
              <a:off x="10304253" y="1862395"/>
              <a:ext cx="801419" cy="8615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380880" imgH="406080" progId="Equation.DSMT4">
                      <p:embed/>
                    </p:oleObj>
                  </mc:Choice>
                  <mc:Fallback>
                    <p:oleObj name="Equation" r:id="rId14" imgW="380880" imgH="406080" progId="Equation.DSMT4">
                      <p:embed/>
                      <p:pic>
                        <p:nvPicPr>
                          <p:cNvPr id="0" name="图片 19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304253" y="1862395"/>
                            <a:ext cx="801419" cy="861526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" name="Rectangle 19"/>
              <p:cNvSpPr>
                <a:spLocks noChangeArrowheads="1"/>
              </p:cNvSpPr>
              <p:nvPr/>
            </p:nvSpPr>
            <p:spPr bwMode="auto">
              <a:xfrm>
                <a:off x="7351028" y="2100912"/>
                <a:ext cx="902811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Calibri" panose="020F0502020204030204" pitchFamily="34" charset="0"/>
                  </a:rPr>
                  <a:t>起点</a:t>
                </a:r>
                <a:endPara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" name="Rectangle 20"/>
              <p:cNvSpPr>
                <a:spLocks noChangeArrowheads="1"/>
              </p:cNvSpPr>
              <p:nvPr/>
            </p:nvSpPr>
            <p:spPr bwMode="auto">
              <a:xfrm>
                <a:off x="9393057" y="2091177"/>
                <a:ext cx="104379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Calibri" panose="020F0502020204030204" pitchFamily="34" charset="0"/>
                  </a:rPr>
                  <a:t>对应</a:t>
                </a:r>
                <a:endPara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aphicFrame>
          <p:nvGraphicFramePr>
            <p:cNvPr id="33" name="对象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0604474"/>
                </p:ext>
              </p:extLst>
            </p:nvPr>
          </p:nvGraphicFramePr>
          <p:xfrm>
            <a:off x="8118482" y="2545249"/>
            <a:ext cx="1371940" cy="477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723600" imgH="241200" progId="Equation.DSMT4">
                    <p:embed/>
                  </p:oleObj>
                </mc:Choice>
                <mc:Fallback>
                  <p:oleObj name="Equation" r:id="rId16" imgW="7236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18482" y="2545249"/>
                          <a:ext cx="1371940" cy="47783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/>
          <p:cNvGrpSpPr/>
          <p:nvPr/>
        </p:nvGrpSpPr>
        <p:grpSpPr>
          <a:xfrm>
            <a:off x="7127250" y="3321259"/>
            <a:ext cx="4344353" cy="864111"/>
            <a:chOff x="7069832" y="3112535"/>
            <a:chExt cx="4344353" cy="864111"/>
          </a:xfrm>
        </p:grpSpPr>
        <p:grpSp>
          <p:nvGrpSpPr>
            <p:cNvPr id="11" name="组合 10"/>
            <p:cNvGrpSpPr/>
            <p:nvPr/>
          </p:nvGrpSpPr>
          <p:grpSpPr>
            <a:xfrm>
              <a:off x="7069832" y="3112535"/>
              <a:ext cx="4344353" cy="864111"/>
              <a:chOff x="1588940" y="3485643"/>
              <a:chExt cx="4344353" cy="864111"/>
            </a:xfrm>
          </p:grpSpPr>
          <p:graphicFrame>
            <p:nvGraphicFramePr>
              <p:cNvPr id="21" name="对象 2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84133078"/>
                  </p:ext>
                </p:extLst>
              </p:nvPr>
            </p:nvGraphicFramePr>
            <p:xfrm>
              <a:off x="4888321" y="3485643"/>
              <a:ext cx="1044972" cy="8641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494870" imgH="406048" progId="Equation.DSMT4">
                      <p:embed/>
                    </p:oleObj>
                  </mc:Choice>
                  <mc:Fallback>
                    <p:oleObj name="Equation" r:id="rId18" imgW="494870" imgH="406048" progId="Equation.DSMT4">
                      <p:embed/>
                      <p:pic>
                        <p:nvPicPr>
                          <p:cNvPr id="0" name="图片 19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88321" y="3485643"/>
                            <a:ext cx="1044972" cy="864111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" name="Rectangle 21"/>
              <p:cNvSpPr>
                <a:spLocks noChangeArrowheads="1"/>
              </p:cNvSpPr>
              <p:nvPr/>
            </p:nvSpPr>
            <p:spPr bwMode="auto">
              <a:xfrm>
                <a:off x="1588940" y="3656089"/>
                <a:ext cx="1391369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Calibri" panose="020F0502020204030204" pitchFamily="34" charset="0"/>
                  </a:rPr>
                  <a:t>终点为</a:t>
                </a:r>
                <a:endPara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" name="Rectangle 22"/>
              <p:cNvSpPr>
                <a:spLocks noChangeArrowheads="1"/>
              </p:cNvSpPr>
              <p:nvPr/>
            </p:nvSpPr>
            <p:spPr bwMode="auto">
              <a:xfrm>
                <a:off x="4044801" y="3656089"/>
                <a:ext cx="1026543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Calibri" panose="020F0502020204030204" pitchFamily="34" charset="0"/>
                  </a:rPr>
                  <a:t>对应</a:t>
                </a:r>
                <a:endPara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aphicFrame>
          <p:nvGraphicFramePr>
            <p:cNvPr id="34" name="对象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0048276"/>
                </p:ext>
              </p:extLst>
            </p:nvPr>
          </p:nvGraphicFramePr>
          <p:xfrm>
            <a:off x="8222537" y="3295073"/>
            <a:ext cx="1369956" cy="4754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812520" imgH="241200" progId="Equation.DSMT4">
                    <p:embed/>
                  </p:oleObj>
                </mc:Choice>
                <mc:Fallback>
                  <p:oleObj name="Equation" r:id="rId20" imgW="8125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22537" y="3295073"/>
                          <a:ext cx="1369956" cy="47549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9334257"/>
              </p:ext>
            </p:extLst>
          </p:nvPr>
        </p:nvGraphicFramePr>
        <p:xfrm>
          <a:off x="5338612" y="666969"/>
          <a:ext cx="2134806" cy="1149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143000" imgH="520560" progId="Equation.DSMT4">
                  <p:embed/>
                </p:oleObj>
              </mc:Choice>
              <mc:Fallback>
                <p:oleObj name="Equation" r:id="rId22" imgW="1143000" imgH="520560" progId="Equation.DSMT4">
                  <p:embed/>
                  <p:pic>
                    <p:nvPicPr>
                      <p:cNvPr id="0" name="图片 1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8612" y="666969"/>
                        <a:ext cx="2134806" cy="11493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6648752"/>
              </p:ext>
            </p:extLst>
          </p:nvPr>
        </p:nvGraphicFramePr>
        <p:xfrm>
          <a:off x="1726965" y="4068276"/>
          <a:ext cx="5089525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666880" imgH="304560" progId="Equation.DSMT4">
                  <p:embed/>
                </p:oleObj>
              </mc:Choice>
              <mc:Fallback>
                <p:oleObj name="Equation" r:id="rId24" imgW="26668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6965" y="4068276"/>
                        <a:ext cx="5089525" cy="6524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4287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60" name="Object 2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23620279"/>
              </p:ext>
            </p:extLst>
          </p:nvPr>
        </p:nvGraphicFramePr>
        <p:xfrm>
          <a:off x="3611216" y="4000905"/>
          <a:ext cx="5251244" cy="702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93680" imgH="266400" progId="Equation.DSMT4">
                  <p:embed/>
                </p:oleObj>
              </mc:Choice>
              <mc:Fallback>
                <p:oleObj name="Equation" r:id="rId2" imgW="199368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1216" y="4000905"/>
                        <a:ext cx="5251244" cy="7022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62" name="Object 3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4127044102"/>
              </p:ext>
            </p:extLst>
          </p:nvPr>
        </p:nvGraphicFramePr>
        <p:xfrm>
          <a:off x="2692744" y="4685199"/>
          <a:ext cx="234950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01440" imgH="317160" progId="Equation.DSMT4">
                  <p:embed/>
                </p:oleObj>
              </mc:Choice>
              <mc:Fallback>
                <p:oleObj name="Equation" r:id="rId4" imgW="90144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2744" y="4685199"/>
                        <a:ext cx="2349500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3362324"/>
              </p:ext>
            </p:extLst>
          </p:nvPr>
        </p:nvGraphicFramePr>
        <p:xfrm>
          <a:off x="1653506" y="1111168"/>
          <a:ext cx="451802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30320" imgH="279360" progId="Equation.DSMT4">
                  <p:embed/>
                </p:oleObj>
              </mc:Choice>
              <mc:Fallback>
                <p:oleObj name="Equation" r:id="rId6" imgW="193032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3506" y="1111168"/>
                        <a:ext cx="4518025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5" name="Text Box 5"/>
          <p:cNvSpPr txBox="1">
            <a:spLocks noChangeArrowheads="1"/>
          </p:cNvSpPr>
          <p:nvPr/>
        </p:nvSpPr>
        <p:spPr bwMode="auto">
          <a:xfrm>
            <a:off x="1624676" y="1893608"/>
            <a:ext cx="502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曲线段 </a:t>
            </a:r>
            <a:r>
              <a:rPr lang="en-US" altLang="zh-CN" sz="2800" b="1" i="1" dirty="0">
                <a:ea typeface="楷体_GB2312" pitchFamily="49" charset="-122"/>
              </a:rPr>
              <a:t>L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的长度为</a:t>
            </a:r>
            <a:r>
              <a:rPr lang="en-US" altLang="zh-CN" sz="2800" b="1" i="1" dirty="0">
                <a:ea typeface="楷体_GB2312" pitchFamily="49" charset="-122"/>
              </a:rPr>
              <a:t>s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证明</a:t>
            </a:r>
          </a:p>
        </p:txBody>
      </p:sp>
      <p:graphicFrame>
        <p:nvGraphicFramePr>
          <p:cNvPr id="235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8953155"/>
              </p:ext>
            </p:extLst>
          </p:nvPr>
        </p:nvGraphicFramePr>
        <p:xfrm>
          <a:off x="6404399" y="1256832"/>
          <a:ext cx="2458061" cy="462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79280" imgH="203040" progId="Equation.DSMT4">
                  <p:embed/>
                </p:oleObj>
              </mc:Choice>
              <mc:Fallback>
                <p:oleObj name="Equation" r:id="rId8" imgW="1079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4399" y="1256832"/>
                        <a:ext cx="2458061" cy="4628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8762377"/>
              </p:ext>
            </p:extLst>
          </p:nvPr>
        </p:nvGraphicFramePr>
        <p:xfrm>
          <a:off x="5705193" y="1795722"/>
          <a:ext cx="3619677" cy="736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62040" imgH="317160" progId="Equation.DSMT4">
                  <p:embed/>
                </p:oleObj>
              </mc:Choice>
              <mc:Fallback>
                <p:oleObj name="Equation" r:id="rId10" imgW="156204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5193" y="1795722"/>
                        <a:ext cx="3619677" cy="7366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3" name="Text Box 9"/>
          <p:cNvSpPr txBox="1">
            <a:spLocks noChangeArrowheads="1"/>
          </p:cNvSpPr>
          <p:nvPr/>
        </p:nvSpPr>
        <p:spPr bwMode="auto">
          <a:xfrm>
            <a:off x="1624676" y="2583454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证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endParaRPr lang="en-US" altLang="zh-CN" sz="2800" dirty="0">
              <a:solidFill>
                <a:srgbClr val="FF0000"/>
              </a:solidFill>
              <a:ea typeface="楷体_GB2312" pitchFamily="49" charset="-122"/>
            </a:endParaRPr>
          </a:p>
        </p:txBody>
      </p:sp>
      <p:graphicFrame>
        <p:nvGraphicFramePr>
          <p:cNvPr id="2663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7239847"/>
              </p:ext>
            </p:extLst>
          </p:nvPr>
        </p:nvGraphicFramePr>
        <p:xfrm>
          <a:off x="2344549" y="2431213"/>
          <a:ext cx="3072473" cy="84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55600" imgH="317160" progId="Equation.DSMT4">
                  <p:embed/>
                </p:oleObj>
              </mc:Choice>
              <mc:Fallback>
                <p:oleObj name="Equation" r:id="rId12" imgW="115560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4549" y="2431213"/>
                        <a:ext cx="3072473" cy="84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2671019"/>
              </p:ext>
            </p:extLst>
          </p:nvPr>
        </p:nvGraphicFramePr>
        <p:xfrm>
          <a:off x="2692744" y="3133072"/>
          <a:ext cx="4446588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90640" imgH="317160" progId="Equation.DSMT4">
                  <p:embed/>
                </p:oleObj>
              </mc:Choice>
              <mc:Fallback>
                <p:oleObj name="Equation" r:id="rId14" imgW="179064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2744" y="3133072"/>
                        <a:ext cx="4446588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7" name="Line 13"/>
          <p:cNvSpPr>
            <a:spLocks noChangeShapeType="1"/>
          </p:cNvSpPr>
          <p:nvPr/>
        </p:nvSpPr>
        <p:spPr bwMode="auto">
          <a:xfrm flipH="1">
            <a:off x="3317966" y="3857993"/>
            <a:ext cx="16888" cy="766197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663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6690822"/>
              </p:ext>
            </p:extLst>
          </p:nvPr>
        </p:nvGraphicFramePr>
        <p:xfrm>
          <a:off x="7387372" y="4884936"/>
          <a:ext cx="986111" cy="476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19040" imgH="203040" progId="Equation.DSMT4">
                  <p:embed/>
                </p:oleObj>
              </mc:Choice>
              <mc:Fallback>
                <p:oleObj name="Equation" r:id="rId16" imgW="4190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7372" y="4884936"/>
                        <a:ext cx="986111" cy="4763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9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6411301"/>
              </p:ext>
            </p:extLst>
          </p:nvPr>
        </p:nvGraphicFramePr>
        <p:xfrm>
          <a:off x="5334000" y="2439960"/>
          <a:ext cx="4946435" cy="7894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993680" imgH="317160" progId="Equation.DSMT4">
                  <p:embed/>
                </p:oleObj>
              </mc:Choice>
              <mc:Fallback>
                <p:oleObj name="Equation" r:id="rId18" imgW="199368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2439960"/>
                        <a:ext cx="4946435" cy="7894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0" name="Rectangle 16"/>
          <p:cNvSpPr>
            <a:spLocks noChangeArrowheads="1"/>
          </p:cNvSpPr>
          <p:nvPr/>
        </p:nvSpPr>
        <p:spPr bwMode="auto">
          <a:xfrm>
            <a:off x="1752599" y="5573296"/>
            <a:ext cx="7620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说明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sz="2800" b="1" dirty="0">
                <a:ea typeface="楷体_GB2312" pitchFamily="49" charset="-122"/>
              </a:rPr>
              <a:t>  </a:t>
            </a:r>
            <a:r>
              <a:rPr lang="zh-CN" altLang="en-US" sz="2800" b="1" dirty="0">
                <a:ea typeface="楷体_GB2312" pitchFamily="49" charset="-122"/>
              </a:rPr>
              <a:t>上述证法可推广到三维的第二型曲线积分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sp>
        <p:nvSpPr>
          <p:cNvPr id="23570" name="Text Box 17"/>
          <p:cNvSpPr txBox="1">
            <a:spLocks noChangeArrowheads="1"/>
          </p:cNvSpPr>
          <p:nvPr/>
        </p:nvSpPr>
        <p:spPr bwMode="auto">
          <a:xfrm>
            <a:off x="8737600" y="1201204"/>
            <a:ext cx="22974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ea typeface="楷体_GB2312" pitchFamily="49" charset="-122"/>
              </a:rPr>
              <a:t>在</a:t>
            </a:r>
            <a:r>
              <a:rPr lang="en-US" altLang="zh-CN" sz="2800" b="1" i="1" dirty="0">
                <a:ea typeface="楷体_GB2312" pitchFamily="49" charset="-122"/>
              </a:rPr>
              <a:t>L</a:t>
            </a:r>
            <a:r>
              <a:rPr lang="zh-CN" altLang="en-US" sz="2800" b="1" dirty="0">
                <a:ea typeface="楷体_GB2312" pitchFamily="49" charset="-122"/>
              </a:rPr>
              <a:t>上连续， </a:t>
            </a:r>
          </a:p>
        </p:txBody>
      </p:sp>
      <p:graphicFrame>
        <p:nvGraphicFramePr>
          <p:cNvPr id="26664" name="Object 11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225180591"/>
              </p:ext>
            </p:extLst>
          </p:nvPr>
        </p:nvGraphicFramePr>
        <p:xfrm>
          <a:off x="5042244" y="4738588"/>
          <a:ext cx="2389187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965160" imgH="317160" progId="Equation.DSMT4">
                  <p:embed/>
                </p:oleObj>
              </mc:Choice>
              <mc:Fallback>
                <p:oleObj name="Equation" r:id="rId20" imgW="96516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2244" y="4738588"/>
                        <a:ext cx="2389187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69" name="Text Box 45"/>
          <p:cNvSpPr txBox="1">
            <a:spLocks noChangeArrowheads="1"/>
          </p:cNvSpPr>
          <p:nvPr/>
        </p:nvSpPr>
        <p:spPr bwMode="auto">
          <a:xfrm>
            <a:off x="1624676" y="1189890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8</a:t>
            </a:r>
            <a:endParaRPr lang="en-US" altLang="zh-CN" sz="2800" dirty="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03BE1-D124-4319-B46A-531CA06B55EF}" type="slidenum">
              <a:rPr lang="en-US" altLang="zh-CN" smtClean="0"/>
              <a:pPr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00347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6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6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6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3" grpId="0" autoUpdateAnimBg="0"/>
      <p:bldP spid="26637" grpId="0" animBg="1"/>
      <p:bldP spid="26640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8707295" y="2564955"/>
            <a:ext cx="2916237" cy="2160587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99" name="Rectangle 3"/>
          <p:cNvSpPr>
            <a:spLocks noGrp="1" noChangeArrowheads="1"/>
          </p:cNvSpPr>
          <p:nvPr>
            <p:ph type="title"/>
          </p:nvPr>
        </p:nvSpPr>
        <p:spPr>
          <a:xfrm>
            <a:off x="1611783" y="1057530"/>
            <a:ext cx="825545" cy="533400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9</a:t>
            </a:r>
            <a:endParaRPr lang="en-US" altLang="zh-CN" sz="28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4600" name="Text Box 4"/>
          <p:cNvSpPr txBox="1">
            <a:spLocks noChangeArrowheads="1"/>
          </p:cNvSpPr>
          <p:nvPr/>
        </p:nvSpPr>
        <p:spPr bwMode="auto">
          <a:xfrm>
            <a:off x="2552271" y="1066852"/>
            <a:ext cx="12666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ea typeface="楷体_GB2312" pitchFamily="49" charset="-122"/>
              </a:rPr>
              <a:t>将积分</a:t>
            </a:r>
          </a:p>
        </p:txBody>
      </p:sp>
      <p:graphicFrame>
        <p:nvGraphicFramePr>
          <p:cNvPr id="2457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9415642"/>
              </p:ext>
            </p:extLst>
          </p:nvPr>
        </p:nvGraphicFramePr>
        <p:xfrm>
          <a:off x="3933907" y="992127"/>
          <a:ext cx="3733481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76160" imgH="317160" progId="Equation.DSMT4">
                  <p:embed/>
                </p:oleObj>
              </mc:Choice>
              <mc:Fallback>
                <p:oleObj name="Equation" r:id="rId2" imgW="167616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3907" y="992127"/>
                        <a:ext cx="3733481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1" name="Text Box 6"/>
          <p:cNvSpPr txBox="1">
            <a:spLocks noChangeArrowheads="1"/>
          </p:cNvSpPr>
          <p:nvPr/>
        </p:nvSpPr>
        <p:spPr bwMode="auto">
          <a:xfrm>
            <a:off x="7608938" y="1057530"/>
            <a:ext cx="32212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ea typeface="楷体_GB2312" pitchFamily="49" charset="-122"/>
              </a:rPr>
              <a:t>化为对弧长的积分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2765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748285"/>
              </p:ext>
            </p:extLst>
          </p:nvPr>
        </p:nvGraphicFramePr>
        <p:xfrm>
          <a:off x="4513396" y="1688821"/>
          <a:ext cx="2561167" cy="555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54080" imgH="228600" progId="Equation.DSMT4">
                  <p:embed/>
                </p:oleObj>
              </mc:Choice>
              <mc:Fallback>
                <p:oleObj name="Equation" r:id="rId4" imgW="1054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3396" y="1688821"/>
                        <a:ext cx="2561167" cy="5554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0201698"/>
              </p:ext>
            </p:extLst>
          </p:nvPr>
        </p:nvGraphicFramePr>
        <p:xfrm>
          <a:off x="7109300" y="1693276"/>
          <a:ext cx="3056113" cy="5195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9720" imgH="215640" progId="Equation.DSMT4">
                  <p:embed/>
                </p:oleObj>
              </mc:Choice>
              <mc:Fallback>
                <p:oleObj name="Equation" r:id="rId6" imgW="12697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9300" y="1693276"/>
                        <a:ext cx="3056113" cy="5195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8" name="Text Box 10"/>
          <p:cNvSpPr txBox="1">
            <a:spLocks noChangeArrowheads="1"/>
          </p:cNvSpPr>
          <p:nvPr/>
        </p:nvSpPr>
        <p:spPr bwMode="auto">
          <a:xfrm>
            <a:off x="1644821" y="2516048"/>
            <a:ext cx="898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解：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9034599" y="2931024"/>
            <a:ext cx="2354262" cy="1574800"/>
            <a:chOff x="4069" y="1248"/>
            <a:chExt cx="1483" cy="992"/>
          </a:xfrm>
        </p:grpSpPr>
        <p:sp>
          <p:nvSpPr>
            <p:cNvPr id="24608" name="Line 12"/>
            <p:cNvSpPr>
              <a:spLocks noChangeShapeType="1"/>
            </p:cNvSpPr>
            <p:nvPr/>
          </p:nvSpPr>
          <p:spPr bwMode="auto">
            <a:xfrm>
              <a:off x="4069" y="2003"/>
              <a:ext cx="145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9" name="Line 13"/>
            <p:cNvSpPr>
              <a:spLocks noChangeShapeType="1"/>
            </p:cNvSpPr>
            <p:nvPr/>
          </p:nvSpPr>
          <p:spPr bwMode="auto">
            <a:xfrm flipH="1" flipV="1">
              <a:off x="4272" y="1248"/>
              <a:ext cx="0" cy="9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4595" name="Object 19"/>
            <p:cNvGraphicFramePr>
              <a:graphicFrameLocks noChangeAspect="1"/>
            </p:cNvGraphicFramePr>
            <p:nvPr/>
          </p:nvGraphicFramePr>
          <p:xfrm>
            <a:off x="4088" y="2043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15640" imgH="241200" progId="Equation.3">
                    <p:embed/>
                  </p:oleObj>
                </mc:Choice>
                <mc:Fallback>
                  <p:oleObj name="Equation" r:id="rId8" imgW="2156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8" y="2043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6" name="Object 20"/>
            <p:cNvGraphicFramePr>
              <a:graphicFrameLocks noChangeAspect="1"/>
            </p:cNvGraphicFramePr>
            <p:nvPr/>
          </p:nvGraphicFramePr>
          <p:xfrm>
            <a:off x="4072" y="1248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41200" imgH="317160" progId="Equation.3">
                    <p:embed/>
                  </p:oleObj>
                </mc:Choice>
                <mc:Fallback>
                  <p:oleObj name="Equation" r:id="rId10" imgW="24120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2" y="1248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7" name="Object 21"/>
            <p:cNvGraphicFramePr>
              <a:graphicFrameLocks noChangeAspect="1"/>
            </p:cNvGraphicFramePr>
            <p:nvPr/>
          </p:nvGraphicFramePr>
          <p:xfrm>
            <a:off x="5408" y="2088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28600" imgH="241200" progId="Equation.3">
                    <p:embed/>
                  </p:oleObj>
                </mc:Choice>
                <mc:Fallback>
                  <p:oleObj name="Equation" r:id="rId12" imgW="2286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08" y="2088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665" name="Arc 17"/>
          <p:cNvSpPr>
            <a:spLocks/>
          </p:cNvSpPr>
          <p:nvPr/>
        </p:nvSpPr>
        <p:spPr bwMode="auto">
          <a:xfrm flipH="1">
            <a:off x="9385809" y="3298952"/>
            <a:ext cx="1524000" cy="838200"/>
          </a:xfrm>
          <a:custGeom>
            <a:avLst/>
            <a:gdLst>
              <a:gd name="T0" fmla="*/ 0 w 43187"/>
              <a:gd name="T1" fmla="*/ 1218977986 h 21600"/>
              <a:gd name="T2" fmla="*/ 1897791799 w 43187"/>
              <a:gd name="T3" fmla="*/ 1262220398 h 21600"/>
              <a:gd name="T4" fmla="*/ 948610770 w 43187"/>
              <a:gd name="T5" fmla="*/ 1262220398 h 21600"/>
              <a:gd name="T6" fmla="*/ 0 60000 65536"/>
              <a:gd name="T7" fmla="*/ 0 60000 65536"/>
              <a:gd name="T8" fmla="*/ 0 60000 65536"/>
              <a:gd name="T9" fmla="*/ 0 w 43187"/>
              <a:gd name="T10" fmla="*/ 0 h 21600"/>
              <a:gd name="T11" fmla="*/ 43187 w 4318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187" h="21600" fill="none" extrusionOk="0">
                <a:moveTo>
                  <a:pt x="-1" y="20859"/>
                </a:moveTo>
                <a:cubicBezTo>
                  <a:pt x="398" y="9225"/>
                  <a:pt x="9945" y="-1"/>
                  <a:pt x="21587" y="0"/>
                </a:cubicBezTo>
                <a:cubicBezTo>
                  <a:pt x="33516" y="0"/>
                  <a:pt x="43187" y="9670"/>
                  <a:pt x="43187" y="21600"/>
                </a:cubicBezTo>
              </a:path>
              <a:path w="43187" h="21600" stroke="0" extrusionOk="0">
                <a:moveTo>
                  <a:pt x="-1" y="20859"/>
                </a:moveTo>
                <a:cubicBezTo>
                  <a:pt x="398" y="9225"/>
                  <a:pt x="9945" y="-1"/>
                  <a:pt x="21587" y="0"/>
                </a:cubicBezTo>
                <a:cubicBezTo>
                  <a:pt x="33516" y="0"/>
                  <a:pt x="43187" y="9670"/>
                  <a:pt x="43187" y="21600"/>
                </a:cubicBezTo>
                <a:lnTo>
                  <a:pt x="21587" y="21600"/>
                </a:lnTo>
                <a:close/>
              </a:path>
            </a:pathLst>
          </a:custGeom>
          <a:noFill/>
          <a:ln w="254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766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659461"/>
              </p:ext>
            </p:extLst>
          </p:nvPr>
        </p:nvGraphicFramePr>
        <p:xfrm>
          <a:off x="10938756" y="3759056"/>
          <a:ext cx="276225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360" imgH="304560" progId="Equation.3">
                  <p:embed/>
                </p:oleObj>
              </mc:Choice>
              <mc:Fallback>
                <p:oleObj name="Equation" r:id="rId14" imgW="27936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38756" y="3759056"/>
                        <a:ext cx="276225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7" name="Line 19"/>
          <p:cNvSpPr>
            <a:spLocks noChangeShapeType="1"/>
          </p:cNvSpPr>
          <p:nvPr/>
        </p:nvSpPr>
        <p:spPr bwMode="auto">
          <a:xfrm flipV="1">
            <a:off x="9860613" y="3198909"/>
            <a:ext cx="304800" cy="152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766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8200599"/>
              </p:ext>
            </p:extLst>
          </p:nvPr>
        </p:nvGraphicFramePr>
        <p:xfrm>
          <a:off x="2331125" y="2362560"/>
          <a:ext cx="2375270" cy="68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27000" imgH="266400" progId="Equation.DSMT4">
                  <p:embed/>
                </p:oleObj>
              </mc:Choice>
              <mc:Fallback>
                <p:oleObj name="Equation" r:id="rId16" imgW="92700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1125" y="2362560"/>
                        <a:ext cx="2375270" cy="6832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4138207"/>
              </p:ext>
            </p:extLst>
          </p:nvPr>
        </p:nvGraphicFramePr>
        <p:xfrm>
          <a:off x="4923448" y="2157157"/>
          <a:ext cx="2941422" cy="106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31560" imgH="444240" progId="Equation.DSMT4">
                  <p:embed/>
                </p:oleObj>
              </mc:Choice>
              <mc:Fallback>
                <p:oleObj name="Equation" r:id="rId18" imgW="12315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3448" y="2157157"/>
                        <a:ext cx="2941422" cy="106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3476585"/>
              </p:ext>
            </p:extLst>
          </p:nvPr>
        </p:nvGraphicFramePr>
        <p:xfrm>
          <a:off x="1722818" y="3431198"/>
          <a:ext cx="830839" cy="5112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30120" imgH="203040" progId="Equation.DSMT4">
                  <p:embed/>
                </p:oleObj>
              </mc:Choice>
              <mc:Fallback>
                <p:oleObj name="Equation" r:id="rId20" imgW="3301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2818" y="3431198"/>
                        <a:ext cx="830839" cy="5112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5691540"/>
              </p:ext>
            </p:extLst>
          </p:nvPr>
        </p:nvGraphicFramePr>
        <p:xfrm>
          <a:off x="2524125" y="3308143"/>
          <a:ext cx="1989271" cy="705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787320" imgH="279360" progId="Equation.DSMT4">
                  <p:embed/>
                </p:oleObj>
              </mc:Choice>
              <mc:Fallback>
                <p:oleObj name="Equation" r:id="rId22" imgW="78732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4125" y="3308143"/>
                        <a:ext cx="1989271" cy="7058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3971927"/>
              </p:ext>
            </p:extLst>
          </p:nvPr>
        </p:nvGraphicFramePr>
        <p:xfrm>
          <a:off x="4516191" y="3198909"/>
          <a:ext cx="2277747" cy="1035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977760" imgH="444240" progId="Equation.DSMT4">
                  <p:embed/>
                </p:oleObj>
              </mc:Choice>
              <mc:Fallback>
                <p:oleObj name="Equation" r:id="rId24" imgW="9777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6191" y="3198909"/>
                        <a:ext cx="2277747" cy="10353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8255559"/>
              </p:ext>
            </p:extLst>
          </p:nvPr>
        </p:nvGraphicFramePr>
        <p:xfrm>
          <a:off x="1662534" y="4286974"/>
          <a:ext cx="1836738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787320" imgH="431640" progId="Equation.DSMT4">
                  <p:embed/>
                </p:oleObj>
              </mc:Choice>
              <mc:Fallback>
                <p:oleObj name="Equation" r:id="rId26" imgW="787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2534" y="4286974"/>
                        <a:ext cx="1836738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1558752"/>
              </p:ext>
            </p:extLst>
          </p:nvPr>
        </p:nvGraphicFramePr>
        <p:xfrm>
          <a:off x="3402352" y="4382241"/>
          <a:ext cx="1840769" cy="6327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812520" imgH="279360" progId="Equation.DSMT4">
                  <p:embed/>
                </p:oleObj>
              </mc:Choice>
              <mc:Fallback>
                <p:oleObj name="Equation" r:id="rId28" imgW="81252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2352" y="4382241"/>
                        <a:ext cx="1840769" cy="6327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5919110"/>
              </p:ext>
            </p:extLst>
          </p:nvPr>
        </p:nvGraphicFramePr>
        <p:xfrm>
          <a:off x="5379523" y="4252577"/>
          <a:ext cx="1774825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774360" imgH="431640" progId="Equation.DSMT4">
                  <p:embed/>
                </p:oleObj>
              </mc:Choice>
              <mc:Fallback>
                <p:oleObj name="Equation" r:id="rId30" imgW="7743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9523" y="4252577"/>
                        <a:ext cx="1774825" cy="98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5572855"/>
              </p:ext>
            </p:extLst>
          </p:nvPr>
        </p:nvGraphicFramePr>
        <p:xfrm>
          <a:off x="7122944" y="4529013"/>
          <a:ext cx="1152654" cy="436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469800" imgH="177480" progId="Equation.DSMT4">
                  <p:embed/>
                </p:oleObj>
              </mc:Choice>
              <mc:Fallback>
                <p:oleObj name="Equation" r:id="rId32" imgW="4698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2944" y="4529013"/>
                        <a:ext cx="1152654" cy="4361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4984247"/>
              </p:ext>
            </p:extLst>
          </p:nvPr>
        </p:nvGraphicFramePr>
        <p:xfrm>
          <a:off x="1906563" y="5067473"/>
          <a:ext cx="4137569" cy="728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803240" imgH="317160" progId="Equation.DSMT4">
                  <p:embed/>
                </p:oleObj>
              </mc:Choice>
              <mc:Fallback>
                <p:oleObj name="Equation" r:id="rId34" imgW="180324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563" y="5067473"/>
                        <a:ext cx="4137569" cy="7284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5753850"/>
              </p:ext>
            </p:extLst>
          </p:nvPr>
        </p:nvGraphicFramePr>
        <p:xfrm>
          <a:off x="3559856" y="5621295"/>
          <a:ext cx="5958873" cy="74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2539800" imgH="317160" progId="Equation.DSMT4">
                  <p:embed/>
                </p:oleObj>
              </mc:Choice>
              <mc:Fallback>
                <p:oleObj name="Equation" r:id="rId36" imgW="253980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9856" y="5621295"/>
                        <a:ext cx="5958873" cy="74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9833852"/>
              </p:ext>
            </p:extLst>
          </p:nvPr>
        </p:nvGraphicFramePr>
        <p:xfrm>
          <a:off x="5115699" y="5627664"/>
          <a:ext cx="1591405" cy="68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647640" imgH="279360" progId="Equation.DSMT4">
                  <p:embed/>
                </p:oleObj>
              </mc:Choice>
              <mc:Fallback>
                <p:oleObj name="Equation" r:id="rId38" imgW="6476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5699" y="5627664"/>
                        <a:ext cx="1591405" cy="686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8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3553679"/>
              </p:ext>
            </p:extLst>
          </p:nvPr>
        </p:nvGraphicFramePr>
        <p:xfrm>
          <a:off x="7934350" y="5755168"/>
          <a:ext cx="1080655" cy="467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469800" imgH="203040" progId="Equation.DSMT4">
                  <p:embed/>
                </p:oleObj>
              </mc:Choice>
              <mc:Fallback>
                <p:oleObj name="Equation" r:id="rId40" imgW="469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4350" y="5755168"/>
                        <a:ext cx="1080655" cy="4673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81" name="Text Box 33"/>
          <p:cNvSpPr txBox="1">
            <a:spLocks noChangeArrowheads="1"/>
          </p:cNvSpPr>
          <p:nvPr/>
        </p:nvSpPr>
        <p:spPr bwMode="auto">
          <a:xfrm>
            <a:off x="1563193" y="1688821"/>
            <a:ext cx="30054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ea typeface="楷体_GB2312" pitchFamily="49" charset="-122"/>
              </a:rPr>
              <a:t>其中</a:t>
            </a:r>
            <a:r>
              <a:rPr lang="en-US" altLang="zh-CN" sz="2800" b="1" i="1" dirty="0">
                <a:ea typeface="楷体_GB2312" pitchFamily="49" charset="-122"/>
              </a:rPr>
              <a:t>L </a:t>
            </a:r>
            <a:r>
              <a:rPr lang="zh-CN" altLang="en-US" sz="2800" b="1" dirty="0">
                <a:ea typeface="楷体_GB2312" pitchFamily="49" charset="-122"/>
              </a:rPr>
              <a:t>沿上半圆周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39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7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7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7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7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7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7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7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7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7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7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animBg="1"/>
      <p:bldP spid="27658" grpId="0" build="p" autoUpdateAnimBg="0"/>
      <p:bldP spid="27665" grpId="0" animBg="1"/>
      <p:bldP spid="2766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1515918" y="1251282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1. 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定义</a:t>
            </a:r>
          </a:p>
        </p:txBody>
      </p:sp>
      <p:graphicFrame>
        <p:nvGraphicFramePr>
          <p:cNvPr id="2867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3072393"/>
              </p:ext>
            </p:extLst>
          </p:nvPr>
        </p:nvGraphicFramePr>
        <p:xfrm>
          <a:off x="3551382" y="1685265"/>
          <a:ext cx="6086763" cy="100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28720" imgH="431640" progId="Equation.DSMT4">
                  <p:embed/>
                </p:oleObj>
              </mc:Choice>
              <mc:Fallback>
                <p:oleObj name="Equation" r:id="rId2" imgW="2628720" imgH="43164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1382" y="1685265"/>
                        <a:ext cx="6086763" cy="100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0946619"/>
              </p:ext>
            </p:extLst>
          </p:nvPr>
        </p:nvGraphicFramePr>
        <p:xfrm>
          <a:off x="2875901" y="1128833"/>
          <a:ext cx="3666837" cy="687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25400" imgH="304560" progId="Equation.DSMT4">
                  <p:embed/>
                </p:oleObj>
              </mc:Choice>
              <mc:Fallback>
                <p:oleObj name="Equation" r:id="rId4" imgW="1625400" imgH="30456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5901" y="1128833"/>
                        <a:ext cx="3666837" cy="6875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1542473" y="2290764"/>
            <a:ext cx="167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2. 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性质</a:t>
            </a:r>
          </a:p>
        </p:txBody>
      </p:sp>
      <p:sp>
        <p:nvSpPr>
          <p:cNvPr id="28678" name="Text Box 6"/>
          <p:cNvSpPr txBox="1">
            <a:spLocks noChangeArrowheads="1"/>
          </p:cNvSpPr>
          <p:nvPr/>
        </p:nvSpPr>
        <p:spPr bwMode="auto">
          <a:xfrm>
            <a:off x="1897929" y="2909888"/>
            <a:ext cx="58721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(1) </a:t>
            </a:r>
            <a:r>
              <a:rPr lang="en-US" altLang="zh-CN" sz="2800" b="1" i="1" dirty="0">
                <a:ea typeface="楷体_GB2312" pitchFamily="49" charset="-122"/>
              </a:rPr>
              <a:t>L</a:t>
            </a:r>
            <a:r>
              <a:rPr lang="zh-CN" altLang="en-US" sz="2800" b="1" dirty="0">
                <a:ea typeface="楷体_GB2312" pitchFamily="49" charset="-122"/>
              </a:rPr>
              <a:t>可分成 </a:t>
            </a:r>
            <a:r>
              <a:rPr lang="en-US" altLang="zh-CN" sz="2800" b="1" i="1" dirty="0">
                <a:ea typeface="楷体_GB2312" pitchFamily="49" charset="-122"/>
              </a:rPr>
              <a:t>k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条有向光滑曲线弧</a:t>
            </a:r>
          </a:p>
        </p:txBody>
      </p:sp>
      <p:graphicFrame>
        <p:nvGraphicFramePr>
          <p:cNvPr id="2867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8666287"/>
              </p:ext>
            </p:extLst>
          </p:nvPr>
        </p:nvGraphicFramePr>
        <p:xfrm>
          <a:off x="7130473" y="2926252"/>
          <a:ext cx="2392731" cy="538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5920" imgH="228600" progId="Equation.DSMT4">
                  <p:embed/>
                </p:oleObj>
              </mc:Choice>
              <mc:Fallback>
                <p:oleObj name="Equation" r:id="rId6" imgW="1015920" imgH="22860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0473" y="2926252"/>
                        <a:ext cx="2392731" cy="5383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4472694"/>
              </p:ext>
            </p:extLst>
          </p:nvPr>
        </p:nvGraphicFramePr>
        <p:xfrm>
          <a:off x="2392218" y="3551196"/>
          <a:ext cx="3685309" cy="714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38000" imgH="317160" progId="Equation.DSMT4">
                  <p:embed/>
                </p:oleObj>
              </mc:Choice>
              <mc:Fallback>
                <p:oleObj name="Equation" r:id="rId8" imgW="1638000" imgH="31716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2218" y="3551196"/>
                        <a:ext cx="3685309" cy="7142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2894828"/>
              </p:ext>
            </p:extLst>
          </p:nvPr>
        </p:nvGraphicFramePr>
        <p:xfrm>
          <a:off x="6077527" y="3445364"/>
          <a:ext cx="4580223" cy="955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70000" imgH="431640" progId="Equation.DSMT4">
                  <p:embed/>
                </p:oleObj>
              </mc:Choice>
              <mc:Fallback>
                <p:oleObj name="Equation" r:id="rId10" imgW="2070000" imgH="43164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7527" y="3445364"/>
                        <a:ext cx="4580223" cy="955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2" name="Text Box 10"/>
          <p:cNvSpPr txBox="1">
            <a:spLocks noChangeArrowheads="1"/>
          </p:cNvSpPr>
          <p:nvPr/>
        </p:nvSpPr>
        <p:spPr bwMode="auto">
          <a:xfrm>
            <a:off x="1876065" y="4386694"/>
            <a:ext cx="434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(2)  </a:t>
            </a:r>
            <a:r>
              <a:rPr lang="en-US" altLang="zh-CN" sz="2800" b="1" i="1" dirty="0">
                <a:ea typeface="楷体_GB2312" pitchFamily="49" charset="-122"/>
              </a:rPr>
              <a:t>L</a:t>
            </a:r>
            <a:r>
              <a:rPr lang="zh-CN" altLang="en-US" sz="2800" b="1" i="1" baseline="30000" dirty="0">
                <a:ea typeface="楷体_GB2312" pitchFamily="49" charset="-122"/>
              </a:rPr>
              <a:t>－</a:t>
            </a:r>
            <a:r>
              <a:rPr lang="zh-CN" altLang="en-US" sz="2800" b="1" i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表示 </a:t>
            </a:r>
            <a:r>
              <a:rPr lang="en-US" altLang="zh-CN" sz="2800" b="1" i="1" dirty="0">
                <a:ea typeface="楷体_GB2312" pitchFamily="49" charset="-122"/>
              </a:rPr>
              <a:t>L </a:t>
            </a:r>
            <a:r>
              <a:rPr lang="zh-CN" altLang="en-US" sz="2800" b="1" dirty="0">
                <a:ea typeface="楷体_GB2312" pitchFamily="49" charset="-122"/>
              </a:rPr>
              <a:t>的反向弧</a:t>
            </a:r>
          </a:p>
        </p:txBody>
      </p:sp>
      <p:graphicFrame>
        <p:nvGraphicFramePr>
          <p:cNvPr id="286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0854490"/>
              </p:ext>
            </p:extLst>
          </p:nvPr>
        </p:nvGraphicFramePr>
        <p:xfrm>
          <a:off x="2418773" y="4942788"/>
          <a:ext cx="3845630" cy="7045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63560" imgH="304560" progId="Equation.DSMT4">
                  <p:embed/>
                </p:oleObj>
              </mc:Choice>
              <mc:Fallback>
                <p:oleObj name="Equation" r:id="rId12" imgW="1663560" imgH="30456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8773" y="4942788"/>
                        <a:ext cx="3845630" cy="7045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9349882"/>
              </p:ext>
            </p:extLst>
          </p:nvPr>
        </p:nvGraphicFramePr>
        <p:xfrm>
          <a:off x="6264403" y="4997897"/>
          <a:ext cx="4194174" cy="71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854000" imgH="317160" progId="Equation.DSMT4">
                  <p:embed/>
                </p:oleObj>
              </mc:Choice>
              <mc:Fallback>
                <p:oleObj name="Equation" r:id="rId14" imgW="1854000" imgH="31716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4403" y="4997897"/>
                        <a:ext cx="4194174" cy="71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5" name="Text Box 13"/>
          <p:cNvSpPr txBox="1">
            <a:spLocks noChangeArrowheads="1"/>
          </p:cNvSpPr>
          <p:nvPr/>
        </p:nvSpPr>
        <p:spPr bwMode="auto">
          <a:xfrm>
            <a:off x="1897929" y="5826126"/>
            <a:ext cx="7543800" cy="528638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对坐标的曲线积分必须注意</a:t>
            </a:r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积分弧段的方向</a:t>
            </a:r>
            <a:r>
              <a:rPr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!</a:t>
            </a:r>
          </a:p>
        </p:txBody>
      </p:sp>
      <p:sp>
        <p:nvSpPr>
          <p:cNvPr id="25614" name="Rectangle 14"/>
          <p:cNvSpPr>
            <a:spLocks noGrp="1" noChangeArrowheads="1"/>
          </p:cNvSpPr>
          <p:nvPr>
            <p:ph type="title" idx="4294967295"/>
          </p:nvPr>
        </p:nvSpPr>
        <p:spPr>
          <a:xfrm>
            <a:off x="1246909" y="415920"/>
            <a:ext cx="2343727" cy="609600"/>
          </a:xfr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内容小结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7815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autoUpdateAnimBg="0"/>
      <p:bldP spid="28677" grpId="0" autoUpdateAnimBg="0"/>
      <p:bldP spid="28678" grpId="0" autoUpdateAnimBg="0"/>
      <p:bldP spid="28682" grpId="0" autoUpdateAnimBg="0"/>
      <p:bldP spid="28685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26996" y="872766"/>
            <a:ext cx="1488018" cy="609600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3.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计算</a:t>
            </a:r>
          </a:p>
        </p:txBody>
      </p:sp>
      <p:graphicFrame>
        <p:nvGraphicFramePr>
          <p:cNvPr id="2969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0109634"/>
              </p:ext>
            </p:extLst>
          </p:nvPr>
        </p:nvGraphicFramePr>
        <p:xfrm>
          <a:off x="4664020" y="1361787"/>
          <a:ext cx="2269836" cy="1150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27000" imgH="469800" progId="Equation.DSMT4">
                  <p:embed/>
                </p:oleObj>
              </mc:Choice>
              <mc:Fallback>
                <p:oleObj name="Equation" r:id="rId3" imgW="9270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4020" y="1361787"/>
                        <a:ext cx="2269836" cy="11504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7980740"/>
              </p:ext>
            </p:extLst>
          </p:nvPr>
        </p:nvGraphicFramePr>
        <p:xfrm>
          <a:off x="7094354" y="1716642"/>
          <a:ext cx="1531578" cy="490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34680" imgH="203040" progId="Equation.DSMT4">
                  <p:embed/>
                </p:oleObj>
              </mc:Choice>
              <mc:Fallback>
                <p:oleObj name="Equation" r:id="rId5" imgW="634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4354" y="1716642"/>
                        <a:ext cx="1531578" cy="4901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8280845"/>
              </p:ext>
            </p:extLst>
          </p:nvPr>
        </p:nvGraphicFramePr>
        <p:xfrm>
          <a:off x="2326601" y="2462373"/>
          <a:ext cx="4037069" cy="75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25400" imgH="304560" progId="Equation.DSMT4">
                  <p:embed/>
                </p:oleObj>
              </mc:Choice>
              <mc:Fallback>
                <p:oleObj name="Equation" r:id="rId7" imgW="162540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6601" y="2462373"/>
                        <a:ext cx="4037069" cy="75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8650650"/>
              </p:ext>
            </p:extLst>
          </p:nvPr>
        </p:nvGraphicFramePr>
        <p:xfrm>
          <a:off x="2667000" y="3134221"/>
          <a:ext cx="7746223" cy="823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225600" imgH="342720" progId="Equation.DSMT4">
                  <p:embed/>
                </p:oleObj>
              </mc:Choice>
              <mc:Fallback>
                <p:oleObj name="Equation" r:id="rId9" imgW="322560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134221"/>
                        <a:ext cx="7746223" cy="8238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3565735"/>
              </p:ext>
            </p:extLst>
          </p:nvPr>
        </p:nvGraphicFramePr>
        <p:xfrm>
          <a:off x="5798938" y="3292290"/>
          <a:ext cx="822723" cy="4875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42720" imgH="203040" progId="Equation.DSMT4">
                  <p:embed/>
                </p:oleObj>
              </mc:Choice>
              <mc:Fallback>
                <p:oleObj name="Equation" r:id="rId11" imgW="342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8938" y="3292290"/>
                        <a:ext cx="822723" cy="4875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5166363"/>
              </p:ext>
            </p:extLst>
          </p:nvPr>
        </p:nvGraphicFramePr>
        <p:xfrm>
          <a:off x="9020209" y="3302362"/>
          <a:ext cx="853194" cy="4875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55320" imgH="203040" progId="Equation.DSMT4">
                  <p:embed/>
                </p:oleObj>
              </mc:Choice>
              <mc:Fallback>
                <p:oleObj name="Equation" r:id="rId13" imgW="355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20209" y="3302362"/>
                        <a:ext cx="853194" cy="4875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5" name="Text Box 9"/>
          <p:cNvSpPr txBox="1">
            <a:spLocks noChangeArrowheads="1"/>
          </p:cNvSpPr>
          <p:nvPr/>
        </p:nvSpPr>
        <p:spPr bwMode="auto">
          <a:xfrm>
            <a:off x="2067214" y="1660335"/>
            <a:ext cx="2705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•</a:t>
            </a:r>
            <a:r>
              <a:rPr lang="en-US" altLang="zh-CN" sz="2800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对有向光滑弧</a:t>
            </a:r>
          </a:p>
        </p:txBody>
      </p:sp>
      <p:sp>
        <p:nvSpPr>
          <p:cNvPr id="29706" name="Text Box 10"/>
          <p:cNvSpPr txBox="1">
            <a:spLocks noChangeArrowheads="1"/>
          </p:cNvSpPr>
          <p:nvPr/>
        </p:nvSpPr>
        <p:spPr bwMode="auto">
          <a:xfrm>
            <a:off x="2067214" y="3989808"/>
            <a:ext cx="289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•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对有向光滑弧</a:t>
            </a:r>
          </a:p>
        </p:txBody>
      </p:sp>
      <p:graphicFrame>
        <p:nvGraphicFramePr>
          <p:cNvPr id="2970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5509374"/>
              </p:ext>
            </p:extLst>
          </p:nvPr>
        </p:nvGraphicFramePr>
        <p:xfrm>
          <a:off x="4719320" y="4004781"/>
          <a:ext cx="3804682" cy="504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536480" imgH="203040" progId="Equation.DSMT4">
                  <p:embed/>
                </p:oleObj>
              </mc:Choice>
              <mc:Fallback>
                <p:oleObj name="Equation" r:id="rId15" imgW="1536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9320" y="4004781"/>
                        <a:ext cx="3804682" cy="5041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4118474"/>
              </p:ext>
            </p:extLst>
          </p:nvPr>
        </p:nvGraphicFramePr>
        <p:xfrm>
          <a:off x="2667000" y="5322887"/>
          <a:ext cx="6353209" cy="8023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16120" imgH="330120" progId="Equation.DSMT4">
                  <p:embed/>
                </p:oleObj>
              </mc:Choice>
              <mc:Fallback>
                <p:oleObj name="Equation" r:id="rId17" imgW="26161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322887"/>
                        <a:ext cx="6353209" cy="8023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9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3277847"/>
              </p:ext>
            </p:extLst>
          </p:nvPr>
        </p:nvGraphicFramePr>
        <p:xfrm>
          <a:off x="7407561" y="5490470"/>
          <a:ext cx="905165" cy="467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93480" imgH="203040" progId="Equation.DSMT4">
                  <p:embed/>
                </p:oleObj>
              </mc:Choice>
              <mc:Fallback>
                <p:oleObj name="Equation" r:id="rId19" imgW="393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7561" y="5490470"/>
                        <a:ext cx="905165" cy="4671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313283"/>
              </p:ext>
            </p:extLst>
          </p:nvPr>
        </p:nvGraphicFramePr>
        <p:xfrm>
          <a:off x="2326601" y="4602395"/>
          <a:ext cx="3792610" cy="711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625400" imgH="304560" progId="Equation.DSMT4">
                  <p:embed/>
                </p:oleObj>
              </mc:Choice>
              <mc:Fallback>
                <p:oleObj name="Equation" r:id="rId21" imgW="162540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6601" y="4602395"/>
                        <a:ext cx="3792610" cy="7111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9720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9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5" grpId="0" autoUpdateAnimBg="0"/>
      <p:bldP spid="29706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4212787"/>
              </p:ext>
            </p:extLst>
          </p:nvPr>
        </p:nvGraphicFramePr>
        <p:xfrm>
          <a:off x="2028522" y="2026132"/>
          <a:ext cx="5920092" cy="6666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19160" imgH="317160" progId="Equation.DSMT4">
                  <p:embed/>
                </p:oleObj>
              </mc:Choice>
              <mc:Fallback>
                <p:oleObj name="Equation" r:id="rId2" imgW="281916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8522" y="2026132"/>
                        <a:ext cx="5920092" cy="6666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0477987"/>
              </p:ext>
            </p:extLst>
          </p:nvPr>
        </p:nvGraphicFramePr>
        <p:xfrm>
          <a:off x="5808330" y="727414"/>
          <a:ext cx="2875468" cy="1411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71600" imgH="672840" progId="Equation.DSMT4">
                  <p:embed/>
                </p:oleObj>
              </mc:Choice>
              <mc:Fallback>
                <p:oleObj name="Equation" r:id="rId4" imgW="1371600" imgH="672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8330" y="727414"/>
                        <a:ext cx="2875468" cy="14111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5633484"/>
              </p:ext>
            </p:extLst>
          </p:nvPr>
        </p:nvGraphicFramePr>
        <p:xfrm>
          <a:off x="2977169" y="2476594"/>
          <a:ext cx="3696139" cy="711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14320" imgH="330120" progId="Equation.DSMT4">
                  <p:embed/>
                </p:oleObj>
              </mc:Choice>
              <mc:Fallback>
                <p:oleObj name="Equation" r:id="rId6" imgW="17143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7169" y="2476594"/>
                        <a:ext cx="3696139" cy="7118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0254186"/>
              </p:ext>
            </p:extLst>
          </p:nvPr>
        </p:nvGraphicFramePr>
        <p:xfrm>
          <a:off x="6580241" y="2599212"/>
          <a:ext cx="837698" cy="4964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2720" imgH="203040" progId="Equation.DSMT4">
                  <p:embed/>
                </p:oleObj>
              </mc:Choice>
              <mc:Fallback>
                <p:oleObj name="Equation" r:id="rId8" imgW="342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0241" y="2599212"/>
                        <a:ext cx="837698" cy="4964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2104673"/>
              </p:ext>
            </p:extLst>
          </p:nvPr>
        </p:nvGraphicFramePr>
        <p:xfrm>
          <a:off x="7200250" y="3079327"/>
          <a:ext cx="770514" cy="4402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55320" imgH="203040" progId="Equation.DSMT4">
                  <p:embed/>
                </p:oleObj>
              </mc:Choice>
              <mc:Fallback>
                <p:oleObj name="Equation" r:id="rId10" imgW="355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0250" y="3079327"/>
                        <a:ext cx="770514" cy="4402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714796"/>
              </p:ext>
            </p:extLst>
          </p:nvPr>
        </p:nvGraphicFramePr>
        <p:xfrm>
          <a:off x="8420349" y="3604640"/>
          <a:ext cx="700484" cy="400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55320" imgH="203040" progId="Equation.DSMT4">
                  <p:embed/>
                </p:oleObj>
              </mc:Choice>
              <mc:Fallback>
                <p:oleObj name="Equation" r:id="rId12" imgW="355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0349" y="3604640"/>
                        <a:ext cx="700484" cy="4002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8" name="Text Box 8"/>
          <p:cNvSpPr txBox="1">
            <a:spLocks noChangeArrowheads="1"/>
          </p:cNvSpPr>
          <p:nvPr/>
        </p:nvSpPr>
        <p:spPr bwMode="auto">
          <a:xfrm>
            <a:off x="1681018" y="3952875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4. 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两类曲线积分的联系</a:t>
            </a:r>
          </a:p>
        </p:txBody>
      </p:sp>
      <p:graphicFrame>
        <p:nvGraphicFramePr>
          <p:cNvPr id="3072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6391665"/>
              </p:ext>
            </p:extLst>
          </p:nvPr>
        </p:nvGraphicFramePr>
        <p:xfrm>
          <a:off x="2028522" y="4423497"/>
          <a:ext cx="2396765" cy="7374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90360" imgH="304560" progId="Equation.DSMT4">
                  <p:embed/>
                </p:oleObj>
              </mc:Choice>
              <mc:Fallback>
                <p:oleObj name="Equation" r:id="rId14" imgW="9903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8522" y="4423497"/>
                        <a:ext cx="2396765" cy="7374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2448963"/>
              </p:ext>
            </p:extLst>
          </p:nvPr>
        </p:nvGraphicFramePr>
        <p:xfrm>
          <a:off x="4316605" y="4457236"/>
          <a:ext cx="4217988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803240" imgH="304560" progId="Equation.DSMT4">
                  <p:embed/>
                </p:oleObj>
              </mc:Choice>
              <mc:Fallback>
                <p:oleObj name="Equation" r:id="rId16" imgW="18032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6605" y="4457236"/>
                        <a:ext cx="4217988" cy="712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1615495"/>
              </p:ext>
            </p:extLst>
          </p:nvPr>
        </p:nvGraphicFramePr>
        <p:xfrm>
          <a:off x="2124874" y="5175966"/>
          <a:ext cx="3467348" cy="760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447560" imgH="317160" progId="Equation.DSMT4">
                  <p:embed/>
                </p:oleObj>
              </mc:Choice>
              <mc:Fallback>
                <p:oleObj name="Equation" r:id="rId18" imgW="144756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874" y="5175966"/>
                        <a:ext cx="3467348" cy="7603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5099"/>
              </p:ext>
            </p:extLst>
          </p:nvPr>
        </p:nvGraphicFramePr>
        <p:xfrm>
          <a:off x="4416771" y="5747684"/>
          <a:ext cx="6002337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425680" imgH="317160" progId="Equation.DSMT4">
                  <p:embed/>
                </p:oleObj>
              </mc:Choice>
              <mc:Fallback>
                <p:oleObj name="Equation" r:id="rId20" imgW="242568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6771" y="5747684"/>
                        <a:ext cx="6002337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6652735"/>
              </p:ext>
            </p:extLst>
          </p:nvPr>
        </p:nvGraphicFramePr>
        <p:xfrm>
          <a:off x="4242536" y="3099599"/>
          <a:ext cx="2995659" cy="444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71600" imgH="203040" progId="Equation.DSMT4">
                  <p:embed/>
                </p:oleObj>
              </mc:Choice>
              <mc:Fallback>
                <p:oleObj name="Equation" r:id="rId22" imgW="1371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2536" y="3099599"/>
                        <a:ext cx="2995659" cy="4443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7383427"/>
              </p:ext>
            </p:extLst>
          </p:nvPr>
        </p:nvGraphicFramePr>
        <p:xfrm>
          <a:off x="5418330" y="3551654"/>
          <a:ext cx="3116263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396800" imgH="203040" progId="Equation.DSMT4">
                  <p:embed/>
                </p:oleObj>
              </mc:Choice>
              <mc:Fallback>
                <p:oleObj name="Equation" r:id="rId24" imgW="1396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8330" y="3551654"/>
                        <a:ext cx="3116263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5392849"/>
              </p:ext>
            </p:extLst>
          </p:nvPr>
        </p:nvGraphicFramePr>
        <p:xfrm>
          <a:off x="8921122" y="3510208"/>
          <a:ext cx="795339" cy="589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342720" imgH="253800" progId="Equation.DSMT4">
                  <p:embed/>
                </p:oleObj>
              </mc:Choice>
              <mc:Fallback>
                <p:oleObj name="Equation" r:id="rId26" imgW="3427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1122" y="3510208"/>
                        <a:ext cx="795339" cy="5891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4" name="Rectangle 16"/>
          <p:cNvSpPr>
            <a:spLocks noGrp="1" noChangeArrowheads="1"/>
          </p:cNvSpPr>
          <p:nvPr>
            <p:ph type="title" idx="4294967295"/>
          </p:nvPr>
        </p:nvSpPr>
        <p:spPr>
          <a:xfrm>
            <a:off x="1760368" y="1171148"/>
            <a:ext cx="3857625" cy="609600"/>
          </a:xfrm>
        </p:spPr>
        <p:txBody>
          <a:bodyPr/>
          <a:lstStyle/>
          <a:p>
            <a:pPr algn="l"/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•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对空间有向光滑弧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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:</a:t>
            </a:r>
            <a:endParaRPr lang="en-US" altLang="zh-CN" sz="2800" b="1" dirty="0">
              <a:ea typeface="楷体_GB2312" pitchFamily="49" charset="-122"/>
            </a:endParaRPr>
          </a:p>
        </p:txBody>
      </p:sp>
      <p:sp>
        <p:nvSpPr>
          <p:cNvPr id="27665" name="AutoShape 17"/>
          <p:cNvSpPr>
            <a:spLocks/>
          </p:cNvSpPr>
          <p:nvPr/>
        </p:nvSpPr>
        <p:spPr bwMode="auto">
          <a:xfrm>
            <a:off x="5560977" y="919727"/>
            <a:ext cx="179388" cy="1143000"/>
          </a:xfrm>
          <a:prstGeom prst="leftBrace">
            <a:avLst>
              <a:gd name="adj1" fmla="val 53097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3396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0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0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8" grpId="0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12846</TotalTime>
  <Words>543</Words>
  <Application>Microsoft Office PowerPoint</Application>
  <PresentationFormat>宽屏</PresentationFormat>
  <Paragraphs>131</Paragraphs>
  <Slides>31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31</vt:i4>
      </vt:variant>
    </vt:vector>
  </HeadingPairs>
  <TitlesOfParts>
    <vt:vector size="44" baseType="lpstr">
      <vt:lpstr>仿宋_GB2312</vt:lpstr>
      <vt:lpstr>黑体</vt:lpstr>
      <vt:lpstr>华文行楷</vt:lpstr>
      <vt:lpstr>楷体_GB2312</vt:lpstr>
      <vt:lpstr>Arial</vt:lpstr>
      <vt:lpstr>Calibri</vt:lpstr>
      <vt:lpstr>Calibri Light</vt:lpstr>
      <vt:lpstr>Times New Roman</vt:lpstr>
      <vt:lpstr>Office 主题</vt:lpstr>
      <vt:lpstr>公式</vt:lpstr>
      <vt:lpstr>Equation</vt:lpstr>
      <vt:lpstr>BMP 图象</vt:lpstr>
      <vt:lpstr>BMP 图像</vt:lpstr>
      <vt:lpstr>PowerPoint 演示文稿</vt:lpstr>
      <vt:lpstr>一、问题的提出</vt:lpstr>
      <vt:lpstr>PowerPoint 演示文稿</vt:lpstr>
      <vt:lpstr>二、第二型曲线积分的概念</vt:lpstr>
      <vt:lpstr>PowerPoint 演示文稿</vt:lpstr>
      <vt:lpstr>PowerPoint 演示文稿</vt:lpstr>
      <vt:lpstr>PowerPoint 演示文稿</vt:lpstr>
      <vt:lpstr>PowerPoint 演示文稿</vt:lpstr>
      <vt:lpstr>三、第二型曲线积分的计算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例2. 设在力场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例5. 求</vt:lpstr>
      <vt:lpstr>例6. 设曲线C为曲面</vt:lpstr>
      <vt:lpstr>PowerPoint 演示文稿</vt:lpstr>
      <vt:lpstr>PowerPoint 演示文稿</vt:lpstr>
      <vt:lpstr>PowerPoint 演示文稿</vt:lpstr>
      <vt:lpstr>例9</vt:lpstr>
      <vt:lpstr>内容小结</vt:lpstr>
      <vt:lpstr>3. 计算</vt:lpstr>
      <vt:lpstr>• 对空间有向光滑弧 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尔里德 李</cp:lastModifiedBy>
  <cp:revision>116</cp:revision>
  <dcterms:created xsi:type="dcterms:W3CDTF">2020-03-05T03:56:51Z</dcterms:created>
  <dcterms:modified xsi:type="dcterms:W3CDTF">2024-04-20T08:07:44Z</dcterms:modified>
</cp:coreProperties>
</file>