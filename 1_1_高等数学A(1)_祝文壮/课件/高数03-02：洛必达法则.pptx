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95" r:id="rId3"/>
    <p:sldId id="296" r:id="rId4"/>
    <p:sldId id="327" r:id="rId5"/>
    <p:sldId id="297" r:id="rId6"/>
    <p:sldId id="353" r:id="rId7"/>
    <p:sldId id="298" r:id="rId8"/>
    <p:sldId id="349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31" r:id="rId17"/>
    <p:sldId id="306" r:id="rId18"/>
    <p:sldId id="307" r:id="rId19"/>
    <p:sldId id="328" r:id="rId20"/>
    <p:sldId id="308" r:id="rId21"/>
    <p:sldId id="340" r:id="rId22"/>
    <p:sldId id="341" r:id="rId23"/>
    <p:sldId id="342" r:id="rId24"/>
    <p:sldId id="350" r:id="rId25"/>
    <p:sldId id="351" r:id="rId26"/>
    <p:sldId id="352" r:id="rId27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4733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38" autoAdjust="0"/>
  </p:normalViewPr>
  <p:slideViewPr>
    <p:cSldViewPr showGuides="1">
      <p:cViewPr>
        <p:scale>
          <a:sx n="90" d="100"/>
          <a:sy n="90" d="100"/>
        </p:scale>
        <p:origin x="1326" y="6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8-19T22:44:15.312" idx="3">
    <p:pos x="10" y="10"/>
    <p:text>(m-n)/2</p:text>
  </p:cm>
</p:cmLst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.emf"/><Relationship Id="rId8" Type="http://schemas.openxmlformats.org/officeDocument/2006/relationships/image" Target="../media/image25.emf"/><Relationship Id="rId7" Type="http://schemas.openxmlformats.org/officeDocument/2006/relationships/image" Target="../media/image24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0" Type="http://schemas.openxmlformats.org/officeDocument/2006/relationships/image" Target="../media/image27.e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.wmf"/><Relationship Id="rId8" Type="http://schemas.openxmlformats.org/officeDocument/2006/relationships/image" Target="../media/image33.wmf"/><Relationship Id="rId7" Type="http://schemas.openxmlformats.org/officeDocument/2006/relationships/image" Target="../media/image32.wmf"/><Relationship Id="rId6" Type="http://schemas.openxmlformats.org/officeDocument/2006/relationships/image" Target="../media/image31.wmf"/><Relationship Id="rId5" Type="http://schemas.openxmlformats.org/officeDocument/2006/relationships/image" Target="../media/image26.emf"/><Relationship Id="rId4" Type="http://schemas.openxmlformats.org/officeDocument/2006/relationships/image" Target="../media/image25.e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1" Type="http://schemas.openxmlformats.org/officeDocument/2006/relationships/image" Target="../media/image36.wmf"/><Relationship Id="rId10" Type="http://schemas.openxmlformats.org/officeDocument/2006/relationships/image" Target="../media/image35.wmf"/><Relationship Id="rId1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.wmf"/><Relationship Id="rId8" Type="http://schemas.openxmlformats.org/officeDocument/2006/relationships/image" Target="../media/image44.wmf"/><Relationship Id="rId7" Type="http://schemas.openxmlformats.org/officeDocument/2006/relationships/image" Target="../media/image43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e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54.wmf"/><Relationship Id="rId8" Type="http://schemas.openxmlformats.org/officeDocument/2006/relationships/image" Target="../media/image53.wmf"/><Relationship Id="rId7" Type="http://schemas.openxmlformats.org/officeDocument/2006/relationships/image" Target="../media/image52.wmf"/><Relationship Id="rId6" Type="http://schemas.openxmlformats.org/officeDocument/2006/relationships/image" Target="../media/image51.e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5" Type="http://schemas.openxmlformats.org/officeDocument/2006/relationships/image" Target="../media/image60.wmf"/><Relationship Id="rId14" Type="http://schemas.openxmlformats.org/officeDocument/2006/relationships/image" Target="../media/image59.wmf"/><Relationship Id="rId13" Type="http://schemas.openxmlformats.org/officeDocument/2006/relationships/image" Target="../media/image58.wmf"/><Relationship Id="rId12" Type="http://schemas.openxmlformats.org/officeDocument/2006/relationships/image" Target="../media/image57.wmf"/><Relationship Id="rId11" Type="http://schemas.openxmlformats.org/officeDocument/2006/relationships/image" Target="../media/image56.wmf"/><Relationship Id="rId10" Type="http://schemas.openxmlformats.org/officeDocument/2006/relationships/image" Target="../media/image55.wmf"/><Relationship Id="rId1" Type="http://schemas.openxmlformats.org/officeDocument/2006/relationships/image" Target="../media/image46.e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69.wmf"/><Relationship Id="rId8" Type="http://schemas.openxmlformats.org/officeDocument/2006/relationships/image" Target="../media/image68.wmf"/><Relationship Id="rId7" Type="http://schemas.openxmlformats.org/officeDocument/2006/relationships/image" Target="../media/image67.e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1" Type="http://schemas.openxmlformats.org/officeDocument/2006/relationships/image" Target="../media/image71.wmf"/><Relationship Id="rId10" Type="http://schemas.openxmlformats.org/officeDocument/2006/relationships/image" Target="../media/image70.wmf"/><Relationship Id="rId1" Type="http://schemas.openxmlformats.org/officeDocument/2006/relationships/image" Target="../media/image61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80.emf"/><Relationship Id="rId8" Type="http://schemas.openxmlformats.org/officeDocument/2006/relationships/image" Target="../media/image79.wmf"/><Relationship Id="rId7" Type="http://schemas.openxmlformats.org/officeDocument/2006/relationships/image" Target="../media/image78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0" Type="http://schemas.openxmlformats.org/officeDocument/2006/relationships/image" Target="../media/image81.wmf"/><Relationship Id="rId1" Type="http://schemas.openxmlformats.org/officeDocument/2006/relationships/image" Target="../media/image7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7" Type="http://schemas.openxmlformats.org/officeDocument/2006/relationships/image" Target="../media/image88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8.wmf"/><Relationship Id="rId8" Type="http://schemas.openxmlformats.org/officeDocument/2006/relationships/image" Target="../media/image97.wmf"/><Relationship Id="rId7" Type="http://schemas.openxmlformats.org/officeDocument/2006/relationships/image" Target="../media/image96.wmf"/><Relationship Id="rId6" Type="http://schemas.openxmlformats.org/officeDocument/2006/relationships/image" Target="../media/image95.emf"/><Relationship Id="rId5" Type="http://schemas.openxmlformats.org/officeDocument/2006/relationships/image" Target="../media/image94.emf"/><Relationship Id="rId4" Type="http://schemas.openxmlformats.org/officeDocument/2006/relationships/image" Target="../media/image93.emf"/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1" Type="http://schemas.openxmlformats.org/officeDocument/2006/relationships/image" Target="../media/image100.wmf"/><Relationship Id="rId10" Type="http://schemas.openxmlformats.org/officeDocument/2006/relationships/image" Target="../media/image99.wmf"/><Relationship Id="rId1" Type="http://schemas.openxmlformats.org/officeDocument/2006/relationships/image" Target="../media/image90.e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wmf"/><Relationship Id="rId8" Type="http://schemas.openxmlformats.org/officeDocument/2006/relationships/image" Target="../media/image108.wmf"/><Relationship Id="rId7" Type="http://schemas.openxmlformats.org/officeDocument/2006/relationships/image" Target="../media/image107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emf"/><Relationship Id="rId3" Type="http://schemas.openxmlformats.org/officeDocument/2006/relationships/image" Target="../media/image103.emf"/><Relationship Id="rId2" Type="http://schemas.openxmlformats.org/officeDocument/2006/relationships/image" Target="../media/image102.emf"/><Relationship Id="rId10" Type="http://schemas.openxmlformats.org/officeDocument/2006/relationships/image" Target="../media/image110.emf"/><Relationship Id="rId1" Type="http://schemas.openxmlformats.org/officeDocument/2006/relationships/image" Target="../media/image101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7" Type="http://schemas.openxmlformats.org/officeDocument/2006/relationships/image" Target="../media/image110.e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01.e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wmf"/><Relationship Id="rId8" Type="http://schemas.openxmlformats.org/officeDocument/2006/relationships/image" Target="../media/image123.wmf"/><Relationship Id="rId7" Type="http://schemas.openxmlformats.org/officeDocument/2006/relationships/image" Target="../media/image122.wmf"/><Relationship Id="rId6" Type="http://schemas.openxmlformats.org/officeDocument/2006/relationships/image" Target="../media/image86.wmf"/><Relationship Id="rId5" Type="http://schemas.openxmlformats.org/officeDocument/2006/relationships/image" Target="../media/image121.wmf"/><Relationship Id="rId4" Type="http://schemas.openxmlformats.org/officeDocument/2006/relationships/image" Target="../media/image120.emf"/><Relationship Id="rId3" Type="http://schemas.openxmlformats.org/officeDocument/2006/relationships/image" Target="../media/image119.emf"/><Relationship Id="rId2" Type="http://schemas.openxmlformats.org/officeDocument/2006/relationships/image" Target="../media/image118.emf"/><Relationship Id="rId12" Type="http://schemas.openxmlformats.org/officeDocument/2006/relationships/image" Target="../media/image127.wmf"/><Relationship Id="rId11" Type="http://schemas.openxmlformats.org/officeDocument/2006/relationships/image" Target="../media/image126.wmf"/><Relationship Id="rId10" Type="http://schemas.openxmlformats.org/officeDocument/2006/relationships/image" Target="../media/image125.wmf"/><Relationship Id="rId1" Type="http://schemas.openxmlformats.org/officeDocument/2006/relationships/image" Target="../media/image117.e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6.wmf"/><Relationship Id="rId8" Type="http://schemas.openxmlformats.org/officeDocument/2006/relationships/image" Target="../media/image135.wmf"/><Relationship Id="rId7" Type="http://schemas.openxmlformats.org/officeDocument/2006/relationships/image" Target="../media/image134.wmf"/><Relationship Id="rId6" Type="http://schemas.openxmlformats.org/officeDocument/2006/relationships/image" Target="../media/image133.wmf"/><Relationship Id="rId5" Type="http://schemas.openxmlformats.org/officeDocument/2006/relationships/image" Target="../media/image132.wmf"/><Relationship Id="rId4" Type="http://schemas.openxmlformats.org/officeDocument/2006/relationships/image" Target="../media/image131.wmf"/><Relationship Id="rId3" Type="http://schemas.openxmlformats.org/officeDocument/2006/relationships/image" Target="../media/image130.wmf"/><Relationship Id="rId2" Type="http://schemas.openxmlformats.org/officeDocument/2006/relationships/image" Target="../media/image129.emf"/><Relationship Id="rId1" Type="http://schemas.openxmlformats.org/officeDocument/2006/relationships/image" Target="../media/image128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5.wmf"/><Relationship Id="rId8" Type="http://schemas.openxmlformats.org/officeDocument/2006/relationships/image" Target="../media/image144.wmf"/><Relationship Id="rId7" Type="http://schemas.openxmlformats.org/officeDocument/2006/relationships/image" Target="../media/image143.wmf"/><Relationship Id="rId6" Type="http://schemas.openxmlformats.org/officeDocument/2006/relationships/image" Target="../media/image142.wmf"/><Relationship Id="rId5" Type="http://schemas.openxmlformats.org/officeDocument/2006/relationships/image" Target="../media/image141.wmf"/><Relationship Id="rId4" Type="http://schemas.openxmlformats.org/officeDocument/2006/relationships/image" Target="../media/image140.wmf"/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2" Type="http://schemas.openxmlformats.org/officeDocument/2006/relationships/image" Target="../media/image147.wmf"/><Relationship Id="rId11" Type="http://schemas.openxmlformats.org/officeDocument/2006/relationships/image" Target="../media/image129.emf"/><Relationship Id="rId10" Type="http://schemas.openxmlformats.org/officeDocument/2006/relationships/image" Target="../media/image146.wmf"/><Relationship Id="rId1" Type="http://schemas.openxmlformats.org/officeDocument/2006/relationships/image" Target="../media/image137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wmf"/><Relationship Id="rId8" Type="http://schemas.openxmlformats.org/officeDocument/2006/relationships/image" Target="../media/image155.wmf"/><Relationship Id="rId7" Type="http://schemas.openxmlformats.org/officeDocument/2006/relationships/image" Target="../media/image154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Relationship Id="rId3" Type="http://schemas.openxmlformats.org/officeDocument/2006/relationships/image" Target="../media/image150.wmf"/><Relationship Id="rId2" Type="http://schemas.openxmlformats.org/officeDocument/2006/relationships/image" Target="../media/image149.emf"/><Relationship Id="rId1" Type="http://schemas.openxmlformats.org/officeDocument/2006/relationships/image" Target="../media/image148.wmf"/></Relationships>
</file>

<file path=ppt/drawings/_rels/vmlDrawing1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1.wmf"/><Relationship Id="rId8" Type="http://schemas.openxmlformats.org/officeDocument/2006/relationships/image" Target="../media/image170.wmf"/><Relationship Id="rId7" Type="http://schemas.openxmlformats.org/officeDocument/2006/relationships/image" Target="../media/image169.wmf"/><Relationship Id="rId6" Type="http://schemas.openxmlformats.org/officeDocument/2006/relationships/image" Target="../media/image168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2" Type="http://schemas.openxmlformats.org/officeDocument/2006/relationships/image" Target="../media/image174.wmf"/><Relationship Id="rId11" Type="http://schemas.openxmlformats.org/officeDocument/2006/relationships/image" Target="../media/image173.wmf"/><Relationship Id="rId10" Type="http://schemas.openxmlformats.org/officeDocument/2006/relationships/image" Target="../media/image172.wmf"/><Relationship Id="rId1" Type="http://schemas.openxmlformats.org/officeDocument/2006/relationships/image" Target="../media/image163.w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179.wmf"/><Relationship Id="rId4" Type="http://schemas.openxmlformats.org/officeDocument/2006/relationships/image" Target="../media/image178.wmf"/><Relationship Id="rId3" Type="http://schemas.openxmlformats.org/officeDocument/2006/relationships/image" Target="../media/image177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8.wmf"/><Relationship Id="rId8" Type="http://schemas.openxmlformats.org/officeDocument/2006/relationships/image" Target="../media/image187.wmf"/><Relationship Id="rId7" Type="http://schemas.openxmlformats.org/officeDocument/2006/relationships/image" Target="../media/image186.wmf"/><Relationship Id="rId6" Type="http://schemas.openxmlformats.org/officeDocument/2006/relationships/image" Target="../media/image185.wmf"/><Relationship Id="rId5" Type="http://schemas.openxmlformats.org/officeDocument/2006/relationships/image" Target="../media/image184.wmf"/><Relationship Id="rId4" Type="http://schemas.openxmlformats.org/officeDocument/2006/relationships/image" Target="../media/image183.wmf"/><Relationship Id="rId3" Type="http://schemas.openxmlformats.org/officeDocument/2006/relationships/image" Target="../media/image182.wmf"/><Relationship Id="rId2" Type="http://schemas.openxmlformats.org/officeDocument/2006/relationships/image" Target="../media/image181.wmf"/><Relationship Id="rId10" Type="http://schemas.openxmlformats.org/officeDocument/2006/relationships/image" Target="../media/image189.wmf"/><Relationship Id="rId1" Type="http://schemas.openxmlformats.org/officeDocument/2006/relationships/image" Target="../media/image180.w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95.wmf"/><Relationship Id="rId5" Type="http://schemas.openxmlformats.org/officeDocument/2006/relationships/image" Target="../media/image194.wmf"/><Relationship Id="rId4" Type="http://schemas.openxmlformats.org/officeDocument/2006/relationships/image" Target="../media/image193.wmf"/><Relationship Id="rId3" Type="http://schemas.openxmlformats.org/officeDocument/2006/relationships/image" Target="../media/image192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/Relationships>
</file>

<file path=ppt/drawings/_rels/vmlDrawing23.vml.rels><?xml version="1.0" encoding="UTF-8" standalone="yes"?>
<Relationships xmlns="http://schemas.openxmlformats.org/package/2006/relationships"><Relationship Id="rId6" Type="http://schemas.openxmlformats.org/officeDocument/2006/relationships/image" Target="../media/image201.wmf"/><Relationship Id="rId5" Type="http://schemas.openxmlformats.org/officeDocument/2006/relationships/image" Target="../media/image200.wmf"/><Relationship Id="rId4" Type="http://schemas.openxmlformats.org/officeDocument/2006/relationships/image" Target="../media/image199.wmf"/><Relationship Id="rId3" Type="http://schemas.openxmlformats.org/officeDocument/2006/relationships/image" Target="../media/image198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microsoft.com/office/2007/relationships/hdphoto" Target="../media/image2.wdp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contrast="40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emf"/><Relationship Id="rId3" Type="http://schemas.openxmlformats.org/officeDocument/2006/relationships/oleObject" Target="../embeddings/Document1.doc"/><Relationship Id="rId2" Type="http://schemas.openxmlformats.org/officeDocument/2006/relationships/image" Target="../media/image5.emf"/><Relationship Id="rId16" Type="http://schemas.openxmlformats.org/officeDocument/2006/relationships/vmlDrawing" Target="../drawings/vmlDrawing2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3.doc"/><Relationship Id="rId8" Type="http://schemas.openxmlformats.org/officeDocument/2006/relationships/image" Target="../media/image14.emf"/><Relationship Id="rId7" Type="http://schemas.openxmlformats.org/officeDocument/2006/relationships/oleObject" Target="../embeddings/Document2.doc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7.w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6.emf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15.emf"/><Relationship Id="rId1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21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4.bin"/><Relationship Id="rId22" Type="http://schemas.openxmlformats.org/officeDocument/2006/relationships/vmlDrawing" Target="../drawings/vmlDrawing4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27.emf"/><Relationship Id="rId2" Type="http://schemas.openxmlformats.org/officeDocument/2006/relationships/image" Target="../media/image18.wmf"/><Relationship Id="rId19" Type="http://schemas.openxmlformats.org/officeDocument/2006/relationships/oleObject" Target="../embeddings/oleObject22.bin"/><Relationship Id="rId18" Type="http://schemas.openxmlformats.org/officeDocument/2006/relationships/image" Target="../media/image26.emf"/><Relationship Id="rId17" Type="http://schemas.openxmlformats.org/officeDocument/2006/relationships/oleObject" Target="../embeddings/oleObject21.bin"/><Relationship Id="rId16" Type="http://schemas.openxmlformats.org/officeDocument/2006/relationships/image" Target="../media/image25.emf"/><Relationship Id="rId15" Type="http://schemas.openxmlformats.org/officeDocument/2006/relationships/oleObject" Target="../embeddings/oleObject20.bin"/><Relationship Id="rId14" Type="http://schemas.openxmlformats.org/officeDocument/2006/relationships/image" Target="../media/image24.wmf"/><Relationship Id="rId13" Type="http://schemas.openxmlformats.org/officeDocument/2006/relationships/oleObject" Target="../embeddings/oleObject19.bin"/><Relationship Id="rId12" Type="http://schemas.openxmlformats.org/officeDocument/2006/relationships/image" Target="../media/image23.wmf"/><Relationship Id="rId11" Type="http://schemas.openxmlformats.org/officeDocument/2006/relationships/oleObject" Target="../embeddings/oleObject18.bin"/><Relationship Id="rId10" Type="http://schemas.openxmlformats.org/officeDocument/2006/relationships/image" Target="../media/image22.wmf"/><Relationship Id="rId1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25.e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24.bin"/><Relationship Id="rId24" Type="http://schemas.openxmlformats.org/officeDocument/2006/relationships/vmlDrawing" Target="../drawings/vmlDrawing5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36.wmf"/><Relationship Id="rId21" Type="http://schemas.openxmlformats.org/officeDocument/2006/relationships/oleObject" Target="../embeddings/oleObject33.bin"/><Relationship Id="rId20" Type="http://schemas.openxmlformats.org/officeDocument/2006/relationships/image" Target="../media/image35.wmf"/><Relationship Id="rId2" Type="http://schemas.openxmlformats.org/officeDocument/2006/relationships/image" Target="../media/image28.wmf"/><Relationship Id="rId19" Type="http://schemas.openxmlformats.org/officeDocument/2006/relationships/oleObject" Target="../embeddings/oleObject32.bin"/><Relationship Id="rId18" Type="http://schemas.openxmlformats.org/officeDocument/2006/relationships/image" Target="../media/image34.wmf"/><Relationship Id="rId17" Type="http://schemas.openxmlformats.org/officeDocument/2006/relationships/oleObject" Target="../embeddings/oleObject31.bin"/><Relationship Id="rId16" Type="http://schemas.openxmlformats.org/officeDocument/2006/relationships/image" Target="../media/image33.wmf"/><Relationship Id="rId15" Type="http://schemas.openxmlformats.org/officeDocument/2006/relationships/oleObject" Target="../embeddings/oleObject30.bin"/><Relationship Id="rId14" Type="http://schemas.openxmlformats.org/officeDocument/2006/relationships/image" Target="../media/image32.w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31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26.emf"/><Relationship Id="rId1" Type="http://schemas.openxmlformats.org/officeDocument/2006/relationships/oleObject" Target="../embeddings/oleObject23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40.e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5.bin"/><Relationship Id="rId20" Type="http://schemas.openxmlformats.org/officeDocument/2006/relationships/vmlDrawing" Target="../drawings/vmlDrawing6.vml"/><Relationship Id="rId2" Type="http://schemas.openxmlformats.org/officeDocument/2006/relationships/image" Target="../media/image37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45.wmf"/><Relationship Id="rId17" Type="http://schemas.openxmlformats.org/officeDocument/2006/relationships/oleObject" Target="../embeddings/oleObject42.bin"/><Relationship Id="rId16" Type="http://schemas.openxmlformats.org/officeDocument/2006/relationships/image" Target="../media/image44.wmf"/><Relationship Id="rId15" Type="http://schemas.openxmlformats.org/officeDocument/2006/relationships/oleObject" Target="../embeddings/oleObject41.bin"/><Relationship Id="rId14" Type="http://schemas.openxmlformats.org/officeDocument/2006/relationships/image" Target="../media/image43.wmf"/><Relationship Id="rId13" Type="http://schemas.openxmlformats.org/officeDocument/2006/relationships/oleObject" Target="../embeddings/oleObject40.bin"/><Relationship Id="rId12" Type="http://schemas.openxmlformats.org/officeDocument/2006/relationships/image" Target="../media/image42.w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41.wmf"/><Relationship Id="rId1" Type="http://schemas.openxmlformats.org/officeDocument/2006/relationships/oleObject" Target="../embeddings/oleObject3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7.wmf"/><Relationship Id="rId33" Type="http://schemas.openxmlformats.org/officeDocument/2006/relationships/vmlDrawing" Target="../drawings/vmlDrawing7.vml"/><Relationship Id="rId32" Type="http://schemas.openxmlformats.org/officeDocument/2006/relationships/slideLayout" Target="../slideLayouts/slideLayout7.xml"/><Relationship Id="rId31" Type="http://schemas.openxmlformats.org/officeDocument/2006/relationships/image" Target="../media/image60.wmf"/><Relationship Id="rId30" Type="http://schemas.openxmlformats.org/officeDocument/2006/relationships/oleObject" Target="../embeddings/oleObject58.bin"/><Relationship Id="rId3" Type="http://schemas.openxmlformats.org/officeDocument/2006/relationships/oleObject" Target="../embeddings/oleObject44.bin"/><Relationship Id="rId29" Type="http://schemas.openxmlformats.org/officeDocument/2006/relationships/image" Target="../media/image59.wmf"/><Relationship Id="rId28" Type="http://schemas.openxmlformats.org/officeDocument/2006/relationships/oleObject" Target="../embeddings/oleObject57.bin"/><Relationship Id="rId27" Type="http://schemas.openxmlformats.org/officeDocument/2006/relationships/oleObject" Target="../embeddings/oleObject56.bin"/><Relationship Id="rId26" Type="http://schemas.openxmlformats.org/officeDocument/2006/relationships/image" Target="../media/image58.wmf"/><Relationship Id="rId25" Type="http://schemas.openxmlformats.org/officeDocument/2006/relationships/oleObject" Target="../embeddings/oleObject55.bin"/><Relationship Id="rId24" Type="http://schemas.openxmlformats.org/officeDocument/2006/relationships/image" Target="../media/image57.wmf"/><Relationship Id="rId23" Type="http://schemas.openxmlformats.org/officeDocument/2006/relationships/oleObject" Target="../embeddings/oleObject54.bin"/><Relationship Id="rId22" Type="http://schemas.openxmlformats.org/officeDocument/2006/relationships/image" Target="../media/image56.wmf"/><Relationship Id="rId21" Type="http://schemas.openxmlformats.org/officeDocument/2006/relationships/oleObject" Target="../embeddings/oleObject53.bin"/><Relationship Id="rId20" Type="http://schemas.openxmlformats.org/officeDocument/2006/relationships/image" Target="../media/image55.wmf"/><Relationship Id="rId2" Type="http://schemas.openxmlformats.org/officeDocument/2006/relationships/image" Target="../media/image46.emf"/><Relationship Id="rId19" Type="http://schemas.openxmlformats.org/officeDocument/2006/relationships/oleObject" Target="../embeddings/oleObject52.bin"/><Relationship Id="rId18" Type="http://schemas.openxmlformats.org/officeDocument/2006/relationships/image" Target="../media/image54.wmf"/><Relationship Id="rId17" Type="http://schemas.openxmlformats.org/officeDocument/2006/relationships/oleObject" Target="../embeddings/oleObject51.bin"/><Relationship Id="rId16" Type="http://schemas.openxmlformats.org/officeDocument/2006/relationships/image" Target="../media/image53.wmf"/><Relationship Id="rId15" Type="http://schemas.openxmlformats.org/officeDocument/2006/relationships/oleObject" Target="../embeddings/oleObject50.bin"/><Relationship Id="rId14" Type="http://schemas.openxmlformats.org/officeDocument/2006/relationships/image" Target="../media/image52.wmf"/><Relationship Id="rId13" Type="http://schemas.openxmlformats.org/officeDocument/2006/relationships/oleObject" Target="../embeddings/oleObject49.bin"/><Relationship Id="rId12" Type="http://schemas.openxmlformats.org/officeDocument/2006/relationships/image" Target="../media/image51.emf"/><Relationship Id="rId11" Type="http://schemas.openxmlformats.org/officeDocument/2006/relationships/oleObject" Target="../embeddings/oleObject48.bin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43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3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60.bin"/><Relationship Id="rId25" Type="http://schemas.openxmlformats.org/officeDocument/2006/relationships/vmlDrawing" Target="../drawings/vmlDrawing8.vml"/><Relationship Id="rId24" Type="http://schemas.openxmlformats.org/officeDocument/2006/relationships/slideLayout" Target="../slideLayouts/slideLayout7.xml"/><Relationship Id="rId23" Type="http://schemas.openxmlformats.org/officeDocument/2006/relationships/oleObject" Target="../embeddings/oleObject70.bin"/><Relationship Id="rId22" Type="http://schemas.openxmlformats.org/officeDocument/2006/relationships/image" Target="../media/image71.wmf"/><Relationship Id="rId21" Type="http://schemas.openxmlformats.org/officeDocument/2006/relationships/oleObject" Target="../embeddings/oleObject69.bin"/><Relationship Id="rId20" Type="http://schemas.openxmlformats.org/officeDocument/2006/relationships/image" Target="../media/image70.wmf"/><Relationship Id="rId2" Type="http://schemas.openxmlformats.org/officeDocument/2006/relationships/image" Target="../media/image61.wmf"/><Relationship Id="rId19" Type="http://schemas.openxmlformats.org/officeDocument/2006/relationships/oleObject" Target="../embeddings/oleObject68.bin"/><Relationship Id="rId18" Type="http://schemas.openxmlformats.org/officeDocument/2006/relationships/image" Target="../media/image69.wmf"/><Relationship Id="rId17" Type="http://schemas.openxmlformats.org/officeDocument/2006/relationships/oleObject" Target="../embeddings/oleObject67.bin"/><Relationship Id="rId16" Type="http://schemas.openxmlformats.org/officeDocument/2006/relationships/image" Target="../media/image68.wmf"/><Relationship Id="rId15" Type="http://schemas.openxmlformats.org/officeDocument/2006/relationships/oleObject" Target="../embeddings/oleObject66.bin"/><Relationship Id="rId14" Type="http://schemas.openxmlformats.org/officeDocument/2006/relationships/image" Target="../media/image67.emf"/><Relationship Id="rId13" Type="http://schemas.openxmlformats.org/officeDocument/2006/relationships/oleObject" Target="../embeddings/oleObject65.bin"/><Relationship Id="rId12" Type="http://schemas.openxmlformats.org/officeDocument/2006/relationships/image" Target="../media/image66.wmf"/><Relationship Id="rId11" Type="http://schemas.openxmlformats.org/officeDocument/2006/relationships/oleObject" Target="../embeddings/oleObject64.bin"/><Relationship Id="rId10" Type="http://schemas.openxmlformats.org/officeDocument/2006/relationships/image" Target="../media/image65.wmf"/><Relationship Id="rId1" Type="http://schemas.openxmlformats.org/officeDocument/2006/relationships/oleObject" Target="../embeddings/oleObject59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75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74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73.wmf"/><Relationship Id="rId3" Type="http://schemas.openxmlformats.org/officeDocument/2006/relationships/oleObject" Target="../embeddings/oleObject72.bin"/><Relationship Id="rId22" Type="http://schemas.openxmlformats.org/officeDocument/2006/relationships/vmlDrawing" Target="../drawings/vmlDrawing9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81.wmf"/><Relationship Id="rId2" Type="http://schemas.openxmlformats.org/officeDocument/2006/relationships/image" Target="../media/image72.wmf"/><Relationship Id="rId19" Type="http://schemas.openxmlformats.org/officeDocument/2006/relationships/oleObject" Target="../embeddings/oleObject80.bin"/><Relationship Id="rId18" Type="http://schemas.openxmlformats.org/officeDocument/2006/relationships/image" Target="../media/image80.emf"/><Relationship Id="rId17" Type="http://schemas.openxmlformats.org/officeDocument/2006/relationships/oleObject" Target="../embeddings/oleObject79.bin"/><Relationship Id="rId16" Type="http://schemas.openxmlformats.org/officeDocument/2006/relationships/image" Target="../media/image79.wmf"/><Relationship Id="rId15" Type="http://schemas.openxmlformats.org/officeDocument/2006/relationships/oleObject" Target="../embeddings/oleObject78.bin"/><Relationship Id="rId14" Type="http://schemas.openxmlformats.org/officeDocument/2006/relationships/image" Target="../media/image78.wmf"/><Relationship Id="rId13" Type="http://schemas.openxmlformats.org/officeDocument/2006/relationships/oleObject" Target="../embeddings/oleObject77.bin"/><Relationship Id="rId12" Type="http://schemas.openxmlformats.org/officeDocument/2006/relationships/image" Target="../media/image77.wmf"/><Relationship Id="rId11" Type="http://schemas.openxmlformats.org/officeDocument/2006/relationships/oleObject" Target="../embeddings/oleObject76.bin"/><Relationship Id="rId10" Type="http://schemas.openxmlformats.org/officeDocument/2006/relationships/image" Target="../media/image76.wmf"/><Relationship Id="rId1" Type="http://schemas.openxmlformats.org/officeDocument/2006/relationships/oleObject" Target="../embeddings/oleObject7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5.bin"/><Relationship Id="rId8" Type="http://schemas.openxmlformats.org/officeDocument/2006/relationships/image" Target="../media/image85.wmf"/><Relationship Id="rId7" Type="http://schemas.openxmlformats.org/officeDocument/2006/relationships/oleObject" Target="../embeddings/oleObject84.bin"/><Relationship Id="rId6" Type="http://schemas.openxmlformats.org/officeDocument/2006/relationships/image" Target="../media/image84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83.wmf"/><Relationship Id="rId3" Type="http://schemas.openxmlformats.org/officeDocument/2006/relationships/oleObject" Target="../embeddings/oleObject82.bin"/><Relationship Id="rId2" Type="http://schemas.openxmlformats.org/officeDocument/2006/relationships/image" Target="../media/image82.wmf"/><Relationship Id="rId18" Type="http://schemas.openxmlformats.org/officeDocument/2006/relationships/vmlDrawing" Target="../drawings/vmlDrawing10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89.wmf"/><Relationship Id="rId15" Type="http://schemas.openxmlformats.org/officeDocument/2006/relationships/oleObject" Target="../embeddings/oleObject88.bin"/><Relationship Id="rId14" Type="http://schemas.openxmlformats.org/officeDocument/2006/relationships/image" Target="../media/image88.wmf"/><Relationship Id="rId13" Type="http://schemas.openxmlformats.org/officeDocument/2006/relationships/oleObject" Target="../embeddings/oleObject87.bin"/><Relationship Id="rId12" Type="http://schemas.openxmlformats.org/officeDocument/2006/relationships/image" Target="../media/image87.wmf"/><Relationship Id="rId11" Type="http://schemas.openxmlformats.org/officeDocument/2006/relationships/oleObject" Target="../embeddings/oleObject86.bin"/><Relationship Id="rId10" Type="http://schemas.openxmlformats.org/officeDocument/2006/relationships/image" Target="../media/image86.wmf"/><Relationship Id="rId1" Type="http://schemas.openxmlformats.org/officeDocument/2006/relationships/oleObject" Target="../embeddings/oleObject81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93.e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92.e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91.emf"/><Relationship Id="rId3" Type="http://schemas.openxmlformats.org/officeDocument/2006/relationships/oleObject" Target="../embeddings/oleObject90.bin"/><Relationship Id="rId24" Type="http://schemas.openxmlformats.org/officeDocument/2006/relationships/vmlDrawing" Target="../drawings/vmlDrawing11.v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100.wmf"/><Relationship Id="rId21" Type="http://schemas.openxmlformats.org/officeDocument/2006/relationships/oleObject" Target="../embeddings/oleObject99.bin"/><Relationship Id="rId20" Type="http://schemas.openxmlformats.org/officeDocument/2006/relationships/image" Target="../media/image99.wmf"/><Relationship Id="rId2" Type="http://schemas.openxmlformats.org/officeDocument/2006/relationships/image" Target="../media/image90.emf"/><Relationship Id="rId19" Type="http://schemas.openxmlformats.org/officeDocument/2006/relationships/oleObject" Target="../embeddings/oleObject98.bin"/><Relationship Id="rId18" Type="http://schemas.openxmlformats.org/officeDocument/2006/relationships/image" Target="../media/image98.wmf"/><Relationship Id="rId17" Type="http://schemas.openxmlformats.org/officeDocument/2006/relationships/oleObject" Target="../embeddings/oleObject97.bin"/><Relationship Id="rId16" Type="http://schemas.openxmlformats.org/officeDocument/2006/relationships/image" Target="../media/image97.wmf"/><Relationship Id="rId15" Type="http://schemas.openxmlformats.org/officeDocument/2006/relationships/oleObject" Target="../embeddings/oleObject96.bin"/><Relationship Id="rId14" Type="http://schemas.openxmlformats.org/officeDocument/2006/relationships/image" Target="../media/image96.wmf"/><Relationship Id="rId13" Type="http://schemas.openxmlformats.org/officeDocument/2006/relationships/oleObject" Target="../embeddings/oleObject95.bin"/><Relationship Id="rId12" Type="http://schemas.openxmlformats.org/officeDocument/2006/relationships/image" Target="../media/image95.emf"/><Relationship Id="rId11" Type="http://schemas.openxmlformats.org/officeDocument/2006/relationships/oleObject" Target="../embeddings/oleObject94.bin"/><Relationship Id="rId10" Type="http://schemas.openxmlformats.org/officeDocument/2006/relationships/image" Target="../media/image94.emf"/><Relationship Id="rId1" Type="http://schemas.openxmlformats.org/officeDocument/2006/relationships/oleObject" Target="../embeddings/oleObject8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4.bin"/><Relationship Id="rId8" Type="http://schemas.openxmlformats.org/officeDocument/2006/relationships/image" Target="../media/image104.emf"/><Relationship Id="rId7" Type="http://schemas.openxmlformats.org/officeDocument/2006/relationships/oleObject" Target="../embeddings/oleObject103.bin"/><Relationship Id="rId6" Type="http://schemas.openxmlformats.org/officeDocument/2006/relationships/image" Target="../media/image103.e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102.emf"/><Relationship Id="rId3" Type="http://schemas.openxmlformats.org/officeDocument/2006/relationships/oleObject" Target="../embeddings/oleObject101.bin"/><Relationship Id="rId22" Type="http://schemas.openxmlformats.org/officeDocument/2006/relationships/vmlDrawing" Target="../drawings/vmlDrawing12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10.emf"/><Relationship Id="rId2" Type="http://schemas.openxmlformats.org/officeDocument/2006/relationships/image" Target="../media/image101.emf"/><Relationship Id="rId19" Type="http://schemas.openxmlformats.org/officeDocument/2006/relationships/oleObject" Target="../embeddings/oleObject109.bin"/><Relationship Id="rId18" Type="http://schemas.openxmlformats.org/officeDocument/2006/relationships/image" Target="../media/image109.wmf"/><Relationship Id="rId17" Type="http://schemas.openxmlformats.org/officeDocument/2006/relationships/oleObject" Target="../embeddings/oleObject108.bin"/><Relationship Id="rId16" Type="http://schemas.openxmlformats.org/officeDocument/2006/relationships/image" Target="../media/image108.wmf"/><Relationship Id="rId15" Type="http://schemas.openxmlformats.org/officeDocument/2006/relationships/oleObject" Target="../embeddings/oleObject107.bin"/><Relationship Id="rId14" Type="http://schemas.openxmlformats.org/officeDocument/2006/relationships/image" Target="../media/image107.wmf"/><Relationship Id="rId13" Type="http://schemas.openxmlformats.org/officeDocument/2006/relationships/oleObject" Target="../embeddings/oleObject106.bin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105.bin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100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4.bin"/><Relationship Id="rId8" Type="http://schemas.openxmlformats.org/officeDocument/2006/relationships/image" Target="../media/image113.wmf"/><Relationship Id="rId7" Type="http://schemas.openxmlformats.org/officeDocument/2006/relationships/oleObject" Target="../embeddings/oleObject113.bin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11.wmf"/><Relationship Id="rId3" Type="http://schemas.openxmlformats.org/officeDocument/2006/relationships/oleObject" Target="../embeddings/oleObject111.bin"/><Relationship Id="rId2" Type="http://schemas.openxmlformats.org/officeDocument/2006/relationships/image" Target="../media/image101.emf"/><Relationship Id="rId19" Type="http://schemas.openxmlformats.org/officeDocument/2006/relationships/comments" Target="../comments/comment1.xml"/><Relationship Id="rId18" Type="http://schemas.openxmlformats.org/officeDocument/2006/relationships/vmlDrawing" Target="../drawings/vmlDrawing13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16.wmf"/><Relationship Id="rId15" Type="http://schemas.openxmlformats.org/officeDocument/2006/relationships/oleObject" Target="../embeddings/oleObject117.bin"/><Relationship Id="rId14" Type="http://schemas.openxmlformats.org/officeDocument/2006/relationships/image" Target="../media/image110.emf"/><Relationship Id="rId13" Type="http://schemas.openxmlformats.org/officeDocument/2006/relationships/oleObject" Target="../embeddings/oleObject116.bin"/><Relationship Id="rId12" Type="http://schemas.openxmlformats.org/officeDocument/2006/relationships/image" Target="../media/image115.wmf"/><Relationship Id="rId11" Type="http://schemas.openxmlformats.org/officeDocument/2006/relationships/oleObject" Target="../embeddings/oleObject115.bin"/><Relationship Id="rId10" Type="http://schemas.openxmlformats.org/officeDocument/2006/relationships/image" Target="../media/image114.wmf"/><Relationship Id="rId1" Type="http://schemas.openxmlformats.org/officeDocument/2006/relationships/oleObject" Target="../embeddings/oleObject110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2.bin"/><Relationship Id="rId8" Type="http://schemas.openxmlformats.org/officeDocument/2006/relationships/image" Target="../media/image120.emf"/><Relationship Id="rId7" Type="http://schemas.openxmlformats.org/officeDocument/2006/relationships/oleObject" Target="../embeddings/oleObject121.bin"/><Relationship Id="rId6" Type="http://schemas.openxmlformats.org/officeDocument/2006/relationships/image" Target="../media/image119.e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118.emf"/><Relationship Id="rId3" Type="http://schemas.openxmlformats.org/officeDocument/2006/relationships/oleObject" Target="../embeddings/oleObject119.bin"/><Relationship Id="rId26" Type="http://schemas.openxmlformats.org/officeDocument/2006/relationships/vmlDrawing" Target="../drawings/vmlDrawing14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27.wmf"/><Relationship Id="rId23" Type="http://schemas.openxmlformats.org/officeDocument/2006/relationships/oleObject" Target="../embeddings/oleObject129.bin"/><Relationship Id="rId22" Type="http://schemas.openxmlformats.org/officeDocument/2006/relationships/image" Target="../media/image126.wmf"/><Relationship Id="rId21" Type="http://schemas.openxmlformats.org/officeDocument/2006/relationships/oleObject" Target="../embeddings/oleObject128.bin"/><Relationship Id="rId20" Type="http://schemas.openxmlformats.org/officeDocument/2006/relationships/image" Target="../media/image125.wmf"/><Relationship Id="rId2" Type="http://schemas.openxmlformats.org/officeDocument/2006/relationships/image" Target="../media/image117.emf"/><Relationship Id="rId19" Type="http://schemas.openxmlformats.org/officeDocument/2006/relationships/oleObject" Target="../embeddings/oleObject127.bin"/><Relationship Id="rId18" Type="http://schemas.openxmlformats.org/officeDocument/2006/relationships/image" Target="../media/image124.wmf"/><Relationship Id="rId17" Type="http://schemas.openxmlformats.org/officeDocument/2006/relationships/oleObject" Target="../embeddings/oleObject126.bin"/><Relationship Id="rId16" Type="http://schemas.openxmlformats.org/officeDocument/2006/relationships/image" Target="../media/image123.wmf"/><Relationship Id="rId15" Type="http://schemas.openxmlformats.org/officeDocument/2006/relationships/oleObject" Target="../embeddings/oleObject125.bin"/><Relationship Id="rId14" Type="http://schemas.openxmlformats.org/officeDocument/2006/relationships/image" Target="../media/image122.wmf"/><Relationship Id="rId13" Type="http://schemas.openxmlformats.org/officeDocument/2006/relationships/oleObject" Target="../embeddings/oleObject124.bin"/><Relationship Id="rId12" Type="http://schemas.openxmlformats.org/officeDocument/2006/relationships/image" Target="../media/image86.wmf"/><Relationship Id="rId11" Type="http://schemas.openxmlformats.org/officeDocument/2006/relationships/oleObject" Target="../embeddings/oleObject123.bin"/><Relationship Id="rId10" Type="http://schemas.openxmlformats.org/officeDocument/2006/relationships/image" Target="../media/image121.wmf"/><Relationship Id="rId1" Type="http://schemas.openxmlformats.org/officeDocument/2006/relationships/oleObject" Target="../embeddings/oleObject118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4.bin"/><Relationship Id="rId8" Type="http://schemas.openxmlformats.org/officeDocument/2006/relationships/image" Target="../media/image131.wmf"/><Relationship Id="rId7" Type="http://schemas.openxmlformats.org/officeDocument/2006/relationships/oleObject" Target="../embeddings/oleObject133.bin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29.emf"/><Relationship Id="rId3" Type="http://schemas.openxmlformats.org/officeDocument/2006/relationships/oleObject" Target="../embeddings/oleObject131.bin"/><Relationship Id="rId20" Type="http://schemas.openxmlformats.org/officeDocument/2006/relationships/vmlDrawing" Target="../drawings/vmlDrawing15.vml"/><Relationship Id="rId2" Type="http://schemas.openxmlformats.org/officeDocument/2006/relationships/image" Target="../media/image128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36.wmf"/><Relationship Id="rId17" Type="http://schemas.openxmlformats.org/officeDocument/2006/relationships/oleObject" Target="../embeddings/oleObject138.bin"/><Relationship Id="rId16" Type="http://schemas.openxmlformats.org/officeDocument/2006/relationships/image" Target="../media/image135.wmf"/><Relationship Id="rId15" Type="http://schemas.openxmlformats.org/officeDocument/2006/relationships/oleObject" Target="../embeddings/oleObject137.bin"/><Relationship Id="rId14" Type="http://schemas.openxmlformats.org/officeDocument/2006/relationships/image" Target="../media/image134.wmf"/><Relationship Id="rId13" Type="http://schemas.openxmlformats.org/officeDocument/2006/relationships/oleObject" Target="../embeddings/oleObject136.bin"/><Relationship Id="rId12" Type="http://schemas.openxmlformats.org/officeDocument/2006/relationships/image" Target="../media/image133.wmf"/><Relationship Id="rId11" Type="http://schemas.openxmlformats.org/officeDocument/2006/relationships/oleObject" Target="../embeddings/oleObject135.bin"/><Relationship Id="rId10" Type="http://schemas.openxmlformats.org/officeDocument/2006/relationships/image" Target="../media/image132.wmf"/><Relationship Id="rId1" Type="http://schemas.openxmlformats.org/officeDocument/2006/relationships/oleObject" Target="../embeddings/oleObject130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3.bin"/><Relationship Id="rId8" Type="http://schemas.openxmlformats.org/officeDocument/2006/relationships/image" Target="../media/image140.w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38.wmf"/><Relationship Id="rId3" Type="http://schemas.openxmlformats.org/officeDocument/2006/relationships/oleObject" Target="../embeddings/oleObject140.bin"/><Relationship Id="rId26" Type="http://schemas.openxmlformats.org/officeDocument/2006/relationships/vmlDrawing" Target="../drawings/vmlDrawing16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47.wmf"/><Relationship Id="rId23" Type="http://schemas.openxmlformats.org/officeDocument/2006/relationships/oleObject" Target="../embeddings/oleObject150.bin"/><Relationship Id="rId22" Type="http://schemas.openxmlformats.org/officeDocument/2006/relationships/image" Target="../media/image129.emf"/><Relationship Id="rId21" Type="http://schemas.openxmlformats.org/officeDocument/2006/relationships/oleObject" Target="../embeddings/oleObject149.bin"/><Relationship Id="rId20" Type="http://schemas.openxmlformats.org/officeDocument/2006/relationships/image" Target="../media/image146.wmf"/><Relationship Id="rId2" Type="http://schemas.openxmlformats.org/officeDocument/2006/relationships/image" Target="../media/image137.wmf"/><Relationship Id="rId19" Type="http://schemas.openxmlformats.org/officeDocument/2006/relationships/oleObject" Target="../embeddings/oleObject148.bin"/><Relationship Id="rId18" Type="http://schemas.openxmlformats.org/officeDocument/2006/relationships/image" Target="../media/image145.wmf"/><Relationship Id="rId17" Type="http://schemas.openxmlformats.org/officeDocument/2006/relationships/oleObject" Target="../embeddings/oleObject147.bin"/><Relationship Id="rId16" Type="http://schemas.openxmlformats.org/officeDocument/2006/relationships/image" Target="../media/image144.wmf"/><Relationship Id="rId15" Type="http://schemas.openxmlformats.org/officeDocument/2006/relationships/oleObject" Target="../embeddings/oleObject146.bin"/><Relationship Id="rId14" Type="http://schemas.openxmlformats.org/officeDocument/2006/relationships/image" Target="../media/image143.wmf"/><Relationship Id="rId13" Type="http://schemas.openxmlformats.org/officeDocument/2006/relationships/oleObject" Target="../embeddings/oleObject145.bin"/><Relationship Id="rId12" Type="http://schemas.openxmlformats.org/officeDocument/2006/relationships/image" Target="../media/image142.wmf"/><Relationship Id="rId11" Type="http://schemas.openxmlformats.org/officeDocument/2006/relationships/oleObject" Target="../embeddings/oleObject144.bin"/><Relationship Id="rId10" Type="http://schemas.openxmlformats.org/officeDocument/2006/relationships/image" Target="../media/image141.wmf"/><Relationship Id="rId1" Type="http://schemas.openxmlformats.org/officeDocument/2006/relationships/oleObject" Target="../embeddings/oleObject139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5.bin"/><Relationship Id="rId8" Type="http://schemas.openxmlformats.org/officeDocument/2006/relationships/image" Target="../media/image151.wmf"/><Relationship Id="rId7" Type="http://schemas.openxmlformats.org/officeDocument/2006/relationships/oleObject" Target="../embeddings/oleObject154.bin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49.emf"/><Relationship Id="rId3" Type="http://schemas.openxmlformats.org/officeDocument/2006/relationships/oleObject" Target="../embeddings/oleObject152.bin"/><Relationship Id="rId20" Type="http://schemas.openxmlformats.org/officeDocument/2006/relationships/vmlDrawing" Target="../drawings/vmlDrawing17.vml"/><Relationship Id="rId2" Type="http://schemas.openxmlformats.org/officeDocument/2006/relationships/image" Target="../media/image148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56.wmf"/><Relationship Id="rId17" Type="http://schemas.openxmlformats.org/officeDocument/2006/relationships/oleObject" Target="../embeddings/oleObject159.bin"/><Relationship Id="rId16" Type="http://schemas.openxmlformats.org/officeDocument/2006/relationships/image" Target="../media/image155.wmf"/><Relationship Id="rId15" Type="http://schemas.openxmlformats.org/officeDocument/2006/relationships/oleObject" Target="../embeddings/oleObject158.bin"/><Relationship Id="rId14" Type="http://schemas.openxmlformats.org/officeDocument/2006/relationships/image" Target="../media/image154.wmf"/><Relationship Id="rId13" Type="http://schemas.openxmlformats.org/officeDocument/2006/relationships/oleObject" Target="../embeddings/oleObject157.bin"/><Relationship Id="rId12" Type="http://schemas.openxmlformats.org/officeDocument/2006/relationships/image" Target="../media/image153.wmf"/><Relationship Id="rId11" Type="http://schemas.openxmlformats.org/officeDocument/2006/relationships/oleObject" Target="../embeddings/oleObject156.bin"/><Relationship Id="rId10" Type="http://schemas.openxmlformats.org/officeDocument/2006/relationships/image" Target="../media/image152.wmf"/><Relationship Id="rId1" Type="http://schemas.openxmlformats.org/officeDocument/2006/relationships/oleObject" Target="../embeddings/oleObject151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4.bin"/><Relationship Id="rId8" Type="http://schemas.openxmlformats.org/officeDocument/2006/relationships/image" Target="../media/image160.wmf"/><Relationship Id="rId7" Type="http://schemas.openxmlformats.org/officeDocument/2006/relationships/oleObject" Target="../embeddings/oleObject163.bin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58.wmf"/><Relationship Id="rId3" Type="http://schemas.openxmlformats.org/officeDocument/2006/relationships/oleObject" Target="../embeddings/oleObject161.bin"/><Relationship Id="rId2" Type="http://schemas.openxmlformats.org/officeDocument/2006/relationships/image" Target="../media/image157.wmf"/><Relationship Id="rId14" Type="http://schemas.openxmlformats.org/officeDocument/2006/relationships/vmlDrawing" Target="../drawings/vmlDrawing1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62.wmf"/><Relationship Id="rId11" Type="http://schemas.openxmlformats.org/officeDocument/2006/relationships/oleObject" Target="../embeddings/oleObject165.bin"/><Relationship Id="rId10" Type="http://schemas.openxmlformats.org/officeDocument/2006/relationships/image" Target="../media/image161.wmf"/><Relationship Id="rId1" Type="http://schemas.openxmlformats.org/officeDocument/2006/relationships/oleObject" Target="../embeddings/oleObject160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0.bin"/><Relationship Id="rId8" Type="http://schemas.openxmlformats.org/officeDocument/2006/relationships/image" Target="../media/image166.wmf"/><Relationship Id="rId7" Type="http://schemas.openxmlformats.org/officeDocument/2006/relationships/oleObject" Target="../embeddings/oleObject169.bin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64.wmf"/><Relationship Id="rId3" Type="http://schemas.openxmlformats.org/officeDocument/2006/relationships/oleObject" Target="../embeddings/oleObject167.bin"/><Relationship Id="rId26" Type="http://schemas.openxmlformats.org/officeDocument/2006/relationships/vmlDrawing" Target="../drawings/vmlDrawing19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74.wmf"/><Relationship Id="rId23" Type="http://schemas.openxmlformats.org/officeDocument/2006/relationships/oleObject" Target="../embeddings/oleObject177.bin"/><Relationship Id="rId22" Type="http://schemas.openxmlformats.org/officeDocument/2006/relationships/image" Target="../media/image173.wmf"/><Relationship Id="rId21" Type="http://schemas.openxmlformats.org/officeDocument/2006/relationships/oleObject" Target="../embeddings/oleObject176.bin"/><Relationship Id="rId20" Type="http://schemas.openxmlformats.org/officeDocument/2006/relationships/image" Target="../media/image172.wmf"/><Relationship Id="rId2" Type="http://schemas.openxmlformats.org/officeDocument/2006/relationships/image" Target="../media/image163.wmf"/><Relationship Id="rId19" Type="http://schemas.openxmlformats.org/officeDocument/2006/relationships/oleObject" Target="../embeddings/oleObject175.bin"/><Relationship Id="rId18" Type="http://schemas.openxmlformats.org/officeDocument/2006/relationships/image" Target="../media/image171.wmf"/><Relationship Id="rId17" Type="http://schemas.openxmlformats.org/officeDocument/2006/relationships/oleObject" Target="../embeddings/oleObject174.bin"/><Relationship Id="rId16" Type="http://schemas.openxmlformats.org/officeDocument/2006/relationships/image" Target="../media/image170.wmf"/><Relationship Id="rId15" Type="http://schemas.openxmlformats.org/officeDocument/2006/relationships/oleObject" Target="../embeddings/oleObject173.bin"/><Relationship Id="rId14" Type="http://schemas.openxmlformats.org/officeDocument/2006/relationships/image" Target="../media/image169.wmf"/><Relationship Id="rId13" Type="http://schemas.openxmlformats.org/officeDocument/2006/relationships/oleObject" Target="../embeddings/oleObject172.bin"/><Relationship Id="rId12" Type="http://schemas.openxmlformats.org/officeDocument/2006/relationships/image" Target="../media/image168.wmf"/><Relationship Id="rId11" Type="http://schemas.openxmlformats.org/officeDocument/2006/relationships/oleObject" Target="../embeddings/oleObject171.bin"/><Relationship Id="rId10" Type="http://schemas.openxmlformats.org/officeDocument/2006/relationships/image" Target="../media/image167.wmf"/><Relationship Id="rId1" Type="http://schemas.openxmlformats.org/officeDocument/2006/relationships/oleObject" Target="../embeddings/oleObject166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2.bin"/><Relationship Id="rId8" Type="http://schemas.openxmlformats.org/officeDocument/2006/relationships/image" Target="../media/image178.wmf"/><Relationship Id="rId7" Type="http://schemas.openxmlformats.org/officeDocument/2006/relationships/oleObject" Target="../embeddings/oleObject181.bin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180.bin"/><Relationship Id="rId4" Type="http://schemas.openxmlformats.org/officeDocument/2006/relationships/image" Target="../media/image176.wmf"/><Relationship Id="rId3" Type="http://schemas.openxmlformats.org/officeDocument/2006/relationships/oleObject" Target="../embeddings/oleObject179.bin"/><Relationship Id="rId2" Type="http://schemas.openxmlformats.org/officeDocument/2006/relationships/image" Target="../media/image175.wmf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79.wmf"/><Relationship Id="rId1" Type="http://schemas.openxmlformats.org/officeDocument/2006/relationships/oleObject" Target="../embeddings/oleObject178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7.bin"/><Relationship Id="rId8" Type="http://schemas.openxmlformats.org/officeDocument/2006/relationships/image" Target="../media/image183.wmf"/><Relationship Id="rId7" Type="http://schemas.openxmlformats.org/officeDocument/2006/relationships/oleObject" Target="../embeddings/oleObject186.bin"/><Relationship Id="rId6" Type="http://schemas.openxmlformats.org/officeDocument/2006/relationships/image" Target="../media/image182.wmf"/><Relationship Id="rId5" Type="http://schemas.openxmlformats.org/officeDocument/2006/relationships/oleObject" Target="../embeddings/oleObject185.bin"/><Relationship Id="rId4" Type="http://schemas.openxmlformats.org/officeDocument/2006/relationships/image" Target="../media/image181.wmf"/><Relationship Id="rId3" Type="http://schemas.openxmlformats.org/officeDocument/2006/relationships/oleObject" Target="../embeddings/oleObject184.bin"/><Relationship Id="rId22" Type="http://schemas.openxmlformats.org/officeDocument/2006/relationships/vmlDrawing" Target="../drawings/vmlDrawing21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89.wmf"/><Relationship Id="rId2" Type="http://schemas.openxmlformats.org/officeDocument/2006/relationships/image" Target="../media/image180.wmf"/><Relationship Id="rId19" Type="http://schemas.openxmlformats.org/officeDocument/2006/relationships/oleObject" Target="../embeddings/oleObject192.bin"/><Relationship Id="rId18" Type="http://schemas.openxmlformats.org/officeDocument/2006/relationships/image" Target="../media/image188.wmf"/><Relationship Id="rId17" Type="http://schemas.openxmlformats.org/officeDocument/2006/relationships/oleObject" Target="../embeddings/oleObject191.bin"/><Relationship Id="rId16" Type="http://schemas.openxmlformats.org/officeDocument/2006/relationships/image" Target="../media/image187.wmf"/><Relationship Id="rId15" Type="http://schemas.openxmlformats.org/officeDocument/2006/relationships/oleObject" Target="../embeddings/oleObject190.bin"/><Relationship Id="rId14" Type="http://schemas.openxmlformats.org/officeDocument/2006/relationships/image" Target="../media/image186.wmf"/><Relationship Id="rId13" Type="http://schemas.openxmlformats.org/officeDocument/2006/relationships/oleObject" Target="../embeddings/oleObject189.bin"/><Relationship Id="rId12" Type="http://schemas.openxmlformats.org/officeDocument/2006/relationships/image" Target="../media/image185.wmf"/><Relationship Id="rId11" Type="http://schemas.openxmlformats.org/officeDocument/2006/relationships/oleObject" Target="../embeddings/oleObject188.bin"/><Relationship Id="rId10" Type="http://schemas.openxmlformats.org/officeDocument/2006/relationships/image" Target="../media/image184.wmf"/><Relationship Id="rId1" Type="http://schemas.openxmlformats.org/officeDocument/2006/relationships/oleObject" Target="../embeddings/oleObject183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7.bin"/><Relationship Id="rId8" Type="http://schemas.openxmlformats.org/officeDocument/2006/relationships/image" Target="../media/image193.wmf"/><Relationship Id="rId7" Type="http://schemas.openxmlformats.org/officeDocument/2006/relationships/oleObject" Target="../embeddings/oleObject196.bin"/><Relationship Id="rId6" Type="http://schemas.openxmlformats.org/officeDocument/2006/relationships/image" Target="../media/image192.w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191.wmf"/><Relationship Id="rId3" Type="http://schemas.openxmlformats.org/officeDocument/2006/relationships/oleObject" Target="../embeddings/oleObject194.bin"/><Relationship Id="rId2" Type="http://schemas.openxmlformats.org/officeDocument/2006/relationships/image" Target="../media/image190.wmf"/><Relationship Id="rId14" Type="http://schemas.openxmlformats.org/officeDocument/2006/relationships/vmlDrawing" Target="../drawings/vmlDrawing2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95.wmf"/><Relationship Id="rId11" Type="http://schemas.openxmlformats.org/officeDocument/2006/relationships/oleObject" Target="../embeddings/oleObject198.bin"/><Relationship Id="rId10" Type="http://schemas.openxmlformats.org/officeDocument/2006/relationships/image" Target="../media/image194.wmf"/><Relationship Id="rId1" Type="http://schemas.openxmlformats.org/officeDocument/2006/relationships/oleObject" Target="../embeddings/oleObject193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3.bin"/><Relationship Id="rId8" Type="http://schemas.openxmlformats.org/officeDocument/2006/relationships/image" Target="../media/image199.wmf"/><Relationship Id="rId7" Type="http://schemas.openxmlformats.org/officeDocument/2006/relationships/oleObject" Target="../embeddings/oleObject202.bin"/><Relationship Id="rId6" Type="http://schemas.openxmlformats.org/officeDocument/2006/relationships/image" Target="../media/image198.wmf"/><Relationship Id="rId5" Type="http://schemas.openxmlformats.org/officeDocument/2006/relationships/oleObject" Target="../embeddings/oleObject201.bin"/><Relationship Id="rId4" Type="http://schemas.openxmlformats.org/officeDocument/2006/relationships/image" Target="../media/image197.wmf"/><Relationship Id="rId3" Type="http://schemas.openxmlformats.org/officeDocument/2006/relationships/oleObject" Target="../embeddings/oleObject200.bin"/><Relationship Id="rId2" Type="http://schemas.openxmlformats.org/officeDocument/2006/relationships/image" Target="../media/image196.wmf"/><Relationship Id="rId14" Type="http://schemas.openxmlformats.org/officeDocument/2006/relationships/vmlDrawing" Target="../drawings/vmlDrawing2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01.wmf"/><Relationship Id="rId11" Type="http://schemas.openxmlformats.org/officeDocument/2006/relationships/oleObject" Target="../embeddings/oleObject204.bin"/><Relationship Id="rId10" Type="http://schemas.openxmlformats.org/officeDocument/2006/relationships/image" Target="../media/image200.wmf"/><Relationship Id="rId1" Type="http://schemas.openxmlformats.org/officeDocument/2006/relationships/oleObject" Target="../embeddings/oleObject19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3144839" y="3141663"/>
            <a:ext cx="63849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12800" indent="-8128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  <a:cs typeface="楷体_GB2312"/>
              </a:rPr>
              <a:t>一、洛必达法则，两种基本不定式</a:t>
            </a:r>
            <a:endParaRPr lang="zh-CN" altLang="en-US" b="1" dirty="0">
              <a:latin typeface="宋体" panose="02010600030101010101" pitchFamily="2" charset="-122"/>
              <a:cs typeface="楷体_GB2312"/>
            </a:endParaRPr>
          </a:p>
        </p:txBody>
      </p:sp>
      <p:sp>
        <p:nvSpPr>
          <p:cNvPr id="37895" name="Text Box 10"/>
          <p:cNvSpPr txBox="1">
            <a:spLocks noChangeArrowheads="1"/>
          </p:cNvSpPr>
          <p:nvPr/>
        </p:nvSpPr>
        <p:spPr bwMode="auto">
          <a:xfrm>
            <a:off x="3474978" y="1628800"/>
            <a:ext cx="4801314" cy="830997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800" b="1" dirty="0">
                <a:solidFill>
                  <a:srgbClr val="FF0000"/>
                </a:solidFill>
              </a:rPr>
              <a:t>§</a:t>
            </a:r>
            <a:r>
              <a:rPr lang="en-US" altLang="zh-CN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</a:t>
            </a:r>
            <a:r>
              <a:rPr lang="zh-CN" altLang="en-US" sz="4800" b="1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洛必达法则</a:t>
            </a:r>
            <a:endParaRPr lang="zh-CN" altLang="en-US" sz="4800" b="1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7896" name="Text Box 12"/>
          <p:cNvSpPr txBox="1">
            <a:spLocks noChangeArrowheads="1"/>
          </p:cNvSpPr>
          <p:nvPr/>
        </p:nvSpPr>
        <p:spPr bwMode="auto">
          <a:xfrm>
            <a:off x="9840383" y="404664"/>
            <a:ext cx="1569660" cy="52322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accent2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latin typeface="Brush Script MT" panose="03060802040406070304" pitchFamily="66" charset="0"/>
                <a:ea typeface="楷体_GB2312"/>
                <a:cs typeface="楷体_GB2312"/>
              </a:rPr>
              <a:t>Chapter 3</a:t>
            </a:r>
            <a:r>
              <a:rPr lang="zh-CN" altLang="en-US" sz="2800" dirty="0" smtClean="0">
                <a:solidFill>
                  <a:srgbClr val="FF0000"/>
                </a:solidFill>
                <a:ea typeface="楷体_GB2312"/>
                <a:cs typeface="楷体_GB2312"/>
              </a:rPr>
              <a:t> </a:t>
            </a:r>
            <a:endParaRPr lang="zh-CN" altLang="en-US" sz="2800" dirty="0">
              <a:solidFill>
                <a:srgbClr val="FF0000"/>
              </a:solidFill>
              <a:ea typeface="楷体_GB2312"/>
              <a:cs typeface="楷体_GB231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144839" y="4293096"/>
            <a:ext cx="653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  <a:cs typeface="楷体_GB2312"/>
              </a:rPr>
              <a:t>二、其它形式不定式</a:t>
            </a:r>
            <a:endParaRPr lang="zh-CN" altLang="en-US" b="1" dirty="0">
              <a:latin typeface="宋体" panose="02010600030101010101" pitchFamily="2" charset="-122"/>
              <a:cs typeface="楷体_GB231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1" name="Text Box 3"/>
          <p:cNvSpPr txBox="1">
            <a:spLocks noChangeArrowheads="1"/>
          </p:cNvSpPr>
          <p:nvPr/>
        </p:nvSpPr>
        <p:spPr bwMode="auto">
          <a:xfrm>
            <a:off x="1820129" y="2943886"/>
            <a:ext cx="8382000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1800" dirty="0"/>
              <a:t>        </a:t>
            </a:r>
            <a:r>
              <a:rPr lang="zh-CN" altLang="en-US" sz="2800" b="1" dirty="0"/>
              <a:t>在函数商的极限中，如果分子分母同是无穷小量或同是无穷大量，那么极限可能存在，也可能不存在，这种极限称为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不定式</a:t>
            </a:r>
            <a:r>
              <a:rPr lang="zh-CN" altLang="en-US" sz="2800" b="1" dirty="0"/>
              <a:t>，记为</a:t>
            </a:r>
            <a:endParaRPr lang="zh-CN" altLang="en-US" sz="2800" b="1" dirty="0"/>
          </a:p>
        </p:txBody>
      </p:sp>
      <p:sp>
        <p:nvSpPr>
          <p:cNvPr id="821252" name="Text Box 4"/>
          <p:cNvSpPr txBox="1">
            <a:spLocks noChangeArrowheads="1"/>
          </p:cNvSpPr>
          <p:nvPr/>
        </p:nvSpPr>
        <p:spPr bwMode="auto">
          <a:xfrm>
            <a:off x="2135560" y="2257928"/>
            <a:ext cx="69342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洛必达法则是求函数极限的一种重要方法.</a:t>
            </a: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821258" name="Object 10"/>
          <p:cNvGraphicFramePr>
            <a:graphicFrameLocks noChangeAspect="1"/>
          </p:cNvGraphicFramePr>
          <p:nvPr/>
        </p:nvGraphicFramePr>
        <p:xfrm>
          <a:off x="6096000" y="3810671"/>
          <a:ext cx="863600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9" name="Equation" r:id="rId1" imgW="5181600" imgH="9753600" progId="Equation.DSMT4">
                  <p:embed/>
                </p:oleObj>
              </mc:Choice>
              <mc:Fallback>
                <p:oleObj name="Equation" r:id="rId1" imgW="5181600" imgH="9753600" progId="Equation.DSMT4">
                  <p:embed/>
                  <p:pic>
                    <p:nvPicPr>
                      <p:cNvPr id="0" name="图片 298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810671"/>
                        <a:ext cx="863600" cy="108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259" name="Object 11"/>
          <p:cNvGraphicFramePr>
            <a:graphicFrameLocks noChangeAspect="1"/>
          </p:cNvGraphicFramePr>
          <p:nvPr/>
        </p:nvGraphicFramePr>
        <p:xfrm>
          <a:off x="6888088" y="3841182"/>
          <a:ext cx="790660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0" name="Equation" r:id="rId3" imgW="6096000" imgH="9753600" progId="Equation.DSMT4">
                  <p:embed/>
                </p:oleObj>
              </mc:Choice>
              <mc:Fallback>
                <p:oleObj name="Equation" r:id="rId3" imgW="6096000" imgH="9753600" progId="Equation.DSMT4">
                  <p:embed/>
                  <p:pic>
                    <p:nvPicPr>
                      <p:cNvPr id="0" name="图片 298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088" y="3841182"/>
                        <a:ext cx="790660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5" name="Text Box 3"/>
          <p:cNvSpPr txBox="1">
            <a:spLocks noChangeArrowheads="1"/>
          </p:cNvSpPr>
          <p:nvPr/>
        </p:nvSpPr>
        <p:spPr bwMode="auto">
          <a:xfrm>
            <a:off x="1631504" y="1435446"/>
            <a:ext cx="6383338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12800" indent="-8128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楷体_GB2312"/>
              </a:rPr>
              <a:t>一、洛必达法则，两种基本不定式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楷体_GB231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1" grpId="0" autoUpdateAnimBg="0"/>
      <p:bldP spid="82125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/>
          <p:nvPr/>
        </p:nvGrpSpPr>
        <p:grpSpPr bwMode="auto">
          <a:xfrm>
            <a:off x="767408" y="748066"/>
            <a:ext cx="10849842" cy="4723663"/>
            <a:chOff x="469" y="480"/>
            <a:chExt cx="5341" cy="4118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821260" name="Group 12"/>
          <p:cNvGrpSpPr/>
          <p:nvPr/>
        </p:nvGrpSpPr>
        <p:grpSpPr bwMode="auto">
          <a:xfrm>
            <a:off x="7630497" y="3099023"/>
            <a:ext cx="533400" cy="949325"/>
            <a:chOff x="3504" y="3016"/>
            <a:chExt cx="336" cy="598"/>
          </a:xfrm>
        </p:grpSpPr>
        <p:graphicFrame>
          <p:nvGraphicFramePr>
            <p:cNvPr id="38926" name="Object 13"/>
            <p:cNvGraphicFramePr>
              <a:graphicFrameLocks noChangeAspect="1"/>
            </p:cNvGraphicFramePr>
            <p:nvPr/>
          </p:nvGraphicFramePr>
          <p:xfrm>
            <a:off x="3569" y="3016"/>
            <a:ext cx="207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8" name="Equation" r:id="rId1" imgW="57150" imgH="314325" progId="Equation.3">
                    <p:embed/>
                  </p:oleObj>
                </mc:Choice>
                <mc:Fallback>
                  <p:oleObj name="Equation" r:id="rId1" imgW="57150" imgH="314325" progId="Equation.3">
                    <p:embed/>
                    <p:pic>
                      <p:nvPicPr>
                        <p:cNvPr id="0" name="图片 609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9" y="3016"/>
                          <a:ext cx="207" cy="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7" name="AutoShape 14"/>
            <p:cNvSpPr>
              <a:spLocks noChangeArrowheads="1"/>
            </p:cNvSpPr>
            <p:nvPr/>
          </p:nvSpPr>
          <p:spPr bwMode="auto">
            <a:xfrm>
              <a:off x="3504" y="3024"/>
              <a:ext cx="336" cy="585"/>
            </a:xfrm>
            <a:prstGeom prst="wedgeRoundRectCallout">
              <a:avLst>
                <a:gd name="adj1" fmla="val -384227"/>
                <a:gd name="adj2" fmla="val -76838"/>
                <a:gd name="adj3" fmla="val 16667"/>
              </a:avLst>
            </a:prstGeom>
            <a:noFill/>
            <a:ln w="19050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graphicFrame>
        <p:nvGraphicFramePr>
          <p:cNvPr id="821263" name="Object 15"/>
          <p:cNvGraphicFramePr>
            <a:graphicFrameLocks noChangeAspect="1"/>
          </p:cNvGraphicFramePr>
          <p:nvPr/>
        </p:nvGraphicFramePr>
        <p:xfrm>
          <a:off x="1415480" y="1111518"/>
          <a:ext cx="9368851" cy="1075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29" name="Document" r:id="rId3" imgW="3808730" imgH="438785" progId="Word.Document.8">
                  <p:embed/>
                </p:oleObj>
              </mc:Choice>
              <mc:Fallback>
                <p:oleObj name="Document" r:id="rId3" imgW="3808730" imgH="438785" progId="Word.Document.8">
                  <p:embed/>
                  <p:pic>
                    <p:nvPicPr>
                      <p:cNvPr id="0" name="图片 609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1111518"/>
                        <a:ext cx="9368851" cy="1075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对象 2"/>
          <p:cNvGraphicFramePr>
            <a:graphicFrameLocks noChangeAspect="1"/>
          </p:cNvGraphicFramePr>
          <p:nvPr/>
        </p:nvGraphicFramePr>
        <p:xfrm>
          <a:off x="4887912" y="5540079"/>
          <a:ext cx="30638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0" name="Equation" r:id="rId5" imgW="1397000" imgH="431800" progId="Equation.DSMT4">
                  <p:embed/>
                </p:oleObj>
              </mc:Choice>
              <mc:Fallback>
                <p:oleObj name="Equation" r:id="rId5" imgW="1397000" imgH="431800" progId="Equation.DSMT4">
                  <p:embed/>
                  <p:pic>
                    <p:nvPicPr>
                      <p:cNvPr id="0" name="图片 609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912" y="5540079"/>
                        <a:ext cx="3063875" cy="94297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ln w="222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744072" y="2393443"/>
          <a:ext cx="2188558" cy="485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1" name="Equation" r:id="rId7" imgW="21640800" imgH="4876800" progId="Equation.DSMT4">
                  <p:embed/>
                </p:oleObj>
              </mc:Choice>
              <mc:Fallback>
                <p:oleObj name="Equation" r:id="rId7" imgW="21640800" imgH="4876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4072" y="2393443"/>
                        <a:ext cx="2188558" cy="4854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08571" y="2363788"/>
          <a:ext cx="4511279" cy="686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2" name="Equation" r:id="rId9" imgW="43586400" imgH="6705600" progId="Equation.DSMT4">
                  <p:embed/>
                </p:oleObj>
              </mc:Choice>
              <mc:Fallback>
                <p:oleObj name="Equation" r:id="rId9" imgW="43586400" imgH="6705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571" y="2363788"/>
                        <a:ext cx="4511279" cy="6861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871284" y="3109898"/>
          <a:ext cx="4161209" cy="101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3" name="Equation" r:id="rId11" imgW="42367200" imgH="10363200" progId="Equation.DSMT4">
                  <p:embed/>
                </p:oleObj>
              </mc:Choice>
              <mc:Fallback>
                <p:oleObj name="Equation" r:id="rId11" imgW="42367200" imgH="10363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284" y="3109898"/>
                        <a:ext cx="4161209" cy="10140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002836" y="4183914"/>
          <a:ext cx="4244886" cy="1012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4" name="Equation" r:id="rId13" imgW="43281600" imgH="10363200" progId="Equation.DSMT4">
                  <p:embed/>
                </p:oleObj>
              </mc:Choice>
              <mc:Fallback>
                <p:oleObj name="Equation" r:id="rId13" imgW="43281600" imgH="103632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2836" y="4183914"/>
                        <a:ext cx="4244886" cy="10124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6"/>
          <p:cNvSpPr>
            <a:spLocks noChangeArrowheads="1"/>
          </p:cNvSpPr>
          <p:nvPr/>
        </p:nvSpPr>
        <p:spPr bwMode="auto">
          <a:xfrm>
            <a:off x="6434930" y="4362297"/>
            <a:ext cx="13103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证略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zh-CN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212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3641443" y="504954"/>
          <a:ext cx="3471863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2" name="Equation" r:id="rId1" imgW="1397000" imgH="431800" progId="Equation.3">
                  <p:embed/>
                </p:oleObj>
              </mc:Choice>
              <mc:Fallback>
                <p:oleObj name="Equation" r:id="rId1" imgW="1397000" imgH="431800" progId="Equation.3">
                  <p:embed/>
                  <p:pic>
                    <p:nvPicPr>
                      <p:cNvPr id="0" name="图片 311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1443" y="504954"/>
                        <a:ext cx="3471863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Line 3"/>
          <p:cNvSpPr>
            <a:spLocks noChangeShapeType="1"/>
          </p:cNvSpPr>
          <p:nvPr/>
        </p:nvSpPr>
        <p:spPr bwMode="auto">
          <a:xfrm>
            <a:off x="1752600" y="1647659"/>
            <a:ext cx="80772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822276" name="Object 4"/>
          <p:cNvGraphicFramePr>
            <a:graphicFrameLocks noChangeAspect="1"/>
          </p:cNvGraphicFramePr>
          <p:nvPr/>
        </p:nvGraphicFramePr>
        <p:xfrm>
          <a:off x="2133600" y="2295405"/>
          <a:ext cx="4038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3" name="文档" r:id="rId3" imgW="1733550" imgH="200025" progId="Word.Document.8">
                  <p:embed/>
                </p:oleObj>
              </mc:Choice>
              <mc:Fallback>
                <p:oleObj name="文档" r:id="rId3" imgW="1733550" imgH="200025" progId="Word.Document.8">
                  <p:embed/>
                  <p:pic>
                    <p:nvPicPr>
                      <p:cNvPr id="0" name="图片 31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295405"/>
                        <a:ext cx="4038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77" name="Object 5"/>
          <p:cNvGraphicFramePr>
            <a:graphicFrameLocks noChangeAspect="1"/>
          </p:cNvGraphicFramePr>
          <p:nvPr/>
        </p:nvGraphicFramePr>
        <p:xfrm>
          <a:off x="2133600" y="2790365"/>
          <a:ext cx="69342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4" name="文档" r:id="rId5" imgW="3057525" imgH="400050" progId="Word.Document.8">
                  <p:embed/>
                </p:oleObj>
              </mc:Choice>
              <mc:Fallback>
                <p:oleObj name="文档" r:id="rId5" imgW="3057525" imgH="400050" progId="Word.Document.8">
                  <p:embed/>
                  <p:pic>
                    <p:nvPicPr>
                      <p:cNvPr id="0" name="图片 31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790365"/>
                        <a:ext cx="6934200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79" name="Object 7"/>
          <p:cNvGraphicFramePr>
            <a:graphicFrameLocks noChangeAspect="1"/>
          </p:cNvGraphicFramePr>
          <p:nvPr/>
        </p:nvGraphicFramePr>
        <p:xfrm>
          <a:off x="2108508" y="3677741"/>
          <a:ext cx="390048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5" name="Document" r:id="rId7" imgW="1723390" imgH="220980" progId="Word.Document.8">
                  <p:embed/>
                </p:oleObj>
              </mc:Choice>
              <mc:Fallback>
                <p:oleObj name="Document" r:id="rId7" imgW="1723390" imgH="220980" progId="Word.Document.8">
                  <p:embed/>
                  <p:pic>
                    <p:nvPicPr>
                      <p:cNvPr id="0" name="图片 311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508" y="3677741"/>
                        <a:ext cx="3900487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80" name="Object 8"/>
          <p:cNvGraphicFramePr>
            <a:graphicFrameLocks noChangeAspect="1"/>
          </p:cNvGraphicFramePr>
          <p:nvPr/>
        </p:nvGraphicFramePr>
        <p:xfrm>
          <a:off x="2111823" y="4182226"/>
          <a:ext cx="7480300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6" name="Document" r:id="rId9" imgW="3305810" imgH="640080" progId="Word.Document.8">
                  <p:embed/>
                </p:oleObj>
              </mc:Choice>
              <mc:Fallback>
                <p:oleObj name="Document" r:id="rId9" imgW="3305810" imgH="640080" progId="Word.Document.8">
                  <p:embed/>
                  <p:pic>
                    <p:nvPicPr>
                      <p:cNvPr id="0" name="图片 311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823" y="4182226"/>
                        <a:ext cx="7480300" cy="143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281" name="Text Box 9"/>
          <p:cNvSpPr txBox="1">
            <a:spLocks noChangeArrowheads="1"/>
          </p:cNvSpPr>
          <p:nvPr/>
        </p:nvSpPr>
        <p:spPr bwMode="auto">
          <a:xfrm>
            <a:off x="1752600" y="1769942"/>
            <a:ext cx="1166813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说明</a:t>
            </a:r>
            <a:r>
              <a:rPr lang="zh-CN" altLang="en-US" sz="2800" b="1" dirty="0">
                <a:solidFill>
                  <a:srgbClr val="FF0000"/>
                </a:solidFill>
              </a:rPr>
              <a:t>：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pSp>
        <p:nvGrpSpPr>
          <p:cNvPr id="822282" name="Group 10"/>
          <p:cNvGrpSpPr/>
          <p:nvPr/>
        </p:nvGrpSpPr>
        <p:grpSpPr bwMode="auto">
          <a:xfrm>
            <a:off x="6816080" y="1660016"/>
            <a:ext cx="533400" cy="992188"/>
            <a:chOff x="4416" y="864"/>
            <a:chExt cx="336" cy="625"/>
          </a:xfrm>
        </p:grpSpPr>
        <p:graphicFrame>
          <p:nvGraphicFramePr>
            <p:cNvPr id="39947" name="Object 11"/>
            <p:cNvGraphicFramePr>
              <a:graphicFrameLocks noChangeAspect="1"/>
            </p:cNvGraphicFramePr>
            <p:nvPr/>
          </p:nvGraphicFramePr>
          <p:xfrm>
            <a:off x="4455" y="864"/>
            <a:ext cx="259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7" name="Equation" r:id="rId11" imgW="95250" imgH="314325" progId="Equation.3">
                    <p:embed/>
                  </p:oleObj>
                </mc:Choice>
                <mc:Fallback>
                  <p:oleObj name="Equation" r:id="rId11" imgW="95250" imgH="314325" progId="Equation.3">
                    <p:embed/>
                    <p:pic>
                      <p:nvPicPr>
                        <p:cNvPr id="0" name="图片 311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5" y="864"/>
                          <a:ext cx="259" cy="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8" name="AutoShape 12"/>
            <p:cNvSpPr>
              <a:spLocks noChangeArrowheads="1"/>
            </p:cNvSpPr>
            <p:nvPr/>
          </p:nvSpPr>
          <p:spPr bwMode="auto">
            <a:xfrm>
              <a:off x="4416" y="904"/>
              <a:ext cx="336" cy="585"/>
            </a:xfrm>
            <a:prstGeom prst="wedgeRoundRectCallout">
              <a:avLst>
                <a:gd name="adj1" fmla="val -221431"/>
                <a:gd name="adj2" fmla="val 82648"/>
                <a:gd name="adj3" fmla="val 16667"/>
              </a:avLst>
            </a:prstGeom>
            <a:noFill/>
            <a:ln w="19050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22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animBg="1"/>
      <p:bldP spid="82228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上凸弯带形 2"/>
          <p:cNvSpPr/>
          <p:nvPr/>
        </p:nvSpPr>
        <p:spPr>
          <a:xfrm>
            <a:off x="3863752" y="409839"/>
            <a:ext cx="4320480" cy="864096"/>
          </a:xfrm>
          <a:prstGeom prst="ellipseRibbon2">
            <a:avLst/>
          </a:prstGeom>
          <a:noFill/>
          <a:ln w="22225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33977" y="47667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历史小故事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31504" y="1540330"/>
            <a:ext cx="84788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　</a:t>
            </a:r>
            <a:r>
              <a:rPr lang="zh-CN" altLang="en-US" sz="2800" dirty="0" smtClean="0"/>
              <a:t> </a:t>
            </a:r>
            <a:r>
              <a:rPr lang="zh-CN" altLang="en-US" sz="2800" b="1" dirty="0" smtClean="0"/>
              <a:t>洛</a:t>
            </a:r>
            <a:r>
              <a:rPr lang="zh-CN" altLang="en-US" sz="2800" b="1" dirty="0"/>
              <a:t>必达是法国中世纪的王公贵族，</a:t>
            </a:r>
            <a:r>
              <a:rPr lang="zh-CN" altLang="en-US" sz="2800" b="1" dirty="0" smtClean="0"/>
              <a:t>他酷爱</a:t>
            </a:r>
            <a:r>
              <a:rPr lang="zh-CN" altLang="en-US" sz="2800" b="1" dirty="0"/>
              <a:t>数学，后拜伯努利为师学习</a:t>
            </a:r>
            <a:r>
              <a:rPr lang="zh-CN" altLang="en-US" sz="2800" b="1" dirty="0" smtClean="0"/>
              <a:t>数学</a:t>
            </a:r>
            <a:r>
              <a:rPr lang="en-US" altLang="zh-CN" sz="2800" b="1" dirty="0" smtClean="0"/>
              <a:t>.</a:t>
            </a:r>
            <a:r>
              <a:rPr lang="zh-CN" altLang="en-US" sz="2800" b="1" dirty="0" smtClean="0"/>
              <a:t>但</a:t>
            </a:r>
            <a:r>
              <a:rPr lang="zh-CN" altLang="en-US" sz="2800" b="1" dirty="0"/>
              <a:t>洛必达法则并非洛必达本人</a:t>
            </a:r>
            <a:r>
              <a:rPr lang="zh-CN" altLang="en-US" sz="2800" b="1" dirty="0" smtClean="0"/>
              <a:t>研究</a:t>
            </a:r>
            <a:r>
              <a:rPr lang="en-US" altLang="zh-CN" sz="2800" b="1" dirty="0" smtClean="0"/>
              <a:t>.</a:t>
            </a:r>
            <a:r>
              <a:rPr lang="zh-CN" altLang="en-US" sz="2800" b="1" dirty="0" smtClean="0"/>
              <a:t>实际上</a:t>
            </a:r>
            <a:r>
              <a:rPr lang="zh-CN" altLang="en-US" sz="2800" b="1" dirty="0"/>
              <a:t>，洛必达法则是洛必达的老师伯努利的学术论文，由于当时伯努利境遇困顿，生活困难，而学生洛必达又是王公贵族，洛必达表示愿意用财物换取伯努利的学术论文，伯努利也</a:t>
            </a:r>
            <a:r>
              <a:rPr lang="zh-CN" altLang="en-US" sz="2800" b="1" dirty="0" smtClean="0"/>
              <a:t>欣然接受</a:t>
            </a:r>
            <a:r>
              <a:rPr lang="en-US" altLang="zh-CN" sz="2800" b="1" dirty="0" smtClean="0"/>
              <a:t>.</a:t>
            </a:r>
            <a:r>
              <a:rPr lang="zh-CN" altLang="en-US" sz="2800" b="1" dirty="0" smtClean="0"/>
              <a:t>此</a:t>
            </a:r>
            <a:r>
              <a:rPr lang="zh-CN" altLang="en-US" sz="2800" b="1" dirty="0"/>
              <a:t>篇论文即为影响数学界的</a:t>
            </a:r>
            <a:r>
              <a:rPr lang="zh-CN" altLang="en-US" sz="2800" b="1" dirty="0" smtClean="0"/>
              <a:t>洛必达法则</a:t>
            </a:r>
            <a:r>
              <a:rPr lang="en-US" altLang="zh-CN" sz="2800" b="1" dirty="0" smtClean="0"/>
              <a:t>. </a:t>
            </a:r>
            <a:r>
              <a:rPr lang="zh-CN" altLang="en-US" sz="2800" b="1" dirty="0" smtClean="0"/>
              <a:t>在</a:t>
            </a:r>
            <a:r>
              <a:rPr lang="zh-CN" altLang="en-US" sz="2800" b="1" dirty="0"/>
              <a:t>洛必达死后，伯努利宣称洛必达法则是自己的研究成果，但欧洲的数学家并不认可，他们认为洛必达的行为是正常的物物交换，因此否认了伯努利的</a:t>
            </a:r>
            <a:r>
              <a:rPr lang="zh-CN" altLang="en-US" sz="2800" b="1" dirty="0" smtClean="0"/>
              <a:t>说法</a:t>
            </a:r>
            <a:r>
              <a:rPr lang="en-US" altLang="zh-CN" sz="2800" b="1" dirty="0" smtClean="0"/>
              <a:t>.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144" y="431439"/>
            <a:ext cx="1785101" cy="215302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189167" y="2619755"/>
            <a:ext cx="2015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洛必达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(1661-1704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Marquis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altLang="zh-C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l'Hôpital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298" name="Text Box 2"/>
          <p:cNvSpPr txBox="1">
            <a:spLocks noChangeArrowheads="1"/>
          </p:cNvSpPr>
          <p:nvPr/>
        </p:nvSpPr>
        <p:spPr bwMode="auto">
          <a:xfrm>
            <a:off x="2343150" y="1512890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23299" name="Object 3"/>
          <p:cNvGraphicFramePr>
            <a:graphicFrameLocks noChangeAspect="1"/>
          </p:cNvGraphicFramePr>
          <p:nvPr/>
        </p:nvGraphicFramePr>
        <p:xfrm>
          <a:off x="3237706" y="1204913"/>
          <a:ext cx="2516187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6" name="Equation" r:id="rId1" imgW="1028700" imgH="419100" progId="Equation.3">
                  <p:embed/>
                </p:oleObj>
              </mc:Choice>
              <mc:Fallback>
                <p:oleObj name="Equation" r:id="rId1" imgW="1028700" imgH="419100" progId="Equation.3">
                  <p:embed/>
                  <p:pic>
                    <p:nvPicPr>
                      <p:cNvPr id="0" name="图片 324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7706" y="1204913"/>
                        <a:ext cx="2516187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00" name="Object 4"/>
          <p:cNvGraphicFramePr>
            <a:graphicFrameLocks noChangeAspect="1"/>
          </p:cNvGraphicFramePr>
          <p:nvPr/>
        </p:nvGraphicFramePr>
        <p:xfrm>
          <a:off x="3048000" y="2143126"/>
          <a:ext cx="2895600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7" name="Equation" r:id="rId3" imgW="1117600" imgH="419100" progId="Equation.3">
                  <p:embed/>
                </p:oleObj>
              </mc:Choice>
              <mc:Fallback>
                <p:oleObj name="Equation" r:id="rId3" imgW="1117600" imgH="419100" progId="Equation.3">
                  <p:embed/>
                  <p:pic>
                    <p:nvPicPr>
                      <p:cNvPr id="0" name="图片 324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143126"/>
                        <a:ext cx="2895600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01" name="Object 5"/>
          <p:cNvGraphicFramePr>
            <a:graphicFrameLocks noChangeAspect="1"/>
          </p:cNvGraphicFramePr>
          <p:nvPr/>
        </p:nvGraphicFramePr>
        <p:xfrm>
          <a:off x="5943600" y="2594770"/>
          <a:ext cx="9144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8" name="Equation" r:id="rId5" imgW="342900" imgH="165100" progId="Equation.3">
                  <p:embed/>
                </p:oleObj>
              </mc:Choice>
              <mc:Fallback>
                <p:oleObj name="Equation" r:id="rId5" imgW="342900" imgH="165100" progId="Equation.3">
                  <p:embed/>
                  <p:pic>
                    <p:nvPicPr>
                      <p:cNvPr id="0" name="图片 324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594770"/>
                        <a:ext cx="9144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302" name="Text Box 6"/>
          <p:cNvSpPr txBox="1">
            <a:spLocks noChangeArrowheads="1"/>
          </p:cNvSpPr>
          <p:nvPr/>
        </p:nvSpPr>
        <p:spPr bwMode="auto">
          <a:xfrm>
            <a:off x="2269666" y="3601244"/>
            <a:ext cx="876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23303" name="Object 7"/>
          <p:cNvGraphicFramePr>
            <a:graphicFrameLocks noChangeAspect="1"/>
          </p:cNvGraphicFramePr>
          <p:nvPr/>
        </p:nvGraphicFramePr>
        <p:xfrm>
          <a:off x="3227398" y="3247841"/>
          <a:ext cx="30480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9" name="Equation" r:id="rId7" imgW="1244600" imgH="419100" progId="Equation.3">
                  <p:embed/>
                </p:oleObj>
              </mc:Choice>
              <mc:Fallback>
                <p:oleObj name="Equation" r:id="rId7" imgW="1244600" imgH="419100" progId="Equation.3">
                  <p:embed/>
                  <p:pic>
                    <p:nvPicPr>
                      <p:cNvPr id="0" name="图片 324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98" y="3247841"/>
                        <a:ext cx="304800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04" name="Object 8"/>
          <p:cNvGraphicFramePr>
            <a:graphicFrameLocks noChangeAspect="1"/>
          </p:cNvGraphicFramePr>
          <p:nvPr/>
        </p:nvGraphicFramePr>
        <p:xfrm>
          <a:off x="3522850" y="4268738"/>
          <a:ext cx="28956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0" name="Equation" r:id="rId9" imgW="1180465" imgH="419100" progId="Equation.3">
                  <p:embed/>
                </p:oleObj>
              </mc:Choice>
              <mc:Fallback>
                <p:oleObj name="Equation" r:id="rId9" imgW="1180465" imgH="419100" progId="Equation.3">
                  <p:embed/>
                  <p:pic>
                    <p:nvPicPr>
                      <p:cNvPr id="0" name="图片 324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850" y="4268738"/>
                        <a:ext cx="28956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05" name="Object 9"/>
          <p:cNvGraphicFramePr>
            <a:graphicFrameLocks noChangeAspect="1"/>
          </p:cNvGraphicFramePr>
          <p:nvPr/>
        </p:nvGraphicFramePr>
        <p:xfrm>
          <a:off x="3522850" y="5346624"/>
          <a:ext cx="19812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1" name="Equation" r:id="rId11" imgW="1803400" imgH="838200" progId="Equation.3">
                  <p:embed/>
                </p:oleObj>
              </mc:Choice>
              <mc:Fallback>
                <p:oleObj name="Equation" r:id="rId11" imgW="1803400" imgH="838200" progId="Equation.3">
                  <p:embed/>
                  <p:pic>
                    <p:nvPicPr>
                      <p:cNvPr id="0" name="图片 324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850" y="5346624"/>
                        <a:ext cx="19812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06" name="Object 10"/>
          <p:cNvGraphicFramePr>
            <a:graphicFrameLocks noChangeAspect="1"/>
          </p:cNvGraphicFramePr>
          <p:nvPr/>
        </p:nvGraphicFramePr>
        <p:xfrm>
          <a:off x="5574600" y="5364894"/>
          <a:ext cx="7175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2" name="公式" r:id="rId13" imgW="647700" imgH="825500" progId="Equation.3">
                  <p:embed/>
                </p:oleObj>
              </mc:Choice>
              <mc:Fallback>
                <p:oleObj name="公式" r:id="rId13" imgW="647700" imgH="825500" progId="Equation.3">
                  <p:embed/>
                  <p:pic>
                    <p:nvPicPr>
                      <p:cNvPr id="0" name="图片 324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4600" y="5364894"/>
                        <a:ext cx="7175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07" name="Object 11"/>
          <p:cNvGraphicFramePr>
            <a:graphicFrameLocks noChangeAspect="1"/>
          </p:cNvGraphicFramePr>
          <p:nvPr/>
        </p:nvGraphicFramePr>
        <p:xfrm>
          <a:off x="7104112" y="1193802"/>
          <a:ext cx="633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3" name="公式" r:id="rId15" imgW="542925" imgH="742950" progId="Equation.3">
                  <p:embed/>
                </p:oleObj>
              </mc:Choice>
              <mc:Fallback>
                <p:oleObj name="公式" r:id="rId15" imgW="542925" imgH="742950" progId="Equation.3">
                  <p:embed/>
                  <p:pic>
                    <p:nvPicPr>
                      <p:cNvPr id="0" name="图片 324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112" y="1193802"/>
                        <a:ext cx="6334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08" name="Object 12"/>
          <p:cNvGraphicFramePr>
            <a:graphicFrameLocks noChangeAspect="1"/>
          </p:cNvGraphicFramePr>
          <p:nvPr/>
        </p:nvGraphicFramePr>
        <p:xfrm>
          <a:off x="7277101" y="3441700"/>
          <a:ext cx="633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4" name="公式" r:id="rId17" imgW="542925" imgH="742950" progId="Equation.3">
                  <p:embed/>
                </p:oleObj>
              </mc:Choice>
              <mc:Fallback>
                <p:oleObj name="公式" r:id="rId17" imgW="542925" imgH="742950" progId="Equation.3">
                  <p:embed/>
                  <p:pic>
                    <p:nvPicPr>
                      <p:cNvPr id="0" name="图片 324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7101" y="3441700"/>
                        <a:ext cx="6334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3" name="Text Box 13"/>
          <p:cNvSpPr txBox="1">
            <a:spLocks noChangeArrowheads="1"/>
          </p:cNvSpPr>
          <p:nvPr/>
        </p:nvSpPr>
        <p:spPr bwMode="auto">
          <a:xfrm>
            <a:off x="2253926" y="691561"/>
            <a:ext cx="44196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用洛必达法则求极限</a:t>
            </a:r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例题</a:t>
            </a:r>
            <a:r>
              <a:rPr lang="en-US" altLang="zh-CN" sz="2800" b="1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23310" name="Object 14"/>
          <p:cNvGraphicFramePr>
            <a:graphicFrameLocks noChangeAspect="1"/>
          </p:cNvGraphicFramePr>
          <p:nvPr/>
        </p:nvGraphicFramePr>
        <p:xfrm>
          <a:off x="7334730" y="4550553"/>
          <a:ext cx="6334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5" name="公式" r:id="rId19" imgW="542925" imgH="742950" progId="Equation.3">
                  <p:embed/>
                </p:oleObj>
              </mc:Choice>
              <mc:Fallback>
                <p:oleObj name="公式" r:id="rId19" imgW="542925" imgH="742950" progId="Equation.3">
                  <p:embed/>
                  <p:pic>
                    <p:nvPicPr>
                      <p:cNvPr id="0" name="图片 324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730" y="4550553"/>
                        <a:ext cx="6334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33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2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33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2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233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2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298" grpId="0" autoUpdateAnimBg="0"/>
      <p:bldP spid="82330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298" name="Text Box 2"/>
          <p:cNvSpPr txBox="1">
            <a:spLocks noChangeArrowheads="1"/>
          </p:cNvSpPr>
          <p:nvPr/>
        </p:nvSpPr>
        <p:spPr bwMode="auto">
          <a:xfrm>
            <a:off x="1692332" y="874363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23299" name="Object 3"/>
          <p:cNvGraphicFramePr>
            <a:graphicFrameLocks noChangeAspect="1"/>
          </p:cNvGraphicFramePr>
          <p:nvPr/>
        </p:nvGraphicFramePr>
        <p:xfrm>
          <a:off x="2499887" y="633201"/>
          <a:ext cx="214312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21" name="Equation" r:id="rId1" imgW="21031200" imgH="9753600" progId="Equation.DSMT4">
                  <p:embed/>
                </p:oleObj>
              </mc:Choice>
              <mc:Fallback>
                <p:oleObj name="Equation" r:id="rId1" imgW="21031200" imgH="9753600" progId="Equation.DSMT4">
                  <p:embed/>
                  <p:pic>
                    <p:nvPicPr>
                      <p:cNvPr id="0" name="图片 832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9887" y="633201"/>
                        <a:ext cx="214312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00" name="Object 4"/>
          <p:cNvGraphicFramePr>
            <a:graphicFrameLocks noChangeAspect="1"/>
          </p:cNvGraphicFramePr>
          <p:nvPr/>
        </p:nvGraphicFramePr>
        <p:xfrm>
          <a:off x="4614074" y="636636"/>
          <a:ext cx="2297105" cy="991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22" name="Equation" r:id="rId3" imgW="22555200" imgH="9753600" progId="Equation.DSMT4">
                  <p:embed/>
                </p:oleObj>
              </mc:Choice>
              <mc:Fallback>
                <p:oleObj name="Equation" r:id="rId3" imgW="22555200" imgH="9753600" progId="Equation.DSMT4">
                  <p:embed/>
                  <p:pic>
                    <p:nvPicPr>
                      <p:cNvPr id="0" name="图片 83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4074" y="636636"/>
                        <a:ext cx="2297105" cy="991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01" name="Object 5"/>
          <p:cNvGraphicFramePr>
            <a:graphicFrameLocks noChangeAspect="1"/>
          </p:cNvGraphicFramePr>
          <p:nvPr/>
        </p:nvGraphicFramePr>
        <p:xfrm>
          <a:off x="4580876" y="1808568"/>
          <a:ext cx="84772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23" name="Equation" r:id="rId5" imgW="7620000" imgH="4876800" progId="Equation.DSMT4">
                  <p:embed/>
                </p:oleObj>
              </mc:Choice>
              <mc:Fallback>
                <p:oleObj name="Equation" r:id="rId5" imgW="7620000" imgH="4876800" progId="Equation.DSMT4">
                  <p:embed/>
                  <p:pic>
                    <p:nvPicPr>
                      <p:cNvPr id="0" name="图片 83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0876" y="1808568"/>
                        <a:ext cx="847725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07" name="Object 11"/>
          <p:cNvGraphicFramePr>
            <a:graphicFrameLocks noChangeAspect="1"/>
          </p:cNvGraphicFramePr>
          <p:nvPr/>
        </p:nvGraphicFramePr>
        <p:xfrm>
          <a:off x="7334729" y="787188"/>
          <a:ext cx="633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24" name="公式" r:id="rId7" imgW="542925" imgH="742950" progId="Equation.3">
                  <p:embed/>
                </p:oleObj>
              </mc:Choice>
              <mc:Fallback>
                <p:oleObj name="公式" r:id="rId7" imgW="542925" imgH="742950" progId="Equation.3">
                  <p:embed/>
                  <p:pic>
                    <p:nvPicPr>
                      <p:cNvPr id="0" name="图片 832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729" y="787188"/>
                        <a:ext cx="6334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308" name="Object 12"/>
          <p:cNvGraphicFramePr>
            <a:graphicFrameLocks noChangeAspect="1"/>
          </p:cNvGraphicFramePr>
          <p:nvPr/>
        </p:nvGraphicFramePr>
        <p:xfrm>
          <a:off x="7334729" y="3022600"/>
          <a:ext cx="633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25" name="公式" r:id="rId9" imgW="542925" imgH="742950" progId="Equation.3">
                  <p:embed/>
                </p:oleObj>
              </mc:Choice>
              <mc:Fallback>
                <p:oleObj name="公式" r:id="rId9" imgW="542925" imgH="742950" progId="Equation.3">
                  <p:embed/>
                  <p:pic>
                    <p:nvPicPr>
                      <p:cNvPr id="0" name="图片 832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729" y="3022600"/>
                        <a:ext cx="6334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2763502" y="1534302"/>
          <a:ext cx="1776154" cy="995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26" name="Equation" r:id="rId11" imgW="17373600" imgH="9753600" progId="Equation.DSMT4">
                  <p:embed/>
                </p:oleObj>
              </mc:Choice>
              <mc:Fallback>
                <p:oleObj name="Equation" r:id="rId11" imgW="17373600" imgH="9753600" progId="Equation.DSMT4">
                  <p:embed/>
                  <p:pic>
                    <p:nvPicPr>
                      <p:cNvPr id="0" name="图片 83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502" y="1534302"/>
                        <a:ext cx="1776154" cy="995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2512160" y="2558937"/>
          <a:ext cx="2723457" cy="1794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27" name="Equation" r:id="rId13" imgW="27736800" imgH="18288000" progId="Equation.DSMT4">
                  <p:embed/>
                </p:oleObj>
              </mc:Choice>
              <mc:Fallback>
                <p:oleObj name="Equation" r:id="rId13" imgW="27736800" imgH="18288000" progId="Equation.DSMT4">
                  <p:embed/>
                  <p:pic>
                    <p:nvPicPr>
                      <p:cNvPr id="0" name="图片 83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2160" y="2558937"/>
                        <a:ext cx="2723457" cy="1794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1676072" y="3182144"/>
            <a:ext cx="81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6"/>
          <p:cNvGraphicFramePr>
            <a:graphicFrameLocks noChangeAspect="1"/>
          </p:cNvGraphicFramePr>
          <p:nvPr/>
        </p:nvGraphicFramePr>
        <p:xfrm>
          <a:off x="1920269" y="4211579"/>
          <a:ext cx="3056139" cy="181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28" name="Equation" r:id="rId15" imgW="1282700" imgH="762000" progId="Equation.3">
                  <p:embed/>
                </p:oleObj>
              </mc:Choice>
              <mc:Fallback>
                <p:oleObj name="Equation" r:id="rId15" imgW="1282700" imgH="762000" progId="Equation.3">
                  <p:embed/>
                  <p:pic>
                    <p:nvPicPr>
                      <p:cNvPr id="0" name="图片 832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269" y="4211579"/>
                        <a:ext cx="3056139" cy="1814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AutoShape 18"/>
          <p:cNvSpPr>
            <a:spLocks noChangeArrowheads="1"/>
          </p:cNvSpPr>
          <p:nvPr/>
        </p:nvSpPr>
        <p:spPr bwMode="auto">
          <a:xfrm>
            <a:off x="1281460" y="3759318"/>
            <a:ext cx="1600200" cy="762000"/>
          </a:xfrm>
          <a:prstGeom prst="wedgeRoundRectCallout">
            <a:avLst>
              <a:gd name="adj1" fmla="val -7405"/>
              <a:gd name="adj2" fmla="val 103759"/>
              <a:gd name="adj3" fmla="val 16667"/>
            </a:avLst>
          </a:prstGeom>
          <a:noFill/>
          <a:ln w="158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等价无穷小替换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4911855" y="4140318"/>
          <a:ext cx="2228219" cy="195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29" name="Equation" r:id="rId17" imgW="989965" imgH="761365" progId="Equation.3">
                  <p:embed/>
                </p:oleObj>
              </mc:Choice>
              <mc:Fallback>
                <p:oleObj name="Equation" r:id="rId17" imgW="989965" imgH="761365" progId="Equation.3">
                  <p:embed/>
                  <p:pic>
                    <p:nvPicPr>
                      <p:cNvPr id="0" name="图片 83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1855" y="4140318"/>
                        <a:ext cx="2228219" cy="1958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"/>
          <p:cNvGraphicFramePr>
            <a:graphicFrameLocks noChangeAspect="1"/>
          </p:cNvGraphicFramePr>
          <p:nvPr/>
        </p:nvGraphicFramePr>
        <p:xfrm>
          <a:off x="7179659" y="4535111"/>
          <a:ext cx="20574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0" name="公式" r:id="rId19" imgW="1879600" imgH="889000" progId="Equation.3">
                  <p:embed/>
                </p:oleObj>
              </mc:Choice>
              <mc:Fallback>
                <p:oleObj name="公式" r:id="rId19" imgW="1879600" imgH="889000" progId="Equation.3">
                  <p:embed/>
                  <p:pic>
                    <p:nvPicPr>
                      <p:cNvPr id="0" name="图片 83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9659" y="4535111"/>
                        <a:ext cx="2057400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7"/>
          <p:cNvGraphicFramePr>
            <a:graphicFrameLocks noChangeAspect="1"/>
          </p:cNvGraphicFramePr>
          <p:nvPr/>
        </p:nvGraphicFramePr>
        <p:xfrm>
          <a:off x="9276644" y="4863723"/>
          <a:ext cx="5969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1" name="公式" r:id="rId21" imgW="596900" imgH="317500" progId="Equation.3">
                  <p:embed/>
                </p:oleObj>
              </mc:Choice>
              <mc:Fallback>
                <p:oleObj name="公式" r:id="rId21" imgW="596900" imgH="317500" progId="Equation.3">
                  <p:embed/>
                  <p:pic>
                    <p:nvPicPr>
                      <p:cNvPr id="0" name="图片 83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6644" y="4863723"/>
                        <a:ext cx="5969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33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233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298" grpId="0" autoUpdateAnimBg="0"/>
      <p:bldP spid="17" grpId="0"/>
      <p:bldP spid="19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302D9C3-37A4-4E38-9E3D-E12A13525EC2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2063552" y="999600"/>
            <a:ext cx="81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3091338" y="692696"/>
          <a:ext cx="3993099" cy="1012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12" name="Equation" r:id="rId1" imgW="40843200" imgH="10363200" progId="Equation.DSMT4">
                  <p:embed/>
                </p:oleObj>
              </mc:Choice>
              <mc:Fallback>
                <p:oleObj name="Equation" r:id="rId1" imgW="40843200" imgH="10363200" progId="Equation.DSMT4">
                  <p:embed/>
                  <p:pic>
                    <p:nvPicPr>
                      <p:cNvPr id="0" name="图片 334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1338" y="692696"/>
                        <a:ext cx="3993099" cy="10123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9221" name="Object 5"/>
          <p:cNvGraphicFramePr>
            <a:graphicFrameLocks noChangeAspect="1"/>
          </p:cNvGraphicFramePr>
          <p:nvPr/>
        </p:nvGraphicFramePr>
        <p:xfrm>
          <a:off x="1916915" y="2895069"/>
          <a:ext cx="3162669" cy="949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13" name="Equation" r:id="rId3" imgW="36271200" imgH="10363200" progId="Equation.DSMT4">
                  <p:embed/>
                </p:oleObj>
              </mc:Choice>
              <mc:Fallback>
                <p:oleObj name="Equation" r:id="rId3" imgW="36271200" imgH="10363200" progId="Equation.DSMT4">
                  <p:embed/>
                  <p:pic>
                    <p:nvPicPr>
                      <p:cNvPr id="0" name="图片 334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915" y="2895069"/>
                        <a:ext cx="3162669" cy="9499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9223" name="Object 7"/>
          <p:cNvGraphicFramePr>
            <a:graphicFrameLocks noChangeAspect="1"/>
          </p:cNvGraphicFramePr>
          <p:nvPr/>
        </p:nvGraphicFramePr>
        <p:xfrm>
          <a:off x="5121152" y="4862941"/>
          <a:ext cx="949256" cy="918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14" name="Equation" r:id="rId5" imgW="10668000" imgH="10363200" progId="Equation.DSMT4">
                  <p:embed/>
                </p:oleObj>
              </mc:Choice>
              <mc:Fallback>
                <p:oleObj name="Equation" r:id="rId5" imgW="10668000" imgH="10363200" progId="Equation.DSMT4">
                  <p:embed/>
                  <p:pic>
                    <p:nvPicPr>
                      <p:cNvPr id="0" name="图片 334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1152" y="4862941"/>
                        <a:ext cx="949256" cy="918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9229" name="Object 13"/>
          <p:cNvGraphicFramePr>
            <a:graphicFrameLocks noChangeAspect="1"/>
          </p:cNvGraphicFramePr>
          <p:nvPr/>
        </p:nvGraphicFramePr>
        <p:xfrm>
          <a:off x="7882384" y="714494"/>
          <a:ext cx="74771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15" name="公式" r:id="rId7" imgW="542925" imgH="742950" progId="Equation.3">
                  <p:embed/>
                </p:oleObj>
              </mc:Choice>
              <mc:Fallback>
                <p:oleObj name="公式" r:id="rId7" imgW="542925" imgH="742950" progId="Equation.3">
                  <p:embed/>
                  <p:pic>
                    <p:nvPicPr>
                      <p:cNvPr id="0" name="图片 334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2384" y="714494"/>
                        <a:ext cx="74771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9232" name="Object 16"/>
          <p:cNvGraphicFramePr>
            <a:graphicFrameLocks noChangeAspect="1"/>
          </p:cNvGraphicFramePr>
          <p:nvPr/>
        </p:nvGraphicFramePr>
        <p:xfrm>
          <a:off x="1969004" y="1683317"/>
          <a:ext cx="6287236" cy="1047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16" name="Equation" r:id="rId9" imgW="65836800" imgH="10972800" progId="Equation.DSMT4">
                  <p:embed/>
                </p:oleObj>
              </mc:Choice>
              <mc:Fallback>
                <p:oleObj name="Equation" r:id="rId9" imgW="65836800" imgH="10972800" progId="Equation.DSMT4">
                  <p:embed/>
                  <p:pic>
                    <p:nvPicPr>
                      <p:cNvPr id="0" name="图片 334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9004" y="1683317"/>
                        <a:ext cx="6287236" cy="10471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4987577" y="2868688"/>
          <a:ext cx="3268663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17" name="Equation" r:id="rId11" imgW="37490400" imgH="10668000" progId="Equation.DSMT4">
                  <p:embed/>
                </p:oleObj>
              </mc:Choice>
              <mc:Fallback>
                <p:oleObj name="Equation" r:id="rId11" imgW="37490400" imgH="10668000" progId="Equation.DSMT4">
                  <p:embed/>
                  <p:pic>
                    <p:nvPicPr>
                      <p:cNvPr id="0" name="图片 334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577" y="2868688"/>
                        <a:ext cx="3268663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1916915" y="3876537"/>
          <a:ext cx="4144963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18" name="Equation" r:id="rId13" imgW="47548800" imgH="10668000" progId="Equation.DSMT4">
                  <p:embed/>
                </p:oleObj>
              </mc:Choice>
              <mc:Fallback>
                <p:oleObj name="Equation" r:id="rId13" imgW="47548800" imgH="10668000" progId="Equation.DSMT4">
                  <p:embed/>
                  <p:pic>
                    <p:nvPicPr>
                      <p:cNvPr id="0" name="图片 334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915" y="3876537"/>
                        <a:ext cx="4144963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1969004" y="4884386"/>
          <a:ext cx="3214687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19" name="Equation" r:id="rId15" imgW="36880800" imgH="10668000" progId="Equation.DSMT4">
                  <p:embed/>
                </p:oleObj>
              </mc:Choice>
              <mc:Fallback>
                <p:oleObj name="Equation" r:id="rId15" imgW="36880800" imgH="10668000" progId="Equation.DSMT4">
                  <p:embed/>
                  <p:pic>
                    <p:nvPicPr>
                      <p:cNvPr id="0" name="图片 334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9004" y="4884386"/>
                        <a:ext cx="3214687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5972615" y="5565199"/>
            <a:ext cx="5233287" cy="927678"/>
            <a:chOff x="6133695" y="5529777"/>
            <a:chExt cx="5147273" cy="831532"/>
          </a:xfrm>
          <a:noFill/>
        </p:grpSpPr>
        <p:graphicFrame>
          <p:nvGraphicFramePr>
            <p:cNvPr id="2" name="对象 1"/>
            <p:cNvGraphicFramePr>
              <a:graphicFrameLocks noChangeAspect="1"/>
            </p:cNvGraphicFramePr>
            <p:nvPr/>
          </p:nvGraphicFramePr>
          <p:xfrm>
            <a:off x="7954841" y="5529777"/>
            <a:ext cx="3326127" cy="831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20" name="Equation" r:id="rId17" imgW="41452800" imgH="10363200" progId="Equation.DSMT4">
                    <p:embed/>
                  </p:oleObj>
                </mc:Choice>
                <mc:Fallback>
                  <p:oleObj name="Equation" r:id="rId17" imgW="41452800" imgH="10363200" progId="Equation.DSMT4">
                    <p:embed/>
                    <p:pic>
                      <p:nvPicPr>
                        <p:cNvPr id="0" name="图片 3341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954841" y="5529777"/>
                          <a:ext cx="3326127" cy="8315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文本框 2"/>
            <p:cNvSpPr txBox="1"/>
            <p:nvPr/>
          </p:nvSpPr>
          <p:spPr>
            <a:xfrm>
              <a:off x="6133695" y="5781686"/>
              <a:ext cx="1870230" cy="41381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练习</a:t>
              </a:r>
              <a:r>
                <a:rPr lang="zh-CN" altLang="en-US" sz="2400" b="1" dirty="0" smtClean="0">
                  <a:solidFill>
                    <a:srgbClr val="FF0000"/>
                  </a:solidFill>
                </a:rPr>
                <a:t>  </a:t>
              </a:r>
              <a:r>
                <a:rPr lang="zh-CN" altLang="en-US" sz="2400" b="1" dirty="0" smtClean="0"/>
                <a:t>求极限</a:t>
              </a:r>
              <a:endParaRPr lang="zh-CN" altLang="en-US" sz="2400" b="1" dirty="0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92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2347866" y="780276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24323" name="Object 3"/>
          <p:cNvGraphicFramePr>
            <a:graphicFrameLocks noChangeAspect="1"/>
          </p:cNvGraphicFramePr>
          <p:nvPr/>
        </p:nvGraphicFramePr>
        <p:xfrm>
          <a:off x="7248128" y="678480"/>
          <a:ext cx="7223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06" name="公式" r:id="rId1" imgW="628650" imgH="733425" progId="Equation.3">
                  <p:embed/>
                </p:oleObj>
              </mc:Choice>
              <mc:Fallback>
                <p:oleObj name="公式" r:id="rId1" imgW="628650" imgH="733425" progId="Equation.3">
                  <p:embed/>
                  <p:pic>
                    <p:nvPicPr>
                      <p:cNvPr id="0" name="图片 87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128" y="678480"/>
                        <a:ext cx="7223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5"/>
          <p:cNvGraphicFramePr>
            <a:graphicFrameLocks noChangeAspect="1"/>
          </p:cNvGraphicFramePr>
          <p:nvPr/>
        </p:nvGraphicFramePr>
        <p:xfrm>
          <a:off x="3494097" y="502708"/>
          <a:ext cx="1377942" cy="1074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07" name="" r:id="rId3" imgW="609600" imgH="431800" progId="Equation.3">
                  <p:embed/>
                </p:oleObj>
              </mc:Choice>
              <mc:Fallback>
                <p:oleObj name="" r:id="rId3" imgW="609600" imgH="431800" progId="Equation.3">
                  <p:embed/>
                  <p:pic>
                    <p:nvPicPr>
                      <p:cNvPr id="0" name="图片 87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097" y="502708"/>
                        <a:ext cx="1377942" cy="10742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26" name="Object 6"/>
          <p:cNvGraphicFramePr>
            <a:graphicFrameLocks noChangeAspect="1"/>
          </p:cNvGraphicFramePr>
          <p:nvPr/>
        </p:nvGraphicFramePr>
        <p:xfrm>
          <a:off x="4834685" y="156902"/>
          <a:ext cx="1894461" cy="1868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08" name="Equation" r:id="rId5" imgW="800100" imgH="787400" progId="Equation.3">
                  <p:embed/>
                </p:oleObj>
              </mc:Choice>
              <mc:Fallback>
                <p:oleObj name="Equation" r:id="rId5" imgW="800100" imgH="787400" progId="Equation.3">
                  <p:embed/>
                  <p:pic>
                    <p:nvPicPr>
                      <p:cNvPr id="0" name="图片 87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4685" y="156902"/>
                        <a:ext cx="1894461" cy="1868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27" name="Object 7"/>
          <p:cNvGraphicFramePr>
            <a:graphicFrameLocks noChangeAspect="1"/>
          </p:cNvGraphicFramePr>
          <p:nvPr/>
        </p:nvGraphicFramePr>
        <p:xfrm>
          <a:off x="3142887" y="1568401"/>
          <a:ext cx="1635411" cy="1068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09" name="Equation" r:id="rId7" imgW="698500" imgH="431800" progId="Equation.3">
                  <p:embed/>
                </p:oleObj>
              </mc:Choice>
              <mc:Fallback>
                <p:oleObj name="Equation" r:id="rId7" imgW="698500" imgH="431800" progId="Equation.3">
                  <p:embed/>
                  <p:pic>
                    <p:nvPicPr>
                      <p:cNvPr id="0" name="图片 87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2887" y="1568401"/>
                        <a:ext cx="1635411" cy="1068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28" name="Object 8"/>
          <p:cNvGraphicFramePr>
            <a:graphicFrameLocks noChangeAspect="1"/>
          </p:cNvGraphicFramePr>
          <p:nvPr/>
        </p:nvGraphicFramePr>
        <p:xfrm>
          <a:off x="4800067" y="1893013"/>
          <a:ext cx="704321" cy="478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0" name="Equation" r:id="rId9" imgW="317500" imgH="203200" progId="Equation.3">
                  <p:embed/>
                </p:oleObj>
              </mc:Choice>
              <mc:Fallback>
                <p:oleObj name="Equation" r:id="rId9" imgW="317500" imgH="203200" progId="Equation.3">
                  <p:embed/>
                  <p:pic>
                    <p:nvPicPr>
                      <p:cNvPr id="0" name="图片 87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067" y="1893013"/>
                        <a:ext cx="704321" cy="478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330" name="Text Box 10"/>
          <p:cNvSpPr txBox="1">
            <a:spLocks noChangeArrowheads="1"/>
          </p:cNvSpPr>
          <p:nvPr/>
        </p:nvSpPr>
        <p:spPr bwMode="auto">
          <a:xfrm>
            <a:off x="2362201" y="3944938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24332" name="Object 12"/>
          <p:cNvGraphicFramePr>
            <a:graphicFrameLocks noChangeAspect="1"/>
          </p:cNvGraphicFramePr>
          <p:nvPr/>
        </p:nvGraphicFramePr>
        <p:xfrm>
          <a:off x="9336360" y="3764289"/>
          <a:ext cx="7223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1" name="公式" r:id="rId11" imgW="628650" imgH="733425" progId="Equation.3">
                  <p:embed/>
                </p:oleObj>
              </mc:Choice>
              <mc:Fallback>
                <p:oleObj name="公式" r:id="rId11" imgW="628650" imgH="733425" progId="Equation.3">
                  <p:embed/>
                  <p:pic>
                    <p:nvPicPr>
                      <p:cNvPr id="0" name="图片 87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6360" y="3764289"/>
                        <a:ext cx="7223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600605" y="2730812"/>
          <a:ext cx="3706812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2" name="Equation" r:id="rId13" imgW="1536065" imgH="406400" progId="Equation.DSMT4">
                  <p:embed/>
                </p:oleObj>
              </mc:Choice>
              <mc:Fallback>
                <p:oleObj name="Equation" r:id="rId13" imgW="1536065" imgH="406400" progId="Equation.DSMT4">
                  <p:embed/>
                  <p:pic>
                    <p:nvPicPr>
                      <p:cNvPr id="0" name="图片 87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605" y="2730812"/>
                        <a:ext cx="3706812" cy="97948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744072" y="4880017"/>
          <a:ext cx="43656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3" name="Equation" r:id="rId15" imgW="1955800" imgH="419100" progId="Equation.DSMT4">
                  <p:embed/>
                </p:oleObj>
              </mc:Choice>
              <mc:Fallback>
                <p:oleObj name="Equation" r:id="rId15" imgW="1955800" imgH="419100" progId="Equation.DSMT4">
                  <p:embed/>
                  <p:pic>
                    <p:nvPicPr>
                      <p:cNvPr id="0" name="图片 87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4072" y="4880017"/>
                        <a:ext cx="4365625" cy="936625"/>
                      </a:xfrm>
                      <a:prstGeom prst="rect">
                        <a:avLst/>
                      </a:prstGeom>
                      <a:noFill/>
                      <a:ln w="19050" cap="rnd" cmpd="dbl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236628" y="3695918"/>
          <a:ext cx="1225550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4" name="Equation" r:id="rId17" imgW="520700" imgH="419100" progId="Equation.DSMT4">
                  <p:embed/>
                </p:oleObj>
              </mc:Choice>
              <mc:Fallback>
                <p:oleObj name="Equation" r:id="rId17" imgW="520700" imgH="419100" progId="Equation.DSMT4">
                  <p:embed/>
                  <p:pic>
                    <p:nvPicPr>
                      <p:cNvPr id="0" name="图片 87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628" y="3695918"/>
                        <a:ext cx="1225550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435029" y="3706175"/>
          <a:ext cx="1690687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5" name="Equation" r:id="rId19" imgW="723900" imgH="419100" progId="Equation.DSMT4">
                  <p:embed/>
                </p:oleObj>
              </mc:Choice>
              <mc:Fallback>
                <p:oleObj name="Equation" r:id="rId19" imgW="723900" imgH="419100" progId="Equation.DSMT4">
                  <p:embed/>
                  <p:pic>
                    <p:nvPicPr>
                      <p:cNvPr id="0" name="图片 87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029" y="3706175"/>
                        <a:ext cx="1690687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109911" y="3736181"/>
          <a:ext cx="21066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6" name="Equation" r:id="rId21" imgW="913765" imgH="406400" progId="Equation.DSMT4">
                  <p:embed/>
                </p:oleObj>
              </mc:Choice>
              <mc:Fallback>
                <p:oleObj name="Equation" r:id="rId21" imgW="913765" imgH="406400" progId="Equation.DSMT4">
                  <p:embed/>
                  <p:pic>
                    <p:nvPicPr>
                      <p:cNvPr id="0" name="图片 87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9911" y="3736181"/>
                        <a:ext cx="210661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256814" y="4015736"/>
          <a:ext cx="5143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7" name="Equation" r:id="rId23" imgW="253365" imgH="177800" progId="Equation.DSMT4">
                  <p:embed/>
                </p:oleObj>
              </mc:Choice>
              <mc:Fallback>
                <p:oleObj name="Equation" r:id="rId23" imgW="253365" imgH="177800" progId="Equation.DSMT4">
                  <p:embed/>
                  <p:pic>
                    <p:nvPicPr>
                      <p:cNvPr id="0" name="图片 87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814" y="4015736"/>
                        <a:ext cx="51435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347866" y="5090398"/>
          <a:ext cx="7397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8" name="Equation" r:id="rId25" imgW="316865" imgH="215900" progId="Equation.DSMT4">
                  <p:embed/>
                </p:oleObj>
              </mc:Choice>
              <mc:Fallback>
                <p:oleObj name="Equation" r:id="rId25" imgW="316865" imgH="215900" progId="Equation.DSMT4">
                  <p:embed/>
                  <p:pic>
                    <p:nvPicPr>
                      <p:cNvPr id="0" name="图片 87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866" y="5090398"/>
                        <a:ext cx="7397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19741" y="2921001"/>
          <a:ext cx="7397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9" name="Equation" r:id="rId27" imgW="316865" imgH="215900" progId="Equation.DSMT4">
                  <p:embed/>
                </p:oleObj>
              </mc:Choice>
              <mc:Fallback>
                <p:oleObj name="Equation" r:id="rId27" imgW="316865" imgH="215900" progId="Equation.DSMT4">
                  <p:embed/>
                  <p:pic>
                    <p:nvPicPr>
                      <p:cNvPr id="0" name="图片 87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741" y="2921001"/>
                        <a:ext cx="7397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159516" y="4873705"/>
          <a:ext cx="32035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20" name="Equation" r:id="rId28" imgW="1435100" imgH="419100" progId="Equation.DSMT4">
                  <p:embed/>
                </p:oleObj>
              </mc:Choice>
              <mc:Fallback>
                <p:oleObj name="Equation" r:id="rId28" imgW="1435100" imgH="419100" progId="Equation.DSMT4">
                  <p:embed/>
                  <p:pic>
                    <p:nvPicPr>
                      <p:cNvPr id="0" name="图片 87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516" y="4873705"/>
                        <a:ext cx="3203575" cy="936625"/>
                      </a:xfrm>
                      <a:prstGeom prst="rect">
                        <a:avLst/>
                      </a:prstGeom>
                      <a:noFill/>
                      <a:ln w="19050" cap="rnd" cmpd="dbl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009"/>
          <p:cNvSpPr>
            <a:spLocks noChangeArrowheads="1"/>
          </p:cNvSpPr>
          <p:nvPr/>
        </p:nvSpPr>
        <p:spPr bwMode="auto">
          <a:xfrm>
            <a:off x="0" y="8477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3333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.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323693" y="2589475"/>
            <a:ext cx="3279790" cy="743313"/>
            <a:chOff x="8323693" y="2589475"/>
            <a:chExt cx="3279790" cy="743313"/>
          </a:xfrm>
          <a:noFill/>
        </p:grpSpPr>
        <p:graphicFrame>
          <p:nvGraphicFramePr>
            <p:cNvPr id="12" name="对象 11"/>
            <p:cNvGraphicFramePr>
              <a:graphicFrameLocks noChangeAspect="1"/>
            </p:cNvGraphicFramePr>
            <p:nvPr/>
          </p:nvGraphicFramePr>
          <p:xfrm>
            <a:off x="9840416" y="2589475"/>
            <a:ext cx="1763067" cy="743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21" name="Equation" r:id="rId30" imgW="22860000" imgH="9753600" progId="Equation.DSMT4">
                    <p:embed/>
                  </p:oleObj>
                </mc:Choice>
                <mc:Fallback>
                  <p:oleObj name="Equation" r:id="rId30" imgW="22860000" imgH="9753600" progId="Equation.DSMT4">
                    <p:embed/>
                    <p:pic>
                      <p:nvPicPr>
                        <p:cNvPr id="0" name="Object 10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40416" y="2589475"/>
                          <a:ext cx="1763067" cy="7433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文本框 13"/>
            <p:cNvSpPr txBox="1"/>
            <p:nvPr/>
          </p:nvSpPr>
          <p:spPr>
            <a:xfrm>
              <a:off x="8771164" y="2791830"/>
              <a:ext cx="1152128" cy="46166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latin typeface="宋体" panose="02010600030101010101" pitchFamily="2" charset="-122"/>
                  <a:cs typeface="Calibri" panose="020F0502020204030204" pitchFamily="34" charset="0"/>
                </a:rPr>
                <a:t>求</a:t>
              </a:r>
              <a:r>
                <a:rPr lang="zh-CN" altLang="zh-CN" sz="2400" b="1" dirty="0" smtClean="0">
                  <a:latin typeface="宋体" panose="02010600030101010101" pitchFamily="2" charset="-122"/>
                  <a:cs typeface="Calibri" panose="020F0502020204030204" pitchFamily="34" charset="0"/>
                </a:rPr>
                <a:t>极限</a:t>
              </a:r>
              <a:endParaRPr lang="zh-CN" altLang="en-US" sz="2400" b="1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323693" y="2791830"/>
              <a:ext cx="595035" cy="461665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</a:t>
              </a:r>
              <a:endPara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43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43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33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2756353" y="774700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3699005" y="519184"/>
          <a:ext cx="1828800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6" name="Equation" r:id="rId1" imgW="774065" imgH="495300" progId="Equation.3">
                  <p:embed/>
                </p:oleObj>
              </mc:Choice>
              <mc:Fallback>
                <p:oleObj name="Equation" r:id="rId1" imgW="774065" imgH="495300" progId="Equation.3">
                  <p:embed/>
                  <p:pic>
                    <p:nvPicPr>
                      <p:cNvPr id="0" name="图片 356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9005" y="519184"/>
                        <a:ext cx="1828800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48" name="Object 4"/>
          <p:cNvGraphicFramePr>
            <a:graphicFrameLocks noChangeAspect="1"/>
          </p:cNvGraphicFramePr>
          <p:nvPr/>
        </p:nvGraphicFramePr>
        <p:xfrm>
          <a:off x="5616705" y="503236"/>
          <a:ext cx="243840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7" name="Equation" r:id="rId3" imgW="990600" imgH="508000" progId="Equation.3">
                  <p:embed/>
                </p:oleObj>
              </mc:Choice>
              <mc:Fallback>
                <p:oleObj name="Equation" r:id="rId3" imgW="990600" imgH="508000" progId="Equation.3">
                  <p:embed/>
                  <p:pic>
                    <p:nvPicPr>
                      <p:cNvPr id="0" name="图片 356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705" y="503236"/>
                        <a:ext cx="2438400" cy="124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49" name="Object 5"/>
          <p:cNvGraphicFramePr>
            <a:graphicFrameLocks noChangeAspect="1"/>
          </p:cNvGraphicFramePr>
          <p:nvPr/>
        </p:nvGraphicFramePr>
        <p:xfrm>
          <a:off x="3009900" y="1676400"/>
          <a:ext cx="21971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8" name="公式" r:id="rId5" imgW="2197100" imgH="1104900" progId="Equation.3">
                  <p:embed/>
                </p:oleObj>
              </mc:Choice>
              <mc:Fallback>
                <p:oleObj name="公式" r:id="rId5" imgW="2197100" imgH="1104900" progId="Equation.3">
                  <p:embed/>
                  <p:pic>
                    <p:nvPicPr>
                      <p:cNvPr id="0" name="图片 356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1676400"/>
                        <a:ext cx="21971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50" name="Object 6"/>
          <p:cNvGraphicFramePr>
            <a:graphicFrameLocks noChangeAspect="1"/>
          </p:cNvGraphicFramePr>
          <p:nvPr/>
        </p:nvGraphicFramePr>
        <p:xfrm>
          <a:off x="5295900" y="1752600"/>
          <a:ext cx="34290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9" name="公式" r:id="rId7" imgW="3429000" imgH="1054100" progId="Equation.3">
                  <p:embed/>
                </p:oleObj>
              </mc:Choice>
              <mc:Fallback>
                <p:oleObj name="公式" r:id="rId7" imgW="3429000" imgH="1054100" progId="Equation.3">
                  <p:embed/>
                  <p:pic>
                    <p:nvPicPr>
                      <p:cNvPr id="0" name="图片 356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900" y="1752600"/>
                        <a:ext cx="34290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51" name="Object 7"/>
          <p:cNvGraphicFramePr>
            <a:graphicFrameLocks noChangeAspect="1"/>
          </p:cNvGraphicFramePr>
          <p:nvPr/>
        </p:nvGraphicFramePr>
        <p:xfrm>
          <a:off x="2971800" y="2895600"/>
          <a:ext cx="35814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50" name="Equation" r:id="rId9" imgW="1562100" imgH="495300" progId="Equation.3">
                  <p:embed/>
                </p:oleObj>
              </mc:Choice>
              <mc:Fallback>
                <p:oleObj name="Equation" r:id="rId9" imgW="1562100" imgH="495300" progId="Equation.3">
                  <p:embed/>
                  <p:pic>
                    <p:nvPicPr>
                      <p:cNvPr id="0" name="图片 356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895600"/>
                        <a:ext cx="35814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52" name="Object 8"/>
          <p:cNvGraphicFramePr>
            <a:graphicFrameLocks noChangeAspect="1"/>
          </p:cNvGraphicFramePr>
          <p:nvPr/>
        </p:nvGraphicFramePr>
        <p:xfrm>
          <a:off x="9021764" y="3149601"/>
          <a:ext cx="85883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51" name="Equation" r:id="rId11" imgW="317500" imgH="203200" progId="Equation.3">
                  <p:embed/>
                </p:oleObj>
              </mc:Choice>
              <mc:Fallback>
                <p:oleObj name="Equation" r:id="rId11" imgW="317500" imgH="203200" progId="Equation.3">
                  <p:embed/>
                  <p:pic>
                    <p:nvPicPr>
                      <p:cNvPr id="0" name="图片 356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1764" y="3149601"/>
                        <a:ext cx="85883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53" name="Object 9"/>
          <p:cNvGraphicFramePr>
            <a:graphicFrameLocks noChangeAspect="1"/>
          </p:cNvGraphicFramePr>
          <p:nvPr/>
        </p:nvGraphicFramePr>
        <p:xfrm>
          <a:off x="8728869" y="621506"/>
          <a:ext cx="7223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52" name="公式" r:id="rId13" imgW="628650" imgH="733425" progId="Equation.3">
                  <p:embed/>
                </p:oleObj>
              </mc:Choice>
              <mc:Fallback>
                <p:oleObj name="公式" r:id="rId13" imgW="628650" imgH="733425" progId="Equation.3">
                  <p:embed/>
                  <p:pic>
                    <p:nvPicPr>
                      <p:cNvPr id="0" name="图片 356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8869" y="621506"/>
                        <a:ext cx="7223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5354" name="Text Box 10"/>
          <p:cNvSpPr txBox="1">
            <a:spLocks noChangeArrowheads="1"/>
          </p:cNvSpPr>
          <p:nvPr/>
        </p:nvSpPr>
        <p:spPr bwMode="auto">
          <a:xfrm>
            <a:off x="2133600" y="4292601"/>
            <a:ext cx="11430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rPr>
              <a:t>或解</a:t>
            </a:r>
            <a:r>
              <a:rPr lang="zh-CN" altLang="en-US" sz="2800" dirty="0">
                <a:solidFill>
                  <a:srgbClr val="FF0000"/>
                </a:solidFill>
              </a:rPr>
              <a:t>：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825355" name="Object 11"/>
          <p:cNvGraphicFramePr>
            <a:graphicFrameLocks noChangeAspect="1"/>
          </p:cNvGraphicFramePr>
          <p:nvPr/>
        </p:nvGraphicFramePr>
        <p:xfrm>
          <a:off x="3352800" y="4038601"/>
          <a:ext cx="1828800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53" name="Equation" r:id="rId15" imgW="774065" imgH="495300" progId="Equation.3">
                  <p:embed/>
                </p:oleObj>
              </mc:Choice>
              <mc:Fallback>
                <p:oleObj name="Equation" r:id="rId15" imgW="774065" imgH="495300" progId="Equation.3">
                  <p:embed/>
                  <p:pic>
                    <p:nvPicPr>
                      <p:cNvPr id="0" name="图片 356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038601"/>
                        <a:ext cx="1828800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56" name="Object 12"/>
          <p:cNvGraphicFramePr>
            <a:graphicFrameLocks noChangeAspect="1"/>
          </p:cNvGraphicFramePr>
          <p:nvPr/>
        </p:nvGraphicFramePr>
        <p:xfrm>
          <a:off x="5232400" y="4064001"/>
          <a:ext cx="342900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54" name="Equation" r:id="rId17" imgW="1562100" imgH="495300" progId="Equation.3">
                  <p:embed/>
                </p:oleObj>
              </mc:Choice>
              <mc:Fallback>
                <p:oleObj name="Equation" r:id="rId17" imgW="1562100" imgH="495300" progId="Equation.3">
                  <p:embed/>
                  <p:pic>
                    <p:nvPicPr>
                      <p:cNvPr id="0" name="图片 356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4064001"/>
                        <a:ext cx="3429000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57" name="Object 13"/>
          <p:cNvGraphicFramePr>
            <a:graphicFrameLocks noChangeAspect="1"/>
          </p:cNvGraphicFramePr>
          <p:nvPr/>
        </p:nvGraphicFramePr>
        <p:xfrm>
          <a:off x="3276600" y="5334001"/>
          <a:ext cx="24384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55" name="Equation" r:id="rId19" imgW="1143000" imgH="495300" progId="Equation.3">
                  <p:embed/>
                </p:oleObj>
              </mc:Choice>
              <mc:Fallback>
                <p:oleObj name="Equation" r:id="rId19" imgW="1143000" imgH="495300" progId="Equation.3">
                  <p:embed/>
                  <p:pic>
                    <p:nvPicPr>
                      <p:cNvPr id="0" name="图片 356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1"/>
                        <a:ext cx="2438400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58" name="Object 14"/>
          <p:cNvGraphicFramePr>
            <a:graphicFrameLocks noChangeAspect="1"/>
          </p:cNvGraphicFramePr>
          <p:nvPr/>
        </p:nvGraphicFramePr>
        <p:xfrm>
          <a:off x="5772150" y="5607050"/>
          <a:ext cx="7937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56" name="Equation" r:id="rId21" imgW="317500" imgH="203200" progId="Equation.3">
                  <p:embed/>
                </p:oleObj>
              </mc:Choice>
              <mc:Fallback>
                <p:oleObj name="Equation" r:id="rId21" imgW="317500" imgH="203200" progId="Equation.3">
                  <p:embed/>
                  <p:pic>
                    <p:nvPicPr>
                      <p:cNvPr id="0" name="图片 356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2150" y="5607050"/>
                        <a:ext cx="7937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5359" name="AutoShape 15"/>
          <p:cNvSpPr>
            <a:spLocks noChangeArrowheads="1"/>
          </p:cNvSpPr>
          <p:nvPr/>
        </p:nvSpPr>
        <p:spPr bwMode="auto">
          <a:xfrm>
            <a:off x="1752600" y="1371600"/>
            <a:ext cx="1219200" cy="1905000"/>
          </a:xfrm>
          <a:prstGeom prst="wedgeRoundRectCallout">
            <a:avLst>
              <a:gd name="adj1" fmla="val 109116"/>
              <a:gd name="adj2" fmla="val 42833"/>
              <a:gd name="adj3" fmla="val 16667"/>
            </a:avLst>
          </a:prstGeom>
          <a:noFill/>
          <a:ln w="190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及时分离非零因子</a:t>
            </a: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825360" name="Object 16"/>
          <p:cNvGraphicFramePr>
            <a:graphicFrameLocks noChangeAspect="1"/>
          </p:cNvGraphicFramePr>
          <p:nvPr/>
        </p:nvGraphicFramePr>
        <p:xfrm>
          <a:off x="6553200" y="2895601"/>
          <a:ext cx="24384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57" name="Equation" r:id="rId23" imgW="1143000" imgH="495300" progId="Equation.3">
                  <p:embed/>
                </p:oleObj>
              </mc:Choice>
              <mc:Fallback>
                <p:oleObj name="Equation" r:id="rId23" imgW="1143000" imgH="495300" progId="Equation.3">
                  <p:embed/>
                  <p:pic>
                    <p:nvPicPr>
                      <p:cNvPr id="0" name="图片 356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895601"/>
                        <a:ext cx="2438400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53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25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2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25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354" grpId="0" autoUpdateAnimBg="0"/>
      <p:bldP spid="825359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Text Box 2"/>
          <p:cNvSpPr txBox="1">
            <a:spLocks noChangeArrowheads="1"/>
          </p:cNvSpPr>
          <p:nvPr/>
        </p:nvSpPr>
        <p:spPr bwMode="auto">
          <a:xfrm>
            <a:off x="2057400" y="938936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26371" name="Object 3"/>
          <p:cNvGraphicFramePr>
            <a:graphicFrameLocks noChangeAspect="1"/>
          </p:cNvGraphicFramePr>
          <p:nvPr/>
        </p:nvGraphicFramePr>
        <p:xfrm>
          <a:off x="3203576" y="421446"/>
          <a:ext cx="23622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8" name="Equation" r:id="rId1" imgW="24079200" imgH="12496800" progId="Equation.DSMT4">
                  <p:embed/>
                </p:oleObj>
              </mc:Choice>
              <mc:Fallback>
                <p:oleObj name="Equation" r:id="rId1" imgW="24079200" imgH="12496800" progId="Equation.DSMT4">
                  <p:embed/>
                  <p:pic>
                    <p:nvPicPr>
                      <p:cNvPr id="0" name="图片 364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6" y="421446"/>
                        <a:ext cx="236220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72" name="Object 4"/>
          <p:cNvGraphicFramePr>
            <a:graphicFrameLocks noChangeAspect="1"/>
          </p:cNvGraphicFramePr>
          <p:nvPr/>
        </p:nvGraphicFramePr>
        <p:xfrm>
          <a:off x="8705850" y="309618"/>
          <a:ext cx="20574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9" name="" r:id="rId3" imgW="862965" imgH="342900" progId="Equation.3">
                  <p:embed/>
                </p:oleObj>
              </mc:Choice>
              <mc:Fallback>
                <p:oleObj name="" r:id="rId3" imgW="862965" imgH="342900" progId="Equation.3">
                  <p:embed/>
                  <p:pic>
                    <p:nvPicPr>
                      <p:cNvPr id="0" name="图片 364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5850" y="309618"/>
                        <a:ext cx="20574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73" name="Object 5"/>
          <p:cNvGraphicFramePr>
            <a:graphicFrameLocks noChangeAspect="1"/>
          </p:cNvGraphicFramePr>
          <p:nvPr/>
        </p:nvGraphicFramePr>
        <p:xfrm>
          <a:off x="8708961" y="1256506"/>
          <a:ext cx="23622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0" name="" r:id="rId5" imgW="1078865" imgH="406400" progId="Equation.3">
                  <p:embed/>
                </p:oleObj>
              </mc:Choice>
              <mc:Fallback>
                <p:oleObj name="" r:id="rId5" imgW="1078865" imgH="406400" progId="Equation.3">
                  <p:embed/>
                  <p:pic>
                    <p:nvPicPr>
                      <p:cNvPr id="0" name="图片 364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8961" y="1256506"/>
                        <a:ext cx="23622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74" name="Object 6"/>
          <p:cNvGraphicFramePr>
            <a:graphicFrameLocks noChangeAspect="1"/>
          </p:cNvGraphicFramePr>
          <p:nvPr/>
        </p:nvGraphicFramePr>
        <p:xfrm>
          <a:off x="8708961" y="2082985"/>
          <a:ext cx="28194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1" name="" r:id="rId7" imgW="1447800" imgH="596900" progId="Equation.3">
                  <p:embed/>
                </p:oleObj>
              </mc:Choice>
              <mc:Fallback>
                <p:oleObj name="" r:id="rId7" imgW="1447800" imgH="596900" progId="Equation.3">
                  <p:embed/>
                  <p:pic>
                    <p:nvPicPr>
                      <p:cNvPr id="0" name="图片 364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8961" y="2082985"/>
                        <a:ext cx="28194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375" name="Line 7"/>
          <p:cNvSpPr>
            <a:spLocks noChangeShapeType="1"/>
          </p:cNvSpPr>
          <p:nvPr/>
        </p:nvSpPr>
        <p:spPr bwMode="auto">
          <a:xfrm>
            <a:off x="8620320" y="407450"/>
            <a:ext cx="0" cy="29453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826376" name="Line 8"/>
          <p:cNvSpPr>
            <a:spLocks noChangeShapeType="1"/>
          </p:cNvSpPr>
          <p:nvPr/>
        </p:nvSpPr>
        <p:spPr bwMode="auto">
          <a:xfrm>
            <a:off x="8632761" y="3352800"/>
            <a:ext cx="2895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826377" name="Object 9"/>
          <p:cNvGraphicFramePr>
            <a:graphicFrameLocks noChangeAspect="1"/>
          </p:cNvGraphicFramePr>
          <p:nvPr/>
        </p:nvGraphicFramePr>
        <p:xfrm>
          <a:off x="2057400" y="1752601"/>
          <a:ext cx="5181600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2" name="" r:id="rId9" imgW="2197100" imgH="546100" progId="Equation.3">
                  <p:embed/>
                </p:oleObj>
              </mc:Choice>
              <mc:Fallback>
                <p:oleObj name="" r:id="rId9" imgW="2197100" imgH="546100" progId="Equation.3">
                  <p:embed/>
                  <p:pic>
                    <p:nvPicPr>
                      <p:cNvPr id="0" name="图片 364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752601"/>
                        <a:ext cx="5181600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78" name="Object 10"/>
          <p:cNvGraphicFramePr>
            <a:graphicFrameLocks noChangeAspect="1"/>
          </p:cNvGraphicFramePr>
          <p:nvPr/>
        </p:nvGraphicFramePr>
        <p:xfrm>
          <a:off x="2133600" y="3108325"/>
          <a:ext cx="548640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3" name="" r:id="rId11" imgW="2451100" imgH="520700" progId="Equation.3">
                  <p:embed/>
                </p:oleObj>
              </mc:Choice>
              <mc:Fallback>
                <p:oleObj name="" r:id="rId11" imgW="2451100" imgH="520700" progId="Equation.3">
                  <p:embed/>
                  <p:pic>
                    <p:nvPicPr>
                      <p:cNvPr id="0" name="图片 364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108325"/>
                        <a:ext cx="5486400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79" name="Object 11"/>
          <p:cNvGraphicFramePr>
            <a:graphicFrameLocks noChangeAspect="1"/>
          </p:cNvGraphicFramePr>
          <p:nvPr/>
        </p:nvGraphicFramePr>
        <p:xfrm>
          <a:off x="2119313" y="4556125"/>
          <a:ext cx="239712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4" name="Equation" r:id="rId13" imgW="25298400" imgH="9753600" progId="Equation.DSMT4">
                  <p:embed/>
                </p:oleObj>
              </mc:Choice>
              <mc:Fallback>
                <p:oleObj name="Equation" r:id="rId13" imgW="25298400" imgH="9753600" progId="Equation.DSMT4">
                  <p:embed/>
                  <p:pic>
                    <p:nvPicPr>
                      <p:cNvPr id="0" name="图片 364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3" y="4556125"/>
                        <a:ext cx="239712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80" name="Object 12"/>
          <p:cNvGraphicFramePr>
            <a:graphicFrameLocks noChangeAspect="1"/>
          </p:cNvGraphicFramePr>
          <p:nvPr/>
        </p:nvGraphicFramePr>
        <p:xfrm>
          <a:off x="4587876" y="4556126"/>
          <a:ext cx="779463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5" name="Equation" r:id="rId15" imgW="8229600" imgH="9753600" progId="Equation.DSMT4">
                  <p:embed/>
                </p:oleObj>
              </mc:Choice>
              <mc:Fallback>
                <p:oleObj name="Equation" r:id="rId15" imgW="8229600" imgH="9753600" progId="Equation.DSMT4">
                  <p:embed/>
                  <p:pic>
                    <p:nvPicPr>
                      <p:cNvPr id="0" name="图片 364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76" y="4556126"/>
                        <a:ext cx="779463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81" name="Object 13"/>
          <p:cNvGraphicFramePr>
            <a:graphicFrameLocks noChangeAspect="1"/>
          </p:cNvGraphicFramePr>
          <p:nvPr/>
        </p:nvGraphicFramePr>
        <p:xfrm>
          <a:off x="6019801" y="669925"/>
          <a:ext cx="6318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6" name="公式" r:id="rId17" imgW="542925" imgH="742950" progId="Equation.3">
                  <p:embed/>
                </p:oleObj>
              </mc:Choice>
              <mc:Fallback>
                <p:oleObj name="公式" r:id="rId17" imgW="542925" imgH="742950" progId="Equation.3">
                  <p:embed/>
                  <p:pic>
                    <p:nvPicPr>
                      <p:cNvPr id="0" name="图片 364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669925"/>
                        <a:ext cx="6318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816080" y="5120205"/>
          <a:ext cx="2736304" cy="992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7" name="Equation" r:id="rId19" imgW="27736800" imgH="10058400" progId="Equation.DSMT4">
                  <p:embed/>
                </p:oleObj>
              </mc:Choice>
              <mc:Fallback>
                <p:oleObj name="Equation" r:id="rId19" imgW="27736800" imgH="10058400" progId="Equation.DSMT4">
                  <p:embed/>
                  <p:pic>
                    <p:nvPicPr>
                      <p:cNvPr id="0" name="图片 3649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16080" y="5120205"/>
                        <a:ext cx="2736304" cy="992286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63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2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2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2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2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26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370" grpId="0" autoUpdateAnimBg="0"/>
      <p:bldP spid="826375" grpId="0" animBg="1"/>
      <p:bldP spid="82637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Text Box 2"/>
          <p:cNvSpPr txBox="1">
            <a:spLocks noChangeArrowheads="1"/>
          </p:cNvSpPr>
          <p:nvPr/>
        </p:nvSpPr>
        <p:spPr bwMode="auto">
          <a:xfrm>
            <a:off x="2438400" y="712498"/>
            <a:ext cx="914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1507" name="Text Box 3"/>
          <p:cNvSpPr txBox="1">
            <a:spLocks noChangeArrowheads="1"/>
          </p:cNvSpPr>
          <p:nvPr/>
        </p:nvSpPr>
        <p:spPr bwMode="auto">
          <a:xfrm>
            <a:off x="2450841" y="1463329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61508" name="Object 4"/>
          <p:cNvGraphicFramePr>
            <a:graphicFrameLocks noChangeAspect="1"/>
          </p:cNvGraphicFramePr>
          <p:nvPr/>
        </p:nvGraphicFramePr>
        <p:xfrm>
          <a:off x="3670300" y="514772"/>
          <a:ext cx="2438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34" name="公式" r:id="rId1" imgW="2438400" imgH="838200" progId="Equation.3">
                  <p:embed/>
                </p:oleObj>
              </mc:Choice>
              <mc:Fallback>
                <p:oleObj name="公式" r:id="rId1" imgW="2438400" imgH="838200" progId="Equation.3">
                  <p:embed/>
                  <p:pic>
                    <p:nvPicPr>
                      <p:cNvPr id="0" name="图片 374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0" y="514772"/>
                        <a:ext cx="2438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9" name="Object 5"/>
          <p:cNvGraphicFramePr>
            <a:graphicFrameLocks noChangeAspect="1"/>
          </p:cNvGraphicFramePr>
          <p:nvPr/>
        </p:nvGraphicFramePr>
        <p:xfrm>
          <a:off x="3200400" y="1312517"/>
          <a:ext cx="2857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35" name="公式" r:id="rId3" imgW="2857500" imgH="825500" progId="Equation.3">
                  <p:embed/>
                </p:oleObj>
              </mc:Choice>
              <mc:Fallback>
                <p:oleObj name="公式" r:id="rId3" imgW="2857500" imgH="825500" progId="Equation.3">
                  <p:embed/>
                  <p:pic>
                    <p:nvPicPr>
                      <p:cNvPr id="0" name="图片 374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312517"/>
                        <a:ext cx="2857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0" name="Object 6"/>
          <p:cNvGraphicFramePr>
            <a:graphicFrameLocks noChangeAspect="1"/>
          </p:cNvGraphicFramePr>
          <p:nvPr/>
        </p:nvGraphicFramePr>
        <p:xfrm>
          <a:off x="6168008" y="1543363"/>
          <a:ext cx="23495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36" name="公式" r:id="rId5" imgW="2349500" imgH="546100" progId="Equation.3">
                  <p:embed/>
                </p:oleObj>
              </mc:Choice>
              <mc:Fallback>
                <p:oleObj name="公式" r:id="rId5" imgW="2349500" imgH="546100" progId="Equation.3">
                  <p:embed/>
                  <p:pic>
                    <p:nvPicPr>
                      <p:cNvPr id="0" name="图片 374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008" y="1543363"/>
                        <a:ext cx="23495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11" name="AutoShape 7"/>
          <p:cNvSpPr>
            <a:spLocks noChangeArrowheads="1"/>
          </p:cNvSpPr>
          <p:nvPr/>
        </p:nvSpPr>
        <p:spPr bwMode="auto">
          <a:xfrm>
            <a:off x="8262938" y="476672"/>
            <a:ext cx="2209800" cy="457200"/>
          </a:xfrm>
          <a:prstGeom prst="wedgeRectCallout">
            <a:avLst>
              <a:gd name="adj1" fmla="val -53806"/>
              <a:gd name="adj2" fmla="val 197917"/>
            </a:avLst>
          </a:prstGeom>
          <a:noFill/>
          <a:ln w="1905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极限不存在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61512" name="Text Box 8"/>
          <p:cNvSpPr txBox="1">
            <a:spLocks noChangeArrowheads="1"/>
          </p:cNvSpPr>
          <p:nvPr/>
        </p:nvSpPr>
        <p:spPr bwMode="auto">
          <a:xfrm>
            <a:off x="3086100" y="2138521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洛必达法则</a:t>
            </a:r>
            <a:r>
              <a:rPr lang="zh-CN" altLang="en-US" sz="2800" b="1" dirty="0" smtClean="0"/>
              <a:t>失效</a:t>
            </a:r>
            <a:r>
              <a:rPr lang="en-US" altLang="zh-CN" sz="2800" b="1" dirty="0" smtClean="0"/>
              <a:t>.</a:t>
            </a:r>
            <a:endParaRPr lang="zh-CN" altLang="en-US" sz="2800" b="1" dirty="0"/>
          </a:p>
        </p:txBody>
      </p:sp>
      <p:graphicFrame>
        <p:nvGraphicFramePr>
          <p:cNvPr id="661513" name="Object 9"/>
          <p:cNvGraphicFramePr>
            <a:graphicFrameLocks noChangeAspect="1"/>
          </p:cNvGraphicFramePr>
          <p:nvPr/>
        </p:nvGraphicFramePr>
        <p:xfrm>
          <a:off x="3200400" y="2576960"/>
          <a:ext cx="337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37" name="公式" r:id="rId7" imgW="3378200" imgH="838200" progId="Equation.3">
                  <p:embed/>
                </p:oleObj>
              </mc:Choice>
              <mc:Fallback>
                <p:oleObj name="公式" r:id="rId7" imgW="3378200" imgH="838200" progId="Equation.3">
                  <p:embed/>
                  <p:pic>
                    <p:nvPicPr>
                      <p:cNvPr id="0" name="图片 374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576960"/>
                        <a:ext cx="3378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4" name="Object 10"/>
          <p:cNvGraphicFramePr>
            <a:graphicFrameLocks noChangeAspect="1"/>
          </p:cNvGraphicFramePr>
          <p:nvPr/>
        </p:nvGraphicFramePr>
        <p:xfrm>
          <a:off x="6578600" y="2810616"/>
          <a:ext cx="5715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38" name="公式" r:id="rId9" imgW="571500" imgH="317500" progId="Equation.3">
                  <p:embed/>
                </p:oleObj>
              </mc:Choice>
              <mc:Fallback>
                <p:oleObj name="公式" r:id="rId9" imgW="571500" imgH="317500" progId="Equation.3">
                  <p:embed/>
                  <p:pic>
                    <p:nvPicPr>
                      <p:cNvPr id="0" name="图片 374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8600" y="2810616"/>
                        <a:ext cx="5715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6" name="Object 12"/>
          <p:cNvGraphicFramePr>
            <a:graphicFrameLocks noChangeAspect="1"/>
          </p:cNvGraphicFramePr>
          <p:nvPr/>
        </p:nvGraphicFramePr>
        <p:xfrm>
          <a:off x="3429000" y="3352801"/>
          <a:ext cx="2362200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39" name="Equation" r:id="rId11" imgW="1054100" imgH="596900" progId="Equation.3">
                  <p:embed/>
                </p:oleObj>
              </mc:Choice>
              <mc:Fallback>
                <p:oleObj name="Equation" r:id="rId11" imgW="1054100" imgH="596900" progId="Equation.3">
                  <p:embed/>
                  <p:pic>
                    <p:nvPicPr>
                      <p:cNvPr id="0" name="图片 374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352801"/>
                        <a:ext cx="2362200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17" name="Text Box 13"/>
          <p:cNvSpPr txBox="1">
            <a:spLocks noChangeArrowheads="1"/>
          </p:cNvSpPr>
          <p:nvPr/>
        </p:nvSpPr>
        <p:spPr bwMode="auto">
          <a:xfrm>
            <a:off x="2438400" y="3911601"/>
            <a:ext cx="914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1519" name="Text Box 15"/>
          <p:cNvSpPr txBox="1">
            <a:spLocks noChangeArrowheads="1"/>
          </p:cNvSpPr>
          <p:nvPr/>
        </p:nvSpPr>
        <p:spPr bwMode="auto">
          <a:xfrm>
            <a:off x="3124200" y="4724401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不能使用洛必达法则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aphicFrame>
        <p:nvGraphicFramePr>
          <p:cNvPr id="661520" name="Object 16"/>
          <p:cNvGraphicFramePr>
            <a:graphicFrameLocks noChangeAspect="1"/>
          </p:cNvGraphicFramePr>
          <p:nvPr/>
        </p:nvGraphicFramePr>
        <p:xfrm>
          <a:off x="3352800" y="5031929"/>
          <a:ext cx="463867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40" name="Equation" r:id="rId13" imgW="2070100" imgH="431800" progId="Equation.3">
                  <p:embed/>
                </p:oleObj>
              </mc:Choice>
              <mc:Fallback>
                <p:oleObj name="Equation" r:id="rId13" imgW="2070100" imgH="431800" progId="Equation.3">
                  <p:embed/>
                  <p:pic>
                    <p:nvPicPr>
                      <p:cNvPr id="0" name="图片 374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031929"/>
                        <a:ext cx="4638675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21" name="Object 17"/>
          <p:cNvGraphicFramePr>
            <a:graphicFrameLocks noChangeAspect="1"/>
          </p:cNvGraphicFramePr>
          <p:nvPr/>
        </p:nvGraphicFramePr>
        <p:xfrm>
          <a:off x="7991281" y="5279579"/>
          <a:ext cx="159543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41" name="Equation" r:id="rId15" imgW="685800" imgH="203200" progId="Equation.3">
                  <p:embed/>
                </p:oleObj>
              </mc:Choice>
              <mc:Fallback>
                <p:oleObj name="Equation" r:id="rId15" imgW="685800" imgH="203200" progId="Equation.3">
                  <p:embed/>
                  <p:pic>
                    <p:nvPicPr>
                      <p:cNvPr id="0" name="图片 374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1281" y="5279579"/>
                        <a:ext cx="1595438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22" name="Text Box 18"/>
          <p:cNvSpPr txBox="1">
            <a:spLocks noChangeArrowheads="1"/>
          </p:cNvSpPr>
          <p:nvPr/>
        </p:nvSpPr>
        <p:spPr bwMode="auto">
          <a:xfrm>
            <a:off x="2514600" y="472440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6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6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66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6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6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6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"/>
                                        <p:tgtEl>
                                          <p:spTgt spid="66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6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6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07" grpId="0" autoUpdateAnimBg="0"/>
      <p:bldP spid="661511" grpId="0" animBg="1" autoUpdateAnimBg="0"/>
      <p:bldP spid="661512" grpId="0" autoUpdateAnimBg="0"/>
      <p:bldP spid="661517" grpId="0" autoUpdateAnimBg="0"/>
      <p:bldP spid="661519" grpId="0" autoUpdateAnimBg="0"/>
      <p:bldP spid="66152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4A68E2A-FB4F-4726-A813-2AB6D8B784EC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27395" name="Text Box 3"/>
          <p:cNvSpPr txBox="1">
            <a:spLocks noChangeArrowheads="1"/>
          </p:cNvSpPr>
          <p:nvPr/>
        </p:nvSpPr>
        <p:spPr bwMode="auto">
          <a:xfrm>
            <a:off x="2286000" y="3330576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27396" name="Object 4"/>
          <p:cNvGraphicFramePr>
            <a:graphicFrameLocks noChangeAspect="1"/>
          </p:cNvGraphicFramePr>
          <p:nvPr/>
        </p:nvGraphicFramePr>
        <p:xfrm>
          <a:off x="7519730" y="3395429"/>
          <a:ext cx="11430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82" name="公式" r:id="rId1" imgW="971550" imgH="295275" progId="Equation.3">
                  <p:embed/>
                </p:oleObj>
              </mc:Choice>
              <mc:Fallback>
                <p:oleObj name="公式" r:id="rId1" imgW="971550" imgH="295275" progId="Equation.3">
                  <p:embed/>
                  <p:pic>
                    <p:nvPicPr>
                      <p:cNvPr id="0" name="图片 386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9730" y="3395429"/>
                        <a:ext cx="11430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7397" name="Group 5"/>
          <p:cNvGrpSpPr/>
          <p:nvPr/>
        </p:nvGrpSpPr>
        <p:grpSpPr bwMode="auto">
          <a:xfrm>
            <a:off x="2091809" y="1166050"/>
            <a:ext cx="7924800" cy="838200"/>
            <a:chOff x="384" y="664"/>
            <a:chExt cx="4992" cy="528"/>
          </a:xfrm>
        </p:grpSpPr>
        <p:sp>
          <p:nvSpPr>
            <p:cNvPr id="47120" name="Text Box 6"/>
            <p:cNvSpPr txBox="1">
              <a:spLocks noChangeArrowheads="1"/>
            </p:cNvSpPr>
            <p:nvPr/>
          </p:nvSpPr>
          <p:spPr bwMode="auto">
            <a:xfrm>
              <a:off x="384" y="768"/>
              <a:ext cx="49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关键:</a:t>
              </a:r>
              <a:r>
                <a:rPr lang="zh-CN" altLang="en-US" sz="2800" b="1" dirty="0"/>
                <a:t>将其它类型未定式化为     或       型未定</a:t>
              </a:r>
              <a:r>
                <a:rPr lang="zh-CN" altLang="en-US" sz="2800" b="1" dirty="0" smtClean="0"/>
                <a:t>式</a:t>
              </a:r>
              <a:r>
                <a:rPr lang="en-US" altLang="zh-CN" sz="2800" b="1" dirty="0" smtClean="0"/>
                <a:t>.</a:t>
              </a:r>
              <a:endParaRPr lang="zh-CN" altLang="en-US" sz="2800" b="1" dirty="0"/>
            </a:p>
          </p:txBody>
        </p:sp>
        <p:graphicFrame>
          <p:nvGraphicFramePr>
            <p:cNvPr id="47121" name="Object 7"/>
            <p:cNvGraphicFramePr>
              <a:graphicFrameLocks noChangeAspect="1"/>
            </p:cNvGraphicFramePr>
            <p:nvPr/>
          </p:nvGraphicFramePr>
          <p:xfrm>
            <a:off x="3312" y="664"/>
            <a:ext cx="248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83" name="Equation" r:id="rId3" imgW="95250" imgH="314325" progId="Equation.3">
                    <p:embed/>
                  </p:oleObj>
                </mc:Choice>
                <mc:Fallback>
                  <p:oleObj name="Equation" r:id="rId3" imgW="95250" imgH="314325" progId="Equation.3">
                    <p:embed/>
                    <p:pic>
                      <p:nvPicPr>
                        <p:cNvPr id="0" name="图片 386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664"/>
                          <a:ext cx="248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2" name="Object 8"/>
            <p:cNvGraphicFramePr>
              <a:graphicFrameLocks noChangeAspect="1"/>
            </p:cNvGraphicFramePr>
            <p:nvPr/>
          </p:nvGraphicFramePr>
          <p:xfrm>
            <a:off x="3848" y="664"/>
            <a:ext cx="24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84" name="Equation" r:id="rId5" imgW="95250" imgH="314325" progId="Equation.3">
                    <p:embed/>
                  </p:oleObj>
                </mc:Choice>
                <mc:Fallback>
                  <p:oleObj name="Equation" r:id="rId5" imgW="95250" imgH="314325" progId="Equation.3">
                    <p:embed/>
                    <p:pic>
                      <p:nvPicPr>
                        <p:cNvPr id="0" name="图片 386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8" y="664"/>
                          <a:ext cx="244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7401" name="Object 9"/>
          <p:cNvGraphicFramePr>
            <a:graphicFrameLocks noChangeAspect="1"/>
          </p:cNvGraphicFramePr>
          <p:nvPr/>
        </p:nvGraphicFramePr>
        <p:xfrm>
          <a:off x="1957242" y="1916465"/>
          <a:ext cx="1961074" cy="5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85" name="Equation" r:id="rId7" imgW="666750" imgH="123825" progId="Equation.3">
                  <p:embed/>
                </p:oleObj>
              </mc:Choice>
              <mc:Fallback>
                <p:oleObj name="Equation" r:id="rId7" imgW="666750" imgH="123825" progId="Equation.3">
                  <p:embed/>
                  <p:pic>
                    <p:nvPicPr>
                      <p:cNvPr id="0" name="图片 386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7242" y="1916465"/>
                        <a:ext cx="1961074" cy="5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7402" name="Text Box 10"/>
          <p:cNvSpPr txBox="1">
            <a:spLocks noChangeArrowheads="1"/>
          </p:cNvSpPr>
          <p:nvPr/>
        </p:nvSpPr>
        <p:spPr bwMode="auto">
          <a:xfrm>
            <a:off x="2413001" y="25392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步骤:</a:t>
            </a:r>
            <a:endParaRPr lang="zh-CN" altLang="en-US" sz="2800" b="1" dirty="0"/>
          </a:p>
        </p:txBody>
      </p:sp>
      <p:graphicFrame>
        <p:nvGraphicFramePr>
          <p:cNvPr id="827403" name="Object 11"/>
          <p:cNvGraphicFramePr>
            <a:graphicFrameLocks noChangeAspect="1"/>
          </p:cNvGraphicFramePr>
          <p:nvPr/>
        </p:nvGraphicFramePr>
        <p:xfrm>
          <a:off x="3581400" y="2274499"/>
          <a:ext cx="2265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86" name="公式" r:id="rId9" imgW="2038350" imgH="733425" progId="Equation.3">
                  <p:embed/>
                </p:oleObj>
              </mc:Choice>
              <mc:Fallback>
                <p:oleObj name="公式" r:id="rId9" imgW="2038350" imgH="733425" progId="Equation.3">
                  <p:embed/>
                  <p:pic>
                    <p:nvPicPr>
                      <p:cNvPr id="0" name="图片 386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274499"/>
                        <a:ext cx="2265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04" name="Object 12"/>
          <p:cNvGraphicFramePr>
            <a:graphicFrameLocks noChangeAspect="1"/>
          </p:cNvGraphicFramePr>
          <p:nvPr/>
        </p:nvGraphicFramePr>
        <p:xfrm>
          <a:off x="6096001" y="2263775"/>
          <a:ext cx="2443163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87" name="公式" r:id="rId11" imgW="2200275" imgH="742950" progId="Equation.3">
                  <p:embed/>
                </p:oleObj>
              </mc:Choice>
              <mc:Fallback>
                <p:oleObj name="公式" r:id="rId11" imgW="2200275" imgH="742950" progId="Equation.3">
                  <p:embed/>
                  <p:pic>
                    <p:nvPicPr>
                      <p:cNvPr id="0" name="图片 386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263775"/>
                        <a:ext cx="2443163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05" name="Object 13"/>
          <p:cNvGraphicFramePr>
            <a:graphicFrameLocks noChangeAspect="1"/>
          </p:cNvGraphicFramePr>
          <p:nvPr/>
        </p:nvGraphicFramePr>
        <p:xfrm>
          <a:off x="3517165" y="3131590"/>
          <a:ext cx="3733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88" name="文档" r:id="rId13" imgW="1485900" imgH="400050" progId="Word.Document.8">
                  <p:embed/>
                </p:oleObj>
              </mc:Choice>
              <mc:Fallback>
                <p:oleObj name="文档" r:id="rId13" imgW="1485900" imgH="400050" progId="Word.Document.8">
                  <p:embed/>
                  <p:pic>
                    <p:nvPicPr>
                      <p:cNvPr id="0" name="图片 386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165" y="3131590"/>
                        <a:ext cx="3733800" cy="990600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06" name="Object 14"/>
          <p:cNvGraphicFramePr>
            <a:graphicFrameLocks noChangeAspect="1"/>
          </p:cNvGraphicFramePr>
          <p:nvPr/>
        </p:nvGraphicFramePr>
        <p:xfrm>
          <a:off x="4373375" y="4262153"/>
          <a:ext cx="1722626" cy="988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89" name="" r:id="rId15" imgW="711200" imgH="406400" progId="Equation.3">
                  <p:embed/>
                </p:oleObj>
              </mc:Choice>
              <mc:Fallback>
                <p:oleObj name="" r:id="rId15" imgW="711200" imgH="406400" progId="Equation.3">
                  <p:embed/>
                  <p:pic>
                    <p:nvPicPr>
                      <p:cNvPr id="0" name="图片 386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375" y="4262153"/>
                        <a:ext cx="1722626" cy="9884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07" name="Object 15"/>
          <p:cNvGraphicFramePr>
            <a:graphicFrameLocks noChangeAspect="1"/>
          </p:cNvGraphicFramePr>
          <p:nvPr/>
        </p:nvGraphicFramePr>
        <p:xfrm>
          <a:off x="6213257" y="3900505"/>
          <a:ext cx="2273370" cy="1324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90" name="" r:id="rId17" imgW="977900" imgH="571500" progId="Equation.3">
                  <p:embed/>
                </p:oleObj>
              </mc:Choice>
              <mc:Fallback>
                <p:oleObj name="" r:id="rId17" imgW="977900" imgH="571500" progId="Equation.3">
                  <p:embed/>
                  <p:pic>
                    <p:nvPicPr>
                      <p:cNvPr id="0" name="图片 386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3257" y="3900505"/>
                        <a:ext cx="2273370" cy="13246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08" name="Object 16"/>
          <p:cNvGraphicFramePr>
            <a:graphicFrameLocks noChangeAspect="1"/>
          </p:cNvGraphicFramePr>
          <p:nvPr/>
        </p:nvGraphicFramePr>
        <p:xfrm>
          <a:off x="4471699" y="5213904"/>
          <a:ext cx="1960564" cy="927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91" name="Equation" r:id="rId19" imgW="862965" imgH="406400" progId="Equation.3">
                  <p:embed/>
                </p:oleObj>
              </mc:Choice>
              <mc:Fallback>
                <p:oleObj name="Equation" r:id="rId19" imgW="862965" imgH="406400" progId="Equation.3">
                  <p:embed/>
                  <p:pic>
                    <p:nvPicPr>
                      <p:cNvPr id="0" name="图片 386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699" y="5213904"/>
                        <a:ext cx="1960564" cy="9279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09" name="Object 17"/>
          <p:cNvGraphicFramePr>
            <a:graphicFrameLocks noChangeAspect="1"/>
          </p:cNvGraphicFramePr>
          <p:nvPr/>
        </p:nvGraphicFramePr>
        <p:xfrm>
          <a:off x="6368525" y="5480073"/>
          <a:ext cx="765184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92" name="Equation" r:id="rId21" imgW="317500" imgH="203200" progId="Equation.3">
                  <p:embed/>
                </p:oleObj>
              </mc:Choice>
              <mc:Fallback>
                <p:oleObj name="Equation" r:id="rId21" imgW="317500" imgH="203200" progId="Equation.3">
                  <p:embed/>
                  <p:pic>
                    <p:nvPicPr>
                      <p:cNvPr id="0" name="图片 386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8525" y="5480073"/>
                        <a:ext cx="765184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9" name="矩形 1"/>
          <p:cNvSpPr>
            <a:spLocks noChangeArrowheads="1"/>
          </p:cNvSpPr>
          <p:nvPr/>
        </p:nvSpPr>
        <p:spPr bwMode="auto">
          <a:xfrm>
            <a:off x="2167005" y="718137"/>
            <a:ext cx="404625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楷体_GB2312"/>
              </a:rPr>
              <a:t>二、其它形式不定式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cs typeface="楷体_GB231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552384" y="3717032"/>
            <a:ext cx="914400" cy="914400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72544" y="3250235"/>
            <a:ext cx="3780910" cy="701438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73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7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7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2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7395" grpId="0" autoUpdateAnimBg="0"/>
      <p:bldP spid="827402" grpId="0" autoUpdateAnimBg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E112A8C-878A-44EF-983B-C875B8B8D5D3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08962" name="Text Box 2"/>
          <p:cNvSpPr txBox="1">
            <a:spLocks noChangeArrowheads="1"/>
          </p:cNvSpPr>
          <p:nvPr/>
        </p:nvSpPr>
        <p:spPr bwMode="auto">
          <a:xfrm>
            <a:off x="2362200" y="2500313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08963" name="Object 3"/>
          <p:cNvGraphicFramePr>
            <a:graphicFrameLocks noChangeAspect="1"/>
          </p:cNvGraphicFramePr>
          <p:nvPr/>
        </p:nvGraphicFramePr>
        <p:xfrm>
          <a:off x="8001001" y="2590800"/>
          <a:ext cx="138906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14" name="公式" r:id="rId1" imgW="1200150" imgH="295275" progId="Equation.3">
                  <p:embed/>
                </p:oleObj>
              </mc:Choice>
              <mc:Fallback>
                <p:oleObj name="公式" r:id="rId1" imgW="1200150" imgH="295275" progId="Equation.3">
                  <p:embed/>
                  <p:pic>
                    <p:nvPicPr>
                      <p:cNvPr id="0" name="图片 396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2590800"/>
                        <a:ext cx="1389063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64" name="Object 4"/>
          <p:cNvGraphicFramePr>
            <a:graphicFrameLocks noChangeAspect="1"/>
          </p:cNvGraphicFramePr>
          <p:nvPr/>
        </p:nvGraphicFramePr>
        <p:xfrm>
          <a:off x="3485579" y="1332707"/>
          <a:ext cx="23860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15" name="公式" r:id="rId3" imgW="2152650" imgH="742950" progId="Equation.3">
                  <p:embed/>
                </p:oleObj>
              </mc:Choice>
              <mc:Fallback>
                <p:oleObj name="公式" r:id="rId3" imgW="2152650" imgH="742950" progId="Equation.3">
                  <p:embed/>
                  <p:pic>
                    <p:nvPicPr>
                      <p:cNvPr id="0" name="图片 396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5579" y="1332707"/>
                        <a:ext cx="23860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65" name="Object 5"/>
          <p:cNvGraphicFramePr>
            <a:graphicFrameLocks noChangeAspect="1"/>
          </p:cNvGraphicFramePr>
          <p:nvPr/>
        </p:nvGraphicFramePr>
        <p:xfrm>
          <a:off x="6023992" y="1331120"/>
          <a:ext cx="1377950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16" name="公式" r:id="rId5" imgW="1200150" imgH="742950" progId="Equation.3">
                  <p:embed/>
                </p:oleObj>
              </mc:Choice>
              <mc:Fallback>
                <p:oleObj name="公式" r:id="rId5" imgW="1200150" imgH="742950" progId="Equation.3">
                  <p:embed/>
                  <p:pic>
                    <p:nvPicPr>
                      <p:cNvPr id="0" name="图片 396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3992" y="1331120"/>
                        <a:ext cx="1377950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66" name="Object 6"/>
          <p:cNvGraphicFramePr>
            <a:graphicFrameLocks noChangeAspect="1"/>
          </p:cNvGraphicFramePr>
          <p:nvPr/>
        </p:nvGraphicFramePr>
        <p:xfrm>
          <a:off x="3377174" y="698704"/>
          <a:ext cx="2133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17" name="Equation" r:id="rId7" imgW="704850" imgH="123825" progId="Equation.3">
                  <p:embed/>
                </p:oleObj>
              </mc:Choice>
              <mc:Fallback>
                <p:oleObj name="Equation" r:id="rId7" imgW="704850" imgH="123825" progId="Equation.3">
                  <p:embed/>
                  <p:pic>
                    <p:nvPicPr>
                      <p:cNvPr id="0" name="图片 396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7174" y="698704"/>
                        <a:ext cx="21336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8967" name="Text Box 7"/>
          <p:cNvSpPr txBox="1">
            <a:spLocks noChangeArrowheads="1"/>
          </p:cNvSpPr>
          <p:nvPr/>
        </p:nvSpPr>
        <p:spPr bwMode="auto">
          <a:xfrm>
            <a:off x="2362200" y="1546224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步骤:</a:t>
            </a:r>
            <a:endParaRPr lang="zh-CN" altLang="en-US" sz="2800" b="1" dirty="0"/>
          </a:p>
        </p:txBody>
      </p:sp>
      <p:graphicFrame>
        <p:nvGraphicFramePr>
          <p:cNvPr id="808968" name="Object 8"/>
          <p:cNvGraphicFramePr>
            <a:graphicFrameLocks noChangeAspect="1"/>
          </p:cNvGraphicFramePr>
          <p:nvPr/>
        </p:nvGraphicFramePr>
        <p:xfrm>
          <a:off x="3657600" y="2209801"/>
          <a:ext cx="297180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18" name="" r:id="rId9" imgW="1231265" imgH="469900" progId="Equation.3">
                  <p:embed/>
                </p:oleObj>
              </mc:Choice>
              <mc:Fallback>
                <p:oleObj name="" r:id="rId9" imgW="1231265" imgH="469900" progId="Equation.3">
                  <p:embed/>
                  <p:pic>
                    <p:nvPicPr>
                      <p:cNvPr id="0" name="图片 396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209801"/>
                        <a:ext cx="297180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69" name="Object 9"/>
          <p:cNvGraphicFramePr>
            <a:graphicFrameLocks noChangeAspect="1"/>
          </p:cNvGraphicFramePr>
          <p:nvPr/>
        </p:nvGraphicFramePr>
        <p:xfrm>
          <a:off x="3276600" y="3505200"/>
          <a:ext cx="26670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19" name="" r:id="rId11" imgW="1193800" imgH="431800" progId="Equation.3">
                  <p:embed/>
                </p:oleObj>
              </mc:Choice>
              <mc:Fallback>
                <p:oleObj name="" r:id="rId11" imgW="1193800" imgH="431800" progId="Equation.3">
                  <p:embed/>
                  <p:pic>
                    <p:nvPicPr>
                      <p:cNvPr id="0" name="图片 396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505200"/>
                        <a:ext cx="2667000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70" name="Object 10"/>
          <p:cNvGraphicFramePr>
            <a:graphicFrameLocks noChangeAspect="1"/>
          </p:cNvGraphicFramePr>
          <p:nvPr/>
        </p:nvGraphicFramePr>
        <p:xfrm>
          <a:off x="5943600" y="3505201"/>
          <a:ext cx="26670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20" name="" r:id="rId13" imgW="1193165" imgH="406400" progId="Equation.3">
                  <p:embed/>
                </p:oleObj>
              </mc:Choice>
              <mc:Fallback>
                <p:oleObj name="" r:id="rId13" imgW="1193165" imgH="406400" progId="Equation.3">
                  <p:embed/>
                  <p:pic>
                    <p:nvPicPr>
                      <p:cNvPr id="0" name="图片 396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505201"/>
                        <a:ext cx="26670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71" name="Object 11"/>
          <p:cNvGraphicFramePr>
            <a:graphicFrameLocks noChangeAspect="1"/>
          </p:cNvGraphicFramePr>
          <p:nvPr/>
        </p:nvGraphicFramePr>
        <p:xfrm>
          <a:off x="3238500" y="4495800"/>
          <a:ext cx="22860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21" name="" r:id="rId15" imgW="951865" imgH="571500" progId="Equation.3">
                  <p:embed/>
                </p:oleObj>
              </mc:Choice>
              <mc:Fallback>
                <p:oleObj name="" r:id="rId15" imgW="951865" imgH="571500" progId="Equation.3">
                  <p:embed/>
                  <p:pic>
                    <p:nvPicPr>
                      <p:cNvPr id="0" name="图片 396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4495800"/>
                        <a:ext cx="22860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72" name="Object 12"/>
          <p:cNvGraphicFramePr>
            <a:graphicFrameLocks noChangeAspect="1"/>
          </p:cNvGraphicFramePr>
          <p:nvPr/>
        </p:nvGraphicFramePr>
        <p:xfrm>
          <a:off x="5600700" y="4900614"/>
          <a:ext cx="2819400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22" name="" r:id="rId17" imgW="1231265" imgH="431800" progId="Equation.3">
                  <p:embed/>
                </p:oleObj>
              </mc:Choice>
              <mc:Fallback>
                <p:oleObj name="" r:id="rId17" imgW="1231265" imgH="431800" progId="Equation.3">
                  <p:embed/>
                  <p:pic>
                    <p:nvPicPr>
                      <p:cNvPr id="0" name="图片 396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700" y="4900614"/>
                        <a:ext cx="2819400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73" name="Object 13"/>
          <p:cNvGraphicFramePr>
            <a:graphicFrameLocks noChangeAspect="1"/>
          </p:cNvGraphicFramePr>
          <p:nvPr/>
        </p:nvGraphicFramePr>
        <p:xfrm>
          <a:off x="8991601" y="3581400"/>
          <a:ext cx="5746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23" name="公式" r:id="rId19" imgW="542925" imgH="742950" progId="Equation.3">
                  <p:embed/>
                </p:oleObj>
              </mc:Choice>
              <mc:Fallback>
                <p:oleObj name="公式" r:id="rId19" imgW="542925" imgH="742950" progId="Equation.3">
                  <p:embed/>
                  <p:pic>
                    <p:nvPicPr>
                      <p:cNvPr id="0" name="图片 396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3581400"/>
                        <a:ext cx="5746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0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089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0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0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08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0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0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62" grpId="0" autoUpdateAnimBg="0"/>
      <p:bldP spid="80896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E112A8C-878A-44EF-983B-C875B8B8D5D3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08962" name="Text Box 2"/>
          <p:cNvSpPr txBox="1">
            <a:spLocks noChangeArrowheads="1"/>
          </p:cNvSpPr>
          <p:nvPr/>
        </p:nvSpPr>
        <p:spPr bwMode="auto">
          <a:xfrm>
            <a:off x="2171700" y="908720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08963" name="Object 3"/>
          <p:cNvGraphicFramePr>
            <a:graphicFrameLocks noChangeAspect="1"/>
          </p:cNvGraphicFramePr>
          <p:nvPr/>
        </p:nvGraphicFramePr>
        <p:xfrm>
          <a:off x="7010400" y="957932"/>
          <a:ext cx="138906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99" name="公式" r:id="rId1" imgW="1200150" imgH="295275" progId="Equation.3">
                  <p:embed/>
                </p:oleObj>
              </mc:Choice>
              <mc:Fallback>
                <p:oleObj name="公式" r:id="rId1" imgW="1200150" imgH="295275" progId="Equation.3">
                  <p:embed/>
                  <p:pic>
                    <p:nvPicPr>
                      <p:cNvPr id="0" name="图片 638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957932"/>
                        <a:ext cx="1389063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68" name="Object 8"/>
          <p:cNvGraphicFramePr>
            <a:graphicFrameLocks noChangeAspect="1"/>
          </p:cNvGraphicFramePr>
          <p:nvPr/>
        </p:nvGraphicFramePr>
        <p:xfrm>
          <a:off x="3479800" y="722313"/>
          <a:ext cx="26352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00" name="Equation" r:id="rId3" imgW="26212800" imgH="10668000" progId="Equation.DSMT4">
                  <p:embed/>
                </p:oleObj>
              </mc:Choice>
              <mc:Fallback>
                <p:oleObj name="Equation" r:id="rId3" imgW="26212800" imgH="10668000" progId="Equation.DSMT4">
                  <p:embed/>
                  <p:pic>
                    <p:nvPicPr>
                      <p:cNvPr id="0" name="图片 638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0" y="722313"/>
                        <a:ext cx="263525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69" name="Object 9"/>
          <p:cNvGraphicFramePr>
            <a:graphicFrameLocks noChangeAspect="1"/>
          </p:cNvGraphicFramePr>
          <p:nvPr/>
        </p:nvGraphicFramePr>
        <p:xfrm>
          <a:off x="2495600" y="1968165"/>
          <a:ext cx="2894012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01" name="Equation" r:id="rId5" imgW="31089600" imgH="9753600" progId="Equation.DSMT4">
                  <p:embed/>
                </p:oleObj>
              </mc:Choice>
              <mc:Fallback>
                <p:oleObj name="Equation" r:id="rId5" imgW="31089600" imgH="9753600" progId="Equation.DSMT4">
                  <p:embed/>
                  <p:pic>
                    <p:nvPicPr>
                      <p:cNvPr id="0" name="图片 639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1968165"/>
                        <a:ext cx="2894012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70" name="Object 10"/>
          <p:cNvGraphicFramePr>
            <a:graphicFrameLocks noChangeAspect="1"/>
          </p:cNvGraphicFramePr>
          <p:nvPr/>
        </p:nvGraphicFramePr>
        <p:xfrm>
          <a:off x="2495600" y="2952998"/>
          <a:ext cx="28940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02" name="Equation" r:id="rId7" imgW="31089600" imgH="9753600" progId="Equation.DSMT4">
                  <p:embed/>
                </p:oleObj>
              </mc:Choice>
              <mc:Fallback>
                <p:oleObj name="Equation" r:id="rId7" imgW="31089600" imgH="9753600" progId="Equation.DSMT4">
                  <p:embed/>
                  <p:pic>
                    <p:nvPicPr>
                      <p:cNvPr id="0" name="图片 639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2952998"/>
                        <a:ext cx="289401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71" name="Object 11"/>
          <p:cNvGraphicFramePr>
            <a:graphicFrameLocks noChangeAspect="1"/>
          </p:cNvGraphicFramePr>
          <p:nvPr/>
        </p:nvGraphicFramePr>
        <p:xfrm>
          <a:off x="2495600" y="3943616"/>
          <a:ext cx="420687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03" name="Equation" r:id="rId9" imgW="42062400" imgH="9753600" progId="Equation.DSMT4">
                  <p:embed/>
                </p:oleObj>
              </mc:Choice>
              <mc:Fallback>
                <p:oleObj name="Equation" r:id="rId9" imgW="42062400" imgH="9753600" progId="Equation.DSMT4">
                  <p:embed/>
                  <p:pic>
                    <p:nvPicPr>
                      <p:cNvPr id="0" name="图片 639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3943616"/>
                        <a:ext cx="420687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72" name="Object 12"/>
          <p:cNvGraphicFramePr>
            <a:graphicFrameLocks noChangeAspect="1"/>
          </p:cNvGraphicFramePr>
          <p:nvPr/>
        </p:nvGraphicFramePr>
        <p:xfrm>
          <a:off x="2495600" y="4886496"/>
          <a:ext cx="2413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04" name="Equation" r:id="rId11" imgW="25298400" imgH="9753600" progId="Equation.DSMT4">
                  <p:embed/>
                </p:oleObj>
              </mc:Choice>
              <mc:Fallback>
                <p:oleObj name="Equation" r:id="rId11" imgW="25298400" imgH="9753600" progId="Equation.DSMT4">
                  <p:embed/>
                  <p:pic>
                    <p:nvPicPr>
                      <p:cNvPr id="0" name="图片 639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4886496"/>
                        <a:ext cx="2413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73" name="Object 13"/>
          <p:cNvGraphicFramePr>
            <a:graphicFrameLocks noChangeAspect="1"/>
          </p:cNvGraphicFramePr>
          <p:nvPr/>
        </p:nvGraphicFramePr>
        <p:xfrm>
          <a:off x="5600700" y="3030785"/>
          <a:ext cx="5746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05" name="公式" r:id="rId13" imgW="542925" imgH="742950" progId="Equation.3">
                  <p:embed/>
                </p:oleObj>
              </mc:Choice>
              <mc:Fallback>
                <p:oleObj name="公式" r:id="rId13" imgW="542925" imgH="742950" progId="Equation.3">
                  <p:embed/>
                  <p:pic>
                    <p:nvPicPr>
                      <p:cNvPr id="0" name="图片 639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700" y="3030785"/>
                        <a:ext cx="5746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7429500" y="4581525"/>
          <a:ext cx="38592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06" name="Equation" r:id="rId15" imgW="38404800" imgH="10668000" progId="Equation.DSMT4">
                  <p:embed/>
                </p:oleObj>
              </mc:Choice>
              <mc:Fallback>
                <p:oleObj name="Equation" r:id="rId15" imgW="38404800" imgH="10668000" progId="Equation.DSMT4">
                  <p:embed/>
                  <p:pic>
                    <p:nvPicPr>
                      <p:cNvPr id="0" name="图片 639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4581525"/>
                        <a:ext cx="3859213" cy="106680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089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0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0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08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0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0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6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2DE825F-15D3-4CE9-BEDA-DC8E26C5198B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28418" name="Text Box 2"/>
          <p:cNvSpPr txBox="1">
            <a:spLocks noChangeArrowheads="1"/>
          </p:cNvSpPr>
          <p:nvPr/>
        </p:nvSpPr>
        <p:spPr bwMode="auto">
          <a:xfrm>
            <a:off x="2209800" y="1892301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步骤:</a:t>
            </a:r>
            <a:endParaRPr lang="zh-CN" altLang="en-US" sz="2800" b="1" dirty="0"/>
          </a:p>
        </p:txBody>
      </p:sp>
      <p:graphicFrame>
        <p:nvGraphicFramePr>
          <p:cNvPr id="828419" name="Object 3"/>
          <p:cNvGraphicFramePr>
            <a:graphicFrameLocks noChangeAspect="1"/>
          </p:cNvGraphicFramePr>
          <p:nvPr/>
        </p:nvGraphicFramePr>
        <p:xfrm>
          <a:off x="2157413" y="691694"/>
          <a:ext cx="27432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02" name="Equation" r:id="rId1" imgW="942975" imgH="133350" progId="Equation.3">
                  <p:embed/>
                </p:oleObj>
              </mc:Choice>
              <mc:Fallback>
                <p:oleObj name="Equation" r:id="rId1" imgW="942975" imgH="133350" progId="Equation.3">
                  <p:embed/>
                  <p:pic>
                    <p:nvPicPr>
                      <p:cNvPr id="0" name="图片 408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3" y="691694"/>
                        <a:ext cx="27432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0" name="Object 4"/>
          <p:cNvGraphicFramePr>
            <a:graphicFrameLocks noChangeAspect="1"/>
          </p:cNvGraphicFramePr>
          <p:nvPr/>
        </p:nvGraphicFramePr>
        <p:xfrm>
          <a:off x="3406950" y="1416049"/>
          <a:ext cx="3727450" cy="193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03" name="公式" r:id="rId3" imgW="3219450" imgH="1619250" progId="Equation.3">
                  <p:embed/>
                </p:oleObj>
              </mc:Choice>
              <mc:Fallback>
                <p:oleObj name="公式" r:id="rId3" imgW="3219450" imgH="1619250" progId="Equation.3">
                  <p:embed/>
                  <p:pic>
                    <p:nvPicPr>
                      <p:cNvPr id="0" name="图片 408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950" y="1416049"/>
                        <a:ext cx="3727450" cy="193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1" name="Object 5"/>
          <p:cNvGraphicFramePr>
            <a:graphicFrameLocks noChangeAspect="1"/>
          </p:cNvGraphicFramePr>
          <p:nvPr/>
        </p:nvGraphicFramePr>
        <p:xfrm>
          <a:off x="7467600" y="2297526"/>
          <a:ext cx="13557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04" name="公式" r:id="rId5" imgW="1095375" imgH="295275" progId="Equation.3">
                  <p:embed/>
                </p:oleObj>
              </mc:Choice>
              <mc:Fallback>
                <p:oleObj name="公式" r:id="rId5" imgW="1095375" imgH="295275" progId="Equation.3">
                  <p:embed/>
                  <p:pic>
                    <p:nvPicPr>
                      <p:cNvPr id="0" name="图片 408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297526"/>
                        <a:ext cx="135572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8422" name="Text Box 6"/>
          <p:cNvSpPr txBox="1">
            <a:spLocks noChangeArrowheads="1"/>
          </p:cNvSpPr>
          <p:nvPr/>
        </p:nvSpPr>
        <p:spPr bwMode="auto">
          <a:xfrm>
            <a:off x="2362200" y="34036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28423" name="Object 7"/>
          <p:cNvGraphicFramePr>
            <a:graphicFrameLocks noChangeAspect="1"/>
          </p:cNvGraphicFramePr>
          <p:nvPr/>
        </p:nvGraphicFramePr>
        <p:xfrm>
          <a:off x="7743824" y="3298892"/>
          <a:ext cx="8032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05" name="公式" r:id="rId7" imgW="657225" imgH="371475" progId="Equation.3">
                  <p:embed/>
                </p:oleObj>
              </mc:Choice>
              <mc:Fallback>
                <p:oleObj name="公式" r:id="rId7" imgW="657225" imgH="371475" progId="Equation.3">
                  <p:embed/>
                  <p:pic>
                    <p:nvPicPr>
                      <p:cNvPr id="0" name="图片 408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3824" y="3298892"/>
                        <a:ext cx="8032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4" name="Object 8"/>
          <p:cNvGraphicFramePr>
            <a:graphicFrameLocks noChangeAspect="1"/>
          </p:cNvGraphicFramePr>
          <p:nvPr/>
        </p:nvGraphicFramePr>
        <p:xfrm>
          <a:off x="5410201" y="5422900"/>
          <a:ext cx="809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06" name="Equation" r:id="rId9" imgW="7010400" imgH="4876800" progId="Equation.DSMT4">
                  <p:embed/>
                </p:oleObj>
              </mc:Choice>
              <mc:Fallback>
                <p:oleObj name="Equation" r:id="rId9" imgW="7010400" imgH="4876800" progId="Equation.DSMT4">
                  <p:embed/>
                  <p:pic>
                    <p:nvPicPr>
                      <p:cNvPr id="0" name="图片 408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5422900"/>
                        <a:ext cx="809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5" name="Object 9"/>
          <p:cNvGraphicFramePr>
            <a:graphicFrameLocks noChangeAspect="1"/>
          </p:cNvGraphicFramePr>
          <p:nvPr/>
        </p:nvGraphicFramePr>
        <p:xfrm>
          <a:off x="6248400" y="5575300"/>
          <a:ext cx="6096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07" name="公式" r:id="rId11" imgW="571500" imgH="317500" progId="Equation.3">
                  <p:embed/>
                </p:oleObj>
              </mc:Choice>
              <mc:Fallback>
                <p:oleObj name="公式" r:id="rId11" imgW="571500" imgH="317500" progId="Equation.3">
                  <p:embed/>
                  <p:pic>
                    <p:nvPicPr>
                      <p:cNvPr id="0" name="图片 408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5575300"/>
                        <a:ext cx="6096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6" name="Object 10"/>
          <p:cNvGraphicFramePr>
            <a:graphicFrameLocks noChangeAspect="1"/>
          </p:cNvGraphicFramePr>
          <p:nvPr/>
        </p:nvGraphicFramePr>
        <p:xfrm>
          <a:off x="3581400" y="3352800"/>
          <a:ext cx="1600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08" name="" r:id="rId13" imgW="609600" imgH="292100" progId="Equation.3">
                  <p:embed/>
                </p:oleObj>
              </mc:Choice>
              <mc:Fallback>
                <p:oleObj name="" r:id="rId13" imgW="609600" imgH="292100" progId="Equation.3">
                  <p:embed/>
                  <p:pic>
                    <p:nvPicPr>
                      <p:cNvPr id="0" name="图片 408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352800"/>
                        <a:ext cx="16002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7" name="Object 11"/>
          <p:cNvGraphicFramePr>
            <a:graphicFrameLocks noChangeAspect="1"/>
          </p:cNvGraphicFramePr>
          <p:nvPr/>
        </p:nvGraphicFramePr>
        <p:xfrm>
          <a:off x="3200400" y="4279900"/>
          <a:ext cx="2438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09" name="Equation" r:id="rId15" imgW="18897600" imgH="6400800" progId="Equation.DSMT4">
                  <p:embed/>
                </p:oleObj>
              </mc:Choice>
              <mc:Fallback>
                <p:oleObj name="Equation" r:id="rId15" imgW="18897600" imgH="6400800" progId="Equation.DSMT4">
                  <p:embed/>
                  <p:pic>
                    <p:nvPicPr>
                      <p:cNvPr id="0" name="图片 408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279900"/>
                        <a:ext cx="2438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8" name="Object 12"/>
          <p:cNvGraphicFramePr>
            <a:graphicFrameLocks noChangeAspect="1"/>
          </p:cNvGraphicFramePr>
          <p:nvPr/>
        </p:nvGraphicFramePr>
        <p:xfrm>
          <a:off x="3181350" y="5041901"/>
          <a:ext cx="224790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10" name="Equation" r:id="rId17" imgW="17678400" imgH="8229600" progId="Equation.DSMT4">
                  <p:embed/>
                </p:oleObj>
              </mc:Choice>
              <mc:Fallback>
                <p:oleObj name="Equation" r:id="rId17" imgW="17678400" imgH="8229600" progId="Equation.DSMT4">
                  <p:embed/>
                  <p:pic>
                    <p:nvPicPr>
                      <p:cNvPr id="0" name="图片 408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5041901"/>
                        <a:ext cx="224790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9" name="Object 13"/>
          <p:cNvGraphicFramePr>
            <a:graphicFrameLocks noChangeAspect="1"/>
          </p:cNvGraphicFramePr>
          <p:nvPr/>
        </p:nvGraphicFramePr>
        <p:xfrm>
          <a:off x="5105400" y="3371850"/>
          <a:ext cx="23622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11" name="Equation" r:id="rId19" imgW="20726400" imgH="7010400" progId="Equation.DSMT4">
                  <p:embed/>
                </p:oleObj>
              </mc:Choice>
              <mc:Fallback>
                <p:oleObj name="Equation" r:id="rId19" imgW="20726400" imgH="7010400" progId="Equation.DSMT4">
                  <p:embed/>
                  <p:pic>
                    <p:nvPicPr>
                      <p:cNvPr id="0" name="图片 408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371850"/>
                        <a:ext cx="23622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8430" name="Group 14"/>
          <p:cNvGrpSpPr/>
          <p:nvPr/>
        </p:nvGrpSpPr>
        <p:grpSpPr bwMode="auto">
          <a:xfrm>
            <a:off x="8547099" y="3298892"/>
            <a:ext cx="3529013" cy="685800"/>
            <a:chOff x="2536" y="164"/>
            <a:chExt cx="2223" cy="432"/>
          </a:xfrm>
        </p:grpSpPr>
        <p:grpSp>
          <p:nvGrpSpPr>
            <p:cNvPr id="49169" name="Group 15"/>
            <p:cNvGrpSpPr/>
            <p:nvPr/>
          </p:nvGrpSpPr>
          <p:grpSpPr bwMode="auto">
            <a:xfrm>
              <a:off x="2592" y="216"/>
              <a:ext cx="1931" cy="350"/>
              <a:chOff x="2592" y="216"/>
              <a:chExt cx="1931" cy="350"/>
            </a:xfrm>
          </p:grpSpPr>
          <p:sp>
            <p:nvSpPr>
              <p:cNvPr id="49171" name="Text Box 16"/>
              <p:cNvSpPr txBox="1">
                <a:spLocks noChangeArrowheads="1"/>
              </p:cNvSpPr>
              <p:nvPr/>
            </p:nvSpPr>
            <p:spPr bwMode="auto">
              <a:xfrm>
                <a:off x="2592" y="235"/>
                <a:ext cx="1296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2800" b="1"/>
                  <a:t>对数恒等式</a:t>
                </a:r>
                <a:endParaRPr lang="zh-CN" altLang="en-US" sz="2800" b="1"/>
              </a:p>
            </p:txBody>
          </p:sp>
          <p:graphicFrame>
            <p:nvGraphicFramePr>
              <p:cNvPr id="49172" name="Object 17"/>
              <p:cNvGraphicFramePr>
                <a:graphicFrameLocks noChangeAspect="1"/>
              </p:cNvGraphicFramePr>
              <p:nvPr/>
            </p:nvGraphicFramePr>
            <p:xfrm>
              <a:off x="3888" y="216"/>
              <a:ext cx="635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812" name="Equation" r:id="rId21" imgW="12496800" imgH="4876800" progId="Equation.DSMT4">
                      <p:embed/>
                    </p:oleObj>
                  </mc:Choice>
                  <mc:Fallback>
                    <p:oleObj name="Equation" r:id="rId21" imgW="12496800" imgH="4876800" progId="Equation.DSMT4">
                      <p:embed/>
                      <p:pic>
                        <p:nvPicPr>
                          <p:cNvPr id="0" name="图片 408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216"/>
                            <a:ext cx="635" cy="2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9170" name="Rectangle 18"/>
            <p:cNvSpPr>
              <a:spLocks noChangeArrowheads="1"/>
            </p:cNvSpPr>
            <p:nvPr/>
          </p:nvSpPr>
          <p:spPr bwMode="auto">
            <a:xfrm>
              <a:off x="2536" y="164"/>
              <a:ext cx="2223" cy="432"/>
            </a:xfrm>
            <a:prstGeom prst="rect">
              <a:avLst/>
            </a:prstGeom>
            <a:noFill/>
            <a:ln w="31750">
              <a:solidFill>
                <a:schemeClr val="accent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aphicFrame>
        <p:nvGraphicFramePr>
          <p:cNvPr id="828435" name="Object 19"/>
          <p:cNvGraphicFramePr>
            <a:graphicFrameLocks noChangeAspect="1"/>
          </p:cNvGraphicFramePr>
          <p:nvPr/>
        </p:nvGraphicFramePr>
        <p:xfrm>
          <a:off x="5562600" y="4127500"/>
          <a:ext cx="18288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13" name="Equation" r:id="rId23" imgW="14935200" imgH="7924800" progId="Equation.DSMT4">
                  <p:embed/>
                </p:oleObj>
              </mc:Choice>
              <mc:Fallback>
                <p:oleObj name="Equation" r:id="rId23" imgW="14935200" imgH="7924800" progId="Equation.DSMT4">
                  <p:embed/>
                  <p:pic>
                    <p:nvPicPr>
                      <p:cNvPr id="0" name="图片 408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127500"/>
                        <a:ext cx="18288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8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28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2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2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2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2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2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8418" grpId="0" autoUpdateAnimBg="0"/>
      <p:bldP spid="82842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C305E0-E44C-4878-92CB-42596BA18B12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29442" name="Text Box 2"/>
          <p:cNvSpPr txBox="1">
            <a:spLocks noChangeArrowheads="1"/>
          </p:cNvSpPr>
          <p:nvPr/>
        </p:nvSpPr>
        <p:spPr bwMode="auto">
          <a:xfrm>
            <a:off x="2396575" y="852489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29443" name="Object 3"/>
          <p:cNvGraphicFramePr>
            <a:graphicFrameLocks noChangeAspect="1"/>
          </p:cNvGraphicFramePr>
          <p:nvPr/>
        </p:nvGraphicFramePr>
        <p:xfrm>
          <a:off x="3749676" y="470694"/>
          <a:ext cx="1447800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3" name="Equation" r:id="rId1" imgW="545465" imgH="405765" progId="Equation.3">
                  <p:embed/>
                </p:oleObj>
              </mc:Choice>
              <mc:Fallback>
                <p:oleObj name="Equation" r:id="rId1" imgW="545465" imgH="405765" progId="Equation.3">
                  <p:embed/>
                  <p:pic>
                    <p:nvPicPr>
                      <p:cNvPr id="0" name="图片 415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9676" y="470694"/>
                        <a:ext cx="1447800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4" name="Object 4"/>
          <p:cNvGraphicFramePr>
            <a:graphicFrameLocks noChangeAspect="1"/>
          </p:cNvGraphicFramePr>
          <p:nvPr/>
        </p:nvGraphicFramePr>
        <p:xfrm>
          <a:off x="7400925" y="757237"/>
          <a:ext cx="8286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4" name="公式" r:id="rId3" imgW="676275" imgH="371475" progId="Equation.3">
                  <p:embed/>
                </p:oleObj>
              </mc:Choice>
              <mc:Fallback>
                <p:oleObj name="公式" r:id="rId3" imgW="676275" imgH="371475" progId="Equation.3">
                  <p:embed/>
                  <p:pic>
                    <p:nvPicPr>
                      <p:cNvPr id="0" name="图片 415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0925" y="757237"/>
                        <a:ext cx="8286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5" name="Object 5"/>
          <p:cNvGraphicFramePr>
            <a:graphicFrameLocks noChangeAspect="1"/>
          </p:cNvGraphicFramePr>
          <p:nvPr/>
        </p:nvGraphicFramePr>
        <p:xfrm>
          <a:off x="3414943" y="1387583"/>
          <a:ext cx="20193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5" name="Equation" r:id="rId5" imgW="18897600" imgH="9448800" progId="Equation.DSMT4">
                  <p:embed/>
                </p:oleObj>
              </mc:Choice>
              <mc:Fallback>
                <p:oleObj name="Equation" r:id="rId5" imgW="18897600" imgH="9448800" progId="Equation.DSMT4">
                  <p:embed/>
                  <p:pic>
                    <p:nvPicPr>
                      <p:cNvPr id="0" name="图片 415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943" y="1387583"/>
                        <a:ext cx="201930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6" name="Object 6"/>
          <p:cNvGraphicFramePr>
            <a:graphicFrameLocks noChangeAspect="1"/>
          </p:cNvGraphicFramePr>
          <p:nvPr/>
        </p:nvGraphicFramePr>
        <p:xfrm>
          <a:off x="5375920" y="1261309"/>
          <a:ext cx="16764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6" name="Equation" r:id="rId7" imgW="13106400" imgH="7315200" progId="Equation.DSMT4">
                  <p:embed/>
                </p:oleObj>
              </mc:Choice>
              <mc:Fallback>
                <p:oleObj name="Equation" r:id="rId7" imgW="13106400" imgH="7315200" progId="Equation.DSMT4">
                  <p:embed/>
                  <p:pic>
                    <p:nvPicPr>
                      <p:cNvPr id="0" name="图片 415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920" y="1261309"/>
                        <a:ext cx="16764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7" name="Object 7"/>
          <p:cNvGraphicFramePr>
            <a:graphicFrameLocks noChangeAspect="1"/>
          </p:cNvGraphicFramePr>
          <p:nvPr/>
        </p:nvGraphicFramePr>
        <p:xfrm>
          <a:off x="3527011" y="2142491"/>
          <a:ext cx="1557338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7" name="Equation" r:id="rId9" imgW="13106400" imgH="9753600" progId="Equation.DSMT4">
                  <p:embed/>
                </p:oleObj>
              </mc:Choice>
              <mc:Fallback>
                <p:oleObj name="Equation" r:id="rId9" imgW="13106400" imgH="9753600" progId="Equation.DSMT4">
                  <p:embed/>
                  <p:pic>
                    <p:nvPicPr>
                      <p:cNvPr id="0" name="图片 415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011" y="2142491"/>
                        <a:ext cx="1557338" cy="116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8" name="Object 8"/>
          <p:cNvGraphicFramePr>
            <a:graphicFrameLocks noChangeAspect="1"/>
          </p:cNvGraphicFramePr>
          <p:nvPr/>
        </p:nvGraphicFramePr>
        <p:xfrm>
          <a:off x="5205413" y="2696671"/>
          <a:ext cx="110331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8" name="Equation" r:id="rId11" imgW="9448800" imgH="4876800" progId="Equation.DSMT4">
                  <p:embed/>
                </p:oleObj>
              </mc:Choice>
              <mc:Fallback>
                <p:oleObj name="Equation" r:id="rId11" imgW="9448800" imgH="4876800" progId="Equation.DSMT4">
                  <p:embed/>
                  <p:pic>
                    <p:nvPicPr>
                      <p:cNvPr id="0" name="图片 415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413" y="2696671"/>
                        <a:ext cx="1103312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49" name="Text Box 9"/>
          <p:cNvSpPr txBox="1">
            <a:spLocks noChangeArrowheads="1"/>
          </p:cNvSpPr>
          <p:nvPr/>
        </p:nvSpPr>
        <p:spPr bwMode="auto">
          <a:xfrm>
            <a:off x="2351584" y="3414220"/>
            <a:ext cx="32766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或解(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重要极限法</a:t>
            </a:r>
            <a:r>
              <a:rPr lang="zh-CN" altLang="en-US" sz="2800" b="1" dirty="0">
                <a:latin typeface="宋体" panose="02010600030101010101" pitchFamily="2" charset="-122"/>
              </a:rPr>
              <a:t>)：</a:t>
            </a:r>
            <a:r>
              <a:rPr lang="zh-CN" altLang="en-US" sz="2800" b="1" dirty="0"/>
              <a:t> </a:t>
            </a:r>
            <a:endParaRPr lang="zh-CN" altLang="en-US" sz="2800" b="1" dirty="0"/>
          </a:p>
        </p:txBody>
      </p:sp>
      <p:graphicFrame>
        <p:nvGraphicFramePr>
          <p:cNvPr id="829450" name="Object 10"/>
          <p:cNvGraphicFramePr>
            <a:graphicFrameLocks noChangeAspect="1"/>
          </p:cNvGraphicFramePr>
          <p:nvPr/>
        </p:nvGraphicFramePr>
        <p:xfrm>
          <a:off x="3036888" y="3864383"/>
          <a:ext cx="1425575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9" name="Equation" r:id="rId13" imgW="545465" imgH="405765" progId="Equation.3">
                  <p:embed/>
                </p:oleObj>
              </mc:Choice>
              <mc:Fallback>
                <p:oleObj name="Equation" r:id="rId13" imgW="545465" imgH="405765" progId="Equation.3">
                  <p:embed/>
                  <p:pic>
                    <p:nvPicPr>
                      <p:cNvPr id="0" name="图片 415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3864383"/>
                        <a:ext cx="1425575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51" name="Object 11"/>
          <p:cNvGraphicFramePr>
            <a:graphicFrameLocks noChangeAspect="1"/>
          </p:cNvGraphicFramePr>
          <p:nvPr/>
        </p:nvGraphicFramePr>
        <p:xfrm>
          <a:off x="4500562" y="3962808"/>
          <a:ext cx="33147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0" name="Equation" r:id="rId15" imgW="1270000" imgH="368300" progId="Equation.3">
                  <p:embed/>
                </p:oleObj>
              </mc:Choice>
              <mc:Fallback>
                <p:oleObj name="Equation" r:id="rId15" imgW="1270000" imgH="368300" progId="Equation.3">
                  <p:embed/>
                  <p:pic>
                    <p:nvPicPr>
                      <p:cNvPr id="0" name="图片 415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2" y="3962808"/>
                        <a:ext cx="3314700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52" name="Object 12"/>
          <p:cNvGraphicFramePr>
            <a:graphicFrameLocks noChangeAspect="1"/>
          </p:cNvGraphicFramePr>
          <p:nvPr/>
        </p:nvGraphicFramePr>
        <p:xfrm>
          <a:off x="7815262" y="4157277"/>
          <a:ext cx="11017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1" name="Equation" r:id="rId17" imgW="9448800" imgH="4876800" progId="Equation.DSMT4">
                  <p:embed/>
                </p:oleObj>
              </mc:Choice>
              <mc:Fallback>
                <p:oleObj name="Equation" r:id="rId17" imgW="9448800" imgH="4876800" progId="Equation.DSMT4">
                  <p:embed/>
                  <p:pic>
                    <p:nvPicPr>
                      <p:cNvPr id="0" name="图片 415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5262" y="4157277"/>
                        <a:ext cx="11017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94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9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2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2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29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2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42" grpId="0" autoUpdateAnimBg="0"/>
      <p:bldP spid="82944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40138" y="76089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练习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534499" y="339671"/>
          <a:ext cx="3096344" cy="123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0" name="Equation" r:id="rId1" imgW="31394400" imgH="12496800" progId="Equation.DSMT4">
                  <p:embed/>
                </p:oleObj>
              </mc:Choice>
              <mc:Fallback>
                <p:oleObj name="Equation" r:id="rId1" imgW="31394400" imgH="12496800" progId="Equation.DSMT4">
                  <p:embed/>
                  <p:pic>
                    <p:nvPicPr>
                      <p:cNvPr id="0" name="图片 620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34499" y="339671"/>
                        <a:ext cx="3096344" cy="123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691751" y="760894"/>
            <a:ext cx="1627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北京大学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68268" y="168848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67455" y="1672771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用自然对数法，</a:t>
            </a:r>
            <a:endParaRPr lang="zh-CN" altLang="en-US" sz="2800" b="1" dirty="0"/>
          </a:p>
        </p:txBody>
      </p:sp>
      <p:grpSp>
        <p:nvGrpSpPr>
          <p:cNvPr id="12" name="组合 11"/>
          <p:cNvGrpSpPr/>
          <p:nvPr/>
        </p:nvGrpSpPr>
        <p:grpSpPr>
          <a:xfrm>
            <a:off x="4404981" y="1267619"/>
            <a:ext cx="3079478" cy="1124575"/>
            <a:chOff x="4404981" y="1267619"/>
            <a:chExt cx="3079478" cy="1124575"/>
          </a:xfrm>
        </p:grpSpPr>
        <p:sp>
          <p:nvSpPr>
            <p:cNvPr id="7" name="文本框 6"/>
            <p:cNvSpPr txBox="1"/>
            <p:nvPr/>
          </p:nvSpPr>
          <p:spPr>
            <a:xfrm>
              <a:off x="4404981" y="1672771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/>
                <a:t>令</a:t>
              </a:r>
              <a:endParaRPr lang="zh-CN" altLang="en-US" sz="2800" b="1" dirty="0"/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/>
          </p:nvGraphicFramePr>
          <p:xfrm>
            <a:off x="5015880" y="1267619"/>
            <a:ext cx="2468579" cy="1124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051" name="Equation" r:id="rId3" imgW="27432000" imgH="12496800" progId="Equation.DSMT4">
                    <p:embed/>
                  </p:oleObj>
                </mc:Choice>
                <mc:Fallback>
                  <p:oleObj name="Equation" r:id="rId3" imgW="27432000" imgH="12496800" progId="Equation.DSMT4">
                    <p:embed/>
                    <p:pic>
                      <p:nvPicPr>
                        <p:cNvPr id="0" name="图片 6205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015880" y="1267619"/>
                          <a:ext cx="2468579" cy="1124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/>
          <p:cNvSpPr txBox="1"/>
          <p:nvPr/>
        </p:nvSpPr>
        <p:spPr>
          <a:xfrm>
            <a:off x="1199456" y="248863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两边取自然对数得</a:t>
            </a:r>
            <a:endParaRPr lang="zh-CN" altLang="en-US" sz="2800" b="1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316070" y="2239454"/>
          <a:ext cx="3367050" cy="897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2" name="Equation" r:id="rId5" imgW="36576000" imgH="9753600" progId="Equation.DSMT4">
                  <p:embed/>
                </p:oleObj>
              </mc:Choice>
              <mc:Fallback>
                <p:oleObj name="Equation" r:id="rId5" imgW="36576000" imgH="9753600" progId="Equation.DSMT4">
                  <p:embed/>
                  <p:pic>
                    <p:nvPicPr>
                      <p:cNvPr id="0" name="图片 6205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16070" y="2239454"/>
                        <a:ext cx="3367050" cy="897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540137" y="3137334"/>
          <a:ext cx="4483855" cy="1579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3" name="Equation" r:id="rId7" imgW="52730400" imgH="18592800" progId="Equation.DSMT4">
                  <p:embed/>
                </p:oleObj>
              </mc:Choice>
              <mc:Fallback>
                <p:oleObj name="Equation" r:id="rId7" imgW="52730400" imgH="18592800" progId="Equation.DSMT4">
                  <p:embed/>
                  <p:pic>
                    <p:nvPicPr>
                      <p:cNvPr id="0" name="图片 6205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0137" y="3137334"/>
                        <a:ext cx="4483855" cy="15791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023992" y="3125663"/>
          <a:ext cx="3493521" cy="1199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4" name="Equation" r:id="rId9" imgW="39928800" imgH="13716000" progId="Equation.DSMT4">
                  <p:embed/>
                </p:oleObj>
              </mc:Choice>
              <mc:Fallback>
                <p:oleObj name="Equation" r:id="rId9" imgW="39928800" imgH="13716000" progId="Equation.DSMT4">
                  <p:embed/>
                  <p:pic>
                    <p:nvPicPr>
                      <p:cNvPr id="0" name="图片 6205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23992" y="3125663"/>
                        <a:ext cx="3493521" cy="11992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670987" y="4555329"/>
          <a:ext cx="2733994" cy="856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5" name="Equation" r:id="rId11" imgW="31089600" imgH="9753600" progId="Equation.DSMT4">
                  <p:embed/>
                </p:oleObj>
              </mc:Choice>
              <mc:Fallback>
                <p:oleObj name="Equation" r:id="rId11" imgW="31089600" imgH="9753600" progId="Equation.DSMT4">
                  <p:embed/>
                  <p:pic>
                    <p:nvPicPr>
                      <p:cNvPr id="0" name="图片 6205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70987" y="4555329"/>
                        <a:ext cx="2733994" cy="856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326909" y="4545908"/>
          <a:ext cx="2729683" cy="854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6" name="Equation" r:id="rId13" imgW="31089600" imgH="9753600" progId="Equation.DSMT4">
                  <p:embed/>
                </p:oleObj>
              </mc:Choice>
              <mc:Fallback>
                <p:oleObj name="Equation" r:id="rId13" imgW="31089600" imgH="9753600" progId="Equation.DSMT4">
                  <p:embed/>
                  <p:pic>
                    <p:nvPicPr>
                      <p:cNvPr id="0" name="图片 6205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26909" y="4545908"/>
                        <a:ext cx="2729683" cy="854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960096" y="4527138"/>
          <a:ext cx="2004441" cy="865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7" name="Equation" r:id="rId15" imgW="22555200" imgH="9753600" progId="Equation.DSMT4">
                  <p:embed/>
                </p:oleObj>
              </mc:Choice>
              <mc:Fallback>
                <p:oleObj name="Equation" r:id="rId15" imgW="22555200" imgH="9753600" progId="Equation.DSMT4">
                  <p:embed/>
                  <p:pic>
                    <p:nvPicPr>
                      <p:cNvPr id="0" name="图片 6205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60096" y="4527138"/>
                        <a:ext cx="2004441" cy="8658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8964537" y="4545908"/>
          <a:ext cx="864035" cy="813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8" name="Equation" r:id="rId17" imgW="10363200" imgH="9753600" progId="Equation.DSMT4">
                  <p:embed/>
                </p:oleObj>
              </mc:Choice>
              <mc:Fallback>
                <p:oleObj name="Equation" r:id="rId17" imgW="10363200" imgH="9753600" progId="Equation.DSMT4">
                  <p:embed/>
                  <p:pic>
                    <p:nvPicPr>
                      <p:cNvPr id="0" name="图片 6205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964537" y="4545908"/>
                        <a:ext cx="864035" cy="8132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361978" y="5297311"/>
          <a:ext cx="29591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9" name="Equation" r:id="rId19" imgW="34137600" imgH="12496800" progId="Equation.DSMT4">
                  <p:embed/>
                </p:oleObj>
              </mc:Choice>
              <mc:Fallback>
                <p:oleObj name="Equation" r:id="rId19" imgW="34137600" imgH="12496800" progId="Equation.DSMT4">
                  <p:embed/>
                  <p:pic>
                    <p:nvPicPr>
                      <p:cNvPr id="0" name="图片 6205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61978" y="5297311"/>
                        <a:ext cx="2959100" cy="1082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2626464" y="565785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故</a:t>
            </a:r>
            <a:endParaRPr lang="zh-CN" altLang="en-US" sz="2800" b="1" dirty="0"/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7547978" y="697419"/>
          <a:ext cx="8286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0" name="公式" r:id="rId21" imgW="676275" imgH="371475" progId="Equation.3">
                  <p:embed/>
                </p:oleObj>
              </mc:Choice>
              <mc:Fallback>
                <p:oleObj name="公式" r:id="rId21" imgW="676275" imgH="371475" progId="Equation.3">
                  <p:embed/>
                  <p:pic>
                    <p:nvPicPr>
                      <p:cNvPr id="0" name="图片 62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7978" y="697419"/>
                        <a:ext cx="8286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8574342" y="979807"/>
          <a:ext cx="2767012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1" name="Equation" r:id="rId23" imgW="28041600" imgH="12496800" progId="Equation.DSMT4">
                  <p:embed/>
                </p:oleObj>
              </mc:Choice>
              <mc:Fallback>
                <p:oleObj name="Equation" r:id="rId23" imgW="28041600" imgH="12496800" progId="Equation.DSMT4">
                  <p:embed/>
                  <p:pic>
                    <p:nvPicPr>
                      <p:cNvPr id="0" name="图片 6206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574342" y="979807"/>
                        <a:ext cx="2767012" cy="1231900"/>
                      </a:xfrm>
                      <a:prstGeom prst="rect">
                        <a:avLst/>
                      </a:prstGeom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A976E3-C01F-4670-A3DA-A5B8B43E385E}" type="slidenum">
              <a:rPr lang="zh-CN" altLang="en-US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662540" name="Object 12"/>
          <p:cNvGraphicFramePr>
            <a:graphicFrameLocks noChangeAspect="1"/>
          </p:cNvGraphicFramePr>
          <p:nvPr/>
        </p:nvGraphicFramePr>
        <p:xfrm>
          <a:off x="3668712" y="426393"/>
          <a:ext cx="231933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07" name="Equation" r:id="rId1" imgW="951865" imgH="406400" progId="Equation.3">
                  <p:embed/>
                </p:oleObj>
              </mc:Choice>
              <mc:Fallback>
                <p:oleObj name="Equation" r:id="rId1" imgW="951865" imgH="406400" progId="Equation.3">
                  <p:embed/>
                  <p:pic>
                    <p:nvPicPr>
                      <p:cNvPr id="0" name="图片 426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2" y="426393"/>
                        <a:ext cx="231933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41" name="Object 13"/>
          <p:cNvGraphicFramePr>
            <a:graphicFrameLocks noChangeAspect="1"/>
          </p:cNvGraphicFramePr>
          <p:nvPr/>
        </p:nvGraphicFramePr>
        <p:xfrm>
          <a:off x="6785220" y="669280"/>
          <a:ext cx="8985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08" name="公式" r:id="rId3" imgW="742950" imgH="371475" progId="Equation.3">
                  <p:embed/>
                </p:oleObj>
              </mc:Choice>
              <mc:Fallback>
                <p:oleObj name="公式" r:id="rId3" imgW="742950" imgH="371475" progId="Equation.3">
                  <p:embed/>
                  <p:pic>
                    <p:nvPicPr>
                      <p:cNvPr id="0" name="图片 426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5220" y="669280"/>
                        <a:ext cx="8985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42" name="Object 14"/>
          <p:cNvGraphicFramePr>
            <a:graphicFrameLocks noChangeAspect="1"/>
          </p:cNvGraphicFramePr>
          <p:nvPr/>
        </p:nvGraphicFramePr>
        <p:xfrm>
          <a:off x="2460625" y="2299108"/>
          <a:ext cx="39624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09" name="Equation" r:id="rId5" imgW="1688465" imgH="406400" progId="Equation.3">
                  <p:embed/>
                </p:oleObj>
              </mc:Choice>
              <mc:Fallback>
                <p:oleObj name="Equation" r:id="rId5" imgW="1688465" imgH="406400" progId="Equation.3">
                  <p:embed/>
                  <p:pic>
                    <p:nvPicPr>
                      <p:cNvPr id="0" name="图片 426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25" y="2299108"/>
                        <a:ext cx="396240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43" name="Object 15"/>
          <p:cNvGraphicFramePr>
            <a:graphicFrameLocks noChangeAspect="1"/>
          </p:cNvGraphicFramePr>
          <p:nvPr/>
        </p:nvGraphicFramePr>
        <p:xfrm>
          <a:off x="3023132" y="3305804"/>
          <a:ext cx="2235389" cy="922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10" name="Equation" r:id="rId7" imgW="1015365" imgH="406400" progId="Equation.3">
                  <p:embed/>
                </p:oleObj>
              </mc:Choice>
              <mc:Fallback>
                <p:oleObj name="Equation" r:id="rId7" imgW="1015365" imgH="406400" progId="Equation.3">
                  <p:embed/>
                  <p:pic>
                    <p:nvPicPr>
                      <p:cNvPr id="0" name="图片 426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3132" y="3305804"/>
                        <a:ext cx="2235389" cy="922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44" name="Object 16"/>
          <p:cNvGraphicFramePr>
            <a:graphicFrameLocks noChangeAspect="1"/>
          </p:cNvGraphicFramePr>
          <p:nvPr/>
        </p:nvGraphicFramePr>
        <p:xfrm>
          <a:off x="5258521" y="2911242"/>
          <a:ext cx="3079777" cy="1711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11" name="Equation" r:id="rId9" imgW="1371600" imgH="762000" progId="Equation.3">
                  <p:embed/>
                </p:oleObj>
              </mc:Choice>
              <mc:Fallback>
                <p:oleObj name="Equation" r:id="rId9" imgW="1371600" imgH="762000" progId="Equation.3">
                  <p:embed/>
                  <p:pic>
                    <p:nvPicPr>
                      <p:cNvPr id="0" name="图片 426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8521" y="2911242"/>
                        <a:ext cx="3079777" cy="17115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45" name="Object 17"/>
          <p:cNvGraphicFramePr>
            <a:graphicFrameLocks noChangeAspect="1"/>
          </p:cNvGraphicFramePr>
          <p:nvPr/>
        </p:nvGraphicFramePr>
        <p:xfrm>
          <a:off x="3215680" y="4423464"/>
          <a:ext cx="2491110" cy="805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12" name="公式" r:id="rId11" imgW="2590800" imgH="838200" progId="Equation.3">
                  <p:embed/>
                </p:oleObj>
              </mc:Choice>
              <mc:Fallback>
                <p:oleObj name="公式" r:id="rId11" imgW="2590800" imgH="838200" progId="Equation.3">
                  <p:embed/>
                  <p:pic>
                    <p:nvPicPr>
                      <p:cNvPr id="0" name="图片 426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4423464"/>
                        <a:ext cx="2491110" cy="8059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46" name="Object 18"/>
          <p:cNvGraphicFramePr>
            <a:graphicFrameLocks noChangeAspect="1"/>
          </p:cNvGraphicFramePr>
          <p:nvPr/>
        </p:nvGraphicFramePr>
        <p:xfrm>
          <a:off x="5706790" y="4612521"/>
          <a:ext cx="905244" cy="467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13" name="Equation" r:id="rId13" imgW="393700" imgH="203200" progId="Equation.3">
                  <p:embed/>
                </p:oleObj>
              </mc:Choice>
              <mc:Fallback>
                <p:oleObj name="Equation" r:id="rId13" imgW="393700" imgH="203200" progId="Equation.3">
                  <p:embed/>
                  <p:pic>
                    <p:nvPicPr>
                      <p:cNvPr id="0" name="图片 426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6790" y="4612521"/>
                        <a:ext cx="905244" cy="467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47" name="Object 19"/>
          <p:cNvGraphicFramePr>
            <a:graphicFrameLocks noChangeAspect="1"/>
          </p:cNvGraphicFramePr>
          <p:nvPr/>
        </p:nvGraphicFramePr>
        <p:xfrm>
          <a:off x="3016250" y="5613401"/>
          <a:ext cx="1927622" cy="503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14" name="Equation" r:id="rId15" imgW="21031200" imgH="5486400" progId="Equation.DSMT4">
                  <p:embed/>
                </p:oleObj>
              </mc:Choice>
              <mc:Fallback>
                <p:oleObj name="Equation" r:id="rId15" imgW="21031200" imgH="5486400" progId="Equation.DSMT4">
                  <p:embed/>
                  <p:pic>
                    <p:nvPicPr>
                      <p:cNvPr id="0" name="图片 426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5613401"/>
                        <a:ext cx="1927622" cy="503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48" name="Object 20"/>
          <p:cNvGraphicFramePr>
            <a:graphicFrameLocks noChangeAspect="1"/>
          </p:cNvGraphicFramePr>
          <p:nvPr/>
        </p:nvGraphicFramePr>
        <p:xfrm>
          <a:off x="3423200" y="1305962"/>
          <a:ext cx="3030538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15" name="Equation" r:id="rId17" imgW="1244600" imgH="342900" progId="Equation.3">
                  <p:embed/>
                </p:oleObj>
              </mc:Choice>
              <mc:Fallback>
                <p:oleObj name="Equation" r:id="rId17" imgW="1244600" imgH="342900" progId="Equation.3">
                  <p:embed/>
                  <p:pic>
                    <p:nvPicPr>
                      <p:cNvPr id="0" name="图片 426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3200" y="1305962"/>
                        <a:ext cx="3030538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2549" name="Text Box 21"/>
          <p:cNvSpPr txBox="1">
            <a:spLocks noChangeArrowheads="1"/>
          </p:cNvSpPr>
          <p:nvPr/>
        </p:nvSpPr>
        <p:spPr bwMode="auto">
          <a:xfrm>
            <a:off x="2362936" y="163394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662538" name="Text Box 10"/>
          <p:cNvSpPr txBox="1">
            <a:spLocks noChangeArrowheads="1"/>
          </p:cNvSpPr>
          <p:nvPr/>
        </p:nvSpPr>
        <p:spPr bwMode="auto">
          <a:xfrm>
            <a:off x="2277496" y="802626"/>
            <a:ext cx="11457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25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6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6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6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6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6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6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254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31504" y="692696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635305" y="713006"/>
          <a:ext cx="71326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30" name="Equation" r:id="rId1" imgW="76504800" imgH="5181600" progId="Equation.DSMT4">
                  <p:embed/>
                </p:oleObj>
              </mc:Choice>
              <mc:Fallback>
                <p:oleObj name="Equation" r:id="rId1" imgW="76504800" imgH="5181600" progId="Equation.DSMT4">
                  <p:embed/>
                  <p:pic>
                    <p:nvPicPr>
                      <p:cNvPr id="0" name="图片 7502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35305" y="713006"/>
                        <a:ext cx="7132638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03712" y="1094149"/>
          <a:ext cx="3479892" cy="1114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31" name="Equation" r:id="rId3" imgW="39014400" imgH="12496800" progId="Equation.DSMT4">
                  <p:embed/>
                </p:oleObj>
              </mc:Choice>
              <mc:Fallback>
                <p:oleObj name="Equation" r:id="rId3" imgW="39014400" imgH="12496800" progId="Equation.DSMT4">
                  <p:embed/>
                  <p:pic>
                    <p:nvPicPr>
                      <p:cNvPr id="0" name="图片 750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3712" y="1094149"/>
                        <a:ext cx="3479892" cy="1114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802899" y="1988747"/>
          <a:ext cx="65865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32" name="Equation" r:id="rId5" imgW="71628000" imgH="12496800" progId="Equation.DSMT4">
                  <p:embed/>
                </p:oleObj>
              </mc:Choice>
              <mc:Fallback>
                <p:oleObj name="Equation" r:id="rId5" imgW="71628000" imgH="12496800" progId="Equation.DSMT4">
                  <p:embed/>
                  <p:pic>
                    <p:nvPicPr>
                      <p:cNvPr id="0" name="图片 7503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2899" y="1988747"/>
                        <a:ext cx="6586538" cy="1149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750438" y="343797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37497" y="343797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由于</a:t>
            </a:r>
            <a:endParaRPr lang="zh-CN" altLang="en-US" sz="2800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302743" y="3284600"/>
          <a:ext cx="4824536" cy="98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33" name="Equation" r:id="rId7" imgW="53949600" imgH="10972800" progId="Equation.DSMT4">
                  <p:embed/>
                </p:oleObj>
              </mc:Choice>
              <mc:Fallback>
                <p:oleObj name="Equation" r:id="rId7" imgW="53949600" imgH="10972800" progId="Equation.DSMT4">
                  <p:embed/>
                  <p:pic>
                    <p:nvPicPr>
                      <p:cNvPr id="0" name="图片 750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02743" y="3284600"/>
                        <a:ext cx="4824536" cy="981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728766" y="453113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所以，</a:t>
            </a:r>
            <a:endParaRPr lang="zh-CN" altLang="en-US" sz="2800" b="1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295968" y="4326024"/>
          <a:ext cx="3600400" cy="9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34" name="Equation" r:id="rId9" imgW="41148000" imgH="10668000" progId="Equation.DSMT4">
                  <p:embed/>
                </p:oleObj>
              </mc:Choice>
              <mc:Fallback>
                <p:oleObj name="Equation" r:id="rId9" imgW="41148000" imgH="10668000" progId="Equation.DSMT4">
                  <p:embed/>
                  <p:pic>
                    <p:nvPicPr>
                      <p:cNvPr id="0" name="图片 7503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95968" y="4326024"/>
                        <a:ext cx="3600400" cy="933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071664" y="5257049"/>
          <a:ext cx="3584654" cy="9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35" name="Equation" r:id="rId11" imgW="40538400" imgH="10668000" progId="Equation.DSMT4">
                  <p:embed/>
                </p:oleObj>
              </mc:Choice>
              <mc:Fallback>
                <p:oleObj name="Equation" r:id="rId11" imgW="40538400" imgH="10668000" progId="Equation.DSMT4">
                  <p:embed/>
                  <p:pic>
                    <p:nvPicPr>
                      <p:cNvPr id="0" name="图片 7503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71664" y="5257049"/>
                        <a:ext cx="3584654" cy="94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728766" y="536267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故有，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199455" y="764704"/>
          <a:ext cx="5090065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18" name="Equation" r:id="rId1" imgW="53035200" imgH="9753600" progId="Equation.DSMT4">
                  <p:embed/>
                </p:oleObj>
              </mc:Choice>
              <mc:Fallback>
                <p:oleObj name="Equation" r:id="rId1" imgW="53035200" imgH="9753600" progId="Equation.DSMT4">
                  <p:embed/>
                  <p:pic>
                    <p:nvPicPr>
                      <p:cNvPr id="0" name="图片 763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99455" y="764704"/>
                        <a:ext cx="5090065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456040" y="1052735"/>
          <a:ext cx="4536511" cy="504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19" name="Equation" r:id="rId3" imgW="46634400" imgH="5181600" progId="Equation.DSMT4">
                  <p:embed/>
                </p:oleObj>
              </mc:Choice>
              <mc:Fallback>
                <p:oleObj name="Equation" r:id="rId3" imgW="46634400" imgH="5181600" progId="Equation.DSMT4">
                  <p:embed/>
                  <p:pic>
                    <p:nvPicPr>
                      <p:cNvPr id="0" name="图片 763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56040" y="1052735"/>
                        <a:ext cx="4536511" cy="5040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199455" y="155679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因此，</a:t>
            </a:r>
            <a:endParaRPr lang="zh-CN" altLang="en-US" sz="28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371653" y="2111616"/>
          <a:ext cx="2952329" cy="624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20" name="Equation" r:id="rId5" imgW="31699200" imgH="6705600" progId="Equation.DSMT4">
                  <p:embed/>
                </p:oleObj>
              </mc:Choice>
              <mc:Fallback>
                <p:oleObj name="Equation" r:id="rId5" imgW="31699200" imgH="6705600" progId="Equation.DSMT4">
                  <p:embed/>
                  <p:pic>
                    <p:nvPicPr>
                      <p:cNvPr id="0" name="图片 763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1653" y="2111616"/>
                        <a:ext cx="2952329" cy="6245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481391" y="1866049"/>
          <a:ext cx="406082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21" name="Equation" r:id="rId7" imgW="43586400" imgH="9753600" progId="Equation.DSMT4">
                  <p:embed/>
                </p:oleObj>
              </mc:Choice>
              <mc:Fallback>
                <p:oleObj name="Equation" r:id="rId7" imgW="43586400" imgH="9753600" progId="Equation.DSMT4">
                  <p:embed/>
                  <p:pic>
                    <p:nvPicPr>
                      <p:cNvPr id="0" name="图片 763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81391" y="1866049"/>
                        <a:ext cx="4060825" cy="908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199455" y="2750140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利用等价无穷小量替换，</a:t>
            </a:r>
            <a:endParaRPr lang="zh-CN" altLang="en-US" sz="2800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22" name="Equation" r:id="rId9" imgW="2743200" imgH="4267200" progId="Equation.DSMT4">
                  <p:embed/>
                </p:oleObj>
              </mc:Choice>
              <mc:Fallback>
                <p:oleObj name="Equation" r:id="rId9" imgW="2743200" imgH="4267200" progId="Equation.DSMT4">
                  <p:embed/>
                  <p:pic>
                    <p:nvPicPr>
                      <p:cNvPr id="0" name="图片 7632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631504" y="3304964"/>
          <a:ext cx="362743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23" name="Equation" r:id="rId11" imgW="41452800" imgH="10668000" progId="Equation.DSMT4">
                  <p:embed/>
                </p:oleObj>
              </mc:Choice>
              <mc:Fallback>
                <p:oleObj name="Equation" r:id="rId11" imgW="41452800" imgH="10668000" progId="Equation.DSMT4">
                  <p:embed/>
                  <p:pic>
                    <p:nvPicPr>
                      <p:cNvPr id="0" name="图片 7632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31504" y="3304964"/>
                        <a:ext cx="3627438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258942" y="3285204"/>
          <a:ext cx="26400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24" name="Equation" r:id="rId13" imgW="30175200" imgH="10668000" progId="Equation.DSMT4">
                  <p:embed/>
                </p:oleObj>
              </mc:Choice>
              <mc:Fallback>
                <p:oleObj name="Equation" r:id="rId13" imgW="30175200" imgH="10668000" progId="Equation.DSMT4">
                  <p:embed/>
                  <p:pic>
                    <p:nvPicPr>
                      <p:cNvPr id="0" name="图片 7632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58942" y="3285204"/>
                        <a:ext cx="2640013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898955" y="3304964"/>
          <a:ext cx="2052638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25" name="Equation" r:id="rId15" imgW="23469600" imgH="9753600" progId="Equation.DSMT4">
                  <p:embed/>
                </p:oleObj>
              </mc:Choice>
              <mc:Fallback>
                <p:oleObj name="Equation" r:id="rId15" imgW="23469600" imgH="9753600" progId="Equation.DSMT4">
                  <p:embed/>
                  <p:pic>
                    <p:nvPicPr>
                      <p:cNvPr id="0" name="图片 763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898955" y="3304964"/>
                        <a:ext cx="2052638" cy="85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371653" y="4157451"/>
          <a:ext cx="3334041" cy="927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26" name="Equation" r:id="rId17" imgW="35052000" imgH="9753600" progId="Equation.DSMT4">
                  <p:embed/>
                </p:oleObj>
              </mc:Choice>
              <mc:Fallback>
                <p:oleObj name="Equation" r:id="rId17" imgW="35052000" imgH="9753600" progId="Equation.DSMT4">
                  <p:embed/>
                  <p:pic>
                    <p:nvPicPr>
                      <p:cNvPr id="0" name="图片 7632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71653" y="4157451"/>
                        <a:ext cx="3334041" cy="9277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793793" y="434301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而</a:t>
            </a:r>
            <a:endParaRPr lang="zh-CN" altLang="en-US" sz="2800" b="1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633544" y="4964108"/>
          <a:ext cx="3237468" cy="941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27" name="Equation" r:id="rId19" imgW="33528000" imgH="9753600" progId="Equation.DSMT4">
                  <p:embed/>
                </p:oleObj>
              </mc:Choice>
              <mc:Fallback>
                <p:oleObj name="Equation" r:id="rId19" imgW="33528000" imgH="9753600" progId="Equation.DSMT4">
                  <p:embed/>
                  <p:pic>
                    <p:nvPicPr>
                      <p:cNvPr id="0" name="图片 7632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33544" y="4964108"/>
                        <a:ext cx="3237468" cy="9418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867147" y="4990596"/>
          <a:ext cx="3031808" cy="890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28" name="Equation" r:id="rId21" imgW="33223200" imgH="9753600" progId="Equation.DSMT4">
                  <p:embed/>
                </p:oleObj>
              </mc:Choice>
              <mc:Fallback>
                <p:oleObj name="Equation" r:id="rId21" imgW="33223200" imgH="9753600" progId="Equation.DSMT4">
                  <p:embed/>
                  <p:pic>
                    <p:nvPicPr>
                      <p:cNvPr id="0" name="图片 7632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67147" y="4990596"/>
                        <a:ext cx="3031808" cy="890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883821" y="4990596"/>
          <a:ext cx="1522686" cy="903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29" name="Equation" r:id="rId23" imgW="16459200" imgH="9753600" progId="Equation.DSMT4">
                  <p:embed/>
                </p:oleObj>
              </mc:Choice>
              <mc:Fallback>
                <p:oleObj name="Equation" r:id="rId23" imgW="16459200" imgH="9753600" progId="Equation.DSMT4">
                  <p:embed/>
                  <p:pic>
                    <p:nvPicPr>
                      <p:cNvPr id="0" name="图片 7632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883821" y="4990596"/>
                        <a:ext cx="1522686" cy="903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199456" y="908720"/>
          <a:ext cx="2232248" cy="480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27" name="Equation" r:id="rId1" imgW="24079200" imgH="5181600" progId="Equation.DSMT4">
                  <p:embed/>
                </p:oleObj>
              </mc:Choice>
              <mc:Fallback>
                <p:oleObj name="Equation" r:id="rId1" imgW="24079200" imgH="5181600" progId="Equation.DSMT4">
                  <p:embed/>
                  <p:pic>
                    <p:nvPicPr>
                      <p:cNvPr id="0" name="图片 770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99456" y="908720"/>
                        <a:ext cx="2232248" cy="480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451268" y="865857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由等价无穷小替换有</a:t>
            </a:r>
            <a:endParaRPr lang="zh-CN" altLang="en-US" sz="28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284331" y="1389077"/>
          <a:ext cx="5868987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28" name="Equation" r:id="rId3" imgW="67665600" imgH="12801600" progId="Equation.DSMT4">
                  <p:embed/>
                </p:oleObj>
              </mc:Choice>
              <mc:Fallback>
                <p:oleObj name="Equation" r:id="rId3" imgW="67665600" imgH="12801600" progId="Equation.DSMT4">
                  <p:embed/>
                  <p:pic>
                    <p:nvPicPr>
                      <p:cNvPr id="0" name="图片 770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4331" y="1389077"/>
                        <a:ext cx="5868987" cy="1111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51268" y="2547297"/>
          <a:ext cx="37020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29" name="Equation" r:id="rId5" imgW="42672000" imgH="10972800" progId="Equation.DSMT4">
                  <p:embed/>
                </p:oleObj>
              </mc:Choice>
              <mc:Fallback>
                <p:oleObj name="Equation" r:id="rId5" imgW="42672000" imgH="10972800" progId="Equation.DSMT4">
                  <p:embed/>
                  <p:pic>
                    <p:nvPicPr>
                      <p:cNvPr id="0" name="图片 7702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51268" y="2547297"/>
                        <a:ext cx="37020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449098" y="3499797"/>
          <a:ext cx="2352675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30" name="Equation" r:id="rId7" imgW="27127200" imgH="10668000" progId="Equation.DSMT4">
                  <p:embed/>
                </p:oleObj>
              </mc:Choice>
              <mc:Fallback>
                <p:oleObj name="Equation" r:id="rId7" imgW="27127200" imgH="10668000" progId="Equation.DSMT4">
                  <p:embed/>
                  <p:pic>
                    <p:nvPicPr>
                      <p:cNvPr id="0" name="图片 7702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49098" y="3499797"/>
                        <a:ext cx="2352675" cy="925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431704" y="4365104"/>
          <a:ext cx="672534" cy="448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31" name="Equation" r:id="rId9" imgW="7315200" imgH="4876800" progId="Equation.DSMT4">
                  <p:embed/>
                </p:oleObj>
              </mc:Choice>
              <mc:Fallback>
                <p:oleObj name="Equation" r:id="rId9" imgW="7315200" imgH="4876800" progId="Equation.DSMT4">
                  <p:embed/>
                  <p:pic>
                    <p:nvPicPr>
                      <p:cNvPr id="0" name="图片 7703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31704" y="4365104"/>
                        <a:ext cx="672534" cy="4483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415480" y="4926001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注：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26380" y="4926001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本题的题设可以减弱，</a:t>
            </a:r>
            <a:endParaRPr lang="zh-CN" altLang="en-US" sz="28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5519936" y="4930283"/>
            <a:ext cx="5173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只需要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0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处具有二阶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26380" y="5468431"/>
            <a:ext cx="1726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导数即可</a:t>
            </a:r>
            <a:r>
              <a:rPr lang="en-US" altLang="zh-CN" sz="2800" b="1" dirty="0" smtClean="0"/>
              <a:t>.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3472" y="76470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279576" y="305931"/>
          <a:ext cx="4806582" cy="129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79" name="Equation" r:id="rId1" imgW="50901600" imgH="13716000" progId="Equation.DSMT4">
                  <p:embed/>
                </p:oleObj>
              </mc:Choice>
              <mc:Fallback>
                <p:oleObj name="Equation" r:id="rId1" imgW="50901600" imgH="13716000" progId="Equation.DSMT4">
                  <p:embed/>
                  <p:pic>
                    <p:nvPicPr>
                      <p:cNvPr id="0" name="图片 841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9576" y="305931"/>
                        <a:ext cx="4806582" cy="1295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176120" y="764704"/>
          <a:ext cx="3025078" cy="49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0" name="Equation" r:id="rId3" imgW="33832800" imgH="5486400" progId="Equation.DSMT4">
                  <p:embed/>
                </p:oleObj>
              </mc:Choice>
              <mc:Fallback>
                <p:oleObj name="Equation" r:id="rId3" imgW="33832800" imgH="5486400" progId="Equation.DSMT4">
                  <p:embed/>
                  <p:pic>
                    <p:nvPicPr>
                      <p:cNvPr id="0" name="图片 841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76120" y="764704"/>
                        <a:ext cx="3025078" cy="490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343472" y="1469752"/>
          <a:ext cx="2723638" cy="520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1" name="Equation" r:id="rId5" imgW="27127200" imgH="5181600" progId="Equation.DSMT4">
                  <p:embed/>
                </p:oleObj>
              </mc:Choice>
              <mc:Fallback>
                <p:oleObj name="Equation" r:id="rId5" imgW="27127200" imgH="5181600" progId="Equation.DSMT4">
                  <p:embed/>
                  <p:pic>
                    <p:nvPicPr>
                      <p:cNvPr id="0" name="图片 841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43472" y="1469752"/>
                        <a:ext cx="2723638" cy="5202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251138" y="217373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919536" y="1764737"/>
          <a:ext cx="4147661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2" name="Equation" r:id="rId7" imgW="43891200" imgH="13716000" progId="Equation.DSMT4">
                  <p:embed/>
                </p:oleObj>
              </mc:Choice>
              <mc:Fallback>
                <p:oleObj name="Equation" r:id="rId7" imgW="43891200" imgH="13716000" progId="Equation.DSMT4">
                  <p:embed/>
                  <p:pic>
                    <p:nvPicPr>
                      <p:cNvPr id="0" name="图片 841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19536" y="1764737"/>
                        <a:ext cx="4147661" cy="1296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988242" y="1943871"/>
          <a:ext cx="4772536" cy="1060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3" name="Equation" r:id="rId9" imgW="52120800" imgH="11582400" progId="Equation.DSMT4">
                  <p:embed/>
                </p:oleObj>
              </mc:Choice>
              <mc:Fallback>
                <p:oleObj name="Equation" r:id="rId9" imgW="52120800" imgH="11582400" progId="Equation.DSMT4">
                  <p:embed/>
                  <p:pic>
                    <p:nvPicPr>
                      <p:cNvPr id="0" name="图片 841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88242" y="1943871"/>
                        <a:ext cx="4772536" cy="10605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409961" y="2971064"/>
          <a:ext cx="2337005" cy="496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4" name="Equation" r:id="rId11" imgW="24384000" imgH="5181600" progId="Equation.DSMT4">
                  <p:embed/>
                </p:oleObj>
              </mc:Choice>
              <mc:Fallback>
                <p:oleObj name="Equation" r:id="rId11" imgW="24384000" imgH="5181600" progId="Equation.DSMT4">
                  <p:embed/>
                  <p:pic>
                    <p:nvPicPr>
                      <p:cNvPr id="0" name="图片 8418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09961" y="2971064"/>
                        <a:ext cx="2337005" cy="4966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770175" y="2920569"/>
            <a:ext cx="3284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应用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Hospital</a:t>
            </a:r>
            <a:r>
              <a:rPr lang="zh-CN" altLang="en-US" sz="2800" b="1" dirty="0" smtClean="0"/>
              <a:t>法则有</a:t>
            </a:r>
            <a:endParaRPr lang="zh-CN" altLang="en-US" sz="2800" b="1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386752" y="3418861"/>
          <a:ext cx="5921451" cy="94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5" name="Equation" r:id="rId13" imgW="68884800" imgH="10972800" progId="Equation.DSMT4">
                  <p:embed/>
                </p:oleObj>
              </mc:Choice>
              <mc:Fallback>
                <p:oleObj name="Equation" r:id="rId13" imgW="68884800" imgH="10972800" progId="Equation.DSMT4">
                  <p:embed/>
                  <p:pic>
                    <p:nvPicPr>
                      <p:cNvPr id="0" name="图片 8418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86752" y="3418861"/>
                        <a:ext cx="5921451" cy="943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296750" y="3460931"/>
          <a:ext cx="2226842" cy="819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6" name="Equation" r:id="rId15" imgW="26517600" imgH="9753600" progId="Equation.DSMT4">
                  <p:embed/>
                </p:oleObj>
              </mc:Choice>
              <mc:Fallback>
                <p:oleObj name="Equation" r:id="rId15" imgW="26517600" imgH="9753600" progId="Equation.DSMT4">
                  <p:embed/>
                  <p:pic>
                    <p:nvPicPr>
                      <p:cNvPr id="0" name="图片 8418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96750" y="3460931"/>
                        <a:ext cx="2226842" cy="8190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466693" y="4415502"/>
          <a:ext cx="2196422" cy="562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7" name="Equation" r:id="rId17" imgW="24993600" imgH="6400800" progId="Equation.DSMT4">
                  <p:embed/>
                </p:oleObj>
              </mc:Choice>
              <mc:Fallback>
                <p:oleObj name="Equation" r:id="rId17" imgW="24993600" imgH="6400800" progId="Equation.DSMT4">
                  <p:embed/>
                  <p:pic>
                    <p:nvPicPr>
                      <p:cNvPr id="0" name="图片 8418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66693" y="4415502"/>
                        <a:ext cx="2196422" cy="562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332949" y="516754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所以，</a:t>
            </a:r>
            <a:endParaRPr lang="zh-CN" altLang="en-US" sz="2800" b="1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466693" y="5144980"/>
          <a:ext cx="2638094" cy="63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8" name="Equation" r:id="rId19" imgW="30175200" imgH="7315200" progId="Equation.DSMT4">
                  <p:embed/>
                </p:oleObj>
              </mc:Choice>
              <mc:Fallback>
                <p:oleObj name="Equation" r:id="rId19" imgW="30175200" imgH="7315200" progId="Equation.DSMT4">
                  <p:embed/>
                  <p:pic>
                    <p:nvPicPr>
                      <p:cNvPr id="0" name="图片 8418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466693" y="5144980"/>
                        <a:ext cx="2638094" cy="639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185863" y="765175"/>
          <a:ext cx="26590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10" name="Equation" r:id="rId1" imgW="27736800" imgH="5181600" progId="Equation.DSMT4">
                  <p:embed/>
                </p:oleObj>
              </mc:Choice>
              <mc:Fallback>
                <p:oleObj name="Equation" r:id="rId1" imgW="27736800" imgH="5181600" progId="Equation.DSMT4">
                  <p:embed/>
                  <p:pic>
                    <p:nvPicPr>
                      <p:cNvPr id="0" name="图片 85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5863" y="765175"/>
                        <a:ext cx="2659062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752184" y="735668"/>
            <a:ext cx="3284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应用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Hospital</a:t>
            </a:r>
            <a:r>
              <a:rPr lang="zh-CN" altLang="en-US" sz="2800" b="1" dirty="0" smtClean="0"/>
              <a:t>法则有</a:t>
            </a:r>
            <a:endParaRPr lang="zh-CN" altLang="en-US" sz="28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912526" y="735668"/>
          <a:ext cx="37909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11" name="Equation" r:id="rId3" imgW="39928800" imgH="5486400" progId="Equation.DSMT4">
                  <p:embed/>
                </p:oleObj>
              </mc:Choice>
              <mc:Fallback>
                <p:oleObj name="Equation" r:id="rId3" imgW="39928800" imgH="5486400" progId="Equation.DSMT4">
                  <p:embed/>
                  <p:pic>
                    <p:nvPicPr>
                      <p:cNvPr id="0" name="图片 851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12526" y="735668"/>
                        <a:ext cx="37909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99456" y="1256368"/>
          <a:ext cx="618490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12" name="Equation" r:id="rId5" imgW="71932800" imgH="10972800" progId="Equation.DSMT4">
                  <p:embed/>
                </p:oleObj>
              </mc:Choice>
              <mc:Fallback>
                <p:oleObj name="Equation" r:id="rId5" imgW="71932800" imgH="10972800" progId="Equation.DSMT4">
                  <p:embed/>
                  <p:pic>
                    <p:nvPicPr>
                      <p:cNvPr id="0" name="图片 851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9456" y="1256368"/>
                        <a:ext cx="6184900" cy="944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271464" y="2132856"/>
          <a:ext cx="6736642" cy="1924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13" name="Equation" r:id="rId7" imgW="76809600" imgH="21945600" progId="Equation.DSMT4">
                  <p:embed/>
                </p:oleObj>
              </mc:Choice>
              <mc:Fallback>
                <p:oleObj name="Equation" r:id="rId7" imgW="76809600" imgH="21945600" progId="Equation.DSMT4">
                  <p:embed/>
                  <p:pic>
                    <p:nvPicPr>
                      <p:cNvPr id="0" name="图片 851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71464" y="2132856"/>
                        <a:ext cx="6736642" cy="19247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968208" y="2911459"/>
          <a:ext cx="1076396" cy="36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14" name="Equation" r:id="rId9" imgW="12496800" imgH="4267200" progId="Equation.DSMT4">
                  <p:embed/>
                </p:oleObj>
              </mc:Choice>
              <mc:Fallback>
                <p:oleObj name="Equation" r:id="rId9" imgW="12496800" imgH="4267200" progId="Equation.DSMT4">
                  <p:embed/>
                  <p:pic>
                    <p:nvPicPr>
                      <p:cNvPr id="0" name="图片 851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68208" y="2911459"/>
                        <a:ext cx="1076396" cy="36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271464" y="422108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所以，</a:t>
            </a:r>
            <a:endParaRPr lang="zh-CN" altLang="en-US" sz="2800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13886" y="4238454"/>
          <a:ext cx="4451798" cy="600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15" name="Equation" r:id="rId11" imgW="49682400" imgH="6705600" progId="Equation.DSMT4">
                  <p:embed/>
                </p:oleObj>
              </mc:Choice>
              <mc:Fallback>
                <p:oleObj name="Equation" r:id="rId11" imgW="49682400" imgH="6705600" progId="Equation.DSMT4">
                  <p:embed/>
                  <p:pic>
                    <p:nvPicPr>
                      <p:cNvPr id="0" name="图片 851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13886" y="4238454"/>
                        <a:ext cx="4451798" cy="600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185863" y="765175"/>
          <a:ext cx="26590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4" name="Equation" r:id="rId1" imgW="27736800" imgH="5181600" progId="Equation.DSMT4">
                  <p:embed/>
                </p:oleObj>
              </mc:Choice>
              <mc:Fallback>
                <p:oleObj name="Equation" r:id="rId1" imgW="27736800" imgH="5181600" progId="Equation.DSMT4">
                  <p:embed/>
                  <p:pic>
                    <p:nvPicPr>
                      <p:cNvPr id="0" name="图片 861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5863" y="765175"/>
                        <a:ext cx="2659062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645400" y="692696"/>
            <a:ext cx="3284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应用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Hospital</a:t>
            </a:r>
            <a:r>
              <a:rPr lang="zh-CN" altLang="en-US" sz="2800" b="1" dirty="0" smtClean="0"/>
              <a:t>法则有</a:t>
            </a:r>
            <a:endParaRPr lang="zh-CN" altLang="en-US" sz="28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970338" y="735013"/>
          <a:ext cx="36750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5" name="Equation" r:id="rId3" imgW="38709600" imgH="5486400" progId="Equation.DSMT4">
                  <p:embed/>
                </p:oleObj>
              </mc:Choice>
              <mc:Fallback>
                <p:oleObj name="Equation" r:id="rId3" imgW="38709600" imgH="5486400" progId="Equation.DSMT4">
                  <p:embed/>
                  <p:pic>
                    <p:nvPicPr>
                      <p:cNvPr id="0" name="图片 861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70338" y="735013"/>
                        <a:ext cx="3675062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264444" y="1262063"/>
          <a:ext cx="6157913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6" name="Equation" r:id="rId5" imgW="71628000" imgH="10972800" progId="Equation.DSMT4">
                  <p:embed/>
                </p:oleObj>
              </mc:Choice>
              <mc:Fallback>
                <p:oleObj name="Equation" r:id="rId5" imgW="71628000" imgH="10972800" progId="Equation.DSMT4">
                  <p:embed/>
                  <p:pic>
                    <p:nvPicPr>
                      <p:cNvPr id="0" name="图片 8614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64444" y="1262063"/>
                        <a:ext cx="6157913" cy="944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350963" y="2133600"/>
          <a:ext cx="6575425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7" name="Equation" r:id="rId7" imgW="74980800" imgH="21945600" progId="Equation.DSMT4">
                  <p:embed/>
                </p:oleObj>
              </mc:Choice>
              <mc:Fallback>
                <p:oleObj name="Equation" r:id="rId7" imgW="74980800" imgH="21945600" progId="Equation.DSMT4">
                  <p:embed/>
                  <p:pic>
                    <p:nvPicPr>
                      <p:cNvPr id="0" name="图片 8614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50963" y="2133600"/>
                        <a:ext cx="6575425" cy="1924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926388" y="2911475"/>
          <a:ext cx="9969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8" name="Equation" r:id="rId9" imgW="11582400" imgH="4267200" progId="Equation.DSMT4">
                  <p:embed/>
                </p:oleObj>
              </mc:Choice>
              <mc:Fallback>
                <p:oleObj name="Equation" r:id="rId9" imgW="11582400" imgH="4267200" progId="Equation.DSMT4">
                  <p:embed/>
                  <p:pic>
                    <p:nvPicPr>
                      <p:cNvPr id="0" name="图片 8614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26388" y="2911475"/>
                        <a:ext cx="99695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271464" y="422108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所以，</a:t>
            </a:r>
            <a:endParaRPr lang="zh-CN" altLang="en-US" sz="2800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351584" y="4221088"/>
          <a:ext cx="43148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9" name="Equation" r:id="rId11" imgW="48158400" imgH="6705600" progId="Equation.DSMT4">
                  <p:embed/>
                </p:oleObj>
              </mc:Choice>
              <mc:Fallback>
                <p:oleObj name="Equation" r:id="rId11" imgW="48158400" imgH="6705600" progId="Equation.DSMT4">
                  <p:embed/>
                  <p:pic>
                    <p:nvPicPr>
                      <p:cNvPr id="0" name="图片 8614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51584" y="4221088"/>
                        <a:ext cx="4314825" cy="60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WPS 演示</Application>
  <PresentationFormat>宽屏</PresentationFormat>
  <Paragraphs>171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207</vt:i4>
      </vt:variant>
      <vt:variant>
        <vt:lpstr>幻灯片标题</vt:lpstr>
      </vt:variant>
      <vt:variant>
        <vt:i4>25</vt:i4>
      </vt:variant>
    </vt:vector>
  </HeadingPairs>
  <TitlesOfParts>
    <vt:vector size="247" baseType="lpstr">
      <vt:lpstr>Arial</vt:lpstr>
      <vt:lpstr>宋体</vt:lpstr>
      <vt:lpstr>Wingdings</vt:lpstr>
      <vt:lpstr>等线</vt:lpstr>
      <vt:lpstr>Calibri</vt:lpstr>
      <vt:lpstr>华文楷体</vt:lpstr>
      <vt:lpstr>楷体_GB2312</vt:lpstr>
      <vt:lpstr>新宋体</vt:lpstr>
      <vt:lpstr>Times New Roman</vt:lpstr>
      <vt:lpstr>华文行楷</vt:lpstr>
      <vt:lpstr>Brush Script MT</vt:lpstr>
      <vt:lpstr>黑体</vt:lpstr>
      <vt:lpstr>微软雅黑</vt:lpstr>
      <vt:lpstr>Arial Unicode MS</vt:lpstr>
      <vt:lpstr>Office 主题</vt:lpstr>
      <vt:lpstr>Word.Document.8</vt:lpstr>
      <vt:lpstr>Word.Document.8</vt:lpstr>
      <vt:lpstr>Word.Document.8</vt:lpstr>
      <vt:lpstr>Equation.DSMT4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谢谢配合.</cp:lastModifiedBy>
  <cp:revision>239</cp:revision>
  <dcterms:created xsi:type="dcterms:W3CDTF">2009-06-13T01:14:00Z</dcterms:created>
  <dcterms:modified xsi:type="dcterms:W3CDTF">2023-11-05T11:21:15Z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8FDA2BD2852B482EA6FBDE37941523B2_13</vt:lpwstr>
  </property>
  <property fmtid="{D5CDD505-2E9C-101B-9397-08002B2CF9AE}" pid="3" name="KSOProductBuildVer">
    <vt:lpwstr>2052-12.1.0.15712</vt:lpwstr>
  </property>
</Properties>
</file>