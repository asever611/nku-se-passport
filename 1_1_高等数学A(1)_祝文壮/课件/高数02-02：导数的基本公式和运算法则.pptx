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324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3" r:id="rId22"/>
    <p:sldId id="284" r:id="rId23"/>
    <p:sldId id="285" r:id="rId24"/>
    <p:sldId id="307" r:id="rId25"/>
    <p:sldId id="308" r:id="rId26"/>
    <p:sldId id="309" r:id="rId27"/>
    <p:sldId id="310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319" r:id="rId37"/>
    <p:sldId id="320" r:id="rId38"/>
    <p:sldId id="321" r:id="rId39"/>
    <p:sldId id="298" r:id="rId40"/>
    <p:sldId id="303" r:id="rId41"/>
    <p:sldId id="304" r:id="rId42"/>
    <p:sldId id="305" r:id="rId43"/>
    <p:sldId id="306" r:id="rId44"/>
    <p:sldId id="311" r:id="rId45"/>
    <p:sldId id="312" r:id="rId46"/>
    <p:sldId id="313" r:id="rId47"/>
    <p:sldId id="315" r:id="rId48"/>
    <p:sldId id="316" r:id="rId49"/>
    <p:sldId id="322" r:id="rId50"/>
    <p:sldId id="323" r:id="rId51"/>
    <p:sldId id="317" r:id="rId52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2023/10/23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A3600-58C9-422D-BD56-61710F1A47C4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E85F4F-EFC6-4B58-9C09-C97B631666C0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68899-1A0A-4604-BAB0-EE4EC5996294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52B9F-9248-402E-8357-E395F340EBFD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52C13-4A47-40D9-801E-944FE6E93C56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1D2CD5-F616-403E-91A0-6E574E9B3B72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8BBD7-B62D-4250-9E98-58269688E29F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F7E6B-869F-42C5-9FA9-E2F0B78026C8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82E170-69A1-43F3-972C-7226B83ACE1C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0F98AD-9BCB-40EF-AFE9-7CAEB10AFB6D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5F608C-9A7E-4EEA-BEF1-EA5D28DD36AC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D4C0270-51DF-4D62-AD77-83161E0C1C77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0.wmf"/><Relationship Id="rId18" Type="http://schemas.openxmlformats.org/officeDocument/2006/relationships/oleObject" Target="../embeddings/oleObject22.bin"/><Relationship Id="rId3" Type="http://schemas.openxmlformats.org/officeDocument/2006/relationships/image" Target="../media/image15.emf"/><Relationship Id="rId21" Type="http://schemas.openxmlformats.org/officeDocument/2006/relationships/image" Target="../media/image24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2.wmf"/><Relationship Id="rId2" Type="http://schemas.openxmlformats.org/officeDocument/2006/relationships/oleObject" Target="../embeddings/oleObject14.bin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23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8.emf"/><Relationship Id="rId14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0.wmf"/><Relationship Id="rId3" Type="http://schemas.openxmlformats.org/officeDocument/2006/relationships/image" Target="../media/image25.e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2.wmf"/><Relationship Id="rId2" Type="http://schemas.openxmlformats.org/officeDocument/2006/relationships/oleObject" Target="../embeddings/oleObject24.bin"/><Relationship Id="rId16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3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8.emf"/><Relationship Id="rId18" Type="http://schemas.openxmlformats.org/officeDocument/2006/relationships/oleObject" Target="../embeddings/oleObject40.bin"/><Relationship Id="rId26" Type="http://schemas.openxmlformats.org/officeDocument/2006/relationships/oleObject" Target="../embeddings/oleObject44.bin"/><Relationship Id="rId3" Type="http://schemas.openxmlformats.org/officeDocument/2006/relationships/image" Target="../media/image33.emf"/><Relationship Id="rId21" Type="http://schemas.openxmlformats.org/officeDocument/2006/relationships/image" Target="../media/image42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40.wmf"/><Relationship Id="rId25" Type="http://schemas.openxmlformats.org/officeDocument/2006/relationships/image" Target="../media/image44.wmf"/><Relationship Id="rId2" Type="http://schemas.openxmlformats.org/officeDocument/2006/relationships/oleObject" Target="../embeddings/oleObject32.bin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1.bin"/><Relationship Id="rId29" Type="http://schemas.openxmlformats.org/officeDocument/2006/relationships/image" Target="../media/image4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7.wmf"/><Relationship Id="rId24" Type="http://schemas.openxmlformats.org/officeDocument/2006/relationships/oleObject" Target="../embeddings/oleObject43.bin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23" Type="http://schemas.openxmlformats.org/officeDocument/2006/relationships/image" Target="../media/image43.wmf"/><Relationship Id="rId28" Type="http://schemas.openxmlformats.org/officeDocument/2006/relationships/oleObject" Target="../embeddings/oleObject45.bin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41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38.bin"/><Relationship Id="rId22" Type="http://schemas.openxmlformats.org/officeDocument/2006/relationships/oleObject" Target="../embeddings/oleObject42.bin"/><Relationship Id="rId27" Type="http://schemas.openxmlformats.org/officeDocument/2006/relationships/image" Target="../media/image4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55.wmf"/><Relationship Id="rId2" Type="http://schemas.openxmlformats.org/officeDocument/2006/relationships/oleObject" Target="../embeddings/oleObject47.bin"/><Relationship Id="rId16" Type="http://schemas.openxmlformats.org/officeDocument/2006/relationships/oleObject" Target="../embeddings/oleObject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5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61.wmf"/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63.wmf"/><Relationship Id="rId2" Type="http://schemas.openxmlformats.org/officeDocument/2006/relationships/oleObject" Target="../embeddings/oleObject55.bin"/><Relationship Id="rId16" Type="http://schemas.openxmlformats.org/officeDocument/2006/relationships/oleObject" Target="../embeddings/oleObject6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60.wmf"/><Relationship Id="rId5" Type="http://schemas.openxmlformats.org/officeDocument/2006/relationships/image" Target="../media/image57.wmf"/><Relationship Id="rId15" Type="http://schemas.openxmlformats.org/officeDocument/2006/relationships/image" Target="../media/image62.w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6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68.bin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8.wmf"/><Relationship Id="rId5" Type="http://schemas.openxmlformats.org/officeDocument/2006/relationships/image" Target="../media/image65.wmf"/><Relationship Id="rId15" Type="http://schemas.openxmlformats.org/officeDocument/2006/relationships/image" Target="../media/image70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67.wmf"/><Relationship Id="rId14" Type="http://schemas.openxmlformats.org/officeDocument/2006/relationships/oleObject" Target="../embeddings/oleObject6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76.wmf"/><Relationship Id="rId18" Type="http://schemas.openxmlformats.org/officeDocument/2006/relationships/oleObject" Target="../embeddings/oleObject78.bin"/><Relationship Id="rId3" Type="http://schemas.openxmlformats.org/officeDocument/2006/relationships/image" Target="../media/image71.wmf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75.bin"/><Relationship Id="rId17" Type="http://schemas.openxmlformats.org/officeDocument/2006/relationships/image" Target="../media/image78.wmf"/><Relationship Id="rId2" Type="http://schemas.openxmlformats.org/officeDocument/2006/relationships/oleObject" Target="../embeddings/oleObject70.bin"/><Relationship Id="rId16" Type="http://schemas.openxmlformats.org/officeDocument/2006/relationships/oleObject" Target="../embeddings/oleObject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5.wmf"/><Relationship Id="rId5" Type="http://schemas.openxmlformats.org/officeDocument/2006/relationships/image" Target="../media/image72.wmf"/><Relationship Id="rId15" Type="http://schemas.openxmlformats.org/officeDocument/2006/relationships/image" Target="../media/image77.wmf"/><Relationship Id="rId10" Type="http://schemas.openxmlformats.org/officeDocument/2006/relationships/oleObject" Target="../embeddings/oleObject74.bin"/><Relationship Id="rId19" Type="http://schemas.openxmlformats.org/officeDocument/2006/relationships/image" Target="../media/image79.w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7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85.wmf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87.wmf"/><Relationship Id="rId2" Type="http://schemas.openxmlformats.org/officeDocument/2006/relationships/oleObject" Target="../embeddings/oleObject79.bin"/><Relationship Id="rId16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84.wmf"/><Relationship Id="rId5" Type="http://schemas.openxmlformats.org/officeDocument/2006/relationships/image" Target="../media/image81.wmf"/><Relationship Id="rId15" Type="http://schemas.openxmlformats.org/officeDocument/2006/relationships/image" Target="../media/image86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8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3" Type="http://schemas.openxmlformats.org/officeDocument/2006/relationships/image" Target="../media/image88.wmf"/><Relationship Id="rId7" Type="http://schemas.openxmlformats.org/officeDocument/2006/relationships/image" Target="../media/image90.wmf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2.wmf"/><Relationship Id="rId5" Type="http://schemas.openxmlformats.org/officeDocument/2006/relationships/image" Target="../media/image89.w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3" Type="http://schemas.openxmlformats.org/officeDocument/2006/relationships/image" Target="../media/image93.wmf"/><Relationship Id="rId7" Type="http://schemas.openxmlformats.org/officeDocument/2006/relationships/image" Target="../media/image95.wmf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97.wmf"/><Relationship Id="rId5" Type="http://schemas.openxmlformats.org/officeDocument/2006/relationships/image" Target="../media/image94.wmf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93.bin"/><Relationship Id="rId9" Type="http://schemas.openxmlformats.org/officeDocument/2006/relationships/image" Target="../media/image9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104.wmf"/><Relationship Id="rId18" Type="http://schemas.openxmlformats.org/officeDocument/2006/relationships/oleObject" Target="../embeddings/oleObject106.bin"/><Relationship Id="rId26" Type="http://schemas.openxmlformats.org/officeDocument/2006/relationships/oleObject" Target="../embeddings/oleObject110.bin"/><Relationship Id="rId3" Type="http://schemas.openxmlformats.org/officeDocument/2006/relationships/image" Target="../media/image99.wmf"/><Relationship Id="rId21" Type="http://schemas.openxmlformats.org/officeDocument/2006/relationships/image" Target="../media/image108.wmf"/><Relationship Id="rId7" Type="http://schemas.openxmlformats.org/officeDocument/2006/relationships/image" Target="../media/image101.w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106.wmf"/><Relationship Id="rId25" Type="http://schemas.openxmlformats.org/officeDocument/2006/relationships/image" Target="../media/image110.wmf"/><Relationship Id="rId2" Type="http://schemas.openxmlformats.org/officeDocument/2006/relationships/oleObject" Target="../embeddings/oleObject98.bin"/><Relationship Id="rId16" Type="http://schemas.openxmlformats.org/officeDocument/2006/relationships/oleObject" Target="../embeddings/oleObject105.bin"/><Relationship Id="rId20" Type="http://schemas.openxmlformats.org/officeDocument/2006/relationships/oleObject" Target="../embeddings/oleObject10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03.wmf"/><Relationship Id="rId24" Type="http://schemas.openxmlformats.org/officeDocument/2006/relationships/oleObject" Target="../embeddings/oleObject109.bin"/><Relationship Id="rId5" Type="http://schemas.openxmlformats.org/officeDocument/2006/relationships/image" Target="../media/image100.wmf"/><Relationship Id="rId15" Type="http://schemas.openxmlformats.org/officeDocument/2006/relationships/image" Target="../media/image105.wmf"/><Relationship Id="rId23" Type="http://schemas.openxmlformats.org/officeDocument/2006/relationships/image" Target="../media/image109.wmf"/><Relationship Id="rId10" Type="http://schemas.openxmlformats.org/officeDocument/2006/relationships/oleObject" Target="../embeddings/oleObject102.bin"/><Relationship Id="rId19" Type="http://schemas.openxmlformats.org/officeDocument/2006/relationships/image" Target="../media/image107.w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02.wmf"/><Relationship Id="rId14" Type="http://schemas.openxmlformats.org/officeDocument/2006/relationships/oleObject" Target="../embeddings/oleObject104.bin"/><Relationship Id="rId22" Type="http://schemas.openxmlformats.org/officeDocument/2006/relationships/oleObject" Target="../embeddings/oleObject108.bin"/><Relationship Id="rId27" Type="http://schemas.openxmlformats.org/officeDocument/2006/relationships/image" Target="../media/image11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17.wmf"/><Relationship Id="rId18" Type="http://schemas.openxmlformats.org/officeDocument/2006/relationships/oleObject" Target="../embeddings/oleObject119.bin"/><Relationship Id="rId3" Type="http://schemas.openxmlformats.org/officeDocument/2006/relationships/image" Target="../media/image112.wmf"/><Relationship Id="rId21" Type="http://schemas.openxmlformats.org/officeDocument/2006/relationships/image" Target="../media/image121.wmf"/><Relationship Id="rId7" Type="http://schemas.openxmlformats.org/officeDocument/2006/relationships/image" Target="../media/image114.wmf"/><Relationship Id="rId12" Type="http://schemas.openxmlformats.org/officeDocument/2006/relationships/oleObject" Target="../embeddings/oleObject116.bin"/><Relationship Id="rId17" Type="http://schemas.openxmlformats.org/officeDocument/2006/relationships/image" Target="../media/image119.emf"/><Relationship Id="rId25" Type="http://schemas.openxmlformats.org/officeDocument/2006/relationships/image" Target="../media/image123.wmf"/><Relationship Id="rId2" Type="http://schemas.openxmlformats.org/officeDocument/2006/relationships/oleObject" Target="../embeddings/oleObject111.bin"/><Relationship Id="rId16" Type="http://schemas.openxmlformats.org/officeDocument/2006/relationships/oleObject" Target="../embeddings/oleObject118.bin"/><Relationship Id="rId20" Type="http://schemas.openxmlformats.org/officeDocument/2006/relationships/oleObject" Target="../embeddings/oleObject1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16.wmf"/><Relationship Id="rId24" Type="http://schemas.openxmlformats.org/officeDocument/2006/relationships/oleObject" Target="../embeddings/oleObject122.bin"/><Relationship Id="rId5" Type="http://schemas.openxmlformats.org/officeDocument/2006/relationships/image" Target="../media/image113.wmf"/><Relationship Id="rId15" Type="http://schemas.openxmlformats.org/officeDocument/2006/relationships/image" Target="../media/image118.wmf"/><Relationship Id="rId23" Type="http://schemas.openxmlformats.org/officeDocument/2006/relationships/image" Target="../media/image122.wmf"/><Relationship Id="rId10" Type="http://schemas.openxmlformats.org/officeDocument/2006/relationships/oleObject" Target="../embeddings/oleObject115.bin"/><Relationship Id="rId19" Type="http://schemas.openxmlformats.org/officeDocument/2006/relationships/image" Target="../media/image120.w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15.wmf"/><Relationship Id="rId14" Type="http://schemas.openxmlformats.org/officeDocument/2006/relationships/oleObject" Target="../embeddings/oleObject117.bin"/><Relationship Id="rId22" Type="http://schemas.openxmlformats.org/officeDocument/2006/relationships/oleObject" Target="../embeddings/oleObject12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29.wmf"/><Relationship Id="rId18" Type="http://schemas.openxmlformats.org/officeDocument/2006/relationships/oleObject" Target="../embeddings/oleObject131.bin"/><Relationship Id="rId3" Type="http://schemas.openxmlformats.org/officeDocument/2006/relationships/image" Target="../media/image124.wmf"/><Relationship Id="rId7" Type="http://schemas.openxmlformats.org/officeDocument/2006/relationships/image" Target="../media/image126.w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131.wmf"/><Relationship Id="rId2" Type="http://schemas.openxmlformats.org/officeDocument/2006/relationships/oleObject" Target="../embeddings/oleObject123.bin"/><Relationship Id="rId16" Type="http://schemas.openxmlformats.org/officeDocument/2006/relationships/oleObject" Target="../embeddings/oleObject1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28.wmf"/><Relationship Id="rId5" Type="http://schemas.openxmlformats.org/officeDocument/2006/relationships/image" Target="../media/image125.wmf"/><Relationship Id="rId15" Type="http://schemas.openxmlformats.org/officeDocument/2006/relationships/image" Target="../media/image130.wmf"/><Relationship Id="rId10" Type="http://schemas.openxmlformats.org/officeDocument/2006/relationships/oleObject" Target="../embeddings/oleObject127.bin"/><Relationship Id="rId19" Type="http://schemas.openxmlformats.org/officeDocument/2006/relationships/image" Target="../media/image132.wmf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27.wmf"/><Relationship Id="rId14" Type="http://schemas.openxmlformats.org/officeDocument/2006/relationships/oleObject" Target="../embeddings/oleObject12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3" Type="http://schemas.openxmlformats.org/officeDocument/2006/relationships/image" Target="../media/image133.wmf"/><Relationship Id="rId7" Type="http://schemas.openxmlformats.org/officeDocument/2006/relationships/image" Target="../media/image135.wmf"/><Relationship Id="rId2" Type="http://schemas.openxmlformats.org/officeDocument/2006/relationships/oleObject" Target="../embeddings/oleObject1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37.png"/><Relationship Id="rId5" Type="http://schemas.openxmlformats.org/officeDocument/2006/relationships/image" Target="../media/image134.wmf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3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image" Target="../media/image142.wmf"/><Relationship Id="rId3" Type="http://schemas.openxmlformats.org/officeDocument/2006/relationships/image" Target="../media/image137.wmf"/><Relationship Id="rId7" Type="http://schemas.openxmlformats.org/officeDocument/2006/relationships/image" Target="../media/image139.wmf"/><Relationship Id="rId12" Type="http://schemas.openxmlformats.org/officeDocument/2006/relationships/oleObject" Target="../embeddings/oleObject141.bin"/><Relationship Id="rId2" Type="http://schemas.openxmlformats.org/officeDocument/2006/relationships/oleObject" Target="../embeddings/oleObject1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41.wmf"/><Relationship Id="rId5" Type="http://schemas.openxmlformats.org/officeDocument/2006/relationships/image" Target="../media/image138.wmf"/><Relationship Id="rId15" Type="http://schemas.openxmlformats.org/officeDocument/2006/relationships/image" Target="../media/image143.wmf"/><Relationship Id="rId10" Type="http://schemas.openxmlformats.org/officeDocument/2006/relationships/oleObject" Target="../embeddings/oleObject140.bin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40.wmf"/><Relationship Id="rId14" Type="http://schemas.openxmlformats.org/officeDocument/2006/relationships/oleObject" Target="../embeddings/oleObject14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148.wmf"/><Relationship Id="rId18" Type="http://schemas.openxmlformats.org/officeDocument/2006/relationships/oleObject" Target="../embeddings/oleObject151.bin"/><Relationship Id="rId3" Type="http://schemas.openxmlformats.org/officeDocument/2006/relationships/image" Target="../media/image144.wmf"/><Relationship Id="rId7" Type="http://schemas.openxmlformats.org/officeDocument/2006/relationships/image" Target="../media/image145.wmf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50.wmf"/><Relationship Id="rId2" Type="http://schemas.openxmlformats.org/officeDocument/2006/relationships/oleObject" Target="../embeddings/oleObject143.bin"/><Relationship Id="rId16" Type="http://schemas.openxmlformats.org/officeDocument/2006/relationships/oleObject" Target="../embeddings/oleObject1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47.wmf"/><Relationship Id="rId5" Type="http://schemas.openxmlformats.org/officeDocument/2006/relationships/image" Target="../media/image138.wmf"/><Relationship Id="rId15" Type="http://schemas.openxmlformats.org/officeDocument/2006/relationships/image" Target="../media/image149.wmf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151.w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46.wmf"/><Relationship Id="rId14" Type="http://schemas.openxmlformats.org/officeDocument/2006/relationships/oleObject" Target="../embeddings/oleObject14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3.wmf"/><Relationship Id="rId4" Type="http://schemas.openxmlformats.org/officeDocument/2006/relationships/oleObject" Target="../embeddings/oleObject15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3" Type="http://schemas.openxmlformats.org/officeDocument/2006/relationships/image" Target="../media/image154.wmf"/><Relationship Id="rId7" Type="http://schemas.openxmlformats.org/officeDocument/2006/relationships/image" Target="../media/image156.wmf"/><Relationship Id="rId2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58.wmf"/><Relationship Id="rId5" Type="http://schemas.openxmlformats.org/officeDocument/2006/relationships/image" Target="../media/image155.wmf"/><Relationship Id="rId10" Type="http://schemas.openxmlformats.org/officeDocument/2006/relationships/oleObject" Target="../embeddings/oleObject158.bin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5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13" Type="http://schemas.openxmlformats.org/officeDocument/2006/relationships/image" Target="../media/image164.wmf"/><Relationship Id="rId3" Type="http://schemas.openxmlformats.org/officeDocument/2006/relationships/image" Target="../media/image159.wmf"/><Relationship Id="rId7" Type="http://schemas.openxmlformats.org/officeDocument/2006/relationships/image" Target="../media/image161.wmf"/><Relationship Id="rId12" Type="http://schemas.openxmlformats.org/officeDocument/2006/relationships/oleObject" Target="../embeddings/oleObject164.bin"/><Relationship Id="rId2" Type="http://schemas.openxmlformats.org/officeDocument/2006/relationships/oleObject" Target="../embeddings/oleObject1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163.wmf"/><Relationship Id="rId5" Type="http://schemas.openxmlformats.org/officeDocument/2006/relationships/image" Target="../media/image160.wmf"/><Relationship Id="rId10" Type="http://schemas.openxmlformats.org/officeDocument/2006/relationships/oleObject" Target="../embeddings/oleObject163.bin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6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3" Type="http://schemas.openxmlformats.org/officeDocument/2006/relationships/image" Target="../media/image165.emf"/><Relationship Id="rId7" Type="http://schemas.openxmlformats.org/officeDocument/2006/relationships/image" Target="../media/image167.emf"/><Relationship Id="rId2" Type="http://schemas.openxmlformats.org/officeDocument/2006/relationships/oleObject" Target="../embeddings/oleObject1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69.emf"/><Relationship Id="rId5" Type="http://schemas.openxmlformats.org/officeDocument/2006/relationships/image" Target="../media/image166.emf"/><Relationship Id="rId10" Type="http://schemas.openxmlformats.org/officeDocument/2006/relationships/oleObject" Target="../embeddings/oleObject169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68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13" Type="http://schemas.openxmlformats.org/officeDocument/2006/relationships/image" Target="../media/image175.wmf"/><Relationship Id="rId3" Type="http://schemas.openxmlformats.org/officeDocument/2006/relationships/image" Target="../media/image170.emf"/><Relationship Id="rId7" Type="http://schemas.openxmlformats.org/officeDocument/2006/relationships/image" Target="../media/image172.wmf"/><Relationship Id="rId12" Type="http://schemas.openxmlformats.org/officeDocument/2006/relationships/oleObject" Target="../embeddings/oleObject175.bin"/><Relationship Id="rId2" Type="http://schemas.openxmlformats.org/officeDocument/2006/relationships/oleObject" Target="../embeddings/oleObject17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2.bin"/><Relationship Id="rId11" Type="http://schemas.openxmlformats.org/officeDocument/2006/relationships/image" Target="../media/image174.wmf"/><Relationship Id="rId5" Type="http://schemas.openxmlformats.org/officeDocument/2006/relationships/image" Target="../media/image171.wmf"/><Relationship Id="rId15" Type="http://schemas.openxmlformats.org/officeDocument/2006/relationships/image" Target="../media/image176.wmf"/><Relationship Id="rId10" Type="http://schemas.openxmlformats.org/officeDocument/2006/relationships/oleObject" Target="../embeddings/oleObject174.bin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173.wmf"/><Relationship Id="rId14" Type="http://schemas.openxmlformats.org/officeDocument/2006/relationships/oleObject" Target="../embeddings/oleObject176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13" Type="http://schemas.openxmlformats.org/officeDocument/2006/relationships/image" Target="../media/image182.wmf"/><Relationship Id="rId3" Type="http://schemas.openxmlformats.org/officeDocument/2006/relationships/image" Target="../media/image177.wmf"/><Relationship Id="rId7" Type="http://schemas.openxmlformats.org/officeDocument/2006/relationships/image" Target="../media/image179.wmf"/><Relationship Id="rId12" Type="http://schemas.openxmlformats.org/officeDocument/2006/relationships/oleObject" Target="../embeddings/oleObject182.bin"/><Relationship Id="rId17" Type="http://schemas.openxmlformats.org/officeDocument/2006/relationships/image" Target="../media/image184.wmf"/><Relationship Id="rId2" Type="http://schemas.openxmlformats.org/officeDocument/2006/relationships/oleObject" Target="../embeddings/oleObject177.bin"/><Relationship Id="rId16" Type="http://schemas.openxmlformats.org/officeDocument/2006/relationships/oleObject" Target="../embeddings/oleObject1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9.bin"/><Relationship Id="rId11" Type="http://schemas.openxmlformats.org/officeDocument/2006/relationships/image" Target="../media/image181.wmf"/><Relationship Id="rId5" Type="http://schemas.openxmlformats.org/officeDocument/2006/relationships/image" Target="../media/image178.wmf"/><Relationship Id="rId15" Type="http://schemas.openxmlformats.org/officeDocument/2006/relationships/image" Target="../media/image183.emf"/><Relationship Id="rId10" Type="http://schemas.openxmlformats.org/officeDocument/2006/relationships/oleObject" Target="../embeddings/oleObject181.bin"/><Relationship Id="rId4" Type="http://schemas.openxmlformats.org/officeDocument/2006/relationships/oleObject" Target="../embeddings/oleObject178.bin"/><Relationship Id="rId9" Type="http://schemas.openxmlformats.org/officeDocument/2006/relationships/image" Target="../media/image180.wmf"/><Relationship Id="rId14" Type="http://schemas.openxmlformats.org/officeDocument/2006/relationships/oleObject" Target="../embeddings/oleObject18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13" Type="http://schemas.openxmlformats.org/officeDocument/2006/relationships/image" Target="../media/image190.wmf"/><Relationship Id="rId3" Type="http://schemas.openxmlformats.org/officeDocument/2006/relationships/image" Target="../media/image185.wmf"/><Relationship Id="rId7" Type="http://schemas.openxmlformats.org/officeDocument/2006/relationships/image" Target="../media/image187.wmf"/><Relationship Id="rId12" Type="http://schemas.openxmlformats.org/officeDocument/2006/relationships/oleObject" Target="../embeddings/oleObject190.bin"/><Relationship Id="rId2" Type="http://schemas.openxmlformats.org/officeDocument/2006/relationships/oleObject" Target="../embeddings/oleObject18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7.bin"/><Relationship Id="rId11" Type="http://schemas.openxmlformats.org/officeDocument/2006/relationships/image" Target="../media/image189.wmf"/><Relationship Id="rId5" Type="http://schemas.openxmlformats.org/officeDocument/2006/relationships/image" Target="../media/image186.wmf"/><Relationship Id="rId10" Type="http://schemas.openxmlformats.org/officeDocument/2006/relationships/oleObject" Target="../embeddings/oleObject189.bin"/><Relationship Id="rId4" Type="http://schemas.openxmlformats.org/officeDocument/2006/relationships/oleObject" Target="../embeddings/oleObject186.bin"/><Relationship Id="rId9" Type="http://schemas.openxmlformats.org/officeDocument/2006/relationships/image" Target="../media/image188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wmf"/><Relationship Id="rId7" Type="http://schemas.openxmlformats.org/officeDocument/2006/relationships/image" Target="../media/image193.wmf"/><Relationship Id="rId2" Type="http://schemas.openxmlformats.org/officeDocument/2006/relationships/oleObject" Target="../embeddings/oleObject1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3.bin"/><Relationship Id="rId5" Type="http://schemas.openxmlformats.org/officeDocument/2006/relationships/image" Target="../media/image192.wmf"/><Relationship Id="rId4" Type="http://schemas.openxmlformats.org/officeDocument/2006/relationships/oleObject" Target="../embeddings/oleObject19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13" Type="http://schemas.openxmlformats.org/officeDocument/2006/relationships/image" Target="../media/image199.wmf"/><Relationship Id="rId18" Type="http://schemas.openxmlformats.org/officeDocument/2006/relationships/oleObject" Target="../embeddings/oleObject202.bin"/><Relationship Id="rId3" Type="http://schemas.openxmlformats.org/officeDocument/2006/relationships/image" Target="../media/image194.wmf"/><Relationship Id="rId7" Type="http://schemas.openxmlformats.org/officeDocument/2006/relationships/image" Target="../media/image196.wmf"/><Relationship Id="rId12" Type="http://schemas.openxmlformats.org/officeDocument/2006/relationships/oleObject" Target="../embeddings/oleObject199.bin"/><Relationship Id="rId17" Type="http://schemas.openxmlformats.org/officeDocument/2006/relationships/image" Target="../media/image201.wmf"/><Relationship Id="rId2" Type="http://schemas.openxmlformats.org/officeDocument/2006/relationships/oleObject" Target="../embeddings/oleObject194.bin"/><Relationship Id="rId16" Type="http://schemas.openxmlformats.org/officeDocument/2006/relationships/oleObject" Target="../embeddings/oleObject2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198.wmf"/><Relationship Id="rId5" Type="http://schemas.openxmlformats.org/officeDocument/2006/relationships/image" Target="../media/image195.wmf"/><Relationship Id="rId15" Type="http://schemas.openxmlformats.org/officeDocument/2006/relationships/image" Target="../media/image200.wmf"/><Relationship Id="rId10" Type="http://schemas.openxmlformats.org/officeDocument/2006/relationships/oleObject" Target="../embeddings/oleObject198.bin"/><Relationship Id="rId19" Type="http://schemas.openxmlformats.org/officeDocument/2006/relationships/image" Target="../media/image202.wmf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197.wmf"/><Relationship Id="rId14" Type="http://schemas.openxmlformats.org/officeDocument/2006/relationships/oleObject" Target="../embeddings/oleObject200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13" Type="http://schemas.openxmlformats.org/officeDocument/2006/relationships/image" Target="../media/image208.wmf"/><Relationship Id="rId18" Type="http://schemas.openxmlformats.org/officeDocument/2006/relationships/oleObject" Target="../embeddings/oleObject211.bin"/><Relationship Id="rId3" Type="http://schemas.openxmlformats.org/officeDocument/2006/relationships/image" Target="../media/image203.wmf"/><Relationship Id="rId21" Type="http://schemas.openxmlformats.org/officeDocument/2006/relationships/image" Target="../media/image212.wmf"/><Relationship Id="rId7" Type="http://schemas.openxmlformats.org/officeDocument/2006/relationships/image" Target="../media/image205.wmf"/><Relationship Id="rId12" Type="http://schemas.openxmlformats.org/officeDocument/2006/relationships/oleObject" Target="../embeddings/oleObject208.bin"/><Relationship Id="rId17" Type="http://schemas.openxmlformats.org/officeDocument/2006/relationships/image" Target="../media/image210.wmf"/><Relationship Id="rId2" Type="http://schemas.openxmlformats.org/officeDocument/2006/relationships/oleObject" Target="../embeddings/oleObject203.bin"/><Relationship Id="rId16" Type="http://schemas.openxmlformats.org/officeDocument/2006/relationships/oleObject" Target="../embeddings/oleObject210.bin"/><Relationship Id="rId20" Type="http://schemas.openxmlformats.org/officeDocument/2006/relationships/oleObject" Target="../embeddings/oleObject2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5.bin"/><Relationship Id="rId11" Type="http://schemas.openxmlformats.org/officeDocument/2006/relationships/image" Target="../media/image207.wmf"/><Relationship Id="rId5" Type="http://schemas.openxmlformats.org/officeDocument/2006/relationships/image" Target="../media/image204.wmf"/><Relationship Id="rId15" Type="http://schemas.openxmlformats.org/officeDocument/2006/relationships/image" Target="../media/image209.wmf"/><Relationship Id="rId23" Type="http://schemas.openxmlformats.org/officeDocument/2006/relationships/image" Target="../media/image213.wmf"/><Relationship Id="rId10" Type="http://schemas.openxmlformats.org/officeDocument/2006/relationships/oleObject" Target="../embeddings/oleObject207.bin"/><Relationship Id="rId19" Type="http://schemas.openxmlformats.org/officeDocument/2006/relationships/image" Target="../media/image211.wmf"/><Relationship Id="rId4" Type="http://schemas.openxmlformats.org/officeDocument/2006/relationships/oleObject" Target="../embeddings/oleObject204.bin"/><Relationship Id="rId9" Type="http://schemas.openxmlformats.org/officeDocument/2006/relationships/image" Target="../media/image206.wmf"/><Relationship Id="rId14" Type="http://schemas.openxmlformats.org/officeDocument/2006/relationships/oleObject" Target="../embeddings/oleObject209.bin"/><Relationship Id="rId22" Type="http://schemas.openxmlformats.org/officeDocument/2006/relationships/oleObject" Target="../embeddings/oleObject21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7.bin"/><Relationship Id="rId3" Type="http://schemas.openxmlformats.org/officeDocument/2006/relationships/image" Target="../media/image214.emf"/><Relationship Id="rId7" Type="http://schemas.openxmlformats.org/officeDocument/2006/relationships/image" Target="../media/image216.wmf"/><Relationship Id="rId2" Type="http://schemas.openxmlformats.org/officeDocument/2006/relationships/oleObject" Target="../embeddings/oleObject2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6.bin"/><Relationship Id="rId11" Type="http://schemas.openxmlformats.org/officeDocument/2006/relationships/image" Target="../media/image218.wmf"/><Relationship Id="rId5" Type="http://schemas.openxmlformats.org/officeDocument/2006/relationships/image" Target="../media/image215.wmf"/><Relationship Id="rId10" Type="http://schemas.openxmlformats.org/officeDocument/2006/relationships/oleObject" Target="../embeddings/oleObject218.bin"/><Relationship Id="rId4" Type="http://schemas.openxmlformats.org/officeDocument/2006/relationships/oleObject" Target="../embeddings/oleObject215.bin"/><Relationship Id="rId9" Type="http://schemas.openxmlformats.org/officeDocument/2006/relationships/image" Target="../media/image217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2.bin"/><Relationship Id="rId13" Type="http://schemas.openxmlformats.org/officeDocument/2006/relationships/oleObject" Target="../embeddings/oleObject225.bin"/><Relationship Id="rId3" Type="http://schemas.openxmlformats.org/officeDocument/2006/relationships/image" Target="../media/image219.wmf"/><Relationship Id="rId7" Type="http://schemas.openxmlformats.org/officeDocument/2006/relationships/image" Target="../media/image221.wmf"/><Relationship Id="rId12" Type="http://schemas.openxmlformats.org/officeDocument/2006/relationships/image" Target="../media/image223.wmf"/><Relationship Id="rId2" Type="http://schemas.openxmlformats.org/officeDocument/2006/relationships/oleObject" Target="../embeddings/oleObject2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1.bin"/><Relationship Id="rId11" Type="http://schemas.openxmlformats.org/officeDocument/2006/relationships/oleObject" Target="../embeddings/oleObject224.bin"/><Relationship Id="rId5" Type="http://schemas.openxmlformats.org/officeDocument/2006/relationships/image" Target="../media/image220.wmf"/><Relationship Id="rId10" Type="http://schemas.openxmlformats.org/officeDocument/2006/relationships/oleObject" Target="../embeddings/oleObject223.bin"/><Relationship Id="rId4" Type="http://schemas.openxmlformats.org/officeDocument/2006/relationships/oleObject" Target="../embeddings/oleObject220.bin"/><Relationship Id="rId9" Type="http://schemas.openxmlformats.org/officeDocument/2006/relationships/image" Target="../media/image222.wmf"/><Relationship Id="rId14" Type="http://schemas.openxmlformats.org/officeDocument/2006/relationships/image" Target="../media/image22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9.bin"/><Relationship Id="rId13" Type="http://schemas.openxmlformats.org/officeDocument/2006/relationships/image" Target="../media/image230.wmf"/><Relationship Id="rId3" Type="http://schemas.openxmlformats.org/officeDocument/2006/relationships/image" Target="../media/image225.wmf"/><Relationship Id="rId7" Type="http://schemas.openxmlformats.org/officeDocument/2006/relationships/image" Target="../media/image227.wmf"/><Relationship Id="rId12" Type="http://schemas.openxmlformats.org/officeDocument/2006/relationships/oleObject" Target="../embeddings/oleObject231.bin"/><Relationship Id="rId17" Type="http://schemas.openxmlformats.org/officeDocument/2006/relationships/image" Target="../media/image232.wmf"/><Relationship Id="rId2" Type="http://schemas.openxmlformats.org/officeDocument/2006/relationships/oleObject" Target="../embeddings/oleObject226.bin"/><Relationship Id="rId16" Type="http://schemas.openxmlformats.org/officeDocument/2006/relationships/oleObject" Target="../embeddings/oleObject2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8.bin"/><Relationship Id="rId11" Type="http://schemas.openxmlformats.org/officeDocument/2006/relationships/image" Target="../media/image229.wmf"/><Relationship Id="rId5" Type="http://schemas.openxmlformats.org/officeDocument/2006/relationships/image" Target="../media/image226.wmf"/><Relationship Id="rId15" Type="http://schemas.openxmlformats.org/officeDocument/2006/relationships/image" Target="../media/image231.wmf"/><Relationship Id="rId10" Type="http://schemas.openxmlformats.org/officeDocument/2006/relationships/oleObject" Target="../embeddings/oleObject230.bin"/><Relationship Id="rId4" Type="http://schemas.openxmlformats.org/officeDocument/2006/relationships/oleObject" Target="../embeddings/oleObject227.bin"/><Relationship Id="rId9" Type="http://schemas.openxmlformats.org/officeDocument/2006/relationships/image" Target="../media/image228.wmf"/><Relationship Id="rId14" Type="http://schemas.openxmlformats.org/officeDocument/2006/relationships/oleObject" Target="../embeddings/oleObject23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13" Type="http://schemas.openxmlformats.org/officeDocument/2006/relationships/image" Target="../media/image238.wmf"/><Relationship Id="rId18" Type="http://schemas.openxmlformats.org/officeDocument/2006/relationships/oleObject" Target="../embeddings/oleObject242.bin"/><Relationship Id="rId26" Type="http://schemas.openxmlformats.org/officeDocument/2006/relationships/oleObject" Target="../embeddings/oleObject246.bin"/><Relationship Id="rId3" Type="http://schemas.openxmlformats.org/officeDocument/2006/relationships/image" Target="../media/image233.wmf"/><Relationship Id="rId21" Type="http://schemas.openxmlformats.org/officeDocument/2006/relationships/image" Target="../media/image242.wmf"/><Relationship Id="rId7" Type="http://schemas.openxmlformats.org/officeDocument/2006/relationships/image" Target="../media/image235.wmf"/><Relationship Id="rId12" Type="http://schemas.openxmlformats.org/officeDocument/2006/relationships/oleObject" Target="../embeddings/oleObject239.bin"/><Relationship Id="rId17" Type="http://schemas.openxmlformats.org/officeDocument/2006/relationships/image" Target="../media/image240.wmf"/><Relationship Id="rId25" Type="http://schemas.openxmlformats.org/officeDocument/2006/relationships/image" Target="../media/image244.wmf"/><Relationship Id="rId2" Type="http://schemas.openxmlformats.org/officeDocument/2006/relationships/oleObject" Target="../embeddings/oleObject234.bin"/><Relationship Id="rId16" Type="http://schemas.openxmlformats.org/officeDocument/2006/relationships/oleObject" Target="../embeddings/oleObject241.bin"/><Relationship Id="rId20" Type="http://schemas.openxmlformats.org/officeDocument/2006/relationships/oleObject" Target="../embeddings/oleObject243.bin"/><Relationship Id="rId29" Type="http://schemas.openxmlformats.org/officeDocument/2006/relationships/image" Target="../media/image24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6.bin"/><Relationship Id="rId11" Type="http://schemas.openxmlformats.org/officeDocument/2006/relationships/image" Target="../media/image237.wmf"/><Relationship Id="rId24" Type="http://schemas.openxmlformats.org/officeDocument/2006/relationships/oleObject" Target="../embeddings/oleObject245.bin"/><Relationship Id="rId5" Type="http://schemas.openxmlformats.org/officeDocument/2006/relationships/image" Target="../media/image234.wmf"/><Relationship Id="rId15" Type="http://schemas.openxmlformats.org/officeDocument/2006/relationships/image" Target="../media/image239.wmf"/><Relationship Id="rId23" Type="http://schemas.openxmlformats.org/officeDocument/2006/relationships/image" Target="../media/image243.wmf"/><Relationship Id="rId28" Type="http://schemas.openxmlformats.org/officeDocument/2006/relationships/oleObject" Target="../embeddings/oleObject247.bin"/><Relationship Id="rId10" Type="http://schemas.openxmlformats.org/officeDocument/2006/relationships/oleObject" Target="../embeddings/oleObject238.bin"/><Relationship Id="rId19" Type="http://schemas.openxmlformats.org/officeDocument/2006/relationships/image" Target="../media/image241.wmf"/><Relationship Id="rId31" Type="http://schemas.openxmlformats.org/officeDocument/2006/relationships/image" Target="../media/image247.wmf"/><Relationship Id="rId4" Type="http://schemas.openxmlformats.org/officeDocument/2006/relationships/oleObject" Target="../embeddings/oleObject235.bin"/><Relationship Id="rId9" Type="http://schemas.openxmlformats.org/officeDocument/2006/relationships/image" Target="../media/image236.wmf"/><Relationship Id="rId14" Type="http://schemas.openxmlformats.org/officeDocument/2006/relationships/oleObject" Target="../embeddings/oleObject240.bin"/><Relationship Id="rId22" Type="http://schemas.openxmlformats.org/officeDocument/2006/relationships/oleObject" Target="../embeddings/oleObject244.bin"/><Relationship Id="rId27" Type="http://schemas.openxmlformats.org/officeDocument/2006/relationships/image" Target="../media/image245.wmf"/><Relationship Id="rId30" Type="http://schemas.openxmlformats.org/officeDocument/2006/relationships/oleObject" Target="../embeddings/oleObject24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2.bin"/><Relationship Id="rId13" Type="http://schemas.openxmlformats.org/officeDocument/2006/relationships/image" Target="../media/image253.wmf"/><Relationship Id="rId3" Type="http://schemas.openxmlformats.org/officeDocument/2006/relationships/image" Target="../media/image248.wmf"/><Relationship Id="rId7" Type="http://schemas.openxmlformats.org/officeDocument/2006/relationships/image" Target="../media/image250.wmf"/><Relationship Id="rId12" Type="http://schemas.openxmlformats.org/officeDocument/2006/relationships/oleObject" Target="../embeddings/oleObject254.bin"/><Relationship Id="rId17" Type="http://schemas.openxmlformats.org/officeDocument/2006/relationships/image" Target="../media/image255.wmf"/><Relationship Id="rId2" Type="http://schemas.openxmlformats.org/officeDocument/2006/relationships/oleObject" Target="../embeddings/oleObject249.bin"/><Relationship Id="rId16" Type="http://schemas.openxmlformats.org/officeDocument/2006/relationships/oleObject" Target="../embeddings/oleObject2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1.bin"/><Relationship Id="rId11" Type="http://schemas.openxmlformats.org/officeDocument/2006/relationships/image" Target="../media/image252.wmf"/><Relationship Id="rId5" Type="http://schemas.openxmlformats.org/officeDocument/2006/relationships/image" Target="../media/image249.wmf"/><Relationship Id="rId15" Type="http://schemas.openxmlformats.org/officeDocument/2006/relationships/image" Target="../media/image254.wmf"/><Relationship Id="rId10" Type="http://schemas.openxmlformats.org/officeDocument/2006/relationships/oleObject" Target="../embeddings/oleObject253.bin"/><Relationship Id="rId4" Type="http://schemas.openxmlformats.org/officeDocument/2006/relationships/oleObject" Target="../embeddings/oleObject250.bin"/><Relationship Id="rId9" Type="http://schemas.openxmlformats.org/officeDocument/2006/relationships/image" Target="../media/image251.wmf"/><Relationship Id="rId14" Type="http://schemas.openxmlformats.org/officeDocument/2006/relationships/oleObject" Target="../embeddings/oleObject255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wmf"/><Relationship Id="rId2" Type="http://schemas.openxmlformats.org/officeDocument/2006/relationships/oleObject" Target="../embeddings/oleObject257.bin"/><Relationship Id="rId1" Type="http://schemas.openxmlformats.org/officeDocument/2006/relationships/slideLayout" Target="../slideLayouts/slideLayout7.xml"/><Relationship Id="rId6" Type="http://schemas.openxmlformats.org/officeDocument/2006/relationships/slide" Target="slide40.xml"/><Relationship Id="rId5" Type="http://schemas.openxmlformats.org/officeDocument/2006/relationships/image" Target="../media/image257.wmf"/><Relationship Id="rId4" Type="http://schemas.openxmlformats.org/officeDocument/2006/relationships/oleObject" Target="../embeddings/oleObject258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emf"/><Relationship Id="rId2" Type="http://schemas.openxmlformats.org/officeDocument/2006/relationships/oleObject" Target="../embeddings/oleObject25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9.wmf"/><Relationship Id="rId5" Type="http://schemas.openxmlformats.org/officeDocument/2006/relationships/oleObject" Target="../embeddings/oleObject260.bin"/><Relationship Id="rId4" Type="http://schemas.openxmlformats.org/officeDocument/2006/relationships/slide" Target="slide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1.bin"/><Relationship Id="rId2" Type="http://schemas.openxmlformats.org/officeDocument/2006/relationships/slide" Target="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1.wmf"/><Relationship Id="rId5" Type="http://schemas.openxmlformats.org/officeDocument/2006/relationships/oleObject" Target="../embeddings/oleObject262.bin"/><Relationship Id="rId4" Type="http://schemas.openxmlformats.org/officeDocument/2006/relationships/image" Target="../media/image260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6.bin"/><Relationship Id="rId13" Type="http://schemas.openxmlformats.org/officeDocument/2006/relationships/image" Target="../media/image267.wmf"/><Relationship Id="rId3" Type="http://schemas.openxmlformats.org/officeDocument/2006/relationships/image" Target="../media/image262.emf"/><Relationship Id="rId7" Type="http://schemas.openxmlformats.org/officeDocument/2006/relationships/image" Target="../media/image264.emf"/><Relationship Id="rId12" Type="http://schemas.openxmlformats.org/officeDocument/2006/relationships/oleObject" Target="../embeddings/oleObject268.bin"/><Relationship Id="rId17" Type="http://schemas.openxmlformats.org/officeDocument/2006/relationships/image" Target="../media/image269.wmf"/><Relationship Id="rId2" Type="http://schemas.openxmlformats.org/officeDocument/2006/relationships/oleObject" Target="../embeddings/oleObject263.bin"/><Relationship Id="rId16" Type="http://schemas.openxmlformats.org/officeDocument/2006/relationships/oleObject" Target="../embeddings/oleObject2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5.bin"/><Relationship Id="rId11" Type="http://schemas.openxmlformats.org/officeDocument/2006/relationships/image" Target="../media/image266.wmf"/><Relationship Id="rId5" Type="http://schemas.openxmlformats.org/officeDocument/2006/relationships/image" Target="../media/image263.emf"/><Relationship Id="rId15" Type="http://schemas.openxmlformats.org/officeDocument/2006/relationships/image" Target="../media/image268.wmf"/><Relationship Id="rId10" Type="http://schemas.openxmlformats.org/officeDocument/2006/relationships/oleObject" Target="../embeddings/oleObject267.bin"/><Relationship Id="rId4" Type="http://schemas.openxmlformats.org/officeDocument/2006/relationships/oleObject" Target="../embeddings/oleObject264.bin"/><Relationship Id="rId9" Type="http://schemas.openxmlformats.org/officeDocument/2006/relationships/image" Target="../media/image265.wmf"/><Relationship Id="rId14" Type="http://schemas.openxmlformats.org/officeDocument/2006/relationships/oleObject" Target="../embeddings/oleObject269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4.bin"/><Relationship Id="rId3" Type="http://schemas.openxmlformats.org/officeDocument/2006/relationships/image" Target="../media/image270.emf"/><Relationship Id="rId7" Type="http://schemas.openxmlformats.org/officeDocument/2006/relationships/image" Target="../media/image272.emf"/><Relationship Id="rId2" Type="http://schemas.openxmlformats.org/officeDocument/2006/relationships/oleObject" Target="../embeddings/oleObject2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3.bin"/><Relationship Id="rId5" Type="http://schemas.openxmlformats.org/officeDocument/2006/relationships/image" Target="../media/image271.emf"/><Relationship Id="rId4" Type="http://schemas.openxmlformats.org/officeDocument/2006/relationships/oleObject" Target="../embeddings/oleObject272.bin"/><Relationship Id="rId9" Type="http://schemas.openxmlformats.org/officeDocument/2006/relationships/image" Target="../media/image273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8.bin"/><Relationship Id="rId13" Type="http://schemas.openxmlformats.org/officeDocument/2006/relationships/image" Target="../media/image279.emf"/><Relationship Id="rId18" Type="http://schemas.openxmlformats.org/officeDocument/2006/relationships/oleObject" Target="../embeddings/oleObject283.bin"/><Relationship Id="rId3" Type="http://schemas.openxmlformats.org/officeDocument/2006/relationships/image" Target="../media/image274.emf"/><Relationship Id="rId7" Type="http://schemas.openxmlformats.org/officeDocument/2006/relationships/image" Target="../media/image276.emf"/><Relationship Id="rId12" Type="http://schemas.openxmlformats.org/officeDocument/2006/relationships/oleObject" Target="../embeddings/oleObject280.bin"/><Relationship Id="rId17" Type="http://schemas.openxmlformats.org/officeDocument/2006/relationships/image" Target="../media/image281.emf"/><Relationship Id="rId2" Type="http://schemas.openxmlformats.org/officeDocument/2006/relationships/oleObject" Target="../embeddings/oleObject275.bin"/><Relationship Id="rId16" Type="http://schemas.openxmlformats.org/officeDocument/2006/relationships/oleObject" Target="../embeddings/oleObject28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7.bin"/><Relationship Id="rId11" Type="http://schemas.openxmlformats.org/officeDocument/2006/relationships/image" Target="../media/image278.emf"/><Relationship Id="rId5" Type="http://schemas.openxmlformats.org/officeDocument/2006/relationships/image" Target="../media/image275.emf"/><Relationship Id="rId15" Type="http://schemas.openxmlformats.org/officeDocument/2006/relationships/image" Target="../media/image280.emf"/><Relationship Id="rId10" Type="http://schemas.openxmlformats.org/officeDocument/2006/relationships/oleObject" Target="../embeddings/oleObject279.bin"/><Relationship Id="rId19" Type="http://schemas.openxmlformats.org/officeDocument/2006/relationships/image" Target="../media/image282.emf"/><Relationship Id="rId4" Type="http://schemas.openxmlformats.org/officeDocument/2006/relationships/oleObject" Target="../embeddings/oleObject276.bin"/><Relationship Id="rId9" Type="http://schemas.openxmlformats.org/officeDocument/2006/relationships/image" Target="../media/image277.wmf"/><Relationship Id="rId14" Type="http://schemas.openxmlformats.org/officeDocument/2006/relationships/oleObject" Target="../embeddings/oleObject281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7.bin"/><Relationship Id="rId13" Type="http://schemas.openxmlformats.org/officeDocument/2006/relationships/image" Target="../media/image288.wmf"/><Relationship Id="rId3" Type="http://schemas.openxmlformats.org/officeDocument/2006/relationships/image" Target="../media/image283.emf"/><Relationship Id="rId7" Type="http://schemas.openxmlformats.org/officeDocument/2006/relationships/image" Target="../media/image285.wmf"/><Relationship Id="rId12" Type="http://schemas.openxmlformats.org/officeDocument/2006/relationships/oleObject" Target="../embeddings/oleObject289.bin"/><Relationship Id="rId2" Type="http://schemas.openxmlformats.org/officeDocument/2006/relationships/oleObject" Target="../embeddings/oleObject2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6.bin"/><Relationship Id="rId11" Type="http://schemas.openxmlformats.org/officeDocument/2006/relationships/image" Target="../media/image287.wmf"/><Relationship Id="rId5" Type="http://schemas.openxmlformats.org/officeDocument/2006/relationships/image" Target="../media/image284.wmf"/><Relationship Id="rId15" Type="http://schemas.openxmlformats.org/officeDocument/2006/relationships/image" Target="../media/image289.wmf"/><Relationship Id="rId10" Type="http://schemas.openxmlformats.org/officeDocument/2006/relationships/oleObject" Target="../embeddings/oleObject288.bin"/><Relationship Id="rId4" Type="http://schemas.openxmlformats.org/officeDocument/2006/relationships/oleObject" Target="../embeddings/oleObject285.bin"/><Relationship Id="rId9" Type="http://schemas.openxmlformats.org/officeDocument/2006/relationships/image" Target="../media/image286.wmf"/><Relationship Id="rId14" Type="http://schemas.openxmlformats.org/officeDocument/2006/relationships/oleObject" Target="../embeddings/oleObject290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4.bin"/><Relationship Id="rId13" Type="http://schemas.openxmlformats.org/officeDocument/2006/relationships/image" Target="../media/image295.wmf"/><Relationship Id="rId18" Type="http://schemas.openxmlformats.org/officeDocument/2006/relationships/oleObject" Target="../embeddings/oleObject299.bin"/><Relationship Id="rId3" Type="http://schemas.openxmlformats.org/officeDocument/2006/relationships/image" Target="../media/image290.emf"/><Relationship Id="rId7" Type="http://schemas.openxmlformats.org/officeDocument/2006/relationships/image" Target="../media/image292.wmf"/><Relationship Id="rId12" Type="http://schemas.openxmlformats.org/officeDocument/2006/relationships/oleObject" Target="../embeddings/oleObject296.bin"/><Relationship Id="rId17" Type="http://schemas.openxmlformats.org/officeDocument/2006/relationships/image" Target="../media/image297.wmf"/><Relationship Id="rId2" Type="http://schemas.openxmlformats.org/officeDocument/2006/relationships/oleObject" Target="../embeddings/oleObject291.bin"/><Relationship Id="rId16" Type="http://schemas.openxmlformats.org/officeDocument/2006/relationships/oleObject" Target="../embeddings/oleObject2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3.bin"/><Relationship Id="rId11" Type="http://schemas.openxmlformats.org/officeDocument/2006/relationships/image" Target="../media/image294.wmf"/><Relationship Id="rId5" Type="http://schemas.openxmlformats.org/officeDocument/2006/relationships/image" Target="../media/image291.wmf"/><Relationship Id="rId15" Type="http://schemas.openxmlformats.org/officeDocument/2006/relationships/image" Target="../media/image296.wmf"/><Relationship Id="rId10" Type="http://schemas.openxmlformats.org/officeDocument/2006/relationships/oleObject" Target="../embeddings/oleObject295.bin"/><Relationship Id="rId19" Type="http://schemas.openxmlformats.org/officeDocument/2006/relationships/image" Target="../media/image298.wmf"/><Relationship Id="rId4" Type="http://schemas.openxmlformats.org/officeDocument/2006/relationships/oleObject" Target="../embeddings/oleObject292.bin"/><Relationship Id="rId9" Type="http://schemas.openxmlformats.org/officeDocument/2006/relationships/image" Target="../media/image293.wmf"/><Relationship Id="rId14" Type="http://schemas.openxmlformats.org/officeDocument/2006/relationships/oleObject" Target="../embeddings/oleObject297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3.bin"/><Relationship Id="rId13" Type="http://schemas.openxmlformats.org/officeDocument/2006/relationships/image" Target="../media/image304.wmf"/><Relationship Id="rId18" Type="http://schemas.openxmlformats.org/officeDocument/2006/relationships/oleObject" Target="../embeddings/oleObject308.bin"/><Relationship Id="rId3" Type="http://schemas.openxmlformats.org/officeDocument/2006/relationships/image" Target="../media/image299.wmf"/><Relationship Id="rId21" Type="http://schemas.openxmlformats.org/officeDocument/2006/relationships/image" Target="../media/image308.wmf"/><Relationship Id="rId7" Type="http://schemas.openxmlformats.org/officeDocument/2006/relationships/image" Target="../media/image301.wmf"/><Relationship Id="rId12" Type="http://schemas.openxmlformats.org/officeDocument/2006/relationships/oleObject" Target="../embeddings/oleObject305.bin"/><Relationship Id="rId17" Type="http://schemas.openxmlformats.org/officeDocument/2006/relationships/image" Target="../media/image306.wmf"/><Relationship Id="rId2" Type="http://schemas.openxmlformats.org/officeDocument/2006/relationships/oleObject" Target="../embeddings/oleObject300.bin"/><Relationship Id="rId16" Type="http://schemas.openxmlformats.org/officeDocument/2006/relationships/oleObject" Target="../embeddings/oleObject307.bin"/><Relationship Id="rId20" Type="http://schemas.openxmlformats.org/officeDocument/2006/relationships/oleObject" Target="../embeddings/oleObject30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2.bin"/><Relationship Id="rId11" Type="http://schemas.openxmlformats.org/officeDocument/2006/relationships/image" Target="../media/image303.wmf"/><Relationship Id="rId5" Type="http://schemas.openxmlformats.org/officeDocument/2006/relationships/image" Target="../media/image300.wmf"/><Relationship Id="rId15" Type="http://schemas.openxmlformats.org/officeDocument/2006/relationships/image" Target="../media/image305.wmf"/><Relationship Id="rId10" Type="http://schemas.openxmlformats.org/officeDocument/2006/relationships/oleObject" Target="../embeddings/oleObject304.bin"/><Relationship Id="rId19" Type="http://schemas.openxmlformats.org/officeDocument/2006/relationships/image" Target="../media/image307.wmf"/><Relationship Id="rId4" Type="http://schemas.openxmlformats.org/officeDocument/2006/relationships/oleObject" Target="../embeddings/oleObject301.bin"/><Relationship Id="rId9" Type="http://schemas.openxmlformats.org/officeDocument/2006/relationships/image" Target="../media/image302.wmf"/><Relationship Id="rId14" Type="http://schemas.openxmlformats.org/officeDocument/2006/relationships/oleObject" Target="../embeddings/oleObject306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3.bin"/><Relationship Id="rId13" Type="http://schemas.openxmlformats.org/officeDocument/2006/relationships/image" Target="../media/image314.wmf"/><Relationship Id="rId18" Type="http://schemas.openxmlformats.org/officeDocument/2006/relationships/oleObject" Target="../embeddings/oleObject318.bin"/><Relationship Id="rId3" Type="http://schemas.openxmlformats.org/officeDocument/2006/relationships/image" Target="../media/image309.wmf"/><Relationship Id="rId21" Type="http://schemas.openxmlformats.org/officeDocument/2006/relationships/image" Target="../media/image318.wmf"/><Relationship Id="rId7" Type="http://schemas.openxmlformats.org/officeDocument/2006/relationships/image" Target="../media/image311.wmf"/><Relationship Id="rId12" Type="http://schemas.openxmlformats.org/officeDocument/2006/relationships/oleObject" Target="../embeddings/oleObject315.bin"/><Relationship Id="rId17" Type="http://schemas.openxmlformats.org/officeDocument/2006/relationships/image" Target="../media/image316.wmf"/><Relationship Id="rId2" Type="http://schemas.openxmlformats.org/officeDocument/2006/relationships/oleObject" Target="../embeddings/oleObject310.bin"/><Relationship Id="rId16" Type="http://schemas.openxmlformats.org/officeDocument/2006/relationships/oleObject" Target="../embeddings/oleObject317.bin"/><Relationship Id="rId20" Type="http://schemas.openxmlformats.org/officeDocument/2006/relationships/oleObject" Target="../embeddings/oleObject3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2.bin"/><Relationship Id="rId11" Type="http://schemas.openxmlformats.org/officeDocument/2006/relationships/image" Target="../media/image313.wmf"/><Relationship Id="rId5" Type="http://schemas.openxmlformats.org/officeDocument/2006/relationships/image" Target="../media/image310.wmf"/><Relationship Id="rId15" Type="http://schemas.openxmlformats.org/officeDocument/2006/relationships/image" Target="../media/image315.wmf"/><Relationship Id="rId23" Type="http://schemas.openxmlformats.org/officeDocument/2006/relationships/image" Target="../media/image319.wmf"/><Relationship Id="rId10" Type="http://schemas.openxmlformats.org/officeDocument/2006/relationships/oleObject" Target="../embeddings/oleObject314.bin"/><Relationship Id="rId19" Type="http://schemas.openxmlformats.org/officeDocument/2006/relationships/image" Target="../media/image317.wmf"/><Relationship Id="rId4" Type="http://schemas.openxmlformats.org/officeDocument/2006/relationships/oleObject" Target="../embeddings/oleObject311.bin"/><Relationship Id="rId9" Type="http://schemas.openxmlformats.org/officeDocument/2006/relationships/image" Target="../media/image312.wmf"/><Relationship Id="rId14" Type="http://schemas.openxmlformats.org/officeDocument/2006/relationships/oleObject" Target="../embeddings/oleObject316.bin"/><Relationship Id="rId22" Type="http://schemas.openxmlformats.org/officeDocument/2006/relationships/oleObject" Target="../embeddings/oleObject320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4.bin"/><Relationship Id="rId13" Type="http://schemas.openxmlformats.org/officeDocument/2006/relationships/image" Target="../media/image325.wmf"/><Relationship Id="rId18" Type="http://schemas.openxmlformats.org/officeDocument/2006/relationships/oleObject" Target="../embeddings/oleObject329.bin"/><Relationship Id="rId3" Type="http://schemas.openxmlformats.org/officeDocument/2006/relationships/image" Target="../media/image320.wmf"/><Relationship Id="rId7" Type="http://schemas.openxmlformats.org/officeDocument/2006/relationships/image" Target="../media/image322.wmf"/><Relationship Id="rId12" Type="http://schemas.openxmlformats.org/officeDocument/2006/relationships/oleObject" Target="../embeddings/oleObject326.bin"/><Relationship Id="rId17" Type="http://schemas.openxmlformats.org/officeDocument/2006/relationships/image" Target="../media/image327.wmf"/><Relationship Id="rId2" Type="http://schemas.openxmlformats.org/officeDocument/2006/relationships/oleObject" Target="../embeddings/oleObject321.bin"/><Relationship Id="rId16" Type="http://schemas.openxmlformats.org/officeDocument/2006/relationships/oleObject" Target="../embeddings/oleObject3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3.bin"/><Relationship Id="rId11" Type="http://schemas.openxmlformats.org/officeDocument/2006/relationships/image" Target="../media/image324.wmf"/><Relationship Id="rId5" Type="http://schemas.openxmlformats.org/officeDocument/2006/relationships/image" Target="../media/image321.wmf"/><Relationship Id="rId15" Type="http://schemas.openxmlformats.org/officeDocument/2006/relationships/image" Target="../media/image326.wmf"/><Relationship Id="rId10" Type="http://schemas.openxmlformats.org/officeDocument/2006/relationships/oleObject" Target="../embeddings/oleObject325.bin"/><Relationship Id="rId19" Type="http://schemas.openxmlformats.org/officeDocument/2006/relationships/image" Target="../media/image328.wmf"/><Relationship Id="rId4" Type="http://schemas.openxmlformats.org/officeDocument/2006/relationships/oleObject" Target="../embeddings/oleObject322.bin"/><Relationship Id="rId9" Type="http://schemas.openxmlformats.org/officeDocument/2006/relationships/image" Target="../media/image323.wmf"/><Relationship Id="rId14" Type="http://schemas.openxmlformats.org/officeDocument/2006/relationships/oleObject" Target="../embeddings/oleObject327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3.bin"/><Relationship Id="rId3" Type="http://schemas.openxmlformats.org/officeDocument/2006/relationships/image" Target="../media/image329.emf"/><Relationship Id="rId7" Type="http://schemas.openxmlformats.org/officeDocument/2006/relationships/image" Target="../media/image331.wmf"/><Relationship Id="rId2" Type="http://schemas.openxmlformats.org/officeDocument/2006/relationships/oleObject" Target="../embeddings/oleObject3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2.bin"/><Relationship Id="rId5" Type="http://schemas.openxmlformats.org/officeDocument/2006/relationships/image" Target="../media/image330.wmf"/><Relationship Id="rId4" Type="http://schemas.openxmlformats.org/officeDocument/2006/relationships/oleObject" Target="../embeddings/oleObject331.bin"/><Relationship Id="rId9" Type="http://schemas.openxmlformats.org/officeDocument/2006/relationships/image" Target="../media/image33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Text Box 3"/>
          <p:cNvSpPr txBox="1">
            <a:spLocks noChangeArrowheads="1"/>
          </p:cNvSpPr>
          <p:nvPr/>
        </p:nvSpPr>
        <p:spPr bwMode="auto">
          <a:xfrm>
            <a:off x="3594371" y="2534504"/>
            <a:ext cx="47277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一、导数的四则运算</a:t>
            </a:r>
          </a:p>
        </p:txBody>
      </p:sp>
      <p:sp>
        <p:nvSpPr>
          <p:cNvPr id="199684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594371" y="3112945"/>
            <a:ext cx="50878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二、复合函数的求导法则</a:t>
            </a:r>
          </a:p>
        </p:txBody>
      </p:sp>
      <p:sp>
        <p:nvSpPr>
          <p:cNvPr id="199685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603522" y="3725860"/>
            <a:ext cx="4439766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三、反函数的导数</a:t>
            </a:r>
          </a:p>
        </p:txBody>
      </p:sp>
      <p:sp>
        <p:nvSpPr>
          <p:cNvPr id="199686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603522" y="4331444"/>
            <a:ext cx="451785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四、隐函数的求导法则</a:t>
            </a:r>
          </a:p>
        </p:txBody>
      </p:sp>
      <p:sp>
        <p:nvSpPr>
          <p:cNvPr id="199687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594371" y="4910882"/>
            <a:ext cx="4799806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五、参数函数的求导法则</a:t>
            </a:r>
          </a:p>
        </p:txBody>
      </p:sp>
      <p:sp>
        <p:nvSpPr>
          <p:cNvPr id="199690" name="Text Box 10"/>
          <p:cNvSpPr txBox="1">
            <a:spLocks noChangeArrowheads="1"/>
          </p:cNvSpPr>
          <p:nvPr/>
        </p:nvSpPr>
        <p:spPr bwMode="auto">
          <a:xfrm>
            <a:off x="2883019" y="1020652"/>
            <a:ext cx="6240812" cy="1446550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第二节   导数的基本公式</a:t>
            </a:r>
            <a:endParaRPr lang="en-US" altLang="zh-CN" sz="4400" b="1" dirty="0">
              <a:solidFill>
                <a:srgbClr val="FF0000"/>
              </a:solidFill>
              <a:latin typeface="华文行楷" pitchFamily="2" charset="-122"/>
              <a:ea typeface="华文行楷" pitchFamily="2" charset="-122"/>
            </a:endParaRPr>
          </a:p>
          <a:p>
            <a:pPr algn="ctr"/>
            <a:r>
              <a:rPr lang="zh-CN" altLang="en-US" sz="44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和运算法则  </a:t>
            </a:r>
          </a:p>
        </p:txBody>
      </p:sp>
      <p:sp>
        <p:nvSpPr>
          <p:cNvPr id="199692" name="Text Box 12"/>
          <p:cNvSpPr txBox="1">
            <a:spLocks noChangeArrowheads="1"/>
          </p:cNvSpPr>
          <p:nvPr/>
        </p:nvSpPr>
        <p:spPr bwMode="auto">
          <a:xfrm>
            <a:off x="9624392" y="388169"/>
            <a:ext cx="1750800" cy="58477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2</a:t>
            </a:r>
            <a:r>
              <a:rPr lang="zh-CN" altLang="en-US" sz="32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12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603522" y="5467192"/>
            <a:ext cx="4799806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六、分段函数的求导法则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8810622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1199456" y="1556792"/>
            <a:ext cx="9721080" cy="4536504"/>
            <a:chOff x="541" y="437"/>
            <a:chExt cx="5341" cy="4118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82" cy="3865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1559496" y="728761"/>
            <a:ext cx="4103013" cy="773891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一、导数的四则运算</a:t>
            </a: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2362200" y="18288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</a:p>
        </p:txBody>
      </p:sp>
      <p:graphicFrame>
        <p:nvGraphicFramePr>
          <p:cNvPr id="696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17235"/>
              </p:ext>
            </p:extLst>
          </p:nvPr>
        </p:nvGraphicFramePr>
        <p:xfrm>
          <a:off x="2332045" y="1864842"/>
          <a:ext cx="7299325" cy="161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98520" imgH="685800" progId="Equation.DSMT4">
                  <p:embed/>
                </p:oleObj>
              </mc:Choice>
              <mc:Fallback>
                <p:oleObj name="Equation" r:id="rId2" imgW="309852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45" y="1864842"/>
                        <a:ext cx="7299325" cy="161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808411"/>
              </p:ext>
            </p:extLst>
          </p:nvPr>
        </p:nvGraphicFramePr>
        <p:xfrm>
          <a:off x="2393450" y="3606468"/>
          <a:ext cx="7068049" cy="200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933960" imgH="1968480" progId="Equation.3">
                  <p:embed/>
                </p:oleObj>
              </mc:Choice>
              <mc:Fallback>
                <p:oleObj name="公式" r:id="rId4" imgW="6933960" imgH="1968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450" y="3606468"/>
                        <a:ext cx="7068049" cy="200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04847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2362200" y="153828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  <a:r>
              <a:rPr lang="en-US" altLang="zh-CN" sz="2800" b="1" dirty="0">
                <a:ea typeface="黑体" pitchFamily="2" charset="-122"/>
                <a:cs typeface="Times New Roman" panose="02020603050405020304" pitchFamily="18" charset="0"/>
              </a:rPr>
              <a:t>(3)</a:t>
            </a:r>
            <a:endParaRPr lang="en-US" altLang="zh-CN" sz="2800" b="1" dirty="0">
              <a:solidFill>
                <a:srgbClr val="0066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06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811466"/>
              </p:ext>
            </p:extLst>
          </p:nvPr>
        </p:nvGraphicFramePr>
        <p:xfrm>
          <a:off x="3575720" y="1392815"/>
          <a:ext cx="4031717" cy="92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74760" imgH="914400" progId="Equation.3">
                  <p:embed/>
                </p:oleObj>
              </mc:Choice>
              <mc:Fallback>
                <p:oleObj name="公式" r:id="rId2" imgW="39747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1392815"/>
                        <a:ext cx="4031717" cy="92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336743"/>
              </p:ext>
            </p:extLst>
          </p:nvPr>
        </p:nvGraphicFramePr>
        <p:xfrm>
          <a:off x="3353449" y="2392362"/>
          <a:ext cx="4253988" cy="856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65560" imgH="838080" progId="Equation.3">
                  <p:embed/>
                </p:oleObj>
              </mc:Choice>
              <mc:Fallback>
                <p:oleObj name="公式" r:id="rId4" imgW="41655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3449" y="2392362"/>
                        <a:ext cx="4253988" cy="856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266000"/>
              </p:ext>
            </p:extLst>
          </p:nvPr>
        </p:nvGraphicFramePr>
        <p:xfrm>
          <a:off x="4236561" y="5013176"/>
          <a:ext cx="4664390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940280" imgH="914400" progId="Equation.3">
                  <p:embed/>
                </p:oleObj>
              </mc:Choice>
              <mc:Fallback>
                <p:oleObj name="公式" r:id="rId6" imgW="49402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6561" y="5013176"/>
                        <a:ext cx="4664390" cy="864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526136"/>
              </p:ext>
            </p:extLst>
          </p:nvPr>
        </p:nvGraphicFramePr>
        <p:xfrm>
          <a:off x="4267200" y="3319828"/>
          <a:ext cx="3182476" cy="1342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62240" imgH="1333440" progId="Equation.3">
                  <p:embed/>
                </p:oleObj>
              </mc:Choice>
              <mc:Fallback>
                <p:oleObj name="公式" r:id="rId8" imgW="3162240" imgH="1333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319828"/>
                        <a:ext cx="3182476" cy="1342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2384937" y="899854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  <a:r>
              <a:rPr lang="en-US" altLang="zh-CN" sz="2800" b="1" dirty="0">
                <a:ea typeface="黑体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1" dirty="0">
                <a:ea typeface="黑体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dirty="0">
                <a:ea typeface="黑体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略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800" b="1" dirty="0">
              <a:solidFill>
                <a:srgbClr val="0066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838015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206357"/>
              </p:ext>
            </p:extLst>
          </p:nvPr>
        </p:nvGraphicFramePr>
        <p:xfrm>
          <a:off x="2832741" y="1196752"/>
          <a:ext cx="6797170" cy="84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353000" imgH="914400" progId="Equation.3">
                  <p:embed/>
                </p:oleObj>
              </mc:Choice>
              <mc:Fallback>
                <p:oleObj name="公式" r:id="rId2" imgW="73530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741" y="1196752"/>
                        <a:ext cx="6797170" cy="845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867131"/>
              </p:ext>
            </p:extLst>
          </p:nvPr>
        </p:nvGraphicFramePr>
        <p:xfrm>
          <a:off x="2819401" y="2438400"/>
          <a:ext cx="6859809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353000" imgH="1333440" progId="Equation.3">
                  <p:embed/>
                </p:oleObj>
              </mc:Choice>
              <mc:Fallback>
                <p:oleObj name="公式" r:id="rId4" imgW="7353000" imgH="1333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2438400"/>
                        <a:ext cx="6859809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106493"/>
              </p:ext>
            </p:extLst>
          </p:nvPr>
        </p:nvGraphicFramePr>
        <p:xfrm>
          <a:off x="2796840" y="3933056"/>
          <a:ext cx="3453357" cy="898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17560" imgH="914400" progId="Equation.3">
                  <p:embed/>
                </p:oleObj>
              </mc:Choice>
              <mc:Fallback>
                <p:oleObj name="公式" r:id="rId6" imgW="35175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840" y="3933056"/>
                        <a:ext cx="3453357" cy="898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722517"/>
              </p:ext>
            </p:extLst>
          </p:nvPr>
        </p:nvGraphicFramePr>
        <p:xfrm>
          <a:off x="2832741" y="5086005"/>
          <a:ext cx="2940942" cy="461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55800" imgH="431640" progId="Equation.3">
                  <p:embed/>
                </p:oleObj>
              </mc:Choice>
              <mc:Fallback>
                <p:oleObj name="公式" r:id="rId8" imgW="2755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741" y="5086005"/>
                        <a:ext cx="2940942" cy="4617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10638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1559496" y="764705"/>
            <a:ext cx="9001000" cy="5400600"/>
            <a:chOff x="541" y="437"/>
            <a:chExt cx="5341" cy="4118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82" cy="3865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4821" name="Text Box 2" descr="小网格"/>
          <p:cNvSpPr txBox="1">
            <a:spLocks noChangeArrowheads="1"/>
          </p:cNvSpPr>
          <p:nvPr/>
        </p:nvSpPr>
        <p:spPr bwMode="auto">
          <a:xfrm>
            <a:off x="2639616" y="962745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推论</a:t>
            </a:r>
          </a:p>
        </p:txBody>
      </p:sp>
      <p:graphicFrame>
        <p:nvGraphicFramePr>
          <p:cNvPr id="72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649842"/>
              </p:ext>
            </p:extLst>
          </p:nvPr>
        </p:nvGraphicFramePr>
        <p:xfrm>
          <a:off x="2743199" y="1331153"/>
          <a:ext cx="4280245" cy="1015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12920" imgH="952200" progId="Equation.3">
                  <p:embed/>
                </p:oleObj>
              </mc:Choice>
              <mc:Fallback>
                <p:oleObj name="公式" r:id="rId2" imgW="401292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199" y="1331153"/>
                        <a:ext cx="4280245" cy="10158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283722"/>
              </p:ext>
            </p:extLst>
          </p:nvPr>
        </p:nvGraphicFramePr>
        <p:xfrm>
          <a:off x="2743199" y="2397801"/>
          <a:ext cx="3879703" cy="454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454200" imgH="406080" progId="Equation.3">
                  <p:embed/>
                </p:oleObj>
              </mc:Choice>
              <mc:Fallback>
                <p:oleObj name="公式" r:id="rId4" imgW="34542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199" y="2397801"/>
                        <a:ext cx="3879703" cy="454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506888"/>
              </p:ext>
            </p:extLst>
          </p:nvPr>
        </p:nvGraphicFramePr>
        <p:xfrm>
          <a:off x="2725714" y="2730044"/>
          <a:ext cx="6075115" cy="30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480" imgH="1218960" progId="Equation.DSMT4">
                  <p:embed/>
                </p:oleObj>
              </mc:Choice>
              <mc:Fallback>
                <p:oleObj name="Equation" r:id="rId6" imgW="2463480" imgH="1218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14" y="2730044"/>
                        <a:ext cx="6075115" cy="30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376244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2349500" y="1099342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737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948696"/>
              </p:ext>
            </p:extLst>
          </p:nvPr>
        </p:nvGraphicFramePr>
        <p:xfrm>
          <a:off x="3124200" y="1132285"/>
          <a:ext cx="4648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647960" imgH="469800" progId="Equation.3">
                  <p:embed/>
                </p:oleObj>
              </mc:Choice>
              <mc:Fallback>
                <p:oleObj name="公式" r:id="rId2" imgW="46479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132285"/>
                        <a:ext cx="4648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2362200" y="1749375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37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18895"/>
              </p:ext>
            </p:extLst>
          </p:nvPr>
        </p:nvGraphicFramePr>
        <p:xfrm>
          <a:off x="3110289" y="1739901"/>
          <a:ext cx="1244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44520" imgH="469800" progId="Equation.3">
                  <p:embed/>
                </p:oleObj>
              </mc:Choice>
              <mc:Fallback>
                <p:oleObj name="公式" r:id="rId4" imgW="12445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0289" y="1739901"/>
                        <a:ext cx="1244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799279"/>
              </p:ext>
            </p:extLst>
          </p:nvPr>
        </p:nvGraphicFramePr>
        <p:xfrm>
          <a:off x="4349750" y="1825227"/>
          <a:ext cx="7112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1000" imgH="317160" progId="Equation.3">
                  <p:embed/>
                </p:oleObj>
              </mc:Choice>
              <mc:Fallback>
                <p:oleObj name="公式" r:id="rId6" imgW="7110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0" y="1825227"/>
                        <a:ext cx="7112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6" name="Text Box 8"/>
          <p:cNvSpPr txBox="1">
            <a:spLocks noChangeArrowheads="1"/>
          </p:cNvSpPr>
          <p:nvPr/>
        </p:nvSpPr>
        <p:spPr bwMode="auto">
          <a:xfrm>
            <a:off x="2349500" y="2605883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737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149980"/>
              </p:ext>
            </p:extLst>
          </p:nvPr>
        </p:nvGraphicFramePr>
        <p:xfrm>
          <a:off x="3333421" y="2655096"/>
          <a:ext cx="39751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974760" imgH="431640" progId="Equation.3">
                  <p:embed/>
                </p:oleObj>
              </mc:Choice>
              <mc:Fallback>
                <p:oleObj name="公式" r:id="rId8" imgW="3974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421" y="2655096"/>
                        <a:ext cx="39751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2362200" y="3176588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37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249398"/>
              </p:ext>
            </p:extLst>
          </p:nvPr>
        </p:nvGraphicFramePr>
        <p:xfrm>
          <a:off x="3333421" y="3282950"/>
          <a:ext cx="36195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19440" imgH="393480" progId="Equation.3">
                  <p:embed/>
                </p:oleObj>
              </mc:Choice>
              <mc:Fallback>
                <p:oleObj name="公式" r:id="rId10" imgW="36194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421" y="3282950"/>
                        <a:ext cx="36195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392211"/>
              </p:ext>
            </p:extLst>
          </p:nvPr>
        </p:nvGraphicFramePr>
        <p:xfrm>
          <a:off x="2501900" y="3853655"/>
          <a:ext cx="35560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555720" imgH="406080" progId="Equation.3">
                  <p:embed/>
                </p:oleObj>
              </mc:Choice>
              <mc:Fallback>
                <p:oleObj name="公式" r:id="rId12" imgW="35557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853655"/>
                        <a:ext cx="35560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082219"/>
              </p:ext>
            </p:extLst>
          </p:nvPr>
        </p:nvGraphicFramePr>
        <p:xfrm>
          <a:off x="6019800" y="3866355"/>
          <a:ext cx="3505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504960" imgH="393480" progId="Equation.3">
                  <p:embed/>
                </p:oleObj>
              </mc:Choice>
              <mc:Fallback>
                <p:oleObj name="公式" r:id="rId14" imgW="3504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866355"/>
                        <a:ext cx="35052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92140"/>
              </p:ext>
            </p:extLst>
          </p:nvPr>
        </p:nvGraphicFramePr>
        <p:xfrm>
          <a:off x="3352800" y="4258468"/>
          <a:ext cx="2705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05040" imgH="838080" progId="Equation.3">
                  <p:embed/>
                </p:oleObj>
              </mc:Choice>
              <mc:Fallback>
                <p:oleObj name="公式" r:id="rId16" imgW="27050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258468"/>
                        <a:ext cx="2705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901955"/>
              </p:ext>
            </p:extLst>
          </p:nvPr>
        </p:nvGraphicFramePr>
        <p:xfrm>
          <a:off x="5122928" y="1889521"/>
          <a:ext cx="11303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30040" imgH="253800" progId="Equation.3">
                  <p:embed/>
                </p:oleObj>
              </mc:Choice>
              <mc:Fallback>
                <p:oleObj name="公式" r:id="rId18" imgW="11300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928" y="1889521"/>
                        <a:ext cx="113030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390687"/>
              </p:ext>
            </p:extLst>
          </p:nvPr>
        </p:nvGraphicFramePr>
        <p:xfrm>
          <a:off x="3125343" y="5082381"/>
          <a:ext cx="3683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682800" imgH="838080" progId="Equation.3">
                  <p:embed/>
                </p:oleObj>
              </mc:Choice>
              <mc:Fallback>
                <p:oleObj name="公式" r:id="rId20" imgW="36828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343" y="5082381"/>
                        <a:ext cx="3683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32555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utoUpdateAnimBg="0"/>
      <p:bldP spid="73733" grpId="0" autoUpdateAnimBg="0"/>
      <p:bldP spid="73736" grpId="0" autoUpdateAnimBg="0"/>
      <p:bldP spid="7373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3" name="Text Box 2"/>
          <p:cNvSpPr txBox="1">
            <a:spLocks noChangeArrowheads="1"/>
          </p:cNvSpPr>
          <p:nvPr/>
        </p:nvSpPr>
        <p:spPr bwMode="auto">
          <a:xfrm>
            <a:off x="2362200" y="83820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6866" name="Object 3"/>
          <p:cNvGraphicFramePr>
            <a:graphicFrameLocks noChangeAspect="1"/>
          </p:cNvGraphicFramePr>
          <p:nvPr/>
        </p:nvGraphicFramePr>
        <p:xfrm>
          <a:off x="3302000" y="914401"/>
          <a:ext cx="30988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98520" imgH="431640" progId="Equation.3">
                  <p:embed/>
                </p:oleObj>
              </mc:Choice>
              <mc:Fallback>
                <p:oleObj name="公式" r:id="rId2" imgW="3098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914401"/>
                        <a:ext cx="30988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362200" y="1640066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47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389147"/>
              </p:ext>
            </p:extLst>
          </p:nvPr>
        </p:nvGraphicFramePr>
        <p:xfrm>
          <a:off x="3292739" y="1507754"/>
          <a:ext cx="303530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63760" imgH="838080" progId="Equation.3">
                  <p:embed/>
                </p:oleObj>
              </mc:Choice>
              <mc:Fallback>
                <p:oleObj name="公式" r:id="rId4" imgW="32637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2739" y="1507754"/>
                        <a:ext cx="303530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272460"/>
              </p:ext>
            </p:extLst>
          </p:nvPr>
        </p:nvGraphicFramePr>
        <p:xfrm>
          <a:off x="3629590" y="2404690"/>
          <a:ext cx="4219941" cy="838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279680" imgH="850680" progId="Equation.3">
                  <p:embed/>
                </p:oleObj>
              </mc:Choice>
              <mc:Fallback>
                <p:oleObj name="公式" r:id="rId6" imgW="427968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9590" y="2404690"/>
                        <a:ext cx="4219941" cy="838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347569"/>
              </p:ext>
            </p:extLst>
          </p:nvPr>
        </p:nvGraphicFramePr>
        <p:xfrm>
          <a:off x="3647728" y="3394683"/>
          <a:ext cx="2335746" cy="858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12720" imgH="888840" progId="Equation.3">
                  <p:embed/>
                </p:oleObj>
              </mc:Choice>
              <mc:Fallback>
                <p:oleObj name="公式" r:id="rId8" imgW="241272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3394683"/>
                        <a:ext cx="2335746" cy="858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345077"/>
              </p:ext>
            </p:extLst>
          </p:nvPr>
        </p:nvGraphicFramePr>
        <p:xfrm>
          <a:off x="6030317" y="3458881"/>
          <a:ext cx="23272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01640" imgH="850680" progId="Equation.3">
                  <p:embed/>
                </p:oleObj>
              </mc:Choice>
              <mc:Fallback>
                <p:oleObj name="公式" r:id="rId10" imgW="250164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0317" y="3458881"/>
                        <a:ext cx="23272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3" name="Text Box 11"/>
          <p:cNvSpPr txBox="1">
            <a:spLocks noChangeArrowheads="1"/>
          </p:cNvSpPr>
          <p:nvPr/>
        </p:nvSpPr>
        <p:spPr bwMode="auto">
          <a:xfrm>
            <a:off x="2542828" y="5161984"/>
            <a:ext cx="220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同理可得</a:t>
            </a:r>
            <a:endParaRPr lang="zh-CN" altLang="en-US" sz="2800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049606"/>
              </p:ext>
            </p:extLst>
          </p:nvPr>
        </p:nvGraphicFramePr>
        <p:xfrm>
          <a:off x="2639617" y="4529446"/>
          <a:ext cx="432047" cy="493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203040" progId="Equation.DSMT4">
                  <p:embed/>
                </p:oleObj>
              </mc:Choice>
              <mc:Fallback>
                <p:oleObj name="Equation" r:id="rId12" imgW="177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39617" y="4529446"/>
                        <a:ext cx="432047" cy="493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041192"/>
              </p:ext>
            </p:extLst>
          </p:nvPr>
        </p:nvGraphicFramePr>
        <p:xfrm>
          <a:off x="4439816" y="4519159"/>
          <a:ext cx="2380264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79280" imgH="228600" progId="Equation.DSMT4">
                  <p:embed/>
                </p:oleObj>
              </mc:Choice>
              <mc:Fallback>
                <p:oleObj name="Equation" r:id="rId14" imgW="1079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39816" y="4519159"/>
                        <a:ext cx="2380264" cy="504056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752331"/>
              </p:ext>
            </p:extLst>
          </p:nvPr>
        </p:nvGraphicFramePr>
        <p:xfrm>
          <a:off x="4583832" y="5135191"/>
          <a:ext cx="25749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68200" imgH="228600" progId="Equation.DSMT4">
                  <p:embed/>
                </p:oleObj>
              </mc:Choice>
              <mc:Fallback>
                <p:oleObj name="Equation" r:id="rId16" imgW="1168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832" y="5135191"/>
                        <a:ext cx="2574925" cy="5048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82911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autoUpdateAnimBg="0"/>
      <p:bldP spid="7476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2" name="Text Box 2"/>
          <p:cNvSpPr txBox="1">
            <a:spLocks noChangeArrowheads="1"/>
          </p:cNvSpPr>
          <p:nvPr/>
        </p:nvSpPr>
        <p:spPr bwMode="auto">
          <a:xfrm>
            <a:off x="2362200" y="76200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4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7890" name="Object 3"/>
          <p:cNvGraphicFramePr>
            <a:graphicFrameLocks noChangeAspect="1"/>
          </p:cNvGraphicFramePr>
          <p:nvPr/>
        </p:nvGraphicFramePr>
        <p:xfrm>
          <a:off x="3327400" y="838201"/>
          <a:ext cx="3048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47760" imgH="431640" progId="Equation.3">
                  <p:embed/>
                </p:oleObj>
              </mc:Choice>
              <mc:Fallback>
                <p:oleObj name="公式" r:id="rId2" imgW="3047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838201"/>
                        <a:ext cx="30480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2362200" y="1446987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57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72674"/>
              </p:ext>
            </p:extLst>
          </p:nvPr>
        </p:nvGraphicFramePr>
        <p:xfrm>
          <a:off x="3246759" y="1274356"/>
          <a:ext cx="300037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25600" imgH="838080" progId="Equation.3">
                  <p:embed/>
                </p:oleObj>
              </mc:Choice>
              <mc:Fallback>
                <p:oleObj name="公式" r:id="rId4" imgW="32256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759" y="1274356"/>
                        <a:ext cx="300037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185878"/>
              </p:ext>
            </p:extLst>
          </p:nvPr>
        </p:nvGraphicFramePr>
        <p:xfrm>
          <a:off x="3666703" y="2114528"/>
          <a:ext cx="15589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76160" imgH="838080" progId="Equation.3">
                  <p:embed/>
                </p:oleObj>
              </mc:Choice>
              <mc:Fallback>
                <p:oleObj name="公式" r:id="rId6" imgW="16761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6703" y="2114528"/>
                        <a:ext cx="15589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07691"/>
              </p:ext>
            </p:extLst>
          </p:nvPr>
        </p:nvGraphicFramePr>
        <p:xfrm>
          <a:off x="6518054" y="2381275"/>
          <a:ext cx="1795463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30320" imgH="291960" progId="Equation.3">
                  <p:embed/>
                </p:oleObj>
              </mc:Choice>
              <mc:Fallback>
                <p:oleObj name="公式" r:id="rId8" imgW="193032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8054" y="2381275"/>
                        <a:ext cx="1795463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697733"/>
              </p:ext>
            </p:extLst>
          </p:nvPr>
        </p:nvGraphicFramePr>
        <p:xfrm>
          <a:off x="5287641" y="2114957"/>
          <a:ext cx="11684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57120" imgH="850680" progId="Equation.3">
                  <p:embed/>
                </p:oleObj>
              </mc:Choice>
              <mc:Fallback>
                <p:oleObj name="公式" r:id="rId10" imgW="125712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7641" y="2114957"/>
                        <a:ext cx="116840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6" name="Text Box 10"/>
          <p:cNvSpPr txBox="1">
            <a:spLocks noChangeArrowheads="1"/>
          </p:cNvSpPr>
          <p:nvPr/>
        </p:nvSpPr>
        <p:spPr bwMode="auto">
          <a:xfrm>
            <a:off x="2357284" y="2979108"/>
            <a:ext cx="17645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同理可得</a:t>
            </a:r>
            <a:endParaRPr lang="zh-CN" altLang="en-US" sz="2800" dirty="0"/>
          </a:p>
        </p:txBody>
      </p:sp>
      <p:sp>
        <p:nvSpPr>
          <p:cNvPr id="75787" name="Text Box 11"/>
          <p:cNvSpPr txBox="1">
            <a:spLocks noChangeArrowheads="1"/>
          </p:cNvSpPr>
          <p:nvPr/>
        </p:nvSpPr>
        <p:spPr bwMode="auto">
          <a:xfrm>
            <a:off x="2362200" y="3773030"/>
            <a:ext cx="930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5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757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476433"/>
              </p:ext>
            </p:extLst>
          </p:nvPr>
        </p:nvGraphicFramePr>
        <p:xfrm>
          <a:off x="3335198" y="3844468"/>
          <a:ext cx="3312788" cy="447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19160" imgH="380880" progId="Equation.3">
                  <p:embed/>
                </p:oleObj>
              </mc:Choice>
              <mc:Fallback>
                <p:oleObj name="公式" r:id="rId12" imgW="281916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198" y="3844468"/>
                        <a:ext cx="3312788" cy="447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2426672" y="4454393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57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03447"/>
              </p:ext>
            </p:extLst>
          </p:nvPr>
        </p:nvGraphicFramePr>
        <p:xfrm>
          <a:off x="3117237" y="4344989"/>
          <a:ext cx="4295351" cy="838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771720" imgH="736560" progId="Equation.3">
                  <p:embed/>
                </p:oleObj>
              </mc:Choice>
              <mc:Fallback>
                <p:oleObj name="公式" r:id="rId14" imgW="377172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237" y="4344989"/>
                        <a:ext cx="4295351" cy="838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429171"/>
              </p:ext>
            </p:extLst>
          </p:nvPr>
        </p:nvGraphicFramePr>
        <p:xfrm>
          <a:off x="7512850" y="4387236"/>
          <a:ext cx="18288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031840" imgH="838080" progId="Equation.3">
                  <p:embed/>
                </p:oleObj>
              </mc:Choice>
              <mc:Fallback>
                <p:oleObj name="公式" r:id="rId16" imgW="20318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850" y="4387236"/>
                        <a:ext cx="18288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053182"/>
              </p:ext>
            </p:extLst>
          </p:nvPr>
        </p:nvGraphicFramePr>
        <p:xfrm>
          <a:off x="9368330" y="4604971"/>
          <a:ext cx="1334856" cy="318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68200" imgH="279360" progId="Equation.3">
                  <p:embed/>
                </p:oleObj>
              </mc:Choice>
              <mc:Fallback>
                <p:oleObj name="公式" r:id="rId18" imgW="11682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8330" y="4604971"/>
                        <a:ext cx="1334856" cy="318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3" name="Text Box 17"/>
          <p:cNvSpPr txBox="1">
            <a:spLocks noChangeArrowheads="1"/>
          </p:cNvSpPr>
          <p:nvPr/>
        </p:nvSpPr>
        <p:spPr bwMode="auto">
          <a:xfrm>
            <a:off x="2781063" y="5374329"/>
            <a:ext cx="220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同理可得</a:t>
            </a:r>
            <a:endParaRPr lang="zh-CN" altLang="en-US" sz="2800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456041" y="829299"/>
          <a:ext cx="2664295" cy="451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95280" imgH="203040" progId="Equation.DSMT4">
                  <p:embed/>
                </p:oleObj>
              </mc:Choice>
              <mc:Fallback>
                <p:oleObj name="Equation" r:id="rId20" imgW="1295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456041" y="829299"/>
                        <a:ext cx="2664295" cy="451815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48410"/>
              </p:ext>
            </p:extLst>
          </p:nvPr>
        </p:nvGraphicFramePr>
        <p:xfrm>
          <a:off x="4422453" y="3045646"/>
          <a:ext cx="28987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09400" imgH="203040" progId="Equation.DSMT4">
                  <p:embed/>
                </p:oleObj>
              </mc:Choice>
              <mc:Fallback>
                <p:oleObj name="Equation" r:id="rId22" imgW="1409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453" y="3045646"/>
                        <a:ext cx="2898775" cy="4508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834631"/>
              </p:ext>
            </p:extLst>
          </p:nvPr>
        </p:nvGraphicFramePr>
        <p:xfrm>
          <a:off x="4746946" y="5460987"/>
          <a:ext cx="24257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30040" imgH="203040" progId="Equation.DSMT4">
                  <p:embed/>
                </p:oleObj>
              </mc:Choice>
              <mc:Fallback>
                <p:oleObj name="Equation" r:id="rId24" imgW="1130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746946" y="5460987"/>
                        <a:ext cx="2425700" cy="436562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3819"/>
              </p:ext>
            </p:extLst>
          </p:nvPr>
        </p:nvGraphicFramePr>
        <p:xfrm>
          <a:off x="7510188" y="5265092"/>
          <a:ext cx="2525570" cy="828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44520" imgH="406080" progId="Equation.DSMT4">
                  <p:embed/>
                </p:oleObj>
              </mc:Choice>
              <mc:Fallback>
                <p:oleObj name="Equation" r:id="rId26" imgW="1244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0188" y="5265092"/>
                        <a:ext cx="2525570" cy="828351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794992"/>
              </p:ext>
            </p:extLst>
          </p:nvPr>
        </p:nvGraphicFramePr>
        <p:xfrm>
          <a:off x="6816080" y="3794920"/>
          <a:ext cx="24257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30040" imgH="203040" progId="Equation.DSMT4">
                  <p:embed/>
                </p:oleObj>
              </mc:Choice>
              <mc:Fallback>
                <p:oleObj name="Equation" r:id="rId28" imgW="1130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0" y="3794920"/>
                        <a:ext cx="2425700" cy="4365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1382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5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autoUpdateAnimBg="0"/>
      <p:bldP spid="75786" grpId="0" autoUpdateAnimBg="0"/>
      <p:bldP spid="75787" grpId="0" autoUpdateAnimBg="0"/>
      <p:bldP spid="75789" grpId="0" autoUpdateAnimBg="0"/>
      <p:bldP spid="7579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1270893" y="1561871"/>
            <a:ext cx="9505056" cy="3307289"/>
            <a:chOff x="541" y="437"/>
            <a:chExt cx="5341" cy="4118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82" cy="3865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1318898" y="821253"/>
            <a:ext cx="4704523" cy="653151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二、复合函数的求导法则</a:t>
            </a:r>
            <a:endParaRPr lang="zh-CN" altLang="en-US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1991544" y="1789146"/>
            <a:ext cx="925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</a:p>
        </p:txBody>
      </p:sp>
      <p:graphicFrame>
        <p:nvGraphicFramePr>
          <p:cNvPr id="89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402817"/>
              </p:ext>
            </p:extLst>
          </p:nvPr>
        </p:nvGraphicFramePr>
        <p:xfrm>
          <a:off x="1934744" y="1789146"/>
          <a:ext cx="8136420" cy="2754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0080" imgH="1130040" progId="Equation.DSMT4">
                  <p:embed/>
                </p:oleObj>
              </mc:Choice>
              <mc:Fallback>
                <p:oleObj name="Equation" r:id="rId2" imgW="3340080" imgH="1130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4744" y="1789146"/>
                        <a:ext cx="8136420" cy="2754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1847528" y="4869160"/>
            <a:ext cx="791026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即   因变量对自变量求导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等于因变量对中间变量求导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乘以中间变量对自变量求导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链式法则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18903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75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8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autoUpdateAnimBg="0"/>
      <p:bldP spid="8909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4" name="Text Box 2"/>
          <p:cNvSpPr txBox="1">
            <a:spLocks noChangeArrowheads="1"/>
          </p:cNvSpPr>
          <p:nvPr/>
        </p:nvSpPr>
        <p:spPr bwMode="auto">
          <a:xfrm>
            <a:off x="2373313" y="873126"/>
            <a:ext cx="77035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90115" name="Object 3"/>
          <p:cNvGraphicFramePr>
            <a:graphicFrameLocks noChangeAspect="1"/>
          </p:cNvGraphicFramePr>
          <p:nvPr/>
        </p:nvGraphicFramePr>
        <p:xfrm>
          <a:off x="3271839" y="979488"/>
          <a:ext cx="327183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04960" imgH="444240" progId="Equation.3">
                  <p:embed/>
                </p:oleObj>
              </mc:Choice>
              <mc:Fallback>
                <p:oleObj name="公式" r:id="rId2" imgW="35049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839" y="979488"/>
                        <a:ext cx="327183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6757989" y="762000"/>
          <a:ext cx="254952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30240" imgH="838080" progId="Equation.3">
                  <p:embed/>
                </p:oleObj>
              </mc:Choice>
              <mc:Fallback>
                <p:oleObj name="公式" r:id="rId4" imgW="27302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7989" y="762000"/>
                        <a:ext cx="2549525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7" name="Object 5"/>
          <p:cNvGraphicFramePr>
            <a:graphicFrameLocks noChangeAspect="1"/>
          </p:cNvGraphicFramePr>
          <p:nvPr/>
        </p:nvGraphicFramePr>
        <p:xfrm>
          <a:off x="3262314" y="1544639"/>
          <a:ext cx="4491037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813200" imgH="838080" progId="Equation.3">
                  <p:embed/>
                </p:oleObj>
              </mc:Choice>
              <mc:Fallback>
                <p:oleObj name="公式" r:id="rId6" imgW="48132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4" y="1544639"/>
                        <a:ext cx="4491037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8" name="Object 6"/>
          <p:cNvGraphicFramePr>
            <a:graphicFrameLocks noChangeAspect="1"/>
          </p:cNvGraphicFramePr>
          <p:nvPr/>
        </p:nvGraphicFramePr>
        <p:xfrm>
          <a:off x="3314701" y="2535238"/>
          <a:ext cx="33067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543120" imgH="444240" progId="Equation.3">
                  <p:embed/>
                </p:oleObj>
              </mc:Choice>
              <mc:Fallback>
                <p:oleObj name="公式" r:id="rId8" imgW="35431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1" y="2535238"/>
                        <a:ext cx="3306763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9" name="Object 7"/>
          <p:cNvGraphicFramePr>
            <a:graphicFrameLocks noChangeAspect="1"/>
          </p:cNvGraphicFramePr>
          <p:nvPr/>
        </p:nvGraphicFramePr>
        <p:xfrm>
          <a:off x="3275014" y="3124200"/>
          <a:ext cx="1316037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09400" imgH="838080" progId="Equation.3">
                  <p:embed/>
                </p:oleObj>
              </mc:Choice>
              <mc:Fallback>
                <p:oleObj name="公式" r:id="rId10" imgW="14094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4" y="3124200"/>
                        <a:ext cx="1316037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0" name="Object 8"/>
          <p:cNvGraphicFramePr>
            <a:graphicFrameLocks noChangeAspect="1"/>
          </p:cNvGraphicFramePr>
          <p:nvPr/>
        </p:nvGraphicFramePr>
        <p:xfrm>
          <a:off x="4648200" y="3124200"/>
          <a:ext cx="33655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606480" imgH="838080" progId="Equation.3">
                  <p:embed/>
                </p:oleObj>
              </mc:Choice>
              <mc:Fallback>
                <p:oleObj name="公式" r:id="rId12" imgW="36064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124200"/>
                        <a:ext cx="33655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3847"/>
              </p:ext>
            </p:extLst>
          </p:nvPr>
        </p:nvGraphicFramePr>
        <p:xfrm>
          <a:off x="3205805" y="4045804"/>
          <a:ext cx="4690395" cy="923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57400" imgH="406080" progId="Equation.DSMT4">
                  <p:embed/>
                </p:oleObj>
              </mc:Choice>
              <mc:Fallback>
                <p:oleObj name="Equation" r:id="rId14" imgW="2057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805" y="4045804"/>
                        <a:ext cx="4690395" cy="923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210920"/>
              </p:ext>
            </p:extLst>
          </p:nvPr>
        </p:nvGraphicFramePr>
        <p:xfrm>
          <a:off x="3205805" y="5109694"/>
          <a:ext cx="2276654" cy="514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02960" imgH="228600" progId="Equation.DSMT4">
                  <p:embed/>
                </p:oleObj>
              </mc:Choice>
              <mc:Fallback>
                <p:oleObj name="Equation" r:id="rId16" imgW="1002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805" y="5109694"/>
                        <a:ext cx="2276654" cy="514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62592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1919536" y="624426"/>
            <a:ext cx="8496944" cy="2640269"/>
            <a:chOff x="541" y="437"/>
            <a:chExt cx="5341" cy="4118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82" cy="3865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3258" name="Text Box 2" descr="轮廓式菱形"/>
          <p:cNvSpPr txBox="1">
            <a:spLocks noChangeArrowheads="1"/>
          </p:cNvSpPr>
          <p:nvPr/>
        </p:nvSpPr>
        <p:spPr bwMode="auto">
          <a:xfrm>
            <a:off x="2781300" y="918850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推广</a:t>
            </a:r>
          </a:p>
        </p:txBody>
      </p:sp>
      <p:graphicFrame>
        <p:nvGraphicFramePr>
          <p:cNvPr id="911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748839"/>
              </p:ext>
            </p:extLst>
          </p:nvPr>
        </p:nvGraphicFramePr>
        <p:xfrm>
          <a:off x="3861721" y="973928"/>
          <a:ext cx="52070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206680" imgH="444240" progId="Equation.3">
                  <p:embed/>
                </p:oleObj>
              </mc:Choice>
              <mc:Fallback>
                <p:oleObj name="公式" r:id="rId2" imgW="52066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1721" y="973928"/>
                        <a:ext cx="52070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008944"/>
              </p:ext>
            </p:extLst>
          </p:nvPr>
        </p:nvGraphicFramePr>
        <p:xfrm>
          <a:off x="2781300" y="1487246"/>
          <a:ext cx="589280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019560" imgH="1473120" progId="Equation.3">
                  <p:embed/>
                </p:oleObj>
              </mc:Choice>
              <mc:Fallback>
                <p:oleObj name="公式" r:id="rId4" imgW="6019560" imgH="1473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1487246"/>
                        <a:ext cx="5892800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1" name="Text Box 5"/>
          <p:cNvSpPr txBox="1">
            <a:spLocks noChangeArrowheads="1"/>
          </p:cNvSpPr>
          <p:nvPr/>
        </p:nvSpPr>
        <p:spPr bwMode="auto">
          <a:xfrm>
            <a:off x="2362200" y="32766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91142" name="Object 6"/>
          <p:cNvGraphicFramePr>
            <a:graphicFrameLocks noChangeAspect="1"/>
          </p:cNvGraphicFramePr>
          <p:nvPr/>
        </p:nvGraphicFramePr>
        <p:xfrm>
          <a:off x="3282950" y="3373438"/>
          <a:ext cx="40005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00320" imgH="431640" progId="Equation.3">
                  <p:embed/>
                </p:oleObj>
              </mc:Choice>
              <mc:Fallback>
                <p:oleObj name="公式" r:id="rId6" imgW="40003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3373438"/>
                        <a:ext cx="40005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3" name="Text Box 7"/>
          <p:cNvSpPr txBox="1">
            <a:spLocks noChangeArrowheads="1"/>
          </p:cNvSpPr>
          <p:nvPr/>
        </p:nvSpPr>
        <p:spPr bwMode="auto">
          <a:xfrm>
            <a:off x="2362200" y="40386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1144" name="Object 8"/>
          <p:cNvGraphicFramePr>
            <a:graphicFrameLocks noChangeAspect="1"/>
          </p:cNvGraphicFramePr>
          <p:nvPr/>
        </p:nvGraphicFramePr>
        <p:xfrm>
          <a:off x="3352800" y="4114801"/>
          <a:ext cx="29591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58840" imgH="393480" progId="Equation.3">
                  <p:embed/>
                </p:oleObj>
              </mc:Choice>
              <mc:Fallback>
                <p:oleObj name="公式" r:id="rId8" imgW="29588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114801"/>
                        <a:ext cx="29591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5" name="Object 9"/>
          <p:cNvGraphicFramePr>
            <a:graphicFrameLocks noChangeAspect="1"/>
          </p:cNvGraphicFramePr>
          <p:nvPr/>
        </p:nvGraphicFramePr>
        <p:xfrm>
          <a:off x="3352800" y="4724400"/>
          <a:ext cx="207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70000" imgH="838080" progId="Equation.3">
                  <p:embed/>
                </p:oleObj>
              </mc:Choice>
              <mc:Fallback>
                <p:oleObj name="公式" r:id="rId10" imgW="20700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724400"/>
                        <a:ext cx="2070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6" name="Object 10"/>
          <p:cNvGraphicFramePr>
            <a:graphicFrameLocks noChangeAspect="1"/>
          </p:cNvGraphicFramePr>
          <p:nvPr/>
        </p:nvGraphicFramePr>
        <p:xfrm>
          <a:off x="5562600" y="4724400"/>
          <a:ext cx="1473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73120" imgH="838080" progId="Equation.3">
                  <p:embed/>
                </p:oleObj>
              </mc:Choice>
              <mc:Fallback>
                <p:oleObj name="公式" r:id="rId12" imgW="14731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724400"/>
                        <a:ext cx="1473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7" name="Object 11"/>
          <p:cNvGraphicFramePr>
            <a:graphicFrameLocks noChangeAspect="1"/>
          </p:cNvGraphicFramePr>
          <p:nvPr/>
        </p:nvGraphicFramePr>
        <p:xfrm>
          <a:off x="7150100" y="4724400"/>
          <a:ext cx="1079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79280" imgH="838080" progId="Equation.3">
                  <p:embed/>
                </p:oleObj>
              </mc:Choice>
              <mc:Fallback>
                <p:oleObj name="公式" r:id="rId14" imgW="10792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100" y="4724400"/>
                        <a:ext cx="1079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8" name="Object 12"/>
          <p:cNvGraphicFramePr>
            <a:graphicFrameLocks noChangeAspect="1"/>
          </p:cNvGraphicFramePr>
          <p:nvPr/>
        </p:nvGraphicFramePr>
        <p:xfrm>
          <a:off x="8324850" y="4997451"/>
          <a:ext cx="10414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41120" imgH="291960" progId="Equation.3">
                  <p:embed/>
                </p:oleObj>
              </mc:Choice>
              <mc:Fallback>
                <p:oleObj name="公式" r:id="rId16" imgW="104112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4850" y="4997451"/>
                        <a:ext cx="10414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05976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1" grpId="0" autoUpdateAnimBg="0"/>
      <p:bldP spid="9114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61231" y="92040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611924"/>
              </p:ext>
            </p:extLst>
          </p:nvPr>
        </p:nvGraphicFramePr>
        <p:xfrm>
          <a:off x="2186759" y="954670"/>
          <a:ext cx="45608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240" imgH="215640" progId="Equation.DSMT4">
                  <p:embed/>
                </p:oleObj>
              </mc:Choice>
              <mc:Fallback>
                <p:oleObj name="Equation" r:id="rId2" imgW="2019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86759" y="954670"/>
                        <a:ext cx="4560888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361231" y="166118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999831" y="1637274"/>
            <a:ext cx="2029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当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&gt;0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时，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984989"/>
              </p:ext>
            </p:extLst>
          </p:nvPr>
        </p:nvGraphicFramePr>
        <p:xfrm>
          <a:off x="2327902" y="2344322"/>
          <a:ext cx="1682574" cy="480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203040" progId="Equation.DSMT4">
                  <p:embed/>
                </p:oleObj>
              </mc:Choice>
              <mc:Fallback>
                <p:oleObj name="Equation" r:id="rId4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27902" y="2344322"/>
                        <a:ext cx="1682574" cy="480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294712"/>
              </p:ext>
            </p:extLst>
          </p:nvPr>
        </p:nvGraphicFramePr>
        <p:xfrm>
          <a:off x="4010476" y="2114597"/>
          <a:ext cx="815578" cy="966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20" imgH="406080" progId="Equation.DSMT4">
                  <p:embed/>
                </p:oleObj>
              </mc:Choice>
              <mc:Fallback>
                <p:oleObj name="Equation" r:id="rId6" imgW="342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10476" y="2114597"/>
                        <a:ext cx="815578" cy="9666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931815" y="3008884"/>
            <a:ext cx="2029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当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x&lt;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时，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218040"/>
              </p:ext>
            </p:extLst>
          </p:nvPr>
        </p:nvGraphicFramePr>
        <p:xfrm>
          <a:off x="2303440" y="3482518"/>
          <a:ext cx="216376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317160" progId="Equation.DSMT4">
                  <p:embed/>
                </p:oleObj>
              </mc:Choice>
              <mc:Fallback>
                <p:oleObj name="Equation" r:id="rId8" imgW="91440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03440" y="3482518"/>
                        <a:ext cx="2163763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948687"/>
              </p:ext>
            </p:extLst>
          </p:nvPr>
        </p:nvGraphicFramePr>
        <p:xfrm>
          <a:off x="4467203" y="3394100"/>
          <a:ext cx="1967083" cy="1015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87320" imgH="406080" progId="Equation.DSMT4">
                  <p:embed/>
                </p:oleObj>
              </mc:Choice>
              <mc:Fallback>
                <p:oleObj name="Equation" r:id="rId10" imgW="787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67203" y="3394100"/>
                        <a:ext cx="1967083" cy="1015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688576"/>
              </p:ext>
            </p:extLst>
          </p:nvPr>
        </p:nvGraphicFramePr>
        <p:xfrm>
          <a:off x="6434286" y="3413883"/>
          <a:ext cx="815578" cy="966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2720" imgH="406080" progId="Equation.DSMT4">
                  <p:embed/>
                </p:oleObj>
              </mc:Choice>
              <mc:Fallback>
                <p:oleObj name="Equation" r:id="rId12" imgW="342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434286" y="3413883"/>
                        <a:ext cx="815578" cy="9666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931816" y="4380494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总之有，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893837"/>
              </p:ext>
            </p:extLst>
          </p:nvPr>
        </p:nvGraphicFramePr>
        <p:xfrm>
          <a:off x="3407075" y="4919566"/>
          <a:ext cx="3600400" cy="976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98320" imgH="406080" progId="Equation.DSMT4">
                  <p:embed/>
                </p:oleObj>
              </mc:Choice>
              <mc:Fallback>
                <p:oleObj name="Equation" r:id="rId14" imgW="1498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07075" y="4919566"/>
                        <a:ext cx="3600400" cy="976380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142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3" name="Text Box 2"/>
          <p:cNvSpPr txBox="1">
            <a:spLocks noChangeArrowheads="1"/>
          </p:cNvSpPr>
          <p:nvPr/>
        </p:nvSpPr>
        <p:spPr bwMode="auto">
          <a:xfrm>
            <a:off x="2362200" y="703263"/>
            <a:ext cx="86201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5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54274" name="Object 3"/>
          <p:cNvGraphicFramePr>
            <a:graphicFrameLocks noChangeAspect="1"/>
          </p:cNvGraphicFramePr>
          <p:nvPr/>
        </p:nvGraphicFramePr>
        <p:xfrm>
          <a:off x="3276600" y="763588"/>
          <a:ext cx="4419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419360" imgH="469800" progId="Equation.3">
                  <p:embed/>
                </p:oleObj>
              </mc:Choice>
              <mc:Fallback>
                <p:oleObj name="公式" r:id="rId2" imgW="44193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763588"/>
                        <a:ext cx="4419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2362200" y="142398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2165" name="Object 5"/>
          <p:cNvGraphicFramePr>
            <a:graphicFrameLocks noChangeAspect="1"/>
          </p:cNvGraphicFramePr>
          <p:nvPr/>
        </p:nvGraphicFramePr>
        <p:xfrm>
          <a:off x="3276600" y="1371600"/>
          <a:ext cx="3657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35080" imgH="838080" progId="Equation.3">
                  <p:embed/>
                </p:oleObj>
              </mc:Choice>
              <mc:Fallback>
                <p:oleObj name="公式" r:id="rId4" imgW="38350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371600"/>
                        <a:ext cx="3657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6"/>
          <p:cNvGraphicFramePr>
            <a:graphicFrameLocks noChangeAspect="1"/>
          </p:cNvGraphicFramePr>
          <p:nvPr/>
        </p:nvGraphicFramePr>
        <p:xfrm>
          <a:off x="3733800" y="2270126"/>
          <a:ext cx="24336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52400" imgH="469800" progId="Equation.3">
                  <p:embed/>
                </p:oleObj>
              </mc:Choice>
              <mc:Fallback>
                <p:oleObj name="公式" r:id="rId6" imgW="25524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270126"/>
                        <a:ext cx="243363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/>
        </p:nvGraphicFramePr>
        <p:xfrm>
          <a:off x="6248400" y="2270126"/>
          <a:ext cx="21796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86000" imgH="469800" progId="Equation.3">
                  <p:embed/>
                </p:oleObj>
              </mc:Choice>
              <mc:Fallback>
                <p:oleObj name="公式" r:id="rId8" imgW="22860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270126"/>
                        <a:ext cx="217963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8" name="Text Box 8"/>
          <p:cNvSpPr txBox="1">
            <a:spLocks noChangeArrowheads="1"/>
          </p:cNvSpPr>
          <p:nvPr/>
        </p:nvSpPr>
        <p:spPr bwMode="auto">
          <a:xfrm>
            <a:off x="2362200" y="30988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6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92169" name="Object 9"/>
          <p:cNvGraphicFramePr>
            <a:graphicFrameLocks noChangeAspect="1"/>
          </p:cNvGraphicFramePr>
          <p:nvPr/>
        </p:nvGraphicFramePr>
        <p:xfrm>
          <a:off x="3224214" y="2895600"/>
          <a:ext cx="66055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603840" imgH="888840" progId="Equation.3">
                  <p:embed/>
                </p:oleObj>
              </mc:Choice>
              <mc:Fallback>
                <p:oleObj name="公式" r:id="rId10" imgW="660384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214" y="2895600"/>
                        <a:ext cx="66055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0" name="Text Box 10"/>
          <p:cNvSpPr txBox="1">
            <a:spLocks noChangeArrowheads="1"/>
          </p:cNvSpPr>
          <p:nvPr/>
        </p:nvSpPr>
        <p:spPr bwMode="auto">
          <a:xfrm>
            <a:off x="2362200" y="39624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21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025564"/>
              </p:ext>
            </p:extLst>
          </p:nvPr>
        </p:nvGraphicFramePr>
        <p:xfrm>
          <a:off x="3200399" y="3852864"/>
          <a:ext cx="4729113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029200" imgH="888840" progId="Equation.3">
                  <p:embed/>
                </p:oleObj>
              </mc:Choice>
              <mc:Fallback>
                <p:oleObj name="公式" r:id="rId12" imgW="502920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399" y="3852864"/>
                        <a:ext cx="4729113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620781"/>
              </p:ext>
            </p:extLst>
          </p:nvPr>
        </p:nvGraphicFramePr>
        <p:xfrm>
          <a:off x="3581400" y="4762500"/>
          <a:ext cx="5674508" cy="931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638680" imgH="927000" progId="Equation.3">
                  <p:embed/>
                </p:oleObj>
              </mc:Choice>
              <mc:Fallback>
                <p:oleObj name="公式" r:id="rId14" imgW="563868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762500"/>
                        <a:ext cx="5674508" cy="9318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666300"/>
              </p:ext>
            </p:extLst>
          </p:nvPr>
        </p:nvGraphicFramePr>
        <p:xfrm>
          <a:off x="3581400" y="5717974"/>
          <a:ext cx="1819140" cy="447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752480" imgH="431640" progId="Equation.3">
                  <p:embed/>
                </p:oleObj>
              </mc:Choice>
              <mc:Fallback>
                <p:oleObj name="公式" r:id="rId16" imgW="1752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717974"/>
                        <a:ext cx="1819140" cy="4473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4" name="Object 14"/>
          <p:cNvGraphicFramePr>
            <a:graphicFrameLocks noChangeAspect="1"/>
          </p:cNvGraphicFramePr>
          <p:nvPr/>
        </p:nvGraphicFramePr>
        <p:xfrm>
          <a:off x="8737600" y="3646488"/>
          <a:ext cx="1016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15920" imgH="393480" progId="Equation.3">
                  <p:embed/>
                </p:oleObj>
              </mc:Choice>
              <mc:Fallback>
                <p:oleObj name="公式" r:id="rId18" imgW="1015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7600" y="3646488"/>
                        <a:ext cx="10160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7556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 autoUpdateAnimBg="0"/>
      <p:bldP spid="92168" grpId="0" autoUpdateAnimBg="0"/>
      <p:bldP spid="9217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6" name="Text Box 2"/>
          <p:cNvSpPr txBox="1">
            <a:spLocks noChangeArrowheads="1"/>
          </p:cNvSpPr>
          <p:nvPr/>
        </p:nvSpPr>
        <p:spPr bwMode="auto">
          <a:xfrm>
            <a:off x="2362200" y="79216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7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55298" name="Object 3"/>
          <p:cNvGraphicFramePr>
            <a:graphicFrameLocks noChangeAspect="1"/>
          </p:cNvGraphicFramePr>
          <p:nvPr/>
        </p:nvGraphicFramePr>
        <p:xfrm>
          <a:off x="3300414" y="609600"/>
          <a:ext cx="553878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537160" imgH="927000" progId="Equation.3">
                  <p:embed/>
                </p:oleObj>
              </mc:Choice>
              <mc:Fallback>
                <p:oleObj name="公式" r:id="rId2" imgW="553716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414" y="609600"/>
                        <a:ext cx="553878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8" name="Text Box 4"/>
          <p:cNvSpPr txBox="1">
            <a:spLocks noChangeArrowheads="1"/>
          </p:cNvSpPr>
          <p:nvPr/>
        </p:nvSpPr>
        <p:spPr bwMode="auto">
          <a:xfrm>
            <a:off x="2362200" y="17780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3189" name="Object 5"/>
          <p:cNvGraphicFramePr>
            <a:graphicFrameLocks noChangeAspect="1"/>
          </p:cNvGraphicFramePr>
          <p:nvPr/>
        </p:nvGraphicFramePr>
        <p:xfrm>
          <a:off x="3276600" y="1689101"/>
          <a:ext cx="41148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533840" imgH="838080" progId="Equation.3">
                  <p:embed/>
                </p:oleObj>
              </mc:Choice>
              <mc:Fallback>
                <p:oleObj name="公式" r:id="rId4" imgW="45338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689101"/>
                        <a:ext cx="41148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82761"/>
              </p:ext>
            </p:extLst>
          </p:nvPr>
        </p:nvGraphicFramePr>
        <p:xfrm>
          <a:off x="2444751" y="2601914"/>
          <a:ext cx="4371329" cy="902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419360" imgH="914400" progId="Equation.3">
                  <p:embed/>
                </p:oleObj>
              </mc:Choice>
              <mc:Fallback>
                <p:oleObj name="公式" r:id="rId6" imgW="44193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1" y="2601914"/>
                        <a:ext cx="4371329" cy="902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22038"/>
              </p:ext>
            </p:extLst>
          </p:nvPr>
        </p:nvGraphicFramePr>
        <p:xfrm>
          <a:off x="6961665" y="2629054"/>
          <a:ext cx="2712403" cy="902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43200" imgH="914400" progId="Equation.3">
                  <p:embed/>
                </p:oleObj>
              </mc:Choice>
              <mc:Fallback>
                <p:oleObj name="公式" r:id="rId8" imgW="27432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665" y="2629054"/>
                        <a:ext cx="2712403" cy="902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2" name="Text Box 8"/>
          <p:cNvSpPr txBox="1">
            <a:spLocks noChangeArrowheads="1"/>
          </p:cNvSpPr>
          <p:nvPr/>
        </p:nvSpPr>
        <p:spPr bwMode="auto">
          <a:xfrm>
            <a:off x="2362200" y="3759201"/>
            <a:ext cx="844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8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93193" name="Object 9"/>
          <p:cNvGraphicFramePr>
            <a:graphicFrameLocks noChangeAspect="1"/>
          </p:cNvGraphicFramePr>
          <p:nvPr/>
        </p:nvGraphicFramePr>
        <p:xfrm>
          <a:off x="3359150" y="3559176"/>
          <a:ext cx="36068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06480" imgH="723600" progId="Equation.3">
                  <p:embed/>
                </p:oleObj>
              </mc:Choice>
              <mc:Fallback>
                <p:oleObj name="公式" r:id="rId10" imgW="360648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3559176"/>
                        <a:ext cx="36068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4" name="Text Box 10"/>
          <p:cNvSpPr txBox="1">
            <a:spLocks noChangeArrowheads="1"/>
          </p:cNvSpPr>
          <p:nvPr/>
        </p:nvSpPr>
        <p:spPr bwMode="auto">
          <a:xfrm>
            <a:off x="2368550" y="45847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31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147965"/>
              </p:ext>
            </p:extLst>
          </p:nvPr>
        </p:nvGraphicFramePr>
        <p:xfrm>
          <a:off x="3352801" y="4483099"/>
          <a:ext cx="2368549" cy="893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425680" imgH="914400" progId="Equation.3">
                  <p:embed/>
                </p:oleObj>
              </mc:Choice>
              <mc:Fallback>
                <p:oleObj name="公式" r:id="rId12" imgW="24256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4483099"/>
                        <a:ext cx="2368549" cy="893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794487"/>
              </p:ext>
            </p:extLst>
          </p:nvPr>
        </p:nvGraphicFramePr>
        <p:xfrm>
          <a:off x="5721350" y="4508499"/>
          <a:ext cx="2822922" cy="950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17640" imgH="914400" progId="Equation.3">
                  <p:embed/>
                </p:oleObj>
              </mc:Choice>
              <mc:Fallback>
                <p:oleObj name="公式" r:id="rId14" imgW="271764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1350" y="4508499"/>
                        <a:ext cx="2822922" cy="9505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332851"/>
              </p:ext>
            </p:extLst>
          </p:nvPr>
        </p:nvGraphicFramePr>
        <p:xfrm>
          <a:off x="3667906" y="5391151"/>
          <a:ext cx="2738273" cy="912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81000" imgH="927000" progId="Equation.3">
                  <p:embed/>
                </p:oleObj>
              </mc:Choice>
              <mc:Fallback>
                <p:oleObj name="公式" r:id="rId16" imgW="278100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906" y="5391151"/>
                        <a:ext cx="2738273" cy="912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01616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 autoUpdateAnimBg="0"/>
      <p:bldP spid="93192" grpId="0" autoUpdateAnimBg="0"/>
      <p:bldP spid="9319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3" name="Text Box 2"/>
          <p:cNvSpPr txBox="1">
            <a:spLocks noChangeArrowheads="1"/>
          </p:cNvSpPr>
          <p:nvPr/>
        </p:nvSpPr>
        <p:spPr bwMode="auto">
          <a:xfrm>
            <a:off x="2355850" y="792163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9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65538" name="Object 3"/>
          <p:cNvGraphicFramePr>
            <a:graphicFrameLocks noChangeAspect="1"/>
          </p:cNvGraphicFramePr>
          <p:nvPr/>
        </p:nvGraphicFramePr>
        <p:xfrm>
          <a:off x="3251200" y="793750"/>
          <a:ext cx="5054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054400" imgH="520560" progId="Equation.3">
                  <p:embed/>
                </p:oleObj>
              </mc:Choice>
              <mc:Fallback>
                <p:oleObj name="公式" r:id="rId2" imgW="505440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793750"/>
                        <a:ext cx="5054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2373313" y="16764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04453" name="Object 5"/>
          <p:cNvGraphicFramePr>
            <a:graphicFrameLocks noChangeAspect="1"/>
          </p:cNvGraphicFramePr>
          <p:nvPr/>
        </p:nvGraphicFramePr>
        <p:xfrm>
          <a:off x="2895600" y="1498600"/>
          <a:ext cx="53609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359320" imgH="939600" progId="Equation.3">
                  <p:embed/>
                </p:oleObj>
              </mc:Choice>
              <mc:Fallback>
                <p:oleObj name="公式" r:id="rId4" imgW="535932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98600"/>
                        <a:ext cx="536098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6"/>
          <p:cNvGraphicFramePr>
            <a:graphicFrameLocks noChangeAspect="1"/>
          </p:cNvGraphicFramePr>
          <p:nvPr/>
        </p:nvGraphicFramePr>
        <p:xfrm>
          <a:off x="3351214" y="2679700"/>
          <a:ext cx="63261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324480" imgH="914400" progId="Equation.3">
                  <p:embed/>
                </p:oleObj>
              </mc:Choice>
              <mc:Fallback>
                <p:oleObj name="公式" r:id="rId6" imgW="63244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1214" y="2679700"/>
                        <a:ext cx="63261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5" name="Object 7"/>
          <p:cNvGraphicFramePr>
            <a:graphicFrameLocks noChangeAspect="1"/>
          </p:cNvGraphicFramePr>
          <p:nvPr/>
        </p:nvGraphicFramePr>
        <p:xfrm>
          <a:off x="3313114" y="3810000"/>
          <a:ext cx="636428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362640" imgH="939600" progId="Equation.3">
                  <p:embed/>
                </p:oleObj>
              </mc:Choice>
              <mc:Fallback>
                <p:oleObj name="公式" r:id="rId8" imgW="636264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4" y="3810000"/>
                        <a:ext cx="636428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6" name="Object 8"/>
          <p:cNvGraphicFramePr>
            <a:graphicFrameLocks noChangeAspect="1"/>
          </p:cNvGraphicFramePr>
          <p:nvPr/>
        </p:nvGraphicFramePr>
        <p:xfrm>
          <a:off x="3276600" y="5029200"/>
          <a:ext cx="4648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647960" imgH="1015920" progId="Equation.3">
                  <p:embed/>
                </p:oleObj>
              </mc:Choice>
              <mc:Fallback>
                <p:oleObj name="公式" r:id="rId10" imgW="464796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29200"/>
                        <a:ext cx="4648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99470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7" name="Text Box 2"/>
          <p:cNvSpPr txBox="1">
            <a:spLocks noChangeArrowheads="1"/>
          </p:cNvSpPr>
          <p:nvPr/>
        </p:nvSpPr>
        <p:spPr bwMode="auto">
          <a:xfrm>
            <a:off x="2355850" y="11684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10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66562" name="Object 3"/>
          <p:cNvGraphicFramePr>
            <a:graphicFrameLocks noChangeAspect="1"/>
          </p:cNvGraphicFramePr>
          <p:nvPr/>
        </p:nvGraphicFramePr>
        <p:xfrm>
          <a:off x="3270250" y="1247775"/>
          <a:ext cx="5156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155920" imgH="469800" progId="Equation.3">
                  <p:embed/>
                </p:oleObj>
              </mc:Choice>
              <mc:Fallback>
                <p:oleObj name="公式" r:id="rId2" imgW="51559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0" y="1247775"/>
                        <a:ext cx="5156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6" name="Text Box 4"/>
          <p:cNvSpPr txBox="1">
            <a:spLocks noChangeArrowheads="1"/>
          </p:cNvSpPr>
          <p:nvPr/>
        </p:nvSpPr>
        <p:spPr bwMode="auto">
          <a:xfrm>
            <a:off x="2355850" y="22352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05477" name="Object 5"/>
          <p:cNvGraphicFramePr>
            <a:graphicFrameLocks noChangeAspect="1"/>
          </p:cNvGraphicFramePr>
          <p:nvPr/>
        </p:nvGraphicFramePr>
        <p:xfrm>
          <a:off x="3194050" y="2235200"/>
          <a:ext cx="55895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587920" imgH="469800" progId="Equation.3">
                  <p:embed/>
                </p:oleObj>
              </mc:Choice>
              <mc:Fallback>
                <p:oleObj name="公式" r:id="rId4" imgW="55879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2235200"/>
                        <a:ext cx="55895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8" name="Object 6"/>
          <p:cNvGraphicFramePr>
            <a:graphicFrameLocks noChangeAspect="1"/>
          </p:cNvGraphicFramePr>
          <p:nvPr/>
        </p:nvGraphicFramePr>
        <p:xfrm>
          <a:off x="3803650" y="3048000"/>
          <a:ext cx="3797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797280" imgH="469800" progId="Equation.3">
                  <p:embed/>
                </p:oleObj>
              </mc:Choice>
              <mc:Fallback>
                <p:oleObj name="公式" r:id="rId6" imgW="37972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650" y="3048000"/>
                        <a:ext cx="3797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9" name="Object 7"/>
          <p:cNvGraphicFramePr>
            <a:graphicFrameLocks noChangeAspect="1"/>
          </p:cNvGraphicFramePr>
          <p:nvPr/>
        </p:nvGraphicFramePr>
        <p:xfrm>
          <a:off x="7677150" y="3049588"/>
          <a:ext cx="20701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70000" imgH="393480" progId="Equation.3">
                  <p:embed/>
                </p:oleObj>
              </mc:Choice>
              <mc:Fallback>
                <p:oleObj name="公式" r:id="rId8" imgW="20700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7150" y="3049588"/>
                        <a:ext cx="20701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0" name="Object 8"/>
          <p:cNvGraphicFramePr>
            <a:graphicFrameLocks noChangeAspect="1"/>
          </p:cNvGraphicFramePr>
          <p:nvPr/>
        </p:nvGraphicFramePr>
        <p:xfrm>
          <a:off x="3575050" y="3835400"/>
          <a:ext cx="585628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854680" imgH="1041120" progId="Equation.3">
                  <p:embed/>
                </p:oleObj>
              </mc:Choice>
              <mc:Fallback>
                <p:oleObj name="公式" r:id="rId10" imgW="585468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3835400"/>
                        <a:ext cx="5856288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8464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1234405" y="1672887"/>
            <a:ext cx="9505056" cy="3307289"/>
            <a:chOff x="541" y="437"/>
            <a:chExt cx="5341" cy="4118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82" cy="3865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1487488" y="926047"/>
            <a:ext cx="4050407" cy="659160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三、反函数的导数</a:t>
            </a:r>
          </a:p>
        </p:txBody>
      </p:sp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1864881" y="1890492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</a:p>
        </p:txBody>
      </p:sp>
      <p:graphicFrame>
        <p:nvGraphicFramePr>
          <p:cNvPr id="849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207394"/>
              </p:ext>
            </p:extLst>
          </p:nvPr>
        </p:nvGraphicFramePr>
        <p:xfrm>
          <a:off x="1847526" y="1960364"/>
          <a:ext cx="8278813" cy="283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16040" imgH="1168200" progId="Equation.DSMT4">
                  <p:embed/>
                </p:oleObj>
              </mc:Choice>
              <mc:Fallback>
                <p:oleObj name="Equation" r:id="rId2" imgW="3416040" imgH="116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6" y="1960364"/>
                        <a:ext cx="8278813" cy="283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2279576" y="5100551"/>
            <a:ext cx="769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即  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反函数的导数等于直接函数导数的倒数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57476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autoUpdateAnimBg="0"/>
      <p:bldP spid="8499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43" name="Text Box 2"/>
          <p:cNvSpPr txBox="1">
            <a:spLocks noChangeArrowheads="1"/>
          </p:cNvSpPr>
          <p:nvPr/>
        </p:nvSpPr>
        <p:spPr bwMode="auto">
          <a:xfrm>
            <a:off x="2362200" y="9286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860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110424"/>
              </p:ext>
            </p:extLst>
          </p:nvPr>
        </p:nvGraphicFramePr>
        <p:xfrm>
          <a:off x="2990850" y="1025662"/>
          <a:ext cx="1657350" cy="422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39880" imgH="444240" progId="Equation.3">
                  <p:embed/>
                </p:oleObj>
              </mc:Choice>
              <mc:Fallback>
                <p:oleObj name="公式" r:id="rId2" imgW="1739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1025662"/>
                        <a:ext cx="1657350" cy="422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07732"/>
              </p:ext>
            </p:extLst>
          </p:nvPr>
        </p:nvGraphicFramePr>
        <p:xfrm>
          <a:off x="4800601" y="1054007"/>
          <a:ext cx="2171699" cy="393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57400" imgH="393480" progId="Equation.3">
                  <p:embed/>
                </p:oleObj>
              </mc:Choice>
              <mc:Fallback>
                <p:oleObj name="公式" r:id="rId4" imgW="2057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1054007"/>
                        <a:ext cx="2171699" cy="393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281615"/>
              </p:ext>
            </p:extLst>
          </p:nvPr>
        </p:nvGraphicFramePr>
        <p:xfrm>
          <a:off x="3048001" y="1676401"/>
          <a:ext cx="3648075" cy="406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860640" imgH="431640" progId="Equation.3">
                  <p:embed/>
                </p:oleObj>
              </mc:Choice>
              <mc:Fallback>
                <p:oleObj name="公式" r:id="rId6" imgW="38606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1676401"/>
                        <a:ext cx="3648075" cy="4066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6"/>
          <p:cNvGraphicFramePr>
            <a:graphicFrameLocks noChangeAspect="1"/>
          </p:cNvGraphicFramePr>
          <p:nvPr/>
        </p:nvGraphicFramePr>
        <p:xfrm>
          <a:off x="6972300" y="1695450"/>
          <a:ext cx="9715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54080" imgH="393480" progId="Equation.3">
                  <p:embed/>
                </p:oleObj>
              </mc:Choice>
              <mc:Fallback>
                <p:oleObj name="公式" r:id="rId8" imgW="1054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2300" y="1695450"/>
                        <a:ext cx="9715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3" name="Text Box 7"/>
          <p:cNvSpPr txBox="1">
            <a:spLocks noChangeArrowheads="1"/>
          </p:cNvSpPr>
          <p:nvPr/>
        </p:nvSpPr>
        <p:spPr bwMode="auto">
          <a:xfrm>
            <a:off x="2895600" y="2438400"/>
            <a:ext cx="1752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于是有</a:t>
            </a:r>
          </a:p>
        </p:txBody>
      </p:sp>
      <p:graphicFrame>
        <p:nvGraphicFramePr>
          <p:cNvPr id="86024" name="Object 8"/>
          <p:cNvGraphicFramePr>
            <a:graphicFrameLocks noChangeAspect="1"/>
          </p:cNvGraphicFramePr>
          <p:nvPr/>
        </p:nvGraphicFramePr>
        <p:xfrm>
          <a:off x="4267201" y="2239964"/>
          <a:ext cx="1323975" cy="126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34960" imgH="1371600" progId="Equation.3">
                  <p:embed/>
                </p:oleObj>
              </mc:Choice>
              <mc:Fallback>
                <p:oleObj name="公式" r:id="rId10" imgW="143496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2239964"/>
                        <a:ext cx="1323975" cy="1265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800752"/>
              </p:ext>
            </p:extLst>
          </p:nvPr>
        </p:nvGraphicFramePr>
        <p:xfrm>
          <a:off x="6477000" y="2479674"/>
          <a:ext cx="1923256" cy="440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79560" imgH="431640" progId="Equation.3">
                  <p:embed/>
                </p:oleObj>
              </mc:Choice>
              <mc:Fallback>
                <p:oleObj name="公式" r:id="rId12" imgW="1879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479674"/>
                        <a:ext cx="1923256" cy="440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004329"/>
              </p:ext>
            </p:extLst>
          </p:nvPr>
        </p:nvGraphicFramePr>
        <p:xfrm>
          <a:off x="2990850" y="3585248"/>
          <a:ext cx="28575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162240" imgH="393480" progId="Equation.3">
                  <p:embed/>
                </p:oleObj>
              </mc:Choice>
              <mc:Fallback>
                <p:oleObj name="公式" r:id="rId14" imgW="31622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3585248"/>
                        <a:ext cx="285750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433044"/>
              </p:ext>
            </p:extLst>
          </p:nvPr>
        </p:nvGraphicFramePr>
        <p:xfrm>
          <a:off x="6228800" y="3563085"/>
          <a:ext cx="2038656" cy="398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45960" imgH="419040" progId="Equation.3">
                  <p:embed/>
                </p:oleObj>
              </mc:Choice>
              <mc:Fallback>
                <p:oleObj name="公式" r:id="rId16" imgW="2145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800" y="3563085"/>
                        <a:ext cx="2038656" cy="398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47071"/>
              </p:ext>
            </p:extLst>
          </p:nvPr>
        </p:nvGraphicFramePr>
        <p:xfrm>
          <a:off x="2990850" y="4255504"/>
          <a:ext cx="23780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616120" imgH="838080" progId="Equation.3">
                  <p:embed/>
                </p:oleObj>
              </mc:Choice>
              <mc:Fallback>
                <p:oleObj name="公式" r:id="rId18" imgW="26161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4255504"/>
                        <a:ext cx="23780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806430"/>
              </p:ext>
            </p:extLst>
          </p:nvPr>
        </p:nvGraphicFramePr>
        <p:xfrm>
          <a:off x="5482355" y="4236352"/>
          <a:ext cx="129540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422360" imgH="1371600" progId="Equation.3">
                  <p:embed/>
                </p:oleObj>
              </mc:Choice>
              <mc:Fallback>
                <p:oleObj name="公式" r:id="rId20" imgW="142236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2355" y="4236352"/>
                        <a:ext cx="1295400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697496"/>
              </p:ext>
            </p:extLst>
          </p:nvPr>
        </p:nvGraphicFramePr>
        <p:xfrm>
          <a:off x="6863442" y="4245194"/>
          <a:ext cx="10398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143000" imgH="914400" progId="Equation.3">
                  <p:embed/>
                </p:oleObj>
              </mc:Choice>
              <mc:Fallback>
                <p:oleObj name="公式" r:id="rId22" imgW="11430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3442" y="4245194"/>
                        <a:ext cx="103981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826079"/>
              </p:ext>
            </p:extLst>
          </p:nvPr>
        </p:nvGraphicFramePr>
        <p:xfrm>
          <a:off x="3145046" y="5115891"/>
          <a:ext cx="2411412" cy="86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552400" imgH="914400" progId="Equation.3">
                  <p:embed/>
                </p:oleObj>
              </mc:Choice>
              <mc:Fallback>
                <p:oleObj name="公式" r:id="rId24" imgW="2552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5046" y="5115891"/>
                        <a:ext cx="2411412" cy="8636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238242"/>
              </p:ext>
            </p:extLst>
          </p:nvPr>
        </p:nvGraphicFramePr>
        <p:xfrm>
          <a:off x="7248128" y="1054005"/>
          <a:ext cx="2880320" cy="404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060360" imgH="431640" progId="Equation.3">
                  <p:embed/>
                </p:oleObj>
              </mc:Choice>
              <mc:Fallback>
                <p:oleObj name="公式" r:id="rId26" imgW="3060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128" y="1054005"/>
                        <a:ext cx="2880320" cy="404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50946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7" name="Text Box 2"/>
          <p:cNvSpPr txBox="1">
            <a:spLocks noChangeArrowheads="1"/>
          </p:cNvSpPr>
          <p:nvPr/>
        </p:nvSpPr>
        <p:spPr bwMode="auto">
          <a:xfrm>
            <a:off x="2382838" y="7620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49154" name="Object 3"/>
          <p:cNvGraphicFramePr>
            <a:graphicFrameLocks noChangeAspect="1"/>
          </p:cNvGraphicFramePr>
          <p:nvPr/>
        </p:nvGraphicFramePr>
        <p:xfrm>
          <a:off x="3276600" y="865188"/>
          <a:ext cx="41402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140000" imgH="431640" progId="Equation.3">
                  <p:embed/>
                </p:oleObj>
              </mc:Choice>
              <mc:Fallback>
                <p:oleObj name="公式" r:id="rId2" imgW="4140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865188"/>
                        <a:ext cx="41402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2382838" y="153828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87045" name="Object 5"/>
          <p:cNvGraphicFramePr>
            <a:graphicFrameLocks noChangeAspect="1"/>
          </p:cNvGraphicFramePr>
          <p:nvPr/>
        </p:nvGraphicFramePr>
        <p:xfrm>
          <a:off x="3200401" y="1433514"/>
          <a:ext cx="577532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146640" imgH="825480" progId="Equation.3">
                  <p:embed/>
                </p:oleObj>
              </mc:Choice>
              <mc:Fallback>
                <p:oleObj name="公式" r:id="rId4" imgW="614664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1433514"/>
                        <a:ext cx="5775325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6"/>
          <p:cNvGraphicFramePr>
            <a:graphicFrameLocks noChangeAspect="1"/>
          </p:cNvGraphicFramePr>
          <p:nvPr/>
        </p:nvGraphicFramePr>
        <p:xfrm>
          <a:off x="2459039" y="2501900"/>
          <a:ext cx="29940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87440" imgH="419040" progId="Equation.3">
                  <p:embed/>
                </p:oleObj>
              </mc:Choice>
              <mc:Fallback>
                <p:oleObj name="公式" r:id="rId6" imgW="31874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039" y="2501900"/>
                        <a:ext cx="29940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7" name="Object 7"/>
          <p:cNvGraphicFramePr>
            <a:graphicFrameLocks noChangeAspect="1"/>
          </p:cNvGraphicFramePr>
          <p:nvPr/>
        </p:nvGraphicFramePr>
        <p:xfrm>
          <a:off x="5986463" y="2493964"/>
          <a:ext cx="295751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49280" imgH="469800" progId="Equation.3">
                  <p:embed/>
                </p:oleObj>
              </mc:Choice>
              <mc:Fallback>
                <p:oleObj name="公式" r:id="rId8" imgW="31492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6463" y="2493964"/>
                        <a:ext cx="295751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8" name="Object 8"/>
          <p:cNvGraphicFramePr>
            <a:graphicFrameLocks noChangeAspect="1"/>
          </p:cNvGraphicFramePr>
          <p:nvPr/>
        </p:nvGraphicFramePr>
        <p:xfrm>
          <a:off x="2207569" y="3140969"/>
          <a:ext cx="2801937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984400" imgH="914400" progId="Equation.3">
                  <p:embed/>
                </p:oleObj>
              </mc:Choice>
              <mc:Fallback>
                <p:oleObj name="公式" r:id="rId10" imgW="2984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9" y="3140969"/>
                        <a:ext cx="2801937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9" name="Object 9"/>
          <p:cNvGraphicFramePr>
            <a:graphicFrameLocks noChangeAspect="1"/>
          </p:cNvGraphicFramePr>
          <p:nvPr/>
        </p:nvGraphicFramePr>
        <p:xfrm>
          <a:off x="5159896" y="3140969"/>
          <a:ext cx="1014412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79280" imgH="914400" progId="Equation.3">
                  <p:embed/>
                </p:oleObj>
              </mc:Choice>
              <mc:Fallback>
                <p:oleObj name="公式" r:id="rId12" imgW="10792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96" y="3140969"/>
                        <a:ext cx="1014412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0" name="Object 10"/>
          <p:cNvGraphicFramePr>
            <a:graphicFrameLocks noChangeAspect="1"/>
          </p:cNvGraphicFramePr>
          <p:nvPr/>
        </p:nvGraphicFramePr>
        <p:xfrm>
          <a:off x="6096001" y="3140968"/>
          <a:ext cx="1824037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42920" imgH="965160" progId="Equation.3">
                  <p:embed/>
                </p:oleObj>
              </mc:Choice>
              <mc:Fallback>
                <p:oleObj name="公式" r:id="rId14" imgW="194292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3140968"/>
                        <a:ext cx="1824037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1" name="Object 11"/>
          <p:cNvGraphicFramePr>
            <a:graphicFrameLocks noChangeAspect="1"/>
          </p:cNvGraphicFramePr>
          <p:nvPr/>
        </p:nvGraphicFramePr>
        <p:xfrm>
          <a:off x="7896200" y="3140969"/>
          <a:ext cx="1503362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600200" imgH="888840" progId="Equation.3">
                  <p:embed/>
                </p:oleObj>
              </mc:Choice>
              <mc:Fallback>
                <p:oleObj name="公式" r:id="rId16" imgW="160020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00" y="3140969"/>
                        <a:ext cx="1503362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3" name="Text Box 13"/>
          <p:cNvSpPr txBox="1">
            <a:spLocks noChangeArrowheads="1"/>
          </p:cNvSpPr>
          <p:nvPr/>
        </p:nvSpPr>
        <p:spPr bwMode="auto">
          <a:xfrm>
            <a:off x="2330451" y="4359276"/>
            <a:ext cx="1789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同理可得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7680176" y="627734"/>
          <a:ext cx="2620124" cy="85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58640" imgH="444240" progId="Equation.DSMT4">
                  <p:embed/>
                </p:oleObj>
              </mc:Choice>
              <mc:Fallback>
                <p:oleObj name="Equation" r:id="rId18" imgW="1358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680176" y="627734"/>
                        <a:ext cx="2620124" cy="857050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295800" y="4190206"/>
          <a:ext cx="3024337" cy="912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73120" imgH="444240" progId="Equation.DSMT4">
                  <p:embed/>
                </p:oleObj>
              </mc:Choice>
              <mc:Fallback>
                <p:oleObj name="Equation" r:id="rId20" imgW="1473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800" y="4190206"/>
                        <a:ext cx="3024337" cy="91288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346042"/>
              </p:ext>
            </p:extLst>
          </p:nvPr>
        </p:nvGraphicFramePr>
        <p:xfrm>
          <a:off x="3623266" y="5270600"/>
          <a:ext cx="2702710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69720" imgH="406080" progId="Equation.DSMT4">
                  <p:embed/>
                </p:oleObj>
              </mc:Choice>
              <mc:Fallback>
                <p:oleObj name="Equation" r:id="rId22" imgW="1269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3266" y="5270600"/>
                        <a:ext cx="2702710" cy="864096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694745"/>
              </p:ext>
            </p:extLst>
          </p:nvPr>
        </p:nvGraphicFramePr>
        <p:xfrm>
          <a:off x="6744072" y="5270600"/>
          <a:ext cx="2952328" cy="87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71600" imgH="406080" progId="Equation.DSMT4">
                  <p:embed/>
                </p:oleObj>
              </mc:Choice>
              <mc:Fallback>
                <p:oleObj name="Equation" r:id="rId24" imgW="1371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4072" y="5270600"/>
                        <a:ext cx="2952328" cy="8733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7626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"/>
                                        <p:tgtEl>
                                          <p:spTgt spid="8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autoUpdateAnimBg="0"/>
      <p:bldP spid="8705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6" name="Text Box 2"/>
          <p:cNvSpPr txBox="1">
            <a:spLocks noChangeArrowheads="1"/>
          </p:cNvSpPr>
          <p:nvPr/>
        </p:nvSpPr>
        <p:spPr bwMode="auto">
          <a:xfrm>
            <a:off x="2332038" y="9906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5017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350525"/>
              </p:ext>
            </p:extLst>
          </p:nvPr>
        </p:nvGraphicFramePr>
        <p:xfrm>
          <a:off x="3398837" y="1081087"/>
          <a:ext cx="4032217" cy="462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60640" imgH="444240" progId="Equation.3">
                  <p:embed/>
                </p:oleObj>
              </mc:Choice>
              <mc:Fallback>
                <p:oleObj name="公式" r:id="rId2" imgW="38606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37" y="1081087"/>
                        <a:ext cx="4032217" cy="4625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307356"/>
              </p:ext>
            </p:extLst>
          </p:nvPr>
        </p:nvGraphicFramePr>
        <p:xfrm>
          <a:off x="3054349" y="2667001"/>
          <a:ext cx="3187807" cy="477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36680" imgH="469800" progId="Equation.3">
                  <p:embed/>
                </p:oleObj>
              </mc:Choice>
              <mc:Fallback>
                <p:oleObj name="公式" r:id="rId4" imgW="31366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49" y="2667001"/>
                        <a:ext cx="3187807" cy="477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070279"/>
              </p:ext>
            </p:extLst>
          </p:nvPr>
        </p:nvGraphicFramePr>
        <p:xfrm>
          <a:off x="6486611" y="2697004"/>
          <a:ext cx="3142617" cy="447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11480" imgH="444240" progId="Equation.3">
                  <p:embed/>
                </p:oleObj>
              </mc:Choice>
              <mc:Fallback>
                <p:oleObj name="公式" r:id="rId6" imgW="31114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611" y="2697004"/>
                        <a:ext cx="3142617" cy="447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715942"/>
              </p:ext>
            </p:extLst>
          </p:nvPr>
        </p:nvGraphicFramePr>
        <p:xfrm>
          <a:off x="3053227" y="3253067"/>
          <a:ext cx="224155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87520" imgH="914400" progId="Equation.3">
                  <p:embed/>
                </p:oleObj>
              </mc:Choice>
              <mc:Fallback>
                <p:oleObj name="公式" r:id="rId8" imgW="238752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3227" y="3253067"/>
                        <a:ext cx="2241550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366097"/>
              </p:ext>
            </p:extLst>
          </p:nvPr>
        </p:nvGraphicFramePr>
        <p:xfrm>
          <a:off x="5431070" y="3257069"/>
          <a:ext cx="124142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20480" imgH="850680" progId="Equation.3">
                  <p:embed/>
                </p:oleObj>
              </mc:Choice>
              <mc:Fallback>
                <p:oleObj name="公式" r:id="rId10" imgW="132048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1070" y="3257069"/>
                        <a:ext cx="124142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581485"/>
              </p:ext>
            </p:extLst>
          </p:nvPr>
        </p:nvGraphicFramePr>
        <p:xfrm>
          <a:off x="6808788" y="3288785"/>
          <a:ext cx="11922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69720" imgH="838080" progId="Equation.3">
                  <p:embed/>
                </p:oleObj>
              </mc:Choice>
              <mc:Fallback>
                <p:oleObj name="公式" r:id="rId12" imgW="12697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788" y="3288785"/>
                        <a:ext cx="11922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3" name="Text Box 9"/>
          <p:cNvSpPr txBox="1">
            <a:spLocks noChangeArrowheads="1"/>
          </p:cNvSpPr>
          <p:nvPr/>
        </p:nvSpPr>
        <p:spPr bwMode="auto">
          <a:xfrm>
            <a:off x="2332038" y="184308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880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022567"/>
              </p:ext>
            </p:extLst>
          </p:nvPr>
        </p:nvGraphicFramePr>
        <p:xfrm>
          <a:off x="3164199" y="1877038"/>
          <a:ext cx="5701754" cy="49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956200" imgH="520560" progId="Equation.3">
                  <p:embed/>
                </p:oleObj>
              </mc:Choice>
              <mc:Fallback>
                <p:oleObj name="公式" r:id="rId14" imgW="595620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199" y="1877038"/>
                        <a:ext cx="5701754" cy="49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5" name="Text Box 11"/>
          <p:cNvSpPr txBox="1">
            <a:spLocks noChangeArrowheads="1"/>
          </p:cNvSpPr>
          <p:nvPr/>
        </p:nvSpPr>
        <p:spPr bwMode="auto">
          <a:xfrm>
            <a:off x="2751138" y="5517233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特别地，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525247"/>
              </p:ext>
            </p:extLst>
          </p:nvPr>
        </p:nvGraphicFramePr>
        <p:xfrm>
          <a:off x="4594141" y="4253265"/>
          <a:ext cx="2376264" cy="88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91880" imgH="406080" progId="Equation.DSMT4">
                  <p:embed/>
                </p:oleObj>
              </mc:Choice>
              <mc:Fallback>
                <p:oleObj name="Equation" r:id="rId16" imgW="1091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94141" y="4253265"/>
                        <a:ext cx="2376264" cy="884192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824542"/>
              </p:ext>
            </p:extLst>
          </p:nvPr>
        </p:nvGraphicFramePr>
        <p:xfrm>
          <a:off x="4830427" y="5220684"/>
          <a:ext cx="1656184" cy="883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61760" imgH="406080" progId="Equation.DSMT4">
                  <p:embed/>
                </p:oleObj>
              </mc:Choice>
              <mc:Fallback>
                <p:oleObj name="Equation" r:id="rId18" imgW="761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830427" y="5220684"/>
                        <a:ext cx="1656184" cy="883298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06938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3" grpId="0" autoUpdateAnimBg="0"/>
      <p:bldP spid="8807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787085"/>
            <a:ext cx="4371975" cy="739775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四、隐函数求导法则</a:t>
            </a:r>
          </a:p>
        </p:txBody>
      </p:sp>
      <p:sp>
        <p:nvSpPr>
          <p:cNvPr id="132099" name="Text Box 3"/>
          <p:cNvSpPr txBox="1">
            <a:spLocks noChangeArrowheads="1"/>
          </p:cNvSpPr>
          <p:nvPr/>
        </p:nvSpPr>
        <p:spPr bwMode="auto">
          <a:xfrm>
            <a:off x="1919536" y="1657187"/>
            <a:ext cx="123937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定义</a:t>
            </a:r>
            <a:r>
              <a:rPr lang="en-US" altLang="zh-CN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:</a:t>
            </a:r>
          </a:p>
        </p:txBody>
      </p:sp>
      <p:graphicFrame>
        <p:nvGraphicFramePr>
          <p:cNvPr id="132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57837"/>
              </p:ext>
            </p:extLst>
          </p:nvPr>
        </p:nvGraphicFramePr>
        <p:xfrm>
          <a:off x="2999656" y="1724504"/>
          <a:ext cx="7623728" cy="461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68680" imgH="215640" progId="Equation.DSMT4">
                  <p:embed/>
                </p:oleObj>
              </mc:Choice>
              <mc:Fallback>
                <p:oleObj name="Equation" r:id="rId2" imgW="3568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1724504"/>
                        <a:ext cx="7623728" cy="461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1" name="Object 5"/>
          <p:cNvGraphicFramePr>
            <a:graphicFrameLocks noChangeAspect="1"/>
          </p:cNvGraphicFramePr>
          <p:nvPr/>
        </p:nvGraphicFramePr>
        <p:xfrm>
          <a:off x="2489200" y="2389188"/>
          <a:ext cx="40259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025880" imgH="431640" progId="Equation.3">
                  <p:embed/>
                </p:oleObj>
              </mc:Choice>
              <mc:Fallback>
                <p:oleObj name="公式" r:id="rId4" imgW="4025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2389188"/>
                        <a:ext cx="40259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2" name="Object 6"/>
          <p:cNvGraphicFramePr>
            <a:graphicFrameLocks noChangeAspect="1"/>
          </p:cNvGraphicFramePr>
          <p:nvPr/>
        </p:nvGraphicFramePr>
        <p:xfrm>
          <a:off x="2438400" y="3124201"/>
          <a:ext cx="1676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76160" imgH="393480" progId="Equation.3">
                  <p:embed/>
                </p:oleObj>
              </mc:Choice>
              <mc:Fallback>
                <p:oleObj name="公式" r:id="rId6" imgW="1676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124201"/>
                        <a:ext cx="16764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3" name="AutoShape 7"/>
          <p:cNvSpPr>
            <a:spLocks noChangeArrowheads="1"/>
          </p:cNvSpPr>
          <p:nvPr/>
        </p:nvSpPr>
        <p:spPr bwMode="auto">
          <a:xfrm>
            <a:off x="4267200" y="320040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32104" name="Object 8"/>
          <p:cNvGraphicFramePr>
            <a:graphicFrameLocks noChangeAspect="1"/>
          </p:cNvGraphicFramePr>
          <p:nvPr/>
        </p:nvGraphicFramePr>
        <p:xfrm>
          <a:off x="5029200" y="3143251"/>
          <a:ext cx="14605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60160" imgH="393480" progId="Equation.3">
                  <p:embed/>
                </p:oleObj>
              </mc:Choice>
              <mc:Fallback>
                <p:oleObj name="公式" r:id="rId8" imgW="1460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143251"/>
                        <a:ext cx="14605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5" name="Text Box 9"/>
          <p:cNvSpPr txBox="1">
            <a:spLocks noChangeArrowheads="1"/>
          </p:cNvSpPr>
          <p:nvPr/>
        </p:nvSpPr>
        <p:spPr bwMode="auto">
          <a:xfrm>
            <a:off x="6705600" y="3048001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隐函数的显化</a:t>
            </a:r>
          </a:p>
        </p:txBody>
      </p:sp>
      <p:sp>
        <p:nvSpPr>
          <p:cNvPr id="132106" name="Text Box 10"/>
          <p:cNvSpPr txBox="1">
            <a:spLocks noChangeArrowheads="1"/>
          </p:cNvSpPr>
          <p:nvPr/>
        </p:nvSpPr>
        <p:spPr bwMode="auto">
          <a:xfrm>
            <a:off x="2324100" y="3824288"/>
            <a:ext cx="762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en-US" altLang="zh-CN" sz="2800" b="1" dirty="0"/>
              <a:t>:</a:t>
            </a:r>
            <a:r>
              <a:rPr lang="zh-CN" altLang="en-US" sz="2800" b="1" dirty="0"/>
              <a:t>隐函数不易显化或不能显化如何求导</a:t>
            </a:r>
            <a:r>
              <a:rPr lang="en-US" altLang="zh-CN" sz="2800" b="1" dirty="0"/>
              <a:t>?</a:t>
            </a:r>
          </a:p>
        </p:txBody>
      </p:sp>
      <p:sp>
        <p:nvSpPr>
          <p:cNvPr id="132107" name="Text Box 11"/>
          <p:cNvSpPr txBox="1">
            <a:spLocks noChangeArrowheads="1"/>
          </p:cNvSpPr>
          <p:nvPr/>
        </p:nvSpPr>
        <p:spPr bwMode="auto">
          <a:xfrm>
            <a:off x="2324100" y="4448730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隐函数求导法则</a:t>
            </a:r>
            <a:r>
              <a:rPr lang="en-US" altLang="zh-CN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en-US" altLang="zh-CN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108" name="Text Box 12"/>
              <p:cNvSpPr txBox="1">
                <a:spLocks noChangeArrowheads="1"/>
              </p:cNvSpPr>
              <p:nvPr/>
            </p:nvSpPr>
            <p:spPr bwMode="auto">
              <a:xfrm>
                <a:off x="2438400" y="5064866"/>
                <a:ext cx="7391400" cy="9909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/>
                  <a:t>(1)</a:t>
                </a:r>
                <a:r>
                  <a:rPr lang="zh-CN" altLang="en-US" sz="2800" b="1" dirty="0"/>
                  <a:t>将</a:t>
                </a:r>
                <a:r>
                  <a:rPr lang="en-US" altLang="zh-CN" sz="2800" b="1" i="1" dirty="0"/>
                  <a:t>y</a:t>
                </a:r>
                <a:r>
                  <a:rPr lang="zh-CN" altLang="en-US" sz="2800" b="1" dirty="0"/>
                  <a:t>看作</a:t>
                </a:r>
                <a:r>
                  <a:rPr lang="en-US" altLang="zh-CN" sz="2800" b="1" i="1" dirty="0"/>
                  <a:t>x</a:t>
                </a:r>
                <a:r>
                  <a:rPr lang="zh-CN" altLang="en-US" sz="2800" b="1" dirty="0"/>
                  <a:t>的函数用复合函数求导法则直接对方程两边求导</a:t>
                </a:r>
                <a:r>
                  <a:rPr lang="en-US" altLang="zh-CN" sz="2800" b="1" dirty="0"/>
                  <a:t>.(2)</a:t>
                </a:r>
                <a:r>
                  <a:rPr lang="zh-CN" altLang="en-US" sz="2800" b="1" dirty="0"/>
                  <a:t>整理出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800" b="1" i="1" dirty="0"/>
              </a:p>
            </p:txBody>
          </p:sp>
        </mc:Choice>
        <mc:Fallback xmlns="">
          <p:sp>
            <p:nvSpPr>
              <p:cNvPr id="132108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0" y="5064866"/>
                <a:ext cx="7391400" cy="990977"/>
              </a:xfrm>
              <a:prstGeom prst="rect">
                <a:avLst/>
              </a:prstGeom>
              <a:blipFill rotWithShape="0">
                <a:blip r:embed="rId11"/>
                <a:stretch>
                  <a:fillRect l="-1649" t="-8642" r="-1484" b="-1358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8182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13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"/>
                                        <p:tgtEl>
                                          <p:spTgt spid="13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"/>
                                        <p:tgtEl>
                                          <p:spTgt spid="13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"/>
                                        <p:tgtEl>
                                          <p:spTgt spid="13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autoUpdateAnimBg="0"/>
      <p:bldP spid="132103" grpId="0" animBg="1"/>
      <p:bldP spid="132105" grpId="0" autoUpdateAnimBg="0"/>
      <p:bldP spid="132106" grpId="0" autoUpdateAnimBg="0"/>
      <p:bldP spid="132107" grpId="0" autoUpdateAnimBg="0"/>
      <p:bldP spid="13210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9" name="Text Box 2"/>
          <p:cNvSpPr txBox="1">
            <a:spLocks noChangeArrowheads="1"/>
          </p:cNvSpPr>
          <p:nvPr/>
        </p:nvSpPr>
        <p:spPr bwMode="auto">
          <a:xfrm>
            <a:off x="2395538" y="8382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9216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702333"/>
              </p:ext>
            </p:extLst>
          </p:nvPr>
        </p:nvGraphicFramePr>
        <p:xfrm>
          <a:off x="3275015" y="908050"/>
          <a:ext cx="6565402" cy="1418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933960" imgH="1498320" progId="Equation.3">
                  <p:embed/>
                </p:oleObj>
              </mc:Choice>
              <mc:Fallback>
                <p:oleObj name="公式" r:id="rId2" imgW="6933960" imgH="1498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5" y="908050"/>
                        <a:ext cx="6565402" cy="1418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2395538" y="243854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331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429118"/>
              </p:ext>
            </p:extLst>
          </p:nvPr>
        </p:nvGraphicFramePr>
        <p:xfrm>
          <a:off x="3233738" y="2537019"/>
          <a:ext cx="2774950" cy="402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93960" imgH="406080" progId="Equation.3">
                  <p:embed/>
                </p:oleObj>
              </mc:Choice>
              <mc:Fallback>
                <p:oleObj name="公式" r:id="rId4" imgW="27939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8" y="2537019"/>
                        <a:ext cx="2774950" cy="402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790312"/>
              </p:ext>
            </p:extLst>
          </p:nvPr>
        </p:nvGraphicFramePr>
        <p:xfrm>
          <a:off x="3232881" y="2981326"/>
          <a:ext cx="3727215" cy="859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632040" imgH="838080" progId="Equation.3">
                  <p:embed/>
                </p:oleObj>
              </mc:Choice>
              <mc:Fallback>
                <p:oleObj name="公式" r:id="rId6" imgW="36320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881" y="2981326"/>
                        <a:ext cx="3727215" cy="859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7" name="Text Box 7"/>
          <p:cNvSpPr txBox="1">
            <a:spLocks noChangeArrowheads="1"/>
          </p:cNvSpPr>
          <p:nvPr/>
        </p:nvSpPr>
        <p:spPr bwMode="auto">
          <a:xfrm>
            <a:off x="2771092" y="4194890"/>
            <a:ext cx="9235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解得</a:t>
            </a:r>
            <a:endParaRPr lang="zh-CN" altLang="en-US" sz="2800" dirty="0"/>
          </a:p>
        </p:txBody>
      </p:sp>
      <p:graphicFrame>
        <p:nvGraphicFramePr>
          <p:cNvPr id="1331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567601"/>
              </p:ext>
            </p:extLst>
          </p:nvPr>
        </p:nvGraphicFramePr>
        <p:xfrm>
          <a:off x="3800505" y="4030658"/>
          <a:ext cx="1763366" cy="851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66600" imgH="901440" progId="Equation.3">
                  <p:embed/>
                </p:oleObj>
              </mc:Choice>
              <mc:Fallback>
                <p:oleObj name="公式" r:id="rId8" imgW="186660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505" y="4030658"/>
                        <a:ext cx="1763366" cy="851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930960"/>
              </p:ext>
            </p:extLst>
          </p:nvPr>
        </p:nvGraphicFramePr>
        <p:xfrm>
          <a:off x="5807968" y="4294249"/>
          <a:ext cx="3605287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886200" imgH="457200" progId="Equation.3">
                  <p:embed/>
                </p:oleObj>
              </mc:Choice>
              <mc:Fallback>
                <p:oleObj name="公式" r:id="rId10" imgW="3886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8" y="4294249"/>
                        <a:ext cx="3605287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528885"/>
              </p:ext>
            </p:extLst>
          </p:nvPr>
        </p:nvGraphicFramePr>
        <p:xfrm>
          <a:off x="3575719" y="5015612"/>
          <a:ext cx="3041417" cy="939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162240" imgH="977760" progId="Equation.3">
                  <p:embed/>
                </p:oleObj>
              </mc:Choice>
              <mc:Fallback>
                <p:oleObj name="公式" r:id="rId12" imgW="316224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19" y="5015612"/>
                        <a:ext cx="3041417" cy="9397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003769"/>
              </p:ext>
            </p:extLst>
          </p:nvPr>
        </p:nvGraphicFramePr>
        <p:xfrm>
          <a:off x="6816080" y="5301208"/>
          <a:ext cx="562898" cy="31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58720" imgH="317160" progId="Equation.3">
                  <p:embed/>
                </p:oleObj>
              </mc:Choice>
              <mc:Fallback>
                <p:oleObj name="公式" r:id="rId14" imgW="5587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0" y="5301208"/>
                        <a:ext cx="562898" cy="31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70942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4" grpId="0" autoUpdateAnimBg="0"/>
      <p:bldP spid="13312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95" name="Text Box 2"/>
          <p:cNvSpPr txBox="1">
            <a:spLocks noChangeArrowheads="1"/>
          </p:cNvSpPr>
          <p:nvPr/>
        </p:nvSpPr>
        <p:spPr bwMode="auto">
          <a:xfrm>
            <a:off x="2198638" y="731303"/>
            <a:ext cx="84713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9318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567449"/>
              </p:ext>
            </p:extLst>
          </p:nvPr>
        </p:nvGraphicFramePr>
        <p:xfrm>
          <a:off x="2289841" y="765732"/>
          <a:ext cx="7118528" cy="2012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454880" imgH="2108160" progId="Equation.3">
                  <p:embed/>
                </p:oleObj>
              </mc:Choice>
              <mc:Fallback>
                <p:oleObj name="公式" r:id="rId2" imgW="7454880" imgH="2108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841" y="765732"/>
                        <a:ext cx="7118528" cy="20125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2207568" y="2906780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34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186823"/>
              </p:ext>
            </p:extLst>
          </p:nvPr>
        </p:nvGraphicFramePr>
        <p:xfrm>
          <a:off x="2929768" y="2989264"/>
          <a:ext cx="2806192" cy="407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93960" imgH="406080" progId="Equation.3">
                  <p:embed/>
                </p:oleObj>
              </mc:Choice>
              <mc:Fallback>
                <p:oleObj name="公式" r:id="rId4" imgW="27939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9768" y="2989264"/>
                        <a:ext cx="2806192" cy="407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159130"/>
              </p:ext>
            </p:extLst>
          </p:nvPr>
        </p:nvGraphicFramePr>
        <p:xfrm>
          <a:off x="6041609" y="2918535"/>
          <a:ext cx="3747052" cy="497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30520" imgH="469800" progId="Equation.3">
                  <p:embed/>
                </p:oleObj>
              </mc:Choice>
              <mc:Fallback>
                <p:oleObj name="公式" r:id="rId6" imgW="35305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609" y="2918535"/>
                        <a:ext cx="3747052" cy="497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834276"/>
              </p:ext>
            </p:extLst>
          </p:nvPr>
        </p:nvGraphicFramePr>
        <p:xfrm>
          <a:off x="2844800" y="3393785"/>
          <a:ext cx="3067050" cy="970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88960" imgH="1041120" progId="Equation.3">
                  <p:embed/>
                </p:oleObj>
              </mc:Choice>
              <mc:Fallback>
                <p:oleObj name="公式" r:id="rId8" imgW="328896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3393785"/>
                        <a:ext cx="3067050" cy="970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440565"/>
              </p:ext>
            </p:extLst>
          </p:nvPr>
        </p:nvGraphicFramePr>
        <p:xfrm>
          <a:off x="6112247" y="3682566"/>
          <a:ext cx="849015" cy="334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38080" imgH="330120" progId="Equation.3">
                  <p:embed/>
                </p:oleObj>
              </mc:Choice>
              <mc:Fallback>
                <p:oleObj name="公式" r:id="rId10" imgW="83808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2247" y="3682566"/>
                        <a:ext cx="849015" cy="334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3" name="Text Box 9"/>
          <p:cNvSpPr txBox="1">
            <a:spLocks noChangeArrowheads="1"/>
          </p:cNvSpPr>
          <p:nvPr/>
        </p:nvSpPr>
        <p:spPr bwMode="auto">
          <a:xfrm>
            <a:off x="2306638" y="4638313"/>
            <a:ext cx="3962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所求切线方程为</a:t>
            </a:r>
          </a:p>
        </p:txBody>
      </p:sp>
      <p:graphicFrame>
        <p:nvGraphicFramePr>
          <p:cNvPr id="1341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612879"/>
              </p:ext>
            </p:extLst>
          </p:nvPr>
        </p:nvGraphicFramePr>
        <p:xfrm>
          <a:off x="4980359" y="4467443"/>
          <a:ext cx="226377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14600" imgH="888840" progId="Equation.3">
                  <p:embed/>
                </p:oleObj>
              </mc:Choice>
              <mc:Fallback>
                <p:oleObj name="公式" r:id="rId12" imgW="251460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0359" y="4467443"/>
                        <a:ext cx="226377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7836720"/>
              </p:ext>
            </p:extLst>
          </p:nvPr>
        </p:nvGraphicFramePr>
        <p:xfrm>
          <a:off x="7536160" y="4705915"/>
          <a:ext cx="2523128" cy="455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323800" imgH="419040" progId="Equation.3">
                  <p:embed/>
                </p:oleObj>
              </mc:Choice>
              <mc:Fallback>
                <p:oleObj name="公式" r:id="rId14" imgW="23238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6160" y="4705915"/>
                        <a:ext cx="2523128" cy="455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277399"/>
              </p:ext>
            </p:extLst>
          </p:nvPr>
        </p:nvGraphicFramePr>
        <p:xfrm>
          <a:off x="2667847" y="5267543"/>
          <a:ext cx="3764765" cy="836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000320" imgH="888840" progId="Equation.3">
                  <p:embed/>
                </p:oleObj>
              </mc:Choice>
              <mc:Fallback>
                <p:oleObj name="公式" r:id="rId16" imgW="400032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847" y="5267543"/>
                        <a:ext cx="3764765" cy="836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257650"/>
              </p:ext>
            </p:extLst>
          </p:nvPr>
        </p:nvGraphicFramePr>
        <p:xfrm>
          <a:off x="6744072" y="5543271"/>
          <a:ext cx="1385045" cy="444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307880" imgH="419040" progId="Equation.3">
                  <p:embed/>
                </p:oleObj>
              </mc:Choice>
              <mc:Fallback>
                <p:oleObj name="公式" r:id="rId18" imgW="13078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4072" y="5543271"/>
                        <a:ext cx="1385045" cy="444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8" name="Text Box 14"/>
          <p:cNvSpPr txBox="1">
            <a:spLocks noChangeArrowheads="1"/>
          </p:cNvSpPr>
          <p:nvPr/>
        </p:nvSpPr>
        <p:spPr bwMode="auto">
          <a:xfrm>
            <a:off x="8256240" y="5464311"/>
            <a:ext cx="2514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显然通过原点</a:t>
            </a:r>
            <a:r>
              <a:rPr lang="en-US" altLang="zh-CN" sz="2800" b="1" dirty="0"/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90424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5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8" grpId="0" autoUpdateAnimBg="0"/>
      <p:bldP spid="134153" grpId="0" autoUpdateAnimBg="0"/>
      <p:bldP spid="13415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Rectangle 2"/>
          <p:cNvSpPr>
            <a:spLocks noGrp="1" noChangeArrowheads="1"/>
          </p:cNvSpPr>
          <p:nvPr>
            <p:ph type="title"/>
          </p:nvPr>
        </p:nvSpPr>
        <p:spPr>
          <a:xfrm>
            <a:off x="2323485" y="823453"/>
            <a:ext cx="4112890" cy="731168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、对数求导法</a:t>
            </a:r>
          </a:p>
        </p:txBody>
      </p:sp>
      <p:sp>
        <p:nvSpPr>
          <p:cNvPr id="136195" name="Text Box 3"/>
          <p:cNvSpPr txBox="1">
            <a:spLocks noChangeArrowheads="1"/>
          </p:cNvSpPr>
          <p:nvPr/>
        </p:nvSpPr>
        <p:spPr bwMode="auto">
          <a:xfrm>
            <a:off x="2379065" y="1885614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观察函数</a:t>
            </a:r>
          </a:p>
        </p:txBody>
      </p:sp>
      <p:graphicFrame>
        <p:nvGraphicFramePr>
          <p:cNvPr id="136196" name="Object 4"/>
          <p:cNvGraphicFramePr>
            <a:graphicFrameLocks noChangeAspect="1"/>
          </p:cNvGraphicFramePr>
          <p:nvPr/>
        </p:nvGraphicFramePr>
        <p:xfrm>
          <a:off x="4245625" y="1668921"/>
          <a:ext cx="4381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381200" imgH="952200" progId="Equation.3">
                  <p:embed/>
                </p:oleObj>
              </mc:Choice>
              <mc:Fallback>
                <p:oleObj name="公式" r:id="rId2" imgW="438120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625" y="1668921"/>
                        <a:ext cx="43815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7" name="Text Box 5"/>
          <p:cNvSpPr txBox="1">
            <a:spLocks noChangeArrowheads="1"/>
          </p:cNvSpPr>
          <p:nvPr/>
        </p:nvSpPr>
        <p:spPr bwMode="auto">
          <a:xfrm>
            <a:off x="2434030" y="264795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36198" name="Text Box 6"/>
          <p:cNvSpPr txBox="1">
            <a:spLocks noChangeArrowheads="1"/>
          </p:cNvSpPr>
          <p:nvPr/>
        </p:nvSpPr>
        <p:spPr bwMode="auto">
          <a:xfrm>
            <a:off x="2402769" y="3213051"/>
            <a:ext cx="7524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先在方程两边取对数</a:t>
            </a:r>
            <a:r>
              <a:rPr lang="en-US" altLang="zh-CN" sz="2800" b="1" dirty="0">
                <a:solidFill>
                  <a:srgbClr val="FF0000"/>
                </a:solidFill>
              </a:rPr>
              <a:t>,  </a:t>
            </a:r>
            <a:r>
              <a:rPr lang="zh-CN" altLang="en-US" sz="2800" b="1" dirty="0">
                <a:solidFill>
                  <a:srgbClr val="FF0000"/>
                </a:solidFill>
              </a:rPr>
              <a:t>然后利用隐函数的求导方法求出导数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36199" name="Text Box 7"/>
          <p:cNvSpPr txBox="1">
            <a:spLocks noChangeArrowheads="1"/>
          </p:cNvSpPr>
          <p:nvPr/>
        </p:nvSpPr>
        <p:spPr bwMode="auto">
          <a:xfrm>
            <a:off x="6744072" y="4053630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--------</a:t>
            </a: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对数求导法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36200" name="Text Box 8"/>
          <p:cNvSpPr txBox="1">
            <a:spLocks noChangeArrowheads="1"/>
          </p:cNvSpPr>
          <p:nvPr/>
        </p:nvSpPr>
        <p:spPr bwMode="auto">
          <a:xfrm>
            <a:off x="2479363" y="4448412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适用范围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136201" name="Object 9"/>
          <p:cNvGraphicFramePr>
            <a:graphicFrameLocks noChangeAspect="1"/>
          </p:cNvGraphicFramePr>
          <p:nvPr/>
        </p:nvGraphicFramePr>
        <p:xfrm>
          <a:off x="2479363" y="5178372"/>
          <a:ext cx="66944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92760" imgH="469800" progId="Equation.3">
                  <p:embed/>
                </p:oleObj>
              </mc:Choice>
              <mc:Fallback>
                <p:oleObj name="公式" r:id="rId4" imgW="66927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363" y="5178372"/>
                        <a:ext cx="66944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27699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13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25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13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"/>
                                        <p:tgtEl>
                                          <p:spTgt spid="13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autoUpdateAnimBg="0"/>
      <p:bldP spid="136197" grpId="0" autoUpdateAnimBg="0"/>
      <p:bldP spid="136198" grpId="0" autoUpdateAnimBg="0"/>
      <p:bldP spid="136199" grpId="0" autoUpdateAnimBg="0"/>
      <p:bldP spid="136200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3" name="Text Box 2"/>
          <p:cNvSpPr txBox="1">
            <a:spLocks noChangeArrowheads="1"/>
          </p:cNvSpPr>
          <p:nvPr/>
        </p:nvSpPr>
        <p:spPr bwMode="auto">
          <a:xfrm>
            <a:off x="2355850" y="94773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2362200" y="18288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37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082830"/>
              </p:ext>
            </p:extLst>
          </p:nvPr>
        </p:nvGraphicFramePr>
        <p:xfrm>
          <a:off x="2783632" y="5013176"/>
          <a:ext cx="7378601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972120" imgH="952200" progId="Equation.3">
                  <p:embed/>
                </p:oleObj>
              </mc:Choice>
              <mc:Fallback>
                <p:oleObj name="公式" r:id="rId2" imgW="697212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5013176"/>
                        <a:ext cx="7378601" cy="10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1" name="Text Box 5"/>
          <p:cNvSpPr txBox="1">
            <a:spLocks noChangeArrowheads="1"/>
          </p:cNvSpPr>
          <p:nvPr/>
        </p:nvSpPr>
        <p:spPr bwMode="auto">
          <a:xfrm>
            <a:off x="3048000" y="184308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等式两边取对数得</a:t>
            </a:r>
            <a:endParaRPr lang="zh-CN" altLang="en-US" b="1"/>
          </a:p>
        </p:txBody>
      </p:sp>
      <p:graphicFrame>
        <p:nvGraphicFramePr>
          <p:cNvPr id="137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751164"/>
              </p:ext>
            </p:extLst>
          </p:nvPr>
        </p:nvGraphicFramePr>
        <p:xfrm>
          <a:off x="2936876" y="2316140"/>
          <a:ext cx="6780121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451560" imgH="838080" progId="Equation.3">
                  <p:embed/>
                </p:oleObj>
              </mc:Choice>
              <mc:Fallback>
                <p:oleObj name="公式" r:id="rId4" imgW="64515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76" y="2316140"/>
                        <a:ext cx="6780121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3" name="Object 7"/>
          <p:cNvGraphicFramePr>
            <a:graphicFrameLocks noChangeAspect="1"/>
          </p:cNvGraphicFramePr>
          <p:nvPr/>
        </p:nvGraphicFramePr>
        <p:xfrm>
          <a:off x="2990851" y="3328988"/>
          <a:ext cx="30400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377880" imgH="457200" progId="Equation.3">
                  <p:embed/>
                </p:oleObj>
              </mc:Choice>
              <mc:Fallback>
                <p:oleObj name="公式" r:id="rId6" imgW="3377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1" y="3328988"/>
                        <a:ext cx="3040063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105956"/>
              </p:ext>
            </p:extLst>
          </p:nvPr>
        </p:nvGraphicFramePr>
        <p:xfrm>
          <a:off x="3013076" y="3760742"/>
          <a:ext cx="4953550" cy="1001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520880" imgH="914400" progId="Equation.3">
                  <p:embed/>
                </p:oleObj>
              </mc:Choice>
              <mc:Fallback>
                <p:oleObj name="公式" r:id="rId8" imgW="45208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6" y="3760742"/>
                        <a:ext cx="4953550" cy="10017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2" name="Object 9"/>
          <p:cNvGraphicFramePr>
            <a:graphicFrameLocks noChangeAspect="1"/>
          </p:cNvGraphicFramePr>
          <p:nvPr/>
        </p:nvGraphicFramePr>
        <p:xfrm>
          <a:off x="3289300" y="762000"/>
          <a:ext cx="4102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101840" imgH="990360" progId="Equation.3">
                  <p:embed/>
                </p:oleObj>
              </mc:Choice>
              <mc:Fallback>
                <p:oleObj name="公式" r:id="rId10" imgW="4101840" imgH="990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762000"/>
                        <a:ext cx="41021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51330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autoUpdateAnimBg="0"/>
      <p:bldP spid="137221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8" name="Text Box 2"/>
          <p:cNvSpPr txBox="1">
            <a:spLocks noChangeArrowheads="1"/>
          </p:cNvSpPr>
          <p:nvPr/>
        </p:nvSpPr>
        <p:spPr bwMode="auto">
          <a:xfrm>
            <a:off x="2362200" y="8524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4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2362200" y="16002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7282" name="Object 4"/>
          <p:cNvGraphicFramePr>
            <a:graphicFrameLocks noChangeAspect="1"/>
          </p:cNvGraphicFramePr>
          <p:nvPr/>
        </p:nvGraphicFramePr>
        <p:xfrm>
          <a:off x="3276600" y="908050"/>
          <a:ext cx="3886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86200" imgH="469800" progId="Equation.3">
                  <p:embed/>
                </p:oleObj>
              </mc:Choice>
              <mc:Fallback>
                <p:oleObj name="公式" r:id="rId2" imgW="38862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908050"/>
                        <a:ext cx="3886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5" name="Text Box 5"/>
          <p:cNvSpPr txBox="1">
            <a:spLocks noChangeArrowheads="1"/>
          </p:cNvSpPr>
          <p:nvPr/>
        </p:nvSpPr>
        <p:spPr bwMode="auto">
          <a:xfrm>
            <a:off x="3157538" y="1606551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等式两边取对数得</a:t>
            </a:r>
          </a:p>
        </p:txBody>
      </p:sp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6319838" y="1752600"/>
          <a:ext cx="22907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25680" imgH="393480" progId="Equation.3">
                  <p:embed/>
                </p:oleObj>
              </mc:Choice>
              <mc:Fallback>
                <p:oleObj name="公式" r:id="rId4" imgW="2425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9838" y="1752600"/>
                        <a:ext cx="2290762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7" name="Object 7"/>
          <p:cNvGraphicFramePr>
            <a:graphicFrameLocks noChangeAspect="1"/>
          </p:cNvGraphicFramePr>
          <p:nvPr/>
        </p:nvGraphicFramePr>
        <p:xfrm>
          <a:off x="3176588" y="2447925"/>
          <a:ext cx="31480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301920" imgH="419040" progId="Equation.3">
                  <p:embed/>
                </p:oleObj>
              </mc:Choice>
              <mc:Fallback>
                <p:oleObj name="公式" r:id="rId6" imgW="33019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588" y="2447925"/>
                        <a:ext cx="3148012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8" name="Object 8"/>
          <p:cNvGraphicFramePr>
            <a:graphicFrameLocks noChangeAspect="1"/>
          </p:cNvGraphicFramePr>
          <p:nvPr/>
        </p:nvGraphicFramePr>
        <p:xfrm>
          <a:off x="3276600" y="3048001"/>
          <a:ext cx="375285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974760" imgH="914400" progId="Equation.3">
                  <p:embed/>
                </p:oleObj>
              </mc:Choice>
              <mc:Fallback>
                <p:oleObj name="公式" r:id="rId8" imgW="39747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048001"/>
                        <a:ext cx="375285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9" name="Object 9"/>
          <p:cNvGraphicFramePr>
            <a:graphicFrameLocks noChangeAspect="1"/>
          </p:cNvGraphicFramePr>
          <p:nvPr/>
        </p:nvGraphicFramePr>
        <p:xfrm>
          <a:off x="3200401" y="3962401"/>
          <a:ext cx="4195763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444920" imgH="838080" progId="Equation.3">
                  <p:embed/>
                </p:oleObj>
              </mc:Choice>
              <mc:Fallback>
                <p:oleObj name="公式" r:id="rId10" imgW="44449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3962401"/>
                        <a:ext cx="4195763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0" name="Object 10"/>
          <p:cNvGraphicFramePr>
            <a:graphicFrameLocks noChangeAspect="1"/>
          </p:cNvGraphicFramePr>
          <p:nvPr/>
        </p:nvGraphicFramePr>
        <p:xfrm>
          <a:off x="3810000" y="4924426"/>
          <a:ext cx="36195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35080" imgH="838080" progId="Equation.3">
                  <p:embed/>
                </p:oleObj>
              </mc:Choice>
              <mc:Fallback>
                <p:oleObj name="公式" r:id="rId12" imgW="38350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924426"/>
                        <a:ext cx="361950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01416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autoUpdateAnimBg="0"/>
      <p:bldP spid="13824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1" name="Text Box 2"/>
          <p:cNvSpPr txBox="1">
            <a:spLocks noChangeArrowheads="1"/>
          </p:cNvSpPr>
          <p:nvPr/>
        </p:nvSpPr>
        <p:spPr bwMode="auto">
          <a:xfrm>
            <a:off x="2438400" y="76200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一般地</a:t>
            </a:r>
          </a:p>
        </p:txBody>
      </p:sp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3011488" y="1447800"/>
          <a:ext cx="422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228920" imgH="469800" progId="Equation.3">
                  <p:embed/>
                </p:oleObj>
              </mc:Choice>
              <mc:Fallback>
                <p:oleObj name="公式" r:id="rId2" imgW="42289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1447800"/>
                        <a:ext cx="422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2895600" y="2978150"/>
          <a:ext cx="445928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181480" imgH="965160" progId="Equation.3">
                  <p:embed/>
                </p:oleObj>
              </mc:Choice>
              <mc:Fallback>
                <p:oleObj name="公式" r:id="rId4" imgW="518148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978150"/>
                        <a:ext cx="4459288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9" name="Object 5"/>
          <p:cNvGraphicFramePr>
            <a:graphicFrameLocks noChangeAspect="1"/>
          </p:cNvGraphicFramePr>
          <p:nvPr/>
        </p:nvGraphicFramePr>
        <p:xfrm>
          <a:off x="2986089" y="4016376"/>
          <a:ext cx="3748087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343400" imgH="888840" progId="Equation.3">
                  <p:embed/>
                </p:oleObj>
              </mc:Choice>
              <mc:Fallback>
                <p:oleObj name="公式" r:id="rId6" imgW="434340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9" y="4016376"/>
                        <a:ext cx="3748087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0" name="Object 6" descr="小网格"/>
          <p:cNvGraphicFramePr>
            <a:graphicFrameLocks noChangeAspect="1"/>
          </p:cNvGraphicFramePr>
          <p:nvPr/>
        </p:nvGraphicFramePr>
        <p:xfrm>
          <a:off x="2935289" y="4894264"/>
          <a:ext cx="6434137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972120" imgH="965160" progId="Equation.3">
                  <p:embed/>
                </p:oleObj>
              </mc:Choice>
              <mc:Fallback>
                <p:oleObj name="公式" r:id="rId8" imgW="697212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89" y="4894264"/>
                        <a:ext cx="6434137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pattFill prst="smGrid">
                              <a:fgClr>
                                <a:srgbClr val="FFE7FF"/>
                              </a:fgClr>
                              <a:bgClr>
                                <a:srgbClr val="FFFFFF"/>
                              </a:bgClr>
                            </a:patt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1" name="Object 7"/>
          <p:cNvGraphicFramePr>
            <a:graphicFrameLocks noChangeAspect="1"/>
          </p:cNvGraphicFramePr>
          <p:nvPr/>
        </p:nvGraphicFramePr>
        <p:xfrm>
          <a:off x="3011488" y="2286001"/>
          <a:ext cx="3962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962160" imgH="406080" progId="Equation.3">
                  <p:embed/>
                </p:oleObj>
              </mc:Choice>
              <mc:Fallback>
                <p:oleObj name="公式" r:id="rId10" imgW="39621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2286001"/>
                        <a:ext cx="39624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397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7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1" y="743155"/>
            <a:ext cx="6902151" cy="724796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五、由参数方程所确定的函数的导数</a:t>
            </a:r>
          </a:p>
        </p:txBody>
      </p:sp>
      <p:graphicFrame>
        <p:nvGraphicFramePr>
          <p:cNvPr id="1402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065147"/>
              </p:ext>
            </p:extLst>
          </p:nvPr>
        </p:nvGraphicFramePr>
        <p:xfrm>
          <a:off x="2418121" y="1599099"/>
          <a:ext cx="7312544" cy="152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543800" imgH="1574640" progId="Equation.3">
                  <p:embed/>
                </p:oleObj>
              </mc:Choice>
              <mc:Fallback>
                <p:oleObj name="公式" r:id="rId2" imgW="7543800" imgH="1574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8121" y="1599099"/>
                        <a:ext cx="7312544" cy="1526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2" name="Text Box 4"/>
          <p:cNvSpPr txBox="1">
            <a:spLocks noChangeArrowheads="1"/>
          </p:cNvSpPr>
          <p:nvPr/>
        </p:nvSpPr>
        <p:spPr bwMode="auto">
          <a:xfrm>
            <a:off x="2411414" y="3510964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例如</a:t>
            </a:r>
          </a:p>
        </p:txBody>
      </p:sp>
      <p:graphicFrame>
        <p:nvGraphicFramePr>
          <p:cNvPr id="140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0592854"/>
              </p:ext>
            </p:extLst>
          </p:nvPr>
        </p:nvGraphicFramePr>
        <p:xfrm>
          <a:off x="3631024" y="3329488"/>
          <a:ext cx="1206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06360" imgH="977760" progId="Equation.3">
                  <p:embed/>
                </p:oleObj>
              </mc:Choice>
              <mc:Fallback>
                <p:oleObj name="公式" r:id="rId4" imgW="120636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024" y="3329488"/>
                        <a:ext cx="12065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4" name="AutoShape 6"/>
          <p:cNvSpPr>
            <a:spLocks noChangeArrowheads="1"/>
          </p:cNvSpPr>
          <p:nvPr/>
        </p:nvSpPr>
        <p:spPr bwMode="auto">
          <a:xfrm>
            <a:off x="5149440" y="3767599"/>
            <a:ext cx="381000" cy="1524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02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749135"/>
              </p:ext>
            </p:extLst>
          </p:nvPr>
        </p:nvGraphicFramePr>
        <p:xfrm>
          <a:off x="5721350" y="3363914"/>
          <a:ext cx="825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25480" imgH="888840" progId="Equation.3">
                  <p:embed/>
                </p:oleObj>
              </mc:Choice>
              <mc:Fallback>
                <p:oleObj name="公式" r:id="rId6" imgW="82548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1350" y="3363914"/>
                        <a:ext cx="825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695167"/>
              </p:ext>
            </p:extLst>
          </p:nvPr>
        </p:nvGraphicFramePr>
        <p:xfrm>
          <a:off x="2599992" y="4348804"/>
          <a:ext cx="229696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97080" imgH="838080" progId="Equation.3">
                  <p:embed/>
                </p:oleObj>
              </mc:Choice>
              <mc:Fallback>
                <p:oleObj name="公式" r:id="rId8" imgW="21970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9992" y="4348804"/>
                        <a:ext cx="2296968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765594"/>
              </p:ext>
            </p:extLst>
          </p:nvPr>
        </p:nvGraphicFramePr>
        <p:xfrm>
          <a:off x="4972050" y="4310704"/>
          <a:ext cx="749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49160" imgH="914400" progId="Equation.3">
                  <p:embed/>
                </p:oleObj>
              </mc:Choice>
              <mc:Fallback>
                <p:oleObj name="公式" r:id="rId10" imgW="7491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4310704"/>
                        <a:ext cx="749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618294"/>
              </p:ext>
            </p:extLst>
          </p:nvPr>
        </p:nvGraphicFramePr>
        <p:xfrm>
          <a:off x="6240016" y="4307388"/>
          <a:ext cx="1549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49080" imgH="888840" progId="Equation.3">
                  <p:embed/>
                </p:oleObj>
              </mc:Choice>
              <mc:Fallback>
                <p:oleObj name="公式" r:id="rId12" imgW="154908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4307388"/>
                        <a:ext cx="1549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9" name="Text Box 11"/>
          <p:cNvSpPr txBox="1">
            <a:spLocks noChangeArrowheads="1"/>
          </p:cNvSpPr>
          <p:nvPr/>
        </p:nvSpPr>
        <p:spPr bwMode="auto">
          <a:xfrm>
            <a:off x="6908800" y="3596176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消去参数</a:t>
            </a:r>
          </a:p>
        </p:txBody>
      </p:sp>
      <p:sp>
        <p:nvSpPr>
          <p:cNvPr id="140300" name="Text Box 12"/>
          <p:cNvSpPr txBox="1">
            <a:spLocks noChangeArrowheads="1"/>
          </p:cNvSpPr>
          <p:nvPr/>
        </p:nvSpPr>
        <p:spPr bwMode="auto">
          <a:xfrm>
            <a:off x="3215680" y="5356252"/>
            <a:ext cx="634558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dirty="0"/>
              <a:t>消参困难或无法消参如何求导</a:t>
            </a:r>
            <a:r>
              <a:rPr lang="en-US" altLang="zh-CN" sz="2800" b="1" dirty="0"/>
              <a:t>?</a:t>
            </a:r>
          </a:p>
        </p:txBody>
      </p:sp>
      <p:graphicFrame>
        <p:nvGraphicFramePr>
          <p:cNvPr id="1403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784299"/>
              </p:ext>
            </p:extLst>
          </p:nvPr>
        </p:nvGraphicFramePr>
        <p:xfrm>
          <a:off x="8544272" y="3698542"/>
          <a:ext cx="16351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4880" imgH="291960" progId="Equation.3">
                  <p:embed/>
                </p:oleObj>
              </mc:Choice>
              <mc:Fallback>
                <p:oleObj name="公式" r:id="rId14" imgW="16488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272" y="3698542"/>
                        <a:ext cx="16351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5548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5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 autoUpdateAnimBg="0"/>
      <p:bldP spid="140294" grpId="0" animBg="1"/>
      <p:bldP spid="140299" grpId="0" autoUpdateAnimBg="0"/>
      <p:bldP spid="140300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314" name="Object 2"/>
          <p:cNvGraphicFramePr>
            <a:graphicFrameLocks noChangeAspect="1"/>
          </p:cNvGraphicFramePr>
          <p:nvPr/>
        </p:nvGraphicFramePr>
        <p:xfrm>
          <a:off x="2444751" y="2060576"/>
          <a:ext cx="78025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064360" imgH="469800" progId="Equation.3">
                  <p:embed/>
                </p:oleObj>
              </mc:Choice>
              <mc:Fallback>
                <p:oleObj name="公式" r:id="rId2" imgW="80643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1" y="2060576"/>
                        <a:ext cx="78025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15" name="Object 3"/>
          <p:cNvGraphicFramePr>
            <a:graphicFrameLocks noChangeAspect="1"/>
          </p:cNvGraphicFramePr>
          <p:nvPr/>
        </p:nvGraphicFramePr>
        <p:xfrm>
          <a:off x="2798764" y="2689226"/>
          <a:ext cx="23955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76440" imgH="469800" progId="Equation.3">
                  <p:embed/>
                </p:oleObj>
              </mc:Choice>
              <mc:Fallback>
                <p:oleObj name="公式" r:id="rId4" imgW="24764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4" y="2689226"/>
                        <a:ext cx="239553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797910"/>
              </p:ext>
            </p:extLst>
          </p:nvPr>
        </p:nvGraphicFramePr>
        <p:xfrm>
          <a:off x="2444750" y="3435352"/>
          <a:ext cx="7107634" cy="438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416720" imgH="457200" progId="Equation.3">
                  <p:embed/>
                </p:oleObj>
              </mc:Choice>
              <mc:Fallback>
                <p:oleObj name="公式" r:id="rId6" imgW="74167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0" y="3435352"/>
                        <a:ext cx="7107634" cy="438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7" name="Text Box 5"/>
          <p:cNvSpPr txBox="1">
            <a:spLocks noChangeArrowheads="1"/>
          </p:cNvSpPr>
          <p:nvPr/>
        </p:nvSpPr>
        <p:spPr bwMode="auto">
          <a:xfrm>
            <a:off x="2438400" y="3959880"/>
            <a:ext cx="58140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由复合函数及反函数的求导法则得</a:t>
            </a:r>
          </a:p>
        </p:txBody>
      </p:sp>
      <p:graphicFrame>
        <p:nvGraphicFramePr>
          <p:cNvPr id="1413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130046"/>
              </p:ext>
            </p:extLst>
          </p:nvPr>
        </p:nvGraphicFramePr>
        <p:xfrm>
          <a:off x="2511424" y="4692652"/>
          <a:ext cx="168275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39880" imgH="838080" progId="Equation.3">
                  <p:embed/>
                </p:oleObj>
              </mc:Choice>
              <mc:Fallback>
                <p:oleObj name="公式" r:id="rId8" imgW="17398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4" y="4692652"/>
                        <a:ext cx="168275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290053"/>
              </p:ext>
            </p:extLst>
          </p:nvPr>
        </p:nvGraphicFramePr>
        <p:xfrm>
          <a:off x="4252067" y="4717256"/>
          <a:ext cx="1265238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07880" imgH="1295280" progId="Equation.3">
                  <p:embed/>
                </p:oleObj>
              </mc:Choice>
              <mc:Fallback>
                <p:oleObj name="公式" r:id="rId10" imgW="1307880" imgH="1295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067" y="4717256"/>
                        <a:ext cx="1265238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377792"/>
              </p:ext>
            </p:extLst>
          </p:nvPr>
        </p:nvGraphicFramePr>
        <p:xfrm>
          <a:off x="5517305" y="4702199"/>
          <a:ext cx="11049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43000" imgH="965160" progId="Equation.3">
                  <p:embed/>
                </p:oleObj>
              </mc:Choice>
              <mc:Fallback>
                <p:oleObj name="公式" r:id="rId12" imgW="114300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7305" y="4702199"/>
                        <a:ext cx="110490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621416"/>
              </p:ext>
            </p:extLst>
          </p:nvPr>
        </p:nvGraphicFramePr>
        <p:xfrm>
          <a:off x="7169819" y="4308499"/>
          <a:ext cx="1635125" cy="172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88760" imgH="1777680" progId="Equation.3">
                  <p:embed/>
                </p:oleObj>
              </mc:Choice>
              <mc:Fallback>
                <p:oleObj name="公式" r:id="rId14" imgW="1688760" imgH="1777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819" y="4308499"/>
                        <a:ext cx="1635125" cy="172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50194"/>
              </p:ext>
            </p:extLst>
          </p:nvPr>
        </p:nvGraphicFramePr>
        <p:xfrm>
          <a:off x="2446178" y="919173"/>
          <a:ext cx="2865512" cy="966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895480" imgH="977760" progId="Equation.3">
                  <p:embed/>
                </p:oleObj>
              </mc:Choice>
              <mc:Fallback>
                <p:oleObj name="公式" r:id="rId16" imgW="289548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178" y="919173"/>
                        <a:ext cx="2865512" cy="9667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6356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9" name="Text Box 2"/>
          <p:cNvSpPr txBox="1">
            <a:spLocks noChangeArrowheads="1"/>
          </p:cNvSpPr>
          <p:nvPr/>
        </p:nvSpPr>
        <p:spPr bwMode="auto">
          <a:xfrm>
            <a:off x="2336801" y="10144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3363" name="Text Box 3"/>
          <p:cNvSpPr txBox="1">
            <a:spLocks noChangeArrowheads="1"/>
          </p:cNvSpPr>
          <p:nvPr/>
        </p:nvSpPr>
        <p:spPr bwMode="auto">
          <a:xfrm>
            <a:off x="2408188" y="2321921"/>
            <a:ext cx="930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43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244150"/>
              </p:ext>
            </p:extLst>
          </p:nvPr>
        </p:nvGraphicFramePr>
        <p:xfrm>
          <a:off x="3390867" y="1920154"/>
          <a:ext cx="1152525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06360" imgH="1714320" progId="Equation.3">
                  <p:embed/>
                </p:oleObj>
              </mc:Choice>
              <mc:Fallback>
                <p:oleObj name="公式" r:id="rId2" imgW="1206360" imgH="1714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867" y="1920154"/>
                        <a:ext cx="1152525" cy="163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762464"/>
              </p:ext>
            </p:extLst>
          </p:nvPr>
        </p:nvGraphicFramePr>
        <p:xfrm>
          <a:off x="6442108" y="2290042"/>
          <a:ext cx="1481138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49080" imgH="888840" progId="Equation.3">
                  <p:embed/>
                </p:oleObj>
              </mc:Choice>
              <mc:Fallback>
                <p:oleObj name="公式" r:id="rId4" imgW="154908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108" y="2290042"/>
                        <a:ext cx="1481138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366876"/>
              </p:ext>
            </p:extLst>
          </p:nvPr>
        </p:nvGraphicFramePr>
        <p:xfrm>
          <a:off x="4660900" y="2337666"/>
          <a:ext cx="16637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39880" imgH="838080" progId="Equation.3">
                  <p:embed/>
                </p:oleObj>
              </mc:Choice>
              <mc:Fallback>
                <p:oleObj name="公式" r:id="rId6" imgW="17398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2337666"/>
                        <a:ext cx="166370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882662"/>
              </p:ext>
            </p:extLst>
          </p:nvPr>
        </p:nvGraphicFramePr>
        <p:xfrm>
          <a:off x="3390867" y="3554054"/>
          <a:ext cx="2744787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69920" imgH="1701720" progId="Equation.3">
                  <p:embed/>
                </p:oleObj>
              </mc:Choice>
              <mc:Fallback>
                <p:oleObj name="公式" r:id="rId8" imgW="2869920" imgH="1701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867" y="3554054"/>
                        <a:ext cx="2744787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242389"/>
              </p:ext>
            </p:extLst>
          </p:nvPr>
        </p:nvGraphicFramePr>
        <p:xfrm>
          <a:off x="6174614" y="4216834"/>
          <a:ext cx="534987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58720" imgH="317160" progId="Equation.3">
                  <p:embed/>
                </p:oleObj>
              </mc:Choice>
              <mc:Fallback>
                <p:oleObj name="公式" r:id="rId10" imgW="5587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4614" y="4216834"/>
                        <a:ext cx="534987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409486"/>
              </p:ext>
            </p:extLst>
          </p:nvPr>
        </p:nvGraphicFramePr>
        <p:xfrm>
          <a:off x="3130558" y="771103"/>
          <a:ext cx="6929670" cy="1073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35160" imgH="469800" progId="Equation.DSMT4">
                  <p:embed/>
                </p:oleObj>
              </mc:Choice>
              <mc:Fallback>
                <p:oleObj name="Equation" r:id="rId12" imgW="3035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58" y="771103"/>
                        <a:ext cx="6929670" cy="1073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48769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26" name="Object 2"/>
          <p:cNvGraphicFramePr>
            <a:graphicFrameLocks noChangeAspect="1"/>
          </p:cNvGraphicFramePr>
          <p:nvPr/>
        </p:nvGraphicFramePr>
        <p:xfrm>
          <a:off x="2590801" y="990601"/>
          <a:ext cx="477202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991040" imgH="888840" progId="Equation.3">
                  <p:embed/>
                </p:oleObj>
              </mc:Choice>
              <mc:Fallback>
                <p:oleObj name="公式" r:id="rId2" imgW="499104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1" y="990601"/>
                        <a:ext cx="4772025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2438400" y="2057400"/>
            <a:ext cx="3048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 </a:t>
            </a:r>
            <a:r>
              <a:rPr lang="zh-CN" altLang="zh-CN" sz="2800" b="1" dirty="0"/>
              <a:t>所求切线方程为</a:t>
            </a:r>
            <a:endParaRPr lang="zh-CN" altLang="en-US" sz="2800" b="1" dirty="0"/>
          </a:p>
        </p:txBody>
      </p:sp>
      <p:graphicFrame>
        <p:nvGraphicFramePr>
          <p:cNvPr id="144388" name="Object 4"/>
          <p:cNvGraphicFramePr>
            <a:graphicFrameLocks noChangeAspect="1"/>
          </p:cNvGraphicFramePr>
          <p:nvPr/>
        </p:nvGraphicFramePr>
        <p:xfrm>
          <a:off x="3825876" y="2566988"/>
          <a:ext cx="291306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47760" imgH="888840" progId="Equation.3">
                  <p:embed/>
                </p:oleObj>
              </mc:Choice>
              <mc:Fallback>
                <p:oleObj name="公式" r:id="rId4" imgW="30477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6" y="2566988"/>
                        <a:ext cx="291306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359338"/>
              </p:ext>
            </p:extLst>
          </p:nvPr>
        </p:nvGraphicFramePr>
        <p:xfrm>
          <a:off x="3071664" y="3573016"/>
          <a:ext cx="3233738" cy="987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440" imgH="406080" progId="Equation.DSMT4">
                  <p:embed/>
                </p:oleObj>
              </mc:Choice>
              <mc:Fallback>
                <p:oleObj name="Equation" r:id="rId6" imgW="1333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3573016"/>
                        <a:ext cx="3233738" cy="9872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42102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9" name="Text Box 2"/>
          <p:cNvSpPr txBox="1">
            <a:spLocks noChangeArrowheads="1"/>
          </p:cNvSpPr>
          <p:nvPr/>
        </p:nvSpPr>
        <p:spPr bwMode="auto">
          <a:xfrm>
            <a:off x="2362200" y="6858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2317593" y="4349751"/>
            <a:ext cx="930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044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014778"/>
              </p:ext>
            </p:extLst>
          </p:nvPr>
        </p:nvGraphicFramePr>
        <p:xfrm>
          <a:off x="2495600" y="777814"/>
          <a:ext cx="6696744" cy="3440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315200" imgH="3759120" progId="Equation.3">
                  <p:embed/>
                </p:oleObj>
              </mc:Choice>
              <mc:Fallback>
                <p:oleObj name="公式" r:id="rId2" imgW="7315200" imgH="3759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777814"/>
                        <a:ext cx="6696744" cy="34406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3" name="Arc 5"/>
          <p:cNvSpPr>
            <a:spLocks/>
          </p:cNvSpPr>
          <p:nvPr/>
        </p:nvSpPr>
        <p:spPr bwMode="auto">
          <a:xfrm flipV="1">
            <a:off x="8433009" y="4892362"/>
            <a:ext cx="1808162" cy="1038225"/>
          </a:xfrm>
          <a:custGeom>
            <a:avLst/>
            <a:gdLst>
              <a:gd name="T0" fmla="*/ 1808162 w 43182"/>
              <a:gd name="T1" fmla="*/ 78752 h 22412"/>
              <a:gd name="T2" fmla="*/ 628 w 43182"/>
              <a:gd name="T3" fmla="*/ 0 h 22412"/>
              <a:gd name="T4" fmla="*/ 904458 w 43182"/>
              <a:gd name="T5" fmla="*/ 37616 h 22412"/>
              <a:gd name="T6" fmla="*/ 0 60000 65536"/>
              <a:gd name="T7" fmla="*/ 0 60000 65536"/>
              <a:gd name="T8" fmla="*/ 0 60000 65536"/>
              <a:gd name="T9" fmla="*/ 0 w 43182"/>
              <a:gd name="T10" fmla="*/ 0 h 22412"/>
              <a:gd name="T11" fmla="*/ 43182 w 43182"/>
              <a:gd name="T12" fmla="*/ 22412 h 22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82" h="22412" fill="none" extrusionOk="0">
                <a:moveTo>
                  <a:pt x="43181" y="1699"/>
                </a:moveTo>
                <a:cubicBezTo>
                  <a:pt x="42705" y="13274"/>
                  <a:pt x="33183" y="22411"/>
                  <a:pt x="21600" y="22412"/>
                </a:cubicBezTo>
                <a:cubicBezTo>
                  <a:pt x="9670" y="22412"/>
                  <a:pt x="0" y="12741"/>
                  <a:pt x="0" y="812"/>
                </a:cubicBezTo>
                <a:cubicBezTo>
                  <a:pt x="-1" y="541"/>
                  <a:pt x="5" y="270"/>
                  <a:pt x="15" y="0"/>
                </a:cubicBezTo>
              </a:path>
              <a:path w="43182" h="22412" stroke="0" extrusionOk="0">
                <a:moveTo>
                  <a:pt x="43181" y="1699"/>
                </a:moveTo>
                <a:cubicBezTo>
                  <a:pt x="42705" y="13274"/>
                  <a:pt x="33183" y="22411"/>
                  <a:pt x="21600" y="22412"/>
                </a:cubicBezTo>
                <a:cubicBezTo>
                  <a:pt x="9670" y="22412"/>
                  <a:pt x="0" y="12741"/>
                  <a:pt x="0" y="812"/>
                </a:cubicBezTo>
                <a:cubicBezTo>
                  <a:pt x="-1" y="541"/>
                  <a:pt x="5" y="270"/>
                  <a:pt x="15" y="0"/>
                </a:cubicBezTo>
                <a:lnTo>
                  <a:pt x="21600" y="812"/>
                </a:lnTo>
                <a:close/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8090935" y="4521200"/>
            <a:ext cx="2743200" cy="1625600"/>
            <a:chOff x="2784" y="2928"/>
            <a:chExt cx="2256" cy="1165"/>
          </a:xfrm>
        </p:grpSpPr>
        <p:graphicFrame>
          <p:nvGraphicFramePr>
            <p:cNvPr id="104456" name="Object 7"/>
            <p:cNvGraphicFramePr>
              <a:graphicFrameLocks noChangeAspect="1"/>
            </p:cNvGraphicFramePr>
            <p:nvPr/>
          </p:nvGraphicFramePr>
          <p:xfrm>
            <a:off x="4925" y="3984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800" imgH="241200" progId="Equation.3">
                    <p:embed/>
                  </p:oleObj>
                </mc:Choice>
                <mc:Fallback>
                  <p:oleObj name="公式" r:id="rId4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5" y="3984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57" name="Object 8"/>
            <p:cNvGraphicFramePr>
              <a:graphicFrameLocks noChangeAspect="1"/>
            </p:cNvGraphicFramePr>
            <p:nvPr/>
          </p:nvGraphicFramePr>
          <p:xfrm>
            <a:off x="2865" y="2928"/>
            <a:ext cx="115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53800" imgH="317160" progId="Equation.3">
                    <p:embed/>
                  </p:oleObj>
                </mc:Choice>
                <mc:Fallback>
                  <p:oleObj name="公式" r:id="rId6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5" y="2928"/>
                          <a:ext cx="115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4471" name="Group 9"/>
            <p:cNvGrpSpPr>
              <a:grpSpLocks/>
            </p:cNvGrpSpPr>
            <p:nvPr/>
          </p:nvGrpSpPr>
          <p:grpSpPr bwMode="auto">
            <a:xfrm>
              <a:off x="2784" y="2928"/>
              <a:ext cx="2256" cy="1152"/>
              <a:chOff x="2784" y="2928"/>
              <a:chExt cx="2256" cy="1152"/>
            </a:xfrm>
          </p:grpSpPr>
          <p:sp>
            <p:nvSpPr>
              <p:cNvPr id="104472" name="Line 10"/>
              <p:cNvSpPr>
                <a:spLocks noChangeShapeType="1"/>
              </p:cNvSpPr>
              <p:nvPr/>
            </p:nvSpPr>
            <p:spPr bwMode="auto">
              <a:xfrm>
                <a:off x="2784" y="3936"/>
                <a:ext cx="22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73" name="Line 11"/>
              <p:cNvSpPr>
                <a:spLocks noChangeShapeType="1"/>
              </p:cNvSpPr>
              <p:nvPr/>
            </p:nvSpPr>
            <p:spPr bwMode="auto">
              <a:xfrm flipV="1">
                <a:off x="3024" y="2928"/>
                <a:ext cx="0" cy="11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04458" name="Object 12"/>
              <p:cNvGraphicFramePr>
                <a:graphicFrameLocks noChangeAspect="1"/>
              </p:cNvGraphicFramePr>
              <p:nvPr/>
            </p:nvGraphicFramePr>
            <p:xfrm>
              <a:off x="2905" y="3952"/>
              <a:ext cx="97" cy="1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215640" imgH="241200" progId="Equation.3">
                      <p:embed/>
                    </p:oleObj>
                  </mc:Choice>
                  <mc:Fallback>
                    <p:oleObj name="公式" r:id="rId8" imgW="21564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05" y="3952"/>
                            <a:ext cx="97" cy="1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8926294" y="4691818"/>
            <a:ext cx="474662" cy="311150"/>
            <a:chOff x="3456" y="3089"/>
            <a:chExt cx="391" cy="223"/>
          </a:xfrm>
        </p:grpSpPr>
        <p:sp>
          <p:nvSpPr>
            <p:cNvPr id="104470" name="Line 14"/>
            <p:cNvSpPr>
              <a:spLocks noChangeShapeType="1"/>
            </p:cNvSpPr>
            <p:nvPr/>
          </p:nvSpPr>
          <p:spPr bwMode="auto">
            <a:xfrm flipV="1">
              <a:off x="3456" y="3168"/>
              <a:ext cx="28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4455" name="Object 15"/>
            <p:cNvGraphicFramePr>
              <a:graphicFrameLocks noChangeAspect="1"/>
            </p:cNvGraphicFramePr>
            <p:nvPr/>
          </p:nvGraphicFramePr>
          <p:xfrm>
            <a:off x="3755" y="3089"/>
            <a:ext cx="92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03040" imgH="241200" progId="Equation.3">
                    <p:embed/>
                  </p:oleObj>
                </mc:Choice>
                <mc:Fallback>
                  <p:oleObj name="公式" r:id="rId10" imgW="2030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5" y="3089"/>
                          <a:ext cx="92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8922785" y="4868864"/>
            <a:ext cx="539750" cy="274638"/>
            <a:chOff x="3456" y="3216"/>
            <a:chExt cx="444" cy="196"/>
          </a:xfrm>
        </p:grpSpPr>
        <p:sp>
          <p:nvSpPr>
            <p:cNvPr id="104469" name="Line 17"/>
            <p:cNvSpPr>
              <a:spLocks noChangeShapeType="1"/>
            </p:cNvSpPr>
            <p:nvPr/>
          </p:nvSpPr>
          <p:spPr bwMode="auto">
            <a:xfrm>
              <a:off x="3456" y="331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4454" name="Object 18"/>
            <p:cNvGraphicFramePr>
              <a:graphicFrameLocks noChangeAspect="1"/>
            </p:cNvGraphicFramePr>
            <p:nvPr/>
          </p:nvGraphicFramePr>
          <p:xfrm>
            <a:off x="3744" y="3216"/>
            <a:ext cx="156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42720" imgH="431640" progId="Equation.3">
                    <p:embed/>
                  </p:oleObj>
                </mc:Choice>
                <mc:Fallback>
                  <p:oleObj name="公式" r:id="rId12" imgW="34272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216"/>
                          <a:ext cx="156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8874284" y="4426084"/>
            <a:ext cx="188913" cy="566738"/>
            <a:chOff x="3408" y="2906"/>
            <a:chExt cx="156" cy="406"/>
          </a:xfrm>
        </p:grpSpPr>
        <p:sp>
          <p:nvSpPr>
            <p:cNvPr id="104468" name="Line 20"/>
            <p:cNvSpPr>
              <a:spLocks noChangeShapeType="1"/>
            </p:cNvSpPr>
            <p:nvPr/>
          </p:nvSpPr>
          <p:spPr bwMode="auto">
            <a:xfrm flipV="1">
              <a:off x="3456" y="307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4453" name="Object 21"/>
            <p:cNvGraphicFramePr>
              <a:graphicFrameLocks noChangeAspect="1"/>
            </p:cNvGraphicFramePr>
            <p:nvPr/>
          </p:nvGraphicFramePr>
          <p:xfrm>
            <a:off x="3408" y="2906"/>
            <a:ext cx="156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42720" imgH="469800" progId="Equation.3">
                    <p:embed/>
                  </p:oleObj>
                </mc:Choice>
                <mc:Fallback>
                  <p:oleObj name="公式" r:id="rId14" imgW="342720" imgH="469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2906"/>
                          <a:ext cx="156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8452129" y="4621666"/>
            <a:ext cx="260350" cy="1063625"/>
            <a:chOff x="3024" y="3173"/>
            <a:chExt cx="214" cy="763"/>
          </a:xfrm>
        </p:grpSpPr>
        <p:sp>
          <p:nvSpPr>
            <p:cNvPr id="104467" name="Line 23"/>
            <p:cNvSpPr>
              <a:spLocks noChangeShapeType="1"/>
            </p:cNvSpPr>
            <p:nvPr/>
          </p:nvSpPr>
          <p:spPr bwMode="auto">
            <a:xfrm flipV="1">
              <a:off x="3024" y="3312"/>
              <a:ext cx="96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4452" name="Object 24"/>
            <p:cNvGraphicFramePr>
              <a:graphicFrameLocks noChangeAspect="1"/>
            </p:cNvGraphicFramePr>
            <p:nvPr/>
          </p:nvGraphicFramePr>
          <p:xfrm>
            <a:off x="3094" y="3173"/>
            <a:ext cx="144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17160" imgH="431640" progId="Equation.3">
                    <p:embed/>
                  </p:oleObj>
                </mc:Choice>
                <mc:Fallback>
                  <p:oleObj name="公式" r:id="rId16" imgW="31716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4" y="3173"/>
                          <a:ext cx="144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543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868388"/>
              </p:ext>
            </p:extLst>
          </p:nvPr>
        </p:nvGraphicFramePr>
        <p:xfrm>
          <a:off x="3015690" y="4380099"/>
          <a:ext cx="3925105" cy="1512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317840" imgH="1663560" progId="Equation.3">
                  <p:embed/>
                </p:oleObj>
              </mc:Choice>
              <mc:Fallback>
                <p:oleObj name="公式" r:id="rId18" imgW="4317840" imgH="1663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690" y="4380099"/>
                        <a:ext cx="3925105" cy="1512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86049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autoUpdateAnimBg="0"/>
      <p:bldP spid="1454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4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839991"/>
              </p:ext>
            </p:extLst>
          </p:nvPr>
        </p:nvGraphicFramePr>
        <p:xfrm>
          <a:off x="2383490" y="656315"/>
          <a:ext cx="3091776" cy="1202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29000" imgH="1333440" progId="Equation.3">
                  <p:embed/>
                </p:oleObj>
              </mc:Choice>
              <mc:Fallback>
                <p:oleObj name="公式" r:id="rId2" imgW="3429000" imgH="1333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490" y="656315"/>
                        <a:ext cx="3091776" cy="1202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406688"/>
              </p:ext>
            </p:extLst>
          </p:nvPr>
        </p:nvGraphicFramePr>
        <p:xfrm>
          <a:off x="5489576" y="996298"/>
          <a:ext cx="1893489" cy="862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71520" imgH="990360" progId="Equation.3">
                  <p:embed/>
                </p:oleObj>
              </mc:Choice>
              <mc:Fallback>
                <p:oleObj name="公式" r:id="rId4" imgW="2171520" imgH="990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576" y="996298"/>
                        <a:ext cx="1893489" cy="862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99221"/>
              </p:ext>
            </p:extLst>
          </p:nvPr>
        </p:nvGraphicFramePr>
        <p:xfrm>
          <a:off x="2438401" y="1870076"/>
          <a:ext cx="3445884" cy="873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708360" imgH="939600" progId="Equation.3">
                  <p:embed/>
                </p:oleObj>
              </mc:Choice>
              <mc:Fallback>
                <p:oleObj name="公式" r:id="rId6" imgW="370836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1870076"/>
                        <a:ext cx="3445884" cy="873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945652"/>
              </p:ext>
            </p:extLst>
          </p:nvPr>
        </p:nvGraphicFramePr>
        <p:xfrm>
          <a:off x="2149453" y="2854327"/>
          <a:ext cx="665162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302240" imgH="469800" progId="Equation.3">
                  <p:embed/>
                </p:oleObj>
              </mc:Choice>
              <mc:Fallback>
                <p:oleObj name="公式" r:id="rId8" imgW="73022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53" y="2854327"/>
                        <a:ext cx="665162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892511"/>
              </p:ext>
            </p:extLst>
          </p:nvPr>
        </p:nvGraphicFramePr>
        <p:xfrm>
          <a:off x="2408238" y="3308349"/>
          <a:ext cx="3759770" cy="748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203360" imgH="838080" progId="Equation.3">
                  <p:embed/>
                </p:oleObj>
              </mc:Choice>
              <mc:Fallback>
                <p:oleObj name="公式" r:id="rId10" imgW="42033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8" y="3308349"/>
                        <a:ext cx="3759770" cy="7488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828031"/>
              </p:ext>
            </p:extLst>
          </p:nvPr>
        </p:nvGraphicFramePr>
        <p:xfrm>
          <a:off x="6324600" y="3548063"/>
          <a:ext cx="1356478" cy="417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85720" imgH="457200" progId="Equation.3">
                  <p:embed/>
                </p:oleObj>
              </mc:Choice>
              <mc:Fallback>
                <p:oleObj name="公式" r:id="rId12" imgW="14857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548063"/>
                        <a:ext cx="1356478" cy="4175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52080"/>
              </p:ext>
            </p:extLst>
          </p:nvPr>
        </p:nvGraphicFramePr>
        <p:xfrm>
          <a:off x="2402826" y="4112418"/>
          <a:ext cx="4672332" cy="747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232240" imgH="838080" progId="Equation.3">
                  <p:embed/>
                </p:oleObj>
              </mc:Choice>
              <mc:Fallback>
                <p:oleObj name="公式" r:id="rId14" imgW="52322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2826" y="4112418"/>
                        <a:ext cx="4672332" cy="7477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688960"/>
              </p:ext>
            </p:extLst>
          </p:nvPr>
        </p:nvGraphicFramePr>
        <p:xfrm>
          <a:off x="7075159" y="4332846"/>
          <a:ext cx="1901161" cy="388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234880" imgH="457200" progId="Equation.3">
                  <p:embed/>
                </p:oleObj>
              </mc:Choice>
              <mc:Fallback>
                <p:oleObj name="公式" r:id="rId16" imgW="2234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5159" y="4332846"/>
                        <a:ext cx="1901161" cy="388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658886"/>
              </p:ext>
            </p:extLst>
          </p:nvPr>
        </p:nvGraphicFramePr>
        <p:xfrm>
          <a:off x="2307208" y="4994670"/>
          <a:ext cx="3860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190760" imgH="469800" progId="Equation.3">
                  <p:embed/>
                </p:oleObj>
              </mc:Choice>
              <mc:Fallback>
                <p:oleObj name="公式" r:id="rId18" imgW="41907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208" y="4994670"/>
                        <a:ext cx="3860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90093"/>
              </p:ext>
            </p:extLst>
          </p:nvPr>
        </p:nvGraphicFramePr>
        <p:xfrm>
          <a:off x="3215680" y="5505074"/>
          <a:ext cx="1756494" cy="524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866600" imgH="558720" progId="Equation.3">
                  <p:embed/>
                </p:oleObj>
              </mc:Choice>
              <mc:Fallback>
                <p:oleObj name="公式" r:id="rId20" imgW="186660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5505074"/>
                        <a:ext cx="1756494" cy="524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159850"/>
              </p:ext>
            </p:extLst>
          </p:nvPr>
        </p:nvGraphicFramePr>
        <p:xfrm>
          <a:off x="5015879" y="5552965"/>
          <a:ext cx="3708009" cy="476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4051080" imgH="520560" progId="Equation.3">
                  <p:embed/>
                </p:oleObj>
              </mc:Choice>
              <mc:Fallback>
                <p:oleObj name="公式" r:id="rId22" imgW="405108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79" y="5552965"/>
                        <a:ext cx="3708009" cy="476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41831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1" name="Text Box 2"/>
          <p:cNvSpPr txBox="1">
            <a:spLocks noChangeArrowheads="1"/>
          </p:cNvSpPr>
          <p:nvPr/>
        </p:nvSpPr>
        <p:spPr bwMode="auto">
          <a:xfrm>
            <a:off x="1890192" y="2924944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89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639551"/>
              </p:ext>
            </p:extLst>
          </p:nvPr>
        </p:nvGraphicFramePr>
        <p:xfrm>
          <a:off x="2582290" y="2712908"/>
          <a:ext cx="6184971" cy="1051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003640" imgH="850680" progId="Equation.3">
                  <p:embed/>
                </p:oleObj>
              </mc:Choice>
              <mc:Fallback>
                <p:oleObj name="公式" r:id="rId2" imgW="500364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290" y="2712908"/>
                        <a:ext cx="6184971" cy="10517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1890193" y="3733607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6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319930"/>
              </p:ext>
            </p:extLst>
          </p:nvPr>
        </p:nvGraphicFramePr>
        <p:xfrm>
          <a:off x="4339526" y="3816946"/>
          <a:ext cx="1517135" cy="416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73120" imgH="406080" progId="Equation.3">
                  <p:embed/>
                </p:oleObj>
              </mc:Choice>
              <mc:Fallback>
                <p:oleObj name="公式" r:id="rId4" imgW="14731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9526" y="3816946"/>
                        <a:ext cx="1517135" cy="416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083458"/>
              </p:ext>
            </p:extLst>
          </p:nvPr>
        </p:nvGraphicFramePr>
        <p:xfrm>
          <a:off x="2690934" y="3789041"/>
          <a:ext cx="1532858" cy="410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11280" imgH="406080" progId="Equation.3">
                  <p:embed/>
                </p:oleObj>
              </mc:Choice>
              <mc:Fallback>
                <p:oleObj name="公式" r:id="rId6" imgW="1511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934" y="3789041"/>
                        <a:ext cx="1532858" cy="410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194733"/>
              </p:ext>
            </p:extLst>
          </p:nvPr>
        </p:nvGraphicFramePr>
        <p:xfrm>
          <a:off x="2690935" y="4233586"/>
          <a:ext cx="1532857" cy="410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11280" imgH="406080" progId="Equation.3">
                  <p:embed/>
                </p:oleObj>
              </mc:Choice>
              <mc:Fallback>
                <p:oleObj name="公式" r:id="rId8" imgW="1511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935" y="4233586"/>
                        <a:ext cx="1532857" cy="410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770391"/>
              </p:ext>
            </p:extLst>
          </p:nvPr>
        </p:nvGraphicFramePr>
        <p:xfrm>
          <a:off x="2595525" y="4717514"/>
          <a:ext cx="2132323" cy="969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88840" imgH="406080" progId="Equation.DSMT4">
                  <p:embed/>
                </p:oleObj>
              </mc:Choice>
              <mc:Fallback>
                <p:oleObj name="Equation" r:id="rId10" imgW="888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25" y="4717514"/>
                        <a:ext cx="2132323" cy="969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123271" y="333944"/>
            <a:ext cx="430438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六、分段函数求导法则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23593" y="991131"/>
            <a:ext cx="3897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考察</a:t>
            </a:r>
            <a:r>
              <a:rPr lang="zh-CN" altLang="en-US" sz="2400" b="1"/>
              <a:t>分段函数分点处的</a:t>
            </a:r>
            <a:r>
              <a:rPr lang="zh-CN" altLang="en-US" sz="2400" b="1" dirty="0"/>
              <a:t>导数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3271" y="1479342"/>
            <a:ext cx="5049470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latin typeface="宋体" panose="02010600030101010101" pitchFamily="2" charset="-122"/>
              </a:rPr>
              <a:t>用定义考察其左右导数是否存在？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68345" y="2186947"/>
            <a:ext cx="2159566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b="1" dirty="0"/>
              <a:t> 是否相等？</a:t>
            </a:r>
            <a:endParaRPr lang="zh-CN" altLang="en-US" dirty="0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7218154" y="1611029"/>
            <a:ext cx="2046198" cy="39447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7248128" y="1763428"/>
            <a:ext cx="720080" cy="33118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8501102" y="2347945"/>
            <a:ext cx="907267" cy="1989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8501102" y="1708079"/>
            <a:ext cx="797649" cy="60440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68208" y="1147019"/>
            <a:ext cx="41549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6703" y="1718525"/>
            <a:ext cx="41549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0419" y="1687329"/>
            <a:ext cx="41549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46985" y="2417779"/>
            <a:ext cx="41549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/>
              <a:t>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8750" y="1426363"/>
            <a:ext cx="1107996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不可导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8369" y="2140781"/>
            <a:ext cx="803425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可导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129113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1" grpId="0"/>
      <p:bldP spid="76804" grpId="0" autoUpdateAnimBg="0"/>
      <p:bldP spid="3" grpId="0"/>
      <p:bldP spid="5" grpId="0" animBg="1"/>
      <p:bldP spid="6" grpId="0" animBg="1"/>
      <p:bldP spid="21" grpId="0" animBg="1"/>
      <p:bldP spid="33" grpId="0" animBg="1"/>
      <p:bldP spid="34" grpId="0" animBg="1"/>
      <p:bldP spid="35" grpId="0" animBg="1"/>
      <p:bldP spid="22" grpId="0" animBg="1"/>
      <p:bldP spid="3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898128"/>
              </p:ext>
            </p:extLst>
          </p:nvPr>
        </p:nvGraphicFramePr>
        <p:xfrm>
          <a:off x="2862264" y="995364"/>
          <a:ext cx="1558692" cy="41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11280" imgH="406080" progId="Equation.3">
                  <p:embed/>
                </p:oleObj>
              </mc:Choice>
              <mc:Fallback>
                <p:oleObj name="公式" r:id="rId2" imgW="1511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4" y="995364"/>
                        <a:ext cx="1558692" cy="41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2828925" y="1555750"/>
          <a:ext cx="40735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81200" imgH="838080" progId="Equation.DSMT4">
                  <p:embed/>
                </p:oleObj>
              </mc:Choice>
              <mc:Fallback>
                <p:oleObj name="Equation" r:id="rId4" imgW="438120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5" y="1555750"/>
                        <a:ext cx="40735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Object 4"/>
          <p:cNvGraphicFramePr>
            <a:graphicFrameLocks noChangeAspect="1"/>
          </p:cNvGraphicFramePr>
          <p:nvPr/>
        </p:nvGraphicFramePr>
        <p:xfrm>
          <a:off x="7024688" y="1773238"/>
          <a:ext cx="5191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58720" imgH="368280" progId="Equation.3">
                  <p:embed/>
                </p:oleObj>
              </mc:Choice>
              <mc:Fallback>
                <p:oleObj name="公式" r:id="rId6" imgW="55872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4688" y="1773238"/>
                        <a:ext cx="5191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2819401" y="2651126"/>
          <a:ext cx="498316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359320" imgH="838080" progId="Equation.3">
                  <p:embed/>
                </p:oleObj>
              </mc:Choice>
              <mc:Fallback>
                <p:oleObj name="公式" r:id="rId8" imgW="53593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2651126"/>
                        <a:ext cx="4983163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Object 6"/>
          <p:cNvGraphicFramePr>
            <a:graphicFrameLocks noChangeAspect="1"/>
          </p:cNvGraphicFramePr>
          <p:nvPr/>
        </p:nvGraphicFramePr>
        <p:xfrm>
          <a:off x="7862888" y="2879725"/>
          <a:ext cx="5191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58720" imgH="368280" progId="Equation.3">
                  <p:embed/>
                </p:oleObj>
              </mc:Choice>
              <mc:Fallback>
                <p:oleObj name="公式" r:id="rId10" imgW="55872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2888" y="2879725"/>
                        <a:ext cx="5191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637906"/>
              </p:ext>
            </p:extLst>
          </p:nvPr>
        </p:nvGraphicFramePr>
        <p:xfrm>
          <a:off x="2819400" y="3810000"/>
          <a:ext cx="1741484" cy="41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14320" imgH="406080" progId="Equation.3">
                  <p:embed/>
                </p:oleObj>
              </mc:Choice>
              <mc:Fallback>
                <p:oleObj name="公式" r:id="rId11" imgW="17143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810000"/>
                        <a:ext cx="1741484" cy="41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242302"/>
              </p:ext>
            </p:extLst>
          </p:nvPr>
        </p:nvGraphicFramePr>
        <p:xfrm>
          <a:off x="2832394" y="4293096"/>
          <a:ext cx="3767662" cy="124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809880" imgH="1257120" progId="Equation.3">
                  <p:embed/>
                </p:oleObj>
              </mc:Choice>
              <mc:Fallback>
                <p:oleObj name="公式" r:id="rId13" imgW="3809880" imgH="1257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394" y="4293096"/>
                        <a:ext cx="3767662" cy="124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09781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67317" y="769131"/>
            <a:ext cx="74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509959"/>
              </p:ext>
            </p:extLst>
          </p:nvPr>
        </p:nvGraphicFramePr>
        <p:xfrm>
          <a:off x="2063552" y="307530"/>
          <a:ext cx="6897216" cy="1471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35160" imgH="647640" progId="Equation.DSMT4">
                  <p:embed/>
                </p:oleObj>
              </mc:Choice>
              <mc:Fallback>
                <p:oleObj name="Equation" r:id="rId2" imgW="303516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3552" y="307530"/>
                        <a:ext cx="6897216" cy="14717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42176" y="1290978"/>
            <a:ext cx="434285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/>
              <a:t>在点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 </a:t>
            </a:r>
            <a:r>
              <a:rPr lang="zh-CN" altLang="en-US" sz="2800" b="1" dirty="0"/>
              <a:t>处连续；</a:t>
            </a:r>
            <a:endParaRPr lang="en-US" altLang="zh-CN" sz="2800" b="1" dirty="0"/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/>
              <a:t>在点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 </a:t>
            </a:r>
            <a:r>
              <a:rPr lang="zh-CN" altLang="en-US" sz="2800" b="1" dirty="0"/>
              <a:t>处可导；</a:t>
            </a:r>
            <a:endParaRPr lang="en-US" altLang="zh-CN" sz="2800" b="1" dirty="0"/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b="1" dirty="0"/>
              <a:t>在点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 </a:t>
            </a:r>
            <a:r>
              <a:rPr lang="zh-CN" altLang="en-US" sz="2800" b="1" dirty="0"/>
              <a:t>处导函数连续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301686" y="271845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036647"/>
              </p:ext>
            </p:extLst>
          </p:nvPr>
        </p:nvGraphicFramePr>
        <p:xfrm>
          <a:off x="1907190" y="2528100"/>
          <a:ext cx="6808787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49280" imgH="406080" progId="Equation.DSMT4">
                  <p:embed/>
                </p:oleObj>
              </mc:Choice>
              <mc:Fallback>
                <p:oleObj name="Equation" r:id="rId4" imgW="3149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07190" y="2528100"/>
                        <a:ext cx="6808787" cy="877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643914"/>
              </p:ext>
            </p:extLst>
          </p:nvPr>
        </p:nvGraphicFramePr>
        <p:xfrm>
          <a:off x="1591686" y="4603331"/>
          <a:ext cx="5739481" cy="500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76440" imgH="215640" progId="Equation.DSMT4">
                  <p:embed/>
                </p:oleObj>
              </mc:Choice>
              <mc:Fallback>
                <p:oleObj name="Equation" r:id="rId6" imgW="24764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91686" y="4603331"/>
                        <a:ext cx="5739481" cy="500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616512"/>
              </p:ext>
            </p:extLst>
          </p:nvPr>
        </p:nvGraphicFramePr>
        <p:xfrm>
          <a:off x="1675083" y="5149058"/>
          <a:ext cx="4391268" cy="640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17360" imgH="279360" progId="Equation.DSMT4">
                  <p:embed/>
                </p:oleObj>
              </mc:Choice>
              <mc:Fallback>
                <p:oleObj name="Equation" r:id="rId8" imgW="19173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75083" y="5149058"/>
                        <a:ext cx="4391268" cy="640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795727"/>
              </p:ext>
            </p:extLst>
          </p:nvPr>
        </p:nvGraphicFramePr>
        <p:xfrm>
          <a:off x="1603548" y="5789592"/>
          <a:ext cx="53863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23800" imgH="215640" progId="Equation.DSMT4">
                  <p:embed/>
                </p:oleObj>
              </mc:Choice>
              <mc:Fallback>
                <p:oleObj name="Equation" r:id="rId10" imgW="2323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03548" y="5789592"/>
                        <a:ext cx="5386387" cy="500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585249"/>
              </p:ext>
            </p:extLst>
          </p:nvPr>
        </p:nvGraphicFramePr>
        <p:xfrm>
          <a:off x="7654925" y="5137150"/>
          <a:ext cx="2667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77480" progId="Equation.DSMT4">
                  <p:embed/>
                </p:oleObj>
              </mc:Choice>
              <mc:Fallback>
                <p:oleObj name="Equation" r:id="rId12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654925" y="5137150"/>
                        <a:ext cx="26670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153994"/>
              </p:ext>
            </p:extLst>
          </p:nvPr>
        </p:nvGraphicFramePr>
        <p:xfrm>
          <a:off x="1573555" y="3336327"/>
          <a:ext cx="28003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95280" imgH="279360" progId="Equation.DSMT4">
                  <p:embed/>
                </p:oleObj>
              </mc:Choice>
              <mc:Fallback>
                <p:oleObj name="Equation" r:id="rId14" imgW="12952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73555" y="3336327"/>
                        <a:ext cx="2800350" cy="60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475371"/>
              </p:ext>
            </p:extLst>
          </p:nvPr>
        </p:nvGraphicFramePr>
        <p:xfrm>
          <a:off x="1591686" y="3691840"/>
          <a:ext cx="66484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111480" imgH="406080" progId="Equation.DSMT4">
                  <p:embed/>
                </p:oleObj>
              </mc:Choice>
              <mc:Fallback>
                <p:oleObj name="Equation" r:id="rId16" imgW="3111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91686" y="3691840"/>
                        <a:ext cx="6648450" cy="868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755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387112"/>
              </p:ext>
            </p:extLst>
          </p:nvPr>
        </p:nvGraphicFramePr>
        <p:xfrm>
          <a:off x="949322" y="2604275"/>
          <a:ext cx="3384375" cy="479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880" imgH="215640" progId="Equation.DSMT4">
                  <p:embed/>
                </p:oleObj>
              </mc:Choice>
              <mc:Fallback>
                <p:oleObj name="Equation" r:id="rId2" imgW="1523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9322" y="2604275"/>
                        <a:ext cx="3384375" cy="4794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184788"/>
              </p:ext>
            </p:extLst>
          </p:nvPr>
        </p:nvGraphicFramePr>
        <p:xfrm>
          <a:off x="4418618" y="2339816"/>
          <a:ext cx="5914989" cy="93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77960" imgH="406080" progId="Equation.DSMT4">
                  <p:embed/>
                </p:oleObj>
              </mc:Choice>
              <mc:Fallback>
                <p:oleObj name="Equation" r:id="rId4" imgW="2577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8618" y="2339816"/>
                        <a:ext cx="5914989" cy="932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254538"/>
              </p:ext>
            </p:extLst>
          </p:nvPr>
        </p:nvGraphicFramePr>
        <p:xfrm>
          <a:off x="949322" y="3379589"/>
          <a:ext cx="2232248" cy="452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960" imgH="203040" progId="Equation.DSMT4">
                  <p:embed/>
                </p:oleObj>
              </mc:Choice>
              <mc:Fallback>
                <p:oleObj name="Equation" r:id="rId6" imgW="1002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9322" y="3379589"/>
                        <a:ext cx="2232248" cy="452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006073"/>
              </p:ext>
            </p:extLst>
          </p:nvPr>
        </p:nvGraphicFramePr>
        <p:xfrm>
          <a:off x="3369115" y="3358847"/>
          <a:ext cx="3512319" cy="49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36480" imgH="215640" progId="Equation.DSMT4">
                  <p:embed/>
                </p:oleObj>
              </mc:Choice>
              <mc:Fallback>
                <p:oleObj name="Equation" r:id="rId8" imgW="1536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369115" y="3358847"/>
                        <a:ext cx="3512319" cy="493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840620"/>
              </p:ext>
            </p:extLst>
          </p:nvPr>
        </p:nvGraphicFramePr>
        <p:xfrm>
          <a:off x="6881434" y="3110198"/>
          <a:ext cx="3375373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87240" imgH="406080" progId="Equation.DSMT4">
                  <p:embed/>
                </p:oleObj>
              </mc:Choice>
              <mc:Fallback>
                <p:oleObj name="Equation" r:id="rId10" imgW="1587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81434" y="3110198"/>
                        <a:ext cx="3375373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777736"/>
              </p:ext>
            </p:extLst>
          </p:nvPr>
        </p:nvGraphicFramePr>
        <p:xfrm>
          <a:off x="936772" y="4173531"/>
          <a:ext cx="3497170" cy="495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3880" imgH="215640" progId="Equation.DSMT4">
                  <p:embed/>
                </p:oleObj>
              </mc:Choice>
              <mc:Fallback>
                <p:oleObj name="Equation" r:id="rId12" imgW="1523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36772" y="4173531"/>
                        <a:ext cx="3497170" cy="495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967159"/>
              </p:ext>
            </p:extLst>
          </p:nvPr>
        </p:nvGraphicFramePr>
        <p:xfrm>
          <a:off x="4548218" y="4105533"/>
          <a:ext cx="2584773" cy="493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30040" imgH="215640" progId="Equation.DSMT4">
                  <p:embed/>
                </p:oleObj>
              </mc:Choice>
              <mc:Fallback>
                <p:oleObj name="Equation" r:id="rId14" imgW="11300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48218" y="4105533"/>
                        <a:ext cx="2584773" cy="4937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190300"/>
              </p:ext>
            </p:extLst>
          </p:nvPr>
        </p:nvGraphicFramePr>
        <p:xfrm>
          <a:off x="7125518" y="3898982"/>
          <a:ext cx="2292538" cy="883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54080" imgH="406080" progId="Equation.DSMT4">
                  <p:embed/>
                </p:oleObj>
              </mc:Choice>
              <mc:Fallback>
                <p:oleObj name="Equation" r:id="rId16" imgW="1054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125518" y="3898982"/>
                        <a:ext cx="2292538" cy="883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751960"/>
              </p:ext>
            </p:extLst>
          </p:nvPr>
        </p:nvGraphicFramePr>
        <p:xfrm>
          <a:off x="9521247" y="4117348"/>
          <a:ext cx="736893" cy="438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42720" imgH="203040" progId="Equation.DSMT4">
                  <p:embed/>
                </p:oleObj>
              </mc:Choice>
              <mc:Fallback>
                <p:oleObj name="Equation" r:id="rId18" imgW="34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521247" y="4117348"/>
                        <a:ext cx="736893" cy="438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604469"/>
              </p:ext>
            </p:extLst>
          </p:nvPr>
        </p:nvGraphicFramePr>
        <p:xfrm>
          <a:off x="4504559" y="4559074"/>
          <a:ext cx="2503487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55600" imgH="406080" progId="Equation.DSMT4">
                  <p:embed/>
                </p:oleObj>
              </mc:Choice>
              <mc:Fallback>
                <p:oleObj name="Equation" r:id="rId20" imgW="1155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504559" y="4559074"/>
                        <a:ext cx="2503487" cy="881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527082"/>
              </p:ext>
            </p:extLst>
          </p:nvPr>
        </p:nvGraphicFramePr>
        <p:xfrm>
          <a:off x="942379" y="5401037"/>
          <a:ext cx="6183139" cy="500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6880" imgH="215640" progId="Equation.DSMT4">
                  <p:embed/>
                </p:oleObj>
              </mc:Choice>
              <mc:Fallback>
                <p:oleObj name="Equation" r:id="rId22" imgW="2666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42379" y="5401037"/>
                        <a:ext cx="6183139" cy="500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114852"/>
              </p:ext>
            </p:extLst>
          </p:nvPr>
        </p:nvGraphicFramePr>
        <p:xfrm>
          <a:off x="7132991" y="5389772"/>
          <a:ext cx="1959478" cy="511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25480" imgH="215640" progId="Equation.DSMT4">
                  <p:embed/>
                </p:oleObj>
              </mc:Choice>
              <mc:Fallback>
                <p:oleObj name="Equation" r:id="rId24" imgW="825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132991" y="5389772"/>
                        <a:ext cx="1959478" cy="511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468758"/>
              </p:ext>
            </p:extLst>
          </p:nvPr>
        </p:nvGraphicFramePr>
        <p:xfrm>
          <a:off x="1343472" y="1055672"/>
          <a:ext cx="8666163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898800" imgH="571320" progId="Equation.DSMT4">
                  <p:embed/>
                </p:oleObj>
              </mc:Choice>
              <mc:Fallback>
                <p:oleObj name="Equation" r:id="rId26" imgW="389880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343472" y="1055672"/>
                        <a:ext cx="8666163" cy="1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745082"/>
              </p:ext>
            </p:extLst>
          </p:nvPr>
        </p:nvGraphicFramePr>
        <p:xfrm>
          <a:off x="1199456" y="772518"/>
          <a:ext cx="2275205" cy="460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066680" imgH="215640" progId="Equation.DSMT4">
                  <p:embed/>
                </p:oleObj>
              </mc:Choice>
              <mc:Fallback>
                <p:oleObj name="Equation" r:id="rId28" imgW="1066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199456" y="772518"/>
                        <a:ext cx="2275205" cy="4604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815762"/>
              </p:ext>
            </p:extLst>
          </p:nvPr>
        </p:nvGraphicFramePr>
        <p:xfrm>
          <a:off x="3474661" y="707409"/>
          <a:ext cx="32750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422360" imgH="215640" progId="Equation.DSMT4">
                  <p:embed/>
                </p:oleObj>
              </mc:Choice>
              <mc:Fallback>
                <p:oleObj name="Equation" r:id="rId30" imgW="1422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474661" y="707409"/>
                        <a:ext cx="3275012" cy="49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749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04952"/>
              </p:ext>
            </p:extLst>
          </p:nvPr>
        </p:nvGraphicFramePr>
        <p:xfrm>
          <a:off x="1343472" y="1018783"/>
          <a:ext cx="21685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215640" progId="Equation.DSMT4">
                  <p:embed/>
                </p:oleObj>
              </mc:Choice>
              <mc:Fallback>
                <p:oleObj name="Equation" r:id="rId2" imgW="1015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43472" y="1018783"/>
                        <a:ext cx="2168525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585520"/>
              </p:ext>
            </p:extLst>
          </p:nvPr>
        </p:nvGraphicFramePr>
        <p:xfrm>
          <a:off x="3647728" y="788328"/>
          <a:ext cx="4779160" cy="921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08160" imgH="406080" progId="Equation.DSMT4">
                  <p:embed/>
                </p:oleObj>
              </mc:Choice>
              <mc:Fallback>
                <p:oleObj name="Equation" r:id="rId4" imgW="2108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47728" y="788328"/>
                        <a:ext cx="4779160" cy="921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7327"/>
              </p:ext>
            </p:extLst>
          </p:nvPr>
        </p:nvGraphicFramePr>
        <p:xfrm>
          <a:off x="1313269" y="1722113"/>
          <a:ext cx="1944216" cy="459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15640" progId="Equation.DSMT4">
                  <p:embed/>
                </p:oleObj>
              </mc:Choice>
              <mc:Fallback>
                <p:oleObj name="Equation" r:id="rId6" imgW="914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13269" y="1722113"/>
                        <a:ext cx="1944216" cy="4590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271383"/>
              </p:ext>
            </p:extLst>
          </p:nvPr>
        </p:nvGraphicFramePr>
        <p:xfrm>
          <a:off x="2329502" y="1924344"/>
          <a:ext cx="5755621" cy="1431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03160" imgH="647640" progId="Equation.DSMT4">
                  <p:embed/>
                </p:oleObj>
              </mc:Choice>
              <mc:Fallback>
                <p:oleObj name="Equation" r:id="rId8" imgW="260316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29502" y="1924344"/>
                        <a:ext cx="5755621" cy="14318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246603"/>
              </p:ext>
            </p:extLst>
          </p:nvPr>
        </p:nvGraphicFramePr>
        <p:xfrm>
          <a:off x="1332093" y="3385644"/>
          <a:ext cx="3739877" cy="485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63560" imgH="215640" progId="Equation.DSMT4">
                  <p:embed/>
                </p:oleObj>
              </mc:Choice>
              <mc:Fallback>
                <p:oleObj name="Equation" r:id="rId10" imgW="1663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32093" y="3385644"/>
                        <a:ext cx="3739877" cy="485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128692"/>
              </p:ext>
            </p:extLst>
          </p:nvPr>
        </p:nvGraphicFramePr>
        <p:xfrm>
          <a:off x="1387496" y="3746526"/>
          <a:ext cx="7188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63760" imgH="444240" progId="Equation.DSMT4">
                  <p:embed/>
                </p:oleObj>
              </mc:Choice>
              <mc:Fallback>
                <p:oleObj name="Equation" r:id="rId12" imgW="3263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87496" y="3746526"/>
                        <a:ext cx="7188200" cy="97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384112"/>
              </p:ext>
            </p:extLst>
          </p:nvPr>
        </p:nvGraphicFramePr>
        <p:xfrm>
          <a:off x="1387496" y="4651564"/>
          <a:ext cx="766286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79760" imgH="444240" progId="Equation.DSMT4">
                  <p:embed/>
                </p:oleObj>
              </mc:Choice>
              <mc:Fallback>
                <p:oleObj name="Equation" r:id="rId14" imgW="3479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87496" y="4651564"/>
                        <a:ext cx="7662863" cy="97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83558"/>
              </p:ext>
            </p:extLst>
          </p:nvPr>
        </p:nvGraphicFramePr>
        <p:xfrm>
          <a:off x="1387496" y="5668742"/>
          <a:ext cx="7399400" cy="47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40080" imgH="215640" progId="Equation.DSMT4">
                  <p:embed/>
                </p:oleObj>
              </mc:Choice>
              <mc:Fallback>
                <p:oleObj name="Equation" r:id="rId16" imgW="3340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387496" y="5668742"/>
                        <a:ext cx="7399400" cy="47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00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727848" y="2708920"/>
            <a:ext cx="1872208" cy="792088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小结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853027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3" name="Text Box 2"/>
          <p:cNvSpPr txBox="1">
            <a:spLocks noChangeArrowheads="1"/>
          </p:cNvSpPr>
          <p:nvPr/>
        </p:nvSpPr>
        <p:spPr bwMode="auto">
          <a:xfrm>
            <a:off x="1991544" y="742909"/>
            <a:ext cx="5562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基本导数公式</a:t>
            </a:r>
          </a:p>
        </p:txBody>
      </p:sp>
      <p:graphicFrame>
        <p:nvGraphicFramePr>
          <p:cNvPr id="155650" name="Object 3"/>
          <p:cNvGraphicFramePr>
            <a:graphicFrameLocks noChangeAspect="1"/>
          </p:cNvGraphicFramePr>
          <p:nvPr/>
        </p:nvGraphicFramePr>
        <p:xfrm>
          <a:off x="2957450" y="1363866"/>
          <a:ext cx="3030538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73320" imgH="5549760" progId="Equation.3">
                  <p:embed/>
                </p:oleObj>
              </mc:Choice>
              <mc:Fallback>
                <p:oleObj name="公式" r:id="rId2" imgW="3073320" imgH="5549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450" y="1363866"/>
                        <a:ext cx="3030538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4" name="Text Box 4"/>
          <p:cNvSpPr txBox="1">
            <a:spLocks noChangeArrowheads="1"/>
          </p:cNvSpPr>
          <p:nvPr/>
        </p:nvSpPr>
        <p:spPr bwMode="auto">
          <a:xfrm>
            <a:off x="5233690" y="813010"/>
            <a:ext cx="51347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rgbClr val="0000FF"/>
                </a:solidFill>
              </a:rPr>
              <a:t>（常数和基本初等函数的导数公式）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graphicFrame>
        <p:nvGraphicFramePr>
          <p:cNvPr id="155651" name="Object 5"/>
          <p:cNvGraphicFramePr>
            <a:graphicFrameLocks noChangeAspect="1"/>
          </p:cNvGraphicFramePr>
          <p:nvPr/>
        </p:nvGraphicFramePr>
        <p:xfrm>
          <a:off x="6600056" y="1274675"/>
          <a:ext cx="2931134" cy="4902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3120" imgH="2463480" progId="Equation.DSMT4">
                  <p:embed/>
                </p:oleObj>
              </mc:Choice>
              <mc:Fallback>
                <p:oleObj name="Equation" r:id="rId4" imgW="1473120" imgH="246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056" y="1274675"/>
                        <a:ext cx="2931134" cy="4902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5" name="Rectangle 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9702800" y="6299200"/>
            <a:ext cx="685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8677417"/>
      </p:ext>
    </p:extLst>
  </p:cSld>
  <p:clrMapOvr>
    <a:masterClrMapping/>
  </p:clrMapOvr>
  <p:transition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Text Box 2"/>
          <p:cNvSpPr txBox="1">
            <a:spLocks noChangeArrowheads="1"/>
          </p:cNvSpPr>
          <p:nvPr/>
        </p:nvSpPr>
        <p:spPr bwMode="auto">
          <a:xfrm>
            <a:off x="2320879" y="763191"/>
            <a:ext cx="265368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求导法则</a:t>
            </a:r>
          </a:p>
        </p:txBody>
      </p:sp>
      <p:graphicFrame>
        <p:nvGraphicFramePr>
          <p:cNvPr id="15667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086848"/>
              </p:ext>
            </p:extLst>
          </p:nvPr>
        </p:nvGraphicFramePr>
        <p:xfrm>
          <a:off x="2288040" y="2002309"/>
          <a:ext cx="8237537" cy="204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284103" imgH="2065394" progId="Word.Document.8">
                  <p:embed/>
                </p:oleObj>
              </mc:Choice>
              <mc:Fallback>
                <p:oleObj name="Document" r:id="rId2" imgW="8284103" imgH="20653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8040" y="2002309"/>
                        <a:ext cx="8237537" cy="204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7" name="Text Box 4"/>
          <p:cNvSpPr txBox="1">
            <a:spLocks noChangeArrowheads="1"/>
          </p:cNvSpPr>
          <p:nvPr/>
        </p:nvSpPr>
        <p:spPr bwMode="auto">
          <a:xfrm>
            <a:off x="2286000" y="1330821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(1) </a:t>
            </a:r>
            <a:r>
              <a:rPr lang="zh-CN" altLang="en-US" sz="2800" b="1" dirty="0">
                <a:solidFill>
                  <a:srgbClr val="FF0000"/>
                </a:solidFill>
              </a:rPr>
              <a:t>函数的和、差、积、商的求导法则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6678" name="Text Box 5"/>
          <p:cNvSpPr txBox="1">
            <a:spLocks noChangeArrowheads="1"/>
          </p:cNvSpPr>
          <p:nvPr/>
        </p:nvSpPr>
        <p:spPr bwMode="auto">
          <a:xfrm>
            <a:off x="2320879" y="4048597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(2) </a:t>
            </a:r>
            <a:r>
              <a:rPr lang="zh-CN" altLang="en-US" sz="2800" b="1" dirty="0">
                <a:solidFill>
                  <a:srgbClr val="FF0000"/>
                </a:solidFill>
              </a:rPr>
              <a:t>复合函数的求导法则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6679" name="Rectangle 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9702800" y="6299200"/>
            <a:ext cx="685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959860"/>
              </p:ext>
            </p:extLst>
          </p:nvPr>
        </p:nvGraphicFramePr>
        <p:xfrm>
          <a:off x="2320879" y="4725144"/>
          <a:ext cx="7924800" cy="132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8254800" imgH="1384200" progId="Equation.3">
                  <p:embed/>
                </p:oleObj>
              </mc:Choice>
              <mc:Fallback>
                <p:oleObj name="公式" r:id="rId5" imgW="8254800" imgH="138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879" y="4725144"/>
                        <a:ext cx="7924800" cy="1328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644751"/>
      </p:ext>
    </p:extLst>
  </p:cSld>
  <p:clrMapOvr>
    <a:masterClrMapping/>
  </p:clrMapOvr>
  <p:transition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00" name="Text Box 2"/>
          <p:cNvSpPr txBox="1">
            <a:spLocks noChangeArrowheads="1"/>
          </p:cNvSpPr>
          <p:nvPr/>
        </p:nvSpPr>
        <p:spPr bwMode="auto">
          <a:xfrm>
            <a:off x="1991544" y="772616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(3) </a:t>
            </a:r>
            <a:r>
              <a:rPr lang="zh-CN" altLang="en-US" sz="2800" b="1" dirty="0">
                <a:solidFill>
                  <a:srgbClr val="FF0000"/>
                </a:solidFill>
              </a:rPr>
              <a:t>反函数的求导法则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7704" name="Rectangle 8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9702800" y="6299200"/>
            <a:ext cx="685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065472"/>
              </p:ext>
            </p:extLst>
          </p:nvPr>
        </p:nvGraphicFramePr>
        <p:xfrm>
          <a:off x="2423592" y="1278758"/>
          <a:ext cx="6598344" cy="1530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44720" imgH="660240" progId="Equation.DSMT4">
                  <p:embed/>
                </p:oleObj>
              </mc:Choice>
              <mc:Fallback>
                <p:oleObj name="Equation" r:id="rId3" imgW="284472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1278758"/>
                        <a:ext cx="6598344" cy="1530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2783632" y="3224394"/>
            <a:ext cx="739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用复合函数求导法则直接对方程两边求导</a:t>
            </a:r>
            <a:r>
              <a:rPr lang="en-US" altLang="zh-CN" sz="2800" b="1" dirty="0"/>
              <a:t>.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994298" y="2660714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(4)</a:t>
            </a:r>
            <a:r>
              <a:rPr lang="en-US" altLang="zh-CN" sz="2800" b="1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宋体" charset="-122"/>
              </a:rPr>
              <a:t>隐函数求导法则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991544" y="3785768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(4-1) </a:t>
            </a:r>
            <a:r>
              <a:rPr lang="zh-CN" altLang="en-US" sz="2800" b="1" dirty="0">
                <a:solidFill>
                  <a:srgbClr val="FF0000"/>
                </a:solidFill>
              </a:rPr>
              <a:t>对数求导法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014212" y="4298728"/>
            <a:ext cx="8160819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先在方程两边取对数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然后利用隐函数的求导方法求出导数</a:t>
            </a:r>
            <a:r>
              <a:rPr lang="en-US" altLang="zh-CN" sz="2800" b="1" dirty="0"/>
              <a:t>.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991544" y="5280987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适用范围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464440"/>
              </p:ext>
            </p:extLst>
          </p:nvPr>
        </p:nvGraphicFramePr>
        <p:xfrm>
          <a:off x="3798133" y="5310011"/>
          <a:ext cx="62753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273720" imgH="469800" progId="Equation.3">
                  <p:embed/>
                </p:oleObj>
              </mc:Choice>
              <mc:Fallback>
                <p:oleObj name="公式" r:id="rId5" imgW="62737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133" y="5310011"/>
                        <a:ext cx="62753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5932236"/>
      </p:ext>
    </p:extLst>
  </p:cSld>
  <p:clrMapOvr>
    <a:masterClrMapping/>
  </p:clrMapOvr>
  <p:transition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7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190863"/>
              </p:ext>
            </p:extLst>
          </p:nvPr>
        </p:nvGraphicFramePr>
        <p:xfrm>
          <a:off x="2226055" y="1355824"/>
          <a:ext cx="6910388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908760" imgH="977760" progId="Equation.3">
                  <p:embed/>
                </p:oleObj>
              </mc:Choice>
              <mc:Fallback>
                <p:oleObj name="公式" r:id="rId2" imgW="690876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6055" y="1355824"/>
                        <a:ext cx="6910388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451729"/>
              </p:ext>
            </p:extLst>
          </p:nvPr>
        </p:nvGraphicFramePr>
        <p:xfrm>
          <a:off x="2299080" y="2276872"/>
          <a:ext cx="2479675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65360" imgH="1676160" progId="Equation.3">
                  <p:embed/>
                </p:oleObj>
              </mc:Choice>
              <mc:Fallback>
                <p:oleObj name="公式" r:id="rId4" imgW="2565360" imgH="1676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9080" y="2276872"/>
                        <a:ext cx="2479675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208535"/>
              </p:ext>
            </p:extLst>
          </p:nvPr>
        </p:nvGraphicFramePr>
        <p:xfrm>
          <a:off x="5231904" y="2620565"/>
          <a:ext cx="4284663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431960" imgH="965160" progId="Equation.3">
                  <p:embed/>
                </p:oleObj>
              </mc:Choice>
              <mc:Fallback>
                <p:oleObj name="公式" r:id="rId6" imgW="443196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2620565"/>
                        <a:ext cx="4284663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7" name="Text Box 7"/>
          <p:cNvSpPr txBox="1">
            <a:spLocks noChangeArrowheads="1"/>
          </p:cNvSpPr>
          <p:nvPr/>
        </p:nvSpPr>
        <p:spPr bwMode="auto">
          <a:xfrm>
            <a:off x="2226055" y="836712"/>
            <a:ext cx="510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(5)</a:t>
            </a:r>
            <a:r>
              <a:rPr lang="en-US" altLang="zh-CN" sz="2800" b="1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宋体" charset="-122"/>
              </a:rPr>
              <a:t>参变量函数的求导法则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193822" y="3899297"/>
            <a:ext cx="510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(6)</a:t>
            </a:r>
            <a:r>
              <a:rPr lang="en-US" altLang="zh-CN" sz="2800" b="1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宋体" charset="-122"/>
              </a:rPr>
              <a:t>分段函数的求导法则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29026"/>
              </p:ext>
            </p:extLst>
          </p:nvPr>
        </p:nvGraphicFramePr>
        <p:xfrm>
          <a:off x="2299080" y="4292005"/>
          <a:ext cx="3636962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36480" imgH="482400" progId="Equation.DSMT4">
                  <p:embed/>
                </p:oleObj>
              </mc:Choice>
              <mc:Fallback>
                <p:oleObj name="Equation" r:id="rId8" imgW="1536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99080" y="4292005"/>
                        <a:ext cx="3636962" cy="1141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257113"/>
              </p:ext>
            </p:extLst>
          </p:nvPr>
        </p:nvGraphicFramePr>
        <p:xfrm>
          <a:off x="6462651" y="4004802"/>
          <a:ext cx="40703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19240" imgH="444240" progId="Equation.DSMT4">
                  <p:embed/>
                </p:oleObj>
              </mc:Choice>
              <mc:Fallback>
                <p:oleObj name="Equation" r:id="rId10" imgW="20192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62651" y="4004802"/>
                        <a:ext cx="4070350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186833"/>
              </p:ext>
            </p:extLst>
          </p:nvPr>
        </p:nvGraphicFramePr>
        <p:xfrm>
          <a:off x="6437251" y="4862711"/>
          <a:ext cx="40957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1840" imgH="444240" progId="Equation.DSMT4">
                  <p:embed/>
                </p:oleObj>
              </mc:Choice>
              <mc:Fallback>
                <p:oleObj name="Equation" r:id="rId12" imgW="20318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437251" y="4862711"/>
                        <a:ext cx="4095750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408293"/>
              </p:ext>
            </p:extLst>
          </p:nvPr>
        </p:nvGraphicFramePr>
        <p:xfrm>
          <a:off x="5735960" y="5882392"/>
          <a:ext cx="1437294" cy="506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47640" imgH="228600" progId="Equation.DSMT4">
                  <p:embed/>
                </p:oleObj>
              </mc:Choice>
              <mc:Fallback>
                <p:oleObj name="Equation" r:id="rId14" imgW="647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35960" y="5882392"/>
                        <a:ext cx="1437294" cy="506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右箭头 4"/>
          <p:cNvSpPr/>
          <p:nvPr/>
        </p:nvSpPr>
        <p:spPr>
          <a:xfrm>
            <a:off x="7264826" y="5979885"/>
            <a:ext cx="776146" cy="292794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642582"/>
              </p:ext>
            </p:extLst>
          </p:nvPr>
        </p:nvGraphicFramePr>
        <p:xfrm>
          <a:off x="8040216" y="5828395"/>
          <a:ext cx="1804539" cy="5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61760" imgH="228600" progId="Equation.DSMT4">
                  <p:embed/>
                </p:oleObj>
              </mc:Choice>
              <mc:Fallback>
                <p:oleObj name="Equation" r:id="rId16" imgW="761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040216" y="5828395"/>
                        <a:ext cx="1804539" cy="541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2894182"/>
      </p:ext>
    </p:extLst>
  </p:cSld>
  <p:clrMapOvr>
    <a:masterClrMapping/>
  </p:clrMapOvr>
  <p:transition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70" name="Rectangle 2"/>
          <p:cNvSpPr>
            <a:spLocks noChangeArrowheads="1"/>
          </p:cNvSpPr>
          <p:nvPr/>
        </p:nvSpPr>
        <p:spPr bwMode="auto">
          <a:xfrm>
            <a:off x="2286000" y="742982"/>
            <a:ext cx="2225824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典型例题</a:t>
            </a:r>
          </a:p>
        </p:txBody>
      </p:sp>
      <p:sp>
        <p:nvSpPr>
          <p:cNvPr id="208899" name="Text Box 3"/>
          <p:cNvSpPr txBox="1">
            <a:spLocks noChangeArrowheads="1"/>
          </p:cNvSpPr>
          <p:nvPr/>
        </p:nvSpPr>
        <p:spPr bwMode="auto">
          <a:xfrm>
            <a:off x="2286000" y="17526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08900" name="Object 4"/>
          <p:cNvGraphicFramePr>
            <a:graphicFrameLocks noChangeAspect="1"/>
          </p:cNvGraphicFramePr>
          <p:nvPr/>
        </p:nvGraphicFramePr>
        <p:xfrm>
          <a:off x="3124200" y="1828800"/>
          <a:ext cx="57165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715000" imgH="990360" progId="Equation.3">
                  <p:embed/>
                </p:oleObj>
              </mc:Choice>
              <mc:Fallback>
                <p:oleObj name="公式" r:id="rId2" imgW="5715000" imgH="990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828800"/>
                        <a:ext cx="571658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1" name="Text Box 5"/>
          <p:cNvSpPr txBox="1">
            <a:spLocks noChangeArrowheads="1"/>
          </p:cNvSpPr>
          <p:nvPr/>
        </p:nvSpPr>
        <p:spPr bwMode="auto">
          <a:xfrm>
            <a:off x="2286000" y="31892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08902" name="Object 6"/>
          <p:cNvGraphicFramePr>
            <a:graphicFrameLocks noChangeAspect="1"/>
          </p:cNvGraphicFramePr>
          <p:nvPr/>
        </p:nvGraphicFramePr>
        <p:xfrm>
          <a:off x="3124200" y="3036888"/>
          <a:ext cx="36576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657600" imgH="863280" progId="Equation.3">
                  <p:embed/>
                </p:oleObj>
              </mc:Choice>
              <mc:Fallback>
                <p:oleObj name="公式" r:id="rId4" imgW="365760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036888"/>
                        <a:ext cx="36576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03" name="Object 7"/>
          <p:cNvGraphicFramePr>
            <a:graphicFrameLocks noChangeAspect="1"/>
          </p:cNvGraphicFramePr>
          <p:nvPr/>
        </p:nvGraphicFramePr>
        <p:xfrm>
          <a:off x="4038600" y="4167188"/>
          <a:ext cx="4622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622760" imgH="558720" progId="Equation.3">
                  <p:embed/>
                </p:oleObj>
              </mc:Choice>
              <mc:Fallback>
                <p:oleObj name="公式" r:id="rId6" imgW="462276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167188"/>
                        <a:ext cx="4622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04" name="Object 8"/>
          <p:cNvGraphicFramePr>
            <a:graphicFrameLocks noChangeAspect="1"/>
          </p:cNvGraphicFramePr>
          <p:nvPr/>
        </p:nvGraphicFramePr>
        <p:xfrm>
          <a:off x="4076700" y="5170488"/>
          <a:ext cx="9525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52200" imgH="317160" progId="Equation.3">
                  <p:embed/>
                </p:oleObj>
              </mc:Choice>
              <mc:Fallback>
                <p:oleObj name="公式" r:id="rId8" imgW="9522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700" y="5170488"/>
                        <a:ext cx="9525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56898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 autoUpdateAnimBg="0"/>
      <p:bldP spid="208901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9" name="Text Box 2"/>
          <p:cNvSpPr txBox="1">
            <a:spLocks noChangeArrowheads="1"/>
          </p:cNvSpPr>
          <p:nvPr/>
        </p:nvSpPr>
        <p:spPr bwMode="auto">
          <a:xfrm>
            <a:off x="2286000" y="9144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65890" name="Object 3"/>
          <p:cNvGraphicFramePr>
            <a:graphicFrameLocks noChangeAspect="1"/>
          </p:cNvGraphicFramePr>
          <p:nvPr/>
        </p:nvGraphicFramePr>
        <p:xfrm>
          <a:off x="3124200" y="685800"/>
          <a:ext cx="6313488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311880" imgH="1523880" progId="Equation.3">
                  <p:embed/>
                </p:oleObj>
              </mc:Choice>
              <mc:Fallback>
                <p:oleObj name="公式" r:id="rId2" imgW="6311880" imgH="1523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685800"/>
                        <a:ext cx="6313488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2286000" y="2486026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09925" name="Object 5"/>
          <p:cNvGraphicFramePr>
            <a:graphicFrameLocks noChangeAspect="1"/>
          </p:cNvGraphicFramePr>
          <p:nvPr/>
        </p:nvGraphicFramePr>
        <p:xfrm>
          <a:off x="2971801" y="2566988"/>
          <a:ext cx="19907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11200" imgH="507960" progId="Equation.3">
                  <p:embed/>
                </p:oleObj>
              </mc:Choice>
              <mc:Fallback>
                <p:oleObj name="公式" r:id="rId4" imgW="23112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2566988"/>
                        <a:ext cx="19907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6" name="Object 6"/>
          <p:cNvGraphicFramePr>
            <a:graphicFrameLocks noChangeAspect="1"/>
          </p:cNvGraphicFramePr>
          <p:nvPr/>
        </p:nvGraphicFramePr>
        <p:xfrm>
          <a:off x="5511800" y="2438400"/>
          <a:ext cx="37846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394160" imgH="863280" progId="Equation.3">
                  <p:embed/>
                </p:oleObj>
              </mc:Choice>
              <mc:Fallback>
                <p:oleObj name="公式" r:id="rId6" imgW="439416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1800" y="2438400"/>
                        <a:ext cx="37846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957001"/>
              </p:ext>
            </p:extLst>
          </p:nvPr>
        </p:nvGraphicFramePr>
        <p:xfrm>
          <a:off x="2311458" y="3303591"/>
          <a:ext cx="4898950" cy="973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71520" imgH="431640" progId="Equation.DSMT4">
                  <p:embed/>
                </p:oleObj>
              </mc:Choice>
              <mc:Fallback>
                <p:oleObj name="Equation" r:id="rId8" imgW="2171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58" y="3303591"/>
                        <a:ext cx="4898950" cy="973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620381"/>
              </p:ext>
            </p:extLst>
          </p:nvPr>
        </p:nvGraphicFramePr>
        <p:xfrm>
          <a:off x="7179482" y="3378016"/>
          <a:ext cx="104933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18960" imgH="863280" progId="Equation.3">
                  <p:embed/>
                </p:oleObj>
              </mc:Choice>
              <mc:Fallback>
                <p:oleObj name="公式" r:id="rId10" imgW="121896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9482" y="3378016"/>
                        <a:ext cx="1049337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738509"/>
              </p:ext>
            </p:extLst>
          </p:nvPr>
        </p:nvGraphicFramePr>
        <p:xfrm>
          <a:off x="8256240" y="3378016"/>
          <a:ext cx="180498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95200" imgH="863280" progId="Equation.3">
                  <p:embed/>
                </p:oleObj>
              </mc:Choice>
              <mc:Fallback>
                <p:oleObj name="公式" r:id="rId12" imgW="209520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240" y="3378016"/>
                        <a:ext cx="1804987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0" name="Object 10"/>
          <p:cNvGraphicFramePr>
            <a:graphicFrameLocks noChangeAspect="1"/>
          </p:cNvGraphicFramePr>
          <p:nvPr/>
        </p:nvGraphicFramePr>
        <p:xfrm>
          <a:off x="2514601" y="4605339"/>
          <a:ext cx="19796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98600" imgH="520560" progId="Equation.3">
                  <p:embed/>
                </p:oleObj>
              </mc:Choice>
              <mc:Fallback>
                <p:oleObj name="公式" r:id="rId14" imgW="229860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4605339"/>
                        <a:ext cx="19796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1" name="Object 11"/>
          <p:cNvGraphicFramePr>
            <a:graphicFrameLocks noChangeAspect="1"/>
          </p:cNvGraphicFramePr>
          <p:nvPr/>
        </p:nvGraphicFramePr>
        <p:xfrm>
          <a:off x="4565650" y="4452939"/>
          <a:ext cx="14224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650960" imgH="901440" progId="Equation.3">
                  <p:embed/>
                </p:oleObj>
              </mc:Choice>
              <mc:Fallback>
                <p:oleObj name="公式" r:id="rId16" imgW="165096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4452939"/>
                        <a:ext cx="142240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2" name="Object 12"/>
          <p:cNvGraphicFramePr>
            <a:graphicFrameLocks noChangeAspect="1"/>
          </p:cNvGraphicFramePr>
          <p:nvPr/>
        </p:nvGraphicFramePr>
        <p:xfrm>
          <a:off x="2476500" y="5373688"/>
          <a:ext cx="35433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114800" imgH="965160" progId="Equation.3">
                  <p:embed/>
                </p:oleObj>
              </mc:Choice>
              <mc:Fallback>
                <p:oleObj name="公式" r:id="rId18" imgW="411480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5373688"/>
                        <a:ext cx="35433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41291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9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9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21" name="Text Box 2"/>
          <p:cNvSpPr txBox="1">
            <a:spLocks noChangeArrowheads="1"/>
          </p:cNvSpPr>
          <p:nvPr/>
        </p:nvSpPr>
        <p:spPr bwMode="auto">
          <a:xfrm>
            <a:off x="2286000" y="9144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66914" name="Object 3"/>
          <p:cNvGraphicFramePr>
            <a:graphicFrameLocks noChangeAspect="1"/>
          </p:cNvGraphicFramePr>
          <p:nvPr/>
        </p:nvGraphicFramePr>
        <p:xfrm>
          <a:off x="3200400" y="685800"/>
          <a:ext cx="41783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178160" imgH="1104840" progId="Equation.3">
                  <p:embed/>
                </p:oleObj>
              </mc:Choice>
              <mc:Fallback>
                <p:oleObj name="公式" r:id="rId2" imgW="4178160" imgH="1104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685800"/>
                        <a:ext cx="41783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48" name="Text Box 4"/>
          <p:cNvSpPr txBox="1">
            <a:spLocks noChangeArrowheads="1"/>
          </p:cNvSpPr>
          <p:nvPr/>
        </p:nvSpPr>
        <p:spPr bwMode="auto">
          <a:xfrm>
            <a:off x="2286000" y="20574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210949" name="Text Box 5"/>
          <p:cNvSpPr txBox="1">
            <a:spLocks noChangeArrowheads="1"/>
          </p:cNvSpPr>
          <p:nvPr/>
        </p:nvSpPr>
        <p:spPr bwMode="auto">
          <a:xfrm>
            <a:off x="2971800" y="21336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分析</a:t>
            </a:r>
            <a:r>
              <a:rPr lang="en-US" altLang="zh-CN" b="1"/>
              <a:t>:</a:t>
            </a:r>
          </a:p>
        </p:txBody>
      </p:sp>
      <p:graphicFrame>
        <p:nvGraphicFramePr>
          <p:cNvPr id="2109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229042"/>
              </p:ext>
            </p:extLst>
          </p:nvPr>
        </p:nvGraphicFramePr>
        <p:xfrm>
          <a:off x="3886200" y="2162176"/>
          <a:ext cx="27828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58840" imgH="469800" progId="Equation.DSMT4">
                  <p:embed/>
                </p:oleObj>
              </mc:Choice>
              <mc:Fallback>
                <p:oleObj name="Equation" r:id="rId4" imgW="29588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162176"/>
                        <a:ext cx="278288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1" name="Object 7"/>
          <p:cNvGraphicFramePr>
            <a:graphicFrameLocks noChangeAspect="1"/>
          </p:cNvGraphicFramePr>
          <p:nvPr/>
        </p:nvGraphicFramePr>
        <p:xfrm>
          <a:off x="2514600" y="2770188"/>
          <a:ext cx="38100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51080" imgH="863280" progId="Equation.3">
                  <p:embed/>
                </p:oleObj>
              </mc:Choice>
              <mc:Fallback>
                <p:oleObj name="公式" r:id="rId6" imgW="405108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770188"/>
                        <a:ext cx="38100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2" name="Text Box 8"/>
          <p:cNvSpPr txBox="1">
            <a:spLocks noChangeArrowheads="1"/>
          </p:cNvSpPr>
          <p:nvPr/>
        </p:nvSpPr>
        <p:spPr bwMode="auto">
          <a:xfrm>
            <a:off x="6781800" y="28956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不能用公式求导</a:t>
            </a:r>
            <a:r>
              <a:rPr lang="en-US" altLang="zh-CN" b="1"/>
              <a:t>.</a:t>
            </a:r>
          </a:p>
        </p:txBody>
      </p:sp>
      <p:graphicFrame>
        <p:nvGraphicFramePr>
          <p:cNvPr id="210953" name="Object 9"/>
          <p:cNvGraphicFramePr>
            <a:graphicFrameLocks noChangeAspect="1"/>
          </p:cNvGraphicFramePr>
          <p:nvPr/>
        </p:nvGraphicFramePr>
        <p:xfrm>
          <a:off x="2433638" y="3859214"/>
          <a:ext cx="4119562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381200" imgH="1002960" progId="Equation.3">
                  <p:embed/>
                </p:oleObj>
              </mc:Choice>
              <mc:Fallback>
                <p:oleObj name="公式" r:id="rId8" imgW="4381200" imgH="1002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3859214"/>
                        <a:ext cx="4119562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4" name="Object 10"/>
          <p:cNvGraphicFramePr>
            <a:graphicFrameLocks noChangeAspect="1"/>
          </p:cNvGraphicFramePr>
          <p:nvPr/>
        </p:nvGraphicFramePr>
        <p:xfrm>
          <a:off x="6629400" y="3916364"/>
          <a:ext cx="320040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403440" imgH="939600" progId="Equation.3">
                  <p:embed/>
                </p:oleObj>
              </mc:Choice>
              <mc:Fallback>
                <p:oleObj name="公式" r:id="rId10" imgW="340344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916364"/>
                        <a:ext cx="320040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5" name="Object 11"/>
          <p:cNvGraphicFramePr>
            <a:graphicFrameLocks noChangeAspect="1"/>
          </p:cNvGraphicFramePr>
          <p:nvPr/>
        </p:nvGraphicFramePr>
        <p:xfrm>
          <a:off x="6677026" y="4953001"/>
          <a:ext cx="561975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96880" imgH="317160" progId="Equation.3">
                  <p:embed/>
                </p:oleObj>
              </mc:Choice>
              <mc:Fallback>
                <p:oleObj name="公式" r:id="rId12" imgW="5968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026" y="4953001"/>
                        <a:ext cx="561975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6" name="Object 12"/>
          <p:cNvGraphicFramePr>
            <a:graphicFrameLocks noChangeAspect="1"/>
          </p:cNvGraphicFramePr>
          <p:nvPr/>
        </p:nvGraphicFramePr>
        <p:xfrm>
          <a:off x="2997200" y="5148264"/>
          <a:ext cx="1803400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55520" imgH="863280" progId="Equation.3">
                  <p:embed/>
                </p:oleObj>
              </mc:Choice>
              <mc:Fallback>
                <p:oleObj name="公式" r:id="rId14" imgW="195552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5148264"/>
                        <a:ext cx="1803400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87645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0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0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0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0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8" grpId="0" autoUpdateAnimBg="0"/>
      <p:bldP spid="210949" grpId="0" autoUpdateAnimBg="0"/>
      <p:bldP spid="210952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962" name="Object 2"/>
          <p:cNvGraphicFramePr>
            <a:graphicFrameLocks noChangeAspect="1"/>
          </p:cNvGraphicFramePr>
          <p:nvPr/>
        </p:nvGraphicFramePr>
        <p:xfrm>
          <a:off x="3200400" y="825500"/>
          <a:ext cx="4559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559040" imgH="469800" progId="Equation.3">
                  <p:embed/>
                </p:oleObj>
              </mc:Choice>
              <mc:Fallback>
                <p:oleObj name="公式" r:id="rId2" imgW="4559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825500"/>
                        <a:ext cx="4559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71" name="Text Box 3"/>
          <p:cNvSpPr txBox="1">
            <a:spLocks noChangeArrowheads="1"/>
          </p:cNvSpPr>
          <p:nvPr/>
        </p:nvSpPr>
        <p:spPr bwMode="auto">
          <a:xfrm>
            <a:off x="2209800" y="7635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4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12996" name="Text Box 4"/>
          <p:cNvSpPr txBox="1">
            <a:spLocks noChangeArrowheads="1"/>
          </p:cNvSpPr>
          <p:nvPr/>
        </p:nvSpPr>
        <p:spPr bwMode="auto">
          <a:xfrm>
            <a:off x="2209800" y="14620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212997" name="Text Box 5"/>
          <p:cNvSpPr txBox="1">
            <a:spLocks noChangeArrowheads="1"/>
          </p:cNvSpPr>
          <p:nvPr/>
        </p:nvSpPr>
        <p:spPr bwMode="auto">
          <a:xfrm>
            <a:off x="2895600" y="15240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先去掉绝对值</a:t>
            </a:r>
          </a:p>
        </p:txBody>
      </p:sp>
      <p:graphicFrame>
        <p:nvGraphicFramePr>
          <p:cNvPr id="212998" name="Object 6"/>
          <p:cNvGraphicFramePr>
            <a:graphicFrameLocks noChangeAspect="1"/>
          </p:cNvGraphicFramePr>
          <p:nvPr/>
        </p:nvGraphicFramePr>
        <p:xfrm>
          <a:off x="2616200" y="2209800"/>
          <a:ext cx="4230688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622760" imgH="1714320" progId="Equation.3">
                  <p:embed/>
                </p:oleObj>
              </mc:Choice>
              <mc:Fallback>
                <p:oleObj name="公式" r:id="rId4" imgW="4622760" imgH="1714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2209800"/>
                        <a:ext cx="4230688" cy="156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9" name="Object 7"/>
          <p:cNvGraphicFramePr>
            <a:graphicFrameLocks noChangeAspect="1"/>
          </p:cNvGraphicFramePr>
          <p:nvPr/>
        </p:nvGraphicFramePr>
        <p:xfrm>
          <a:off x="2362200" y="4035426"/>
          <a:ext cx="144145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74640" imgH="419040" progId="Equation.3">
                  <p:embed/>
                </p:oleObj>
              </mc:Choice>
              <mc:Fallback>
                <p:oleObj name="公式" r:id="rId6" imgW="15746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035426"/>
                        <a:ext cx="144145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0" name="Object 8"/>
          <p:cNvGraphicFramePr>
            <a:graphicFrameLocks noChangeAspect="1"/>
          </p:cNvGraphicFramePr>
          <p:nvPr/>
        </p:nvGraphicFramePr>
        <p:xfrm>
          <a:off x="4343401" y="4014788"/>
          <a:ext cx="249872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30240" imgH="444240" progId="Equation.3">
                  <p:embed/>
                </p:oleObj>
              </mc:Choice>
              <mc:Fallback>
                <p:oleObj name="公式" r:id="rId8" imgW="27302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1" y="4014788"/>
                        <a:ext cx="249872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1" name="Object 9"/>
          <p:cNvGraphicFramePr>
            <a:graphicFrameLocks noChangeAspect="1"/>
          </p:cNvGraphicFramePr>
          <p:nvPr/>
        </p:nvGraphicFramePr>
        <p:xfrm>
          <a:off x="7315200" y="4008439"/>
          <a:ext cx="13716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98320" imgH="419040" progId="Equation.3">
                  <p:embed/>
                </p:oleObj>
              </mc:Choice>
              <mc:Fallback>
                <p:oleObj name="公式" r:id="rId10" imgW="14983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4008439"/>
                        <a:ext cx="13716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2" name="Object 10"/>
          <p:cNvGraphicFramePr>
            <a:graphicFrameLocks noChangeAspect="1"/>
          </p:cNvGraphicFramePr>
          <p:nvPr/>
        </p:nvGraphicFramePr>
        <p:xfrm>
          <a:off x="2349500" y="5559426"/>
          <a:ext cx="196373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45960" imgH="419040" progId="Equation.3">
                  <p:embed/>
                </p:oleObj>
              </mc:Choice>
              <mc:Fallback>
                <p:oleObj name="公式" r:id="rId12" imgW="2145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5559426"/>
                        <a:ext cx="196373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3" name="Object 11"/>
          <p:cNvGraphicFramePr>
            <a:graphicFrameLocks noChangeAspect="1"/>
          </p:cNvGraphicFramePr>
          <p:nvPr/>
        </p:nvGraphicFramePr>
        <p:xfrm>
          <a:off x="5359401" y="4764088"/>
          <a:ext cx="2487613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17640" imgH="469800" progId="Equation.3">
                  <p:embed/>
                </p:oleObj>
              </mc:Choice>
              <mc:Fallback>
                <p:oleObj name="公式" r:id="rId14" imgW="27176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1" y="4764088"/>
                        <a:ext cx="2487613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4" name="Object 12"/>
          <p:cNvGraphicFramePr>
            <a:graphicFrameLocks noChangeAspect="1"/>
          </p:cNvGraphicFramePr>
          <p:nvPr/>
        </p:nvGraphicFramePr>
        <p:xfrm>
          <a:off x="2336800" y="4759326"/>
          <a:ext cx="24638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692080" imgH="419040" progId="Equation.3">
                  <p:embed/>
                </p:oleObj>
              </mc:Choice>
              <mc:Fallback>
                <p:oleObj name="公式" r:id="rId16" imgW="26920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4759326"/>
                        <a:ext cx="24638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5" name="Object 13"/>
          <p:cNvGraphicFramePr>
            <a:graphicFrameLocks noChangeAspect="1"/>
          </p:cNvGraphicFramePr>
          <p:nvPr/>
        </p:nvGraphicFramePr>
        <p:xfrm>
          <a:off x="4914901" y="5513388"/>
          <a:ext cx="2684463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933640" imgH="469800" progId="Equation.3">
                  <p:embed/>
                </p:oleObj>
              </mc:Choice>
              <mc:Fallback>
                <p:oleObj name="公式" r:id="rId18" imgW="29336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1" y="5513388"/>
                        <a:ext cx="2684463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275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6" grpId="0" autoUpdateAnimBg="0"/>
      <p:bldP spid="212997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9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364139"/>
              </p:ext>
            </p:extLst>
          </p:nvPr>
        </p:nvGraphicFramePr>
        <p:xfrm>
          <a:off x="2378075" y="963614"/>
          <a:ext cx="14795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74640" imgH="419040" progId="Equation.3">
                  <p:embed/>
                </p:oleObj>
              </mc:Choice>
              <mc:Fallback>
                <p:oleObj name="公式" r:id="rId2" imgW="15746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963614"/>
                        <a:ext cx="14795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19" name="Object 3"/>
          <p:cNvGraphicFramePr>
            <a:graphicFrameLocks noChangeAspect="1"/>
          </p:cNvGraphicFramePr>
          <p:nvPr/>
        </p:nvGraphicFramePr>
        <p:xfrm>
          <a:off x="2286000" y="1524001"/>
          <a:ext cx="350678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33560" imgH="863280" progId="Equation.3">
                  <p:embed/>
                </p:oleObj>
              </mc:Choice>
              <mc:Fallback>
                <p:oleObj name="公式" r:id="rId4" imgW="373356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24001"/>
                        <a:ext cx="350678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0" name="Object 4"/>
          <p:cNvGraphicFramePr>
            <a:graphicFrameLocks noChangeAspect="1"/>
          </p:cNvGraphicFramePr>
          <p:nvPr/>
        </p:nvGraphicFramePr>
        <p:xfrm>
          <a:off x="5943601" y="1501776"/>
          <a:ext cx="25177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79480" imgH="901440" progId="Equation.3">
                  <p:embed/>
                </p:oleObj>
              </mc:Choice>
              <mc:Fallback>
                <p:oleObj name="公式" r:id="rId6" imgW="26794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1501776"/>
                        <a:ext cx="25177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1" name="Object 5"/>
          <p:cNvGraphicFramePr>
            <a:graphicFrameLocks noChangeAspect="1"/>
          </p:cNvGraphicFramePr>
          <p:nvPr/>
        </p:nvGraphicFramePr>
        <p:xfrm>
          <a:off x="8458200" y="1771651"/>
          <a:ext cx="76200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12520" imgH="317160" progId="Equation.3">
                  <p:embed/>
                </p:oleObj>
              </mc:Choice>
              <mc:Fallback>
                <p:oleObj name="公式" r:id="rId8" imgW="8125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771651"/>
                        <a:ext cx="762000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2" name="Object 6"/>
          <p:cNvGraphicFramePr>
            <a:graphicFrameLocks noChangeAspect="1"/>
          </p:cNvGraphicFramePr>
          <p:nvPr/>
        </p:nvGraphicFramePr>
        <p:xfrm>
          <a:off x="2286000" y="2590801"/>
          <a:ext cx="351948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746160" imgH="863280" progId="Equation.3">
                  <p:embed/>
                </p:oleObj>
              </mc:Choice>
              <mc:Fallback>
                <p:oleObj name="公式" r:id="rId10" imgW="374616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90801"/>
                        <a:ext cx="351948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3" name="Object 7"/>
          <p:cNvGraphicFramePr>
            <a:graphicFrameLocks noChangeAspect="1"/>
          </p:cNvGraphicFramePr>
          <p:nvPr/>
        </p:nvGraphicFramePr>
        <p:xfrm>
          <a:off x="5943600" y="2590800"/>
          <a:ext cx="225425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400120" imgH="901440" progId="Equation.3">
                  <p:embed/>
                </p:oleObj>
              </mc:Choice>
              <mc:Fallback>
                <p:oleObj name="公式" r:id="rId12" imgW="24001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590800"/>
                        <a:ext cx="2254250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4" name="Object 8"/>
          <p:cNvGraphicFramePr>
            <a:graphicFrameLocks noChangeAspect="1"/>
          </p:cNvGraphicFramePr>
          <p:nvPr/>
        </p:nvGraphicFramePr>
        <p:xfrm>
          <a:off x="8229600" y="2903538"/>
          <a:ext cx="560388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96880" imgH="317160" progId="Equation.3">
                  <p:embed/>
                </p:oleObj>
              </mc:Choice>
              <mc:Fallback>
                <p:oleObj name="公式" r:id="rId14" imgW="5968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2903538"/>
                        <a:ext cx="560388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5" name="Object 9"/>
          <p:cNvGraphicFramePr>
            <a:graphicFrameLocks noChangeAspect="1"/>
          </p:cNvGraphicFramePr>
          <p:nvPr/>
        </p:nvGraphicFramePr>
        <p:xfrm>
          <a:off x="2514600" y="3733801"/>
          <a:ext cx="205263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84120" imgH="444240" progId="Equation.3">
                  <p:embed/>
                </p:oleObj>
              </mc:Choice>
              <mc:Fallback>
                <p:oleObj name="公式" r:id="rId16" imgW="21841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33801"/>
                        <a:ext cx="205263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6" name="Object 10"/>
          <p:cNvGraphicFramePr>
            <a:graphicFrameLocks noChangeAspect="1"/>
          </p:cNvGraphicFramePr>
          <p:nvPr/>
        </p:nvGraphicFramePr>
        <p:xfrm>
          <a:off x="5029201" y="3733801"/>
          <a:ext cx="35782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809880" imgH="444240" progId="Equation.3">
                  <p:embed/>
                </p:oleObj>
              </mc:Choice>
              <mc:Fallback>
                <p:oleObj name="公式" r:id="rId18" imgW="3809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3733801"/>
                        <a:ext cx="35782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7" name="Object 11"/>
          <p:cNvGraphicFramePr>
            <a:graphicFrameLocks noChangeAspect="1"/>
          </p:cNvGraphicFramePr>
          <p:nvPr/>
        </p:nvGraphicFramePr>
        <p:xfrm>
          <a:off x="2378075" y="4506914"/>
          <a:ext cx="4795838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105160" imgH="1625400" progId="Equation.3">
                  <p:embed/>
                </p:oleObj>
              </mc:Choice>
              <mc:Fallback>
                <p:oleObj name="公式" r:id="rId20" imgW="5105160" imgH="1625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4506914"/>
                        <a:ext cx="4795838" cy="152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67022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320085"/>
              </p:ext>
            </p:extLst>
          </p:nvPr>
        </p:nvGraphicFramePr>
        <p:xfrm>
          <a:off x="1952062" y="857253"/>
          <a:ext cx="3653172" cy="496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7240" imgH="215640" progId="Equation.DSMT4">
                  <p:embed/>
                </p:oleObj>
              </mc:Choice>
              <mc:Fallback>
                <p:oleObj name="Equation" r:id="rId2" imgW="1587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52062" y="857253"/>
                        <a:ext cx="3653172" cy="4968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239101" y="814573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47928" y="810127"/>
            <a:ext cx="5918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分别讨论下面函数在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/>
              <a:t>处是否可导</a:t>
            </a:r>
            <a:r>
              <a:rPr lang="en-US" altLang="zh-CN" sz="2800" b="1" dirty="0"/>
              <a:t>:</a:t>
            </a:r>
            <a:endParaRPr lang="zh-CN" altLang="en-US" sz="28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661973"/>
              </p:ext>
            </p:extLst>
          </p:nvPr>
        </p:nvGraphicFramePr>
        <p:xfrm>
          <a:off x="1342703" y="1358531"/>
          <a:ext cx="3384377" cy="458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320" imgH="203040" progId="Equation.DSMT4">
                  <p:embed/>
                </p:oleObj>
              </mc:Choice>
              <mc:Fallback>
                <p:oleObj name="Equation" r:id="rId4" imgW="1498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42703" y="1358531"/>
                        <a:ext cx="3384377" cy="4588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071044"/>
              </p:ext>
            </p:extLst>
          </p:nvPr>
        </p:nvGraphicFramePr>
        <p:xfrm>
          <a:off x="1328328" y="1845116"/>
          <a:ext cx="341312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203040" progId="Equation.DSMT4">
                  <p:embed/>
                </p:oleObj>
              </mc:Choice>
              <mc:Fallback>
                <p:oleObj name="Equation" r:id="rId6" imgW="1511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28328" y="1845116"/>
                        <a:ext cx="3413125" cy="45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995473"/>
              </p:ext>
            </p:extLst>
          </p:nvPr>
        </p:nvGraphicFramePr>
        <p:xfrm>
          <a:off x="1328328" y="2331590"/>
          <a:ext cx="375761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3560" imgH="203040" progId="Equation.DSMT4">
                  <p:embed/>
                </p:oleObj>
              </mc:Choice>
              <mc:Fallback>
                <p:oleObj name="Equation" r:id="rId8" imgW="1663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28328" y="2331590"/>
                        <a:ext cx="3757613" cy="45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312097" y="30197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153527"/>
              </p:ext>
            </p:extLst>
          </p:nvPr>
        </p:nvGraphicFramePr>
        <p:xfrm>
          <a:off x="1855836" y="2790377"/>
          <a:ext cx="5328593" cy="874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76440" imgH="406080" progId="Equation.DSMT4">
                  <p:embed/>
                </p:oleObj>
              </mc:Choice>
              <mc:Fallback>
                <p:oleObj name="Equation" r:id="rId10" imgW="2476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55836" y="2790377"/>
                        <a:ext cx="5328593" cy="8744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850889"/>
              </p:ext>
            </p:extLst>
          </p:nvPr>
        </p:nvGraphicFramePr>
        <p:xfrm>
          <a:off x="7184429" y="2967913"/>
          <a:ext cx="1994973" cy="626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8840" imgH="279360" progId="Equation.DSMT4">
                  <p:embed/>
                </p:oleObj>
              </mc:Choice>
              <mc:Fallback>
                <p:oleObj name="Equation" r:id="rId12" imgW="8888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184429" y="2967913"/>
                        <a:ext cx="1994973" cy="6269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628897"/>
              </p:ext>
            </p:extLst>
          </p:nvPr>
        </p:nvGraphicFramePr>
        <p:xfrm>
          <a:off x="9120336" y="2967913"/>
          <a:ext cx="1237078" cy="507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5000" imgH="203040" progId="Equation.DSMT4">
                  <p:embed/>
                </p:oleObj>
              </mc:Choice>
              <mc:Fallback>
                <p:oleObj name="Equation" r:id="rId14" imgW="495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120336" y="2967913"/>
                        <a:ext cx="1237078" cy="5075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684106"/>
              </p:ext>
            </p:extLst>
          </p:nvPr>
        </p:nvGraphicFramePr>
        <p:xfrm>
          <a:off x="1239101" y="3789990"/>
          <a:ext cx="4393941" cy="497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04760" imgH="215640" progId="Equation.DSMT4">
                  <p:embed/>
                </p:oleObj>
              </mc:Choice>
              <mc:Fallback>
                <p:oleObj name="Equation" r:id="rId16" imgW="1904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39101" y="3789990"/>
                        <a:ext cx="4393941" cy="497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222884"/>
              </p:ext>
            </p:extLst>
          </p:nvPr>
        </p:nvGraphicFramePr>
        <p:xfrm>
          <a:off x="5633042" y="3774929"/>
          <a:ext cx="2481547" cy="514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41120" imgH="215640" progId="Equation.DSMT4">
                  <p:embed/>
                </p:oleObj>
              </mc:Choice>
              <mc:Fallback>
                <p:oleObj name="Equation" r:id="rId18" imgW="1041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633042" y="3774929"/>
                        <a:ext cx="2481547" cy="5144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2333217"/>
              </p:ext>
            </p:extLst>
          </p:nvPr>
        </p:nvGraphicFramePr>
        <p:xfrm>
          <a:off x="1239768" y="4380708"/>
          <a:ext cx="5548312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77960" imgH="406080" progId="Equation.DSMT4">
                  <p:embed/>
                </p:oleObj>
              </mc:Choice>
              <mc:Fallback>
                <p:oleObj name="Equation" r:id="rId20" imgW="2577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239768" y="4380708"/>
                        <a:ext cx="5548312" cy="87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7145348" y="455566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716170"/>
              </p:ext>
            </p:extLst>
          </p:nvPr>
        </p:nvGraphicFramePr>
        <p:xfrm>
          <a:off x="2063553" y="5277615"/>
          <a:ext cx="4320480" cy="915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17360" imgH="406080" progId="Equation.DSMT4">
                  <p:embed/>
                </p:oleObj>
              </mc:Choice>
              <mc:Fallback>
                <p:oleObj name="Equation" r:id="rId22" imgW="1917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063553" y="5277615"/>
                        <a:ext cx="4320480" cy="915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73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606779"/>
              </p:ext>
            </p:extLst>
          </p:nvPr>
        </p:nvGraphicFramePr>
        <p:xfrm>
          <a:off x="1703512" y="836712"/>
          <a:ext cx="4979988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680" imgH="406080" progId="Equation.DSMT4">
                  <p:embed/>
                </p:oleObj>
              </mc:Choice>
              <mc:Fallback>
                <p:oleObj name="Equation" r:id="rId2" imgW="2209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3512" y="836712"/>
                        <a:ext cx="4979988" cy="915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820083"/>
              </p:ext>
            </p:extLst>
          </p:nvPr>
        </p:nvGraphicFramePr>
        <p:xfrm>
          <a:off x="1415480" y="1759648"/>
          <a:ext cx="62071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3200" imgH="215640" progId="Equation.DSMT4">
                  <p:embed/>
                </p:oleObj>
              </mc:Choice>
              <mc:Fallback>
                <p:oleObj name="Equation" r:id="rId4" imgW="2743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15480" y="1759648"/>
                        <a:ext cx="6207125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158438"/>
              </p:ext>
            </p:extLst>
          </p:nvPr>
        </p:nvGraphicFramePr>
        <p:xfrm>
          <a:off x="1418953" y="2348880"/>
          <a:ext cx="58340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77960" imgH="215640" progId="Equation.DSMT4">
                  <p:embed/>
                </p:oleObj>
              </mc:Choice>
              <mc:Fallback>
                <p:oleObj name="Equation" r:id="rId6" imgW="2577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18953" y="2348880"/>
                        <a:ext cx="5834062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968680"/>
              </p:ext>
            </p:extLst>
          </p:nvPr>
        </p:nvGraphicFramePr>
        <p:xfrm>
          <a:off x="7253015" y="2348880"/>
          <a:ext cx="189827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080" imgH="215640" progId="Equation.DSMT4">
                  <p:embed/>
                </p:oleObj>
              </mc:Choice>
              <mc:Fallback>
                <p:oleObj name="Equation" r:id="rId8" imgW="838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253015" y="2348880"/>
                        <a:ext cx="1898277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515698"/>
              </p:ext>
            </p:extLst>
          </p:nvPr>
        </p:nvGraphicFramePr>
        <p:xfrm>
          <a:off x="1457325" y="2997200"/>
          <a:ext cx="546576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9800" imgH="406080" progId="Equation.DSMT4">
                  <p:embed/>
                </p:oleObj>
              </mc:Choice>
              <mc:Fallback>
                <p:oleObj name="Equation" r:id="rId10" imgW="2539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57325" y="2997200"/>
                        <a:ext cx="5465763" cy="87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053138"/>
              </p:ext>
            </p:extLst>
          </p:nvPr>
        </p:nvGraphicFramePr>
        <p:xfrm>
          <a:off x="4583832" y="4029695"/>
          <a:ext cx="2164458" cy="60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02960" imgH="279360" progId="Equation.DSMT4">
                  <p:embed/>
                </p:oleObj>
              </mc:Choice>
              <mc:Fallback>
                <p:oleObj name="Equation" r:id="rId12" imgW="10029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83832" y="4029695"/>
                        <a:ext cx="2164458" cy="60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400053"/>
              </p:ext>
            </p:extLst>
          </p:nvPr>
        </p:nvGraphicFramePr>
        <p:xfrm>
          <a:off x="6748290" y="4054618"/>
          <a:ext cx="1355349" cy="461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6880" imgH="203040" progId="Equation.DSMT4">
                  <p:embed/>
                </p:oleObj>
              </mc:Choice>
              <mc:Fallback>
                <p:oleObj name="Equation" r:id="rId14" imgW="596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48290" y="4054618"/>
                        <a:ext cx="1355349" cy="461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107083"/>
              </p:ext>
            </p:extLst>
          </p:nvPr>
        </p:nvGraphicFramePr>
        <p:xfrm>
          <a:off x="1415480" y="4846224"/>
          <a:ext cx="3558555" cy="491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62040" imgH="215640" progId="Equation.DSMT4">
                  <p:embed/>
                </p:oleObj>
              </mc:Choice>
              <mc:Fallback>
                <p:oleObj name="Equation" r:id="rId16" imgW="15620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415480" y="4846224"/>
                        <a:ext cx="3558555" cy="491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159222"/>
              </p:ext>
            </p:extLst>
          </p:nvPr>
        </p:nvGraphicFramePr>
        <p:xfrm>
          <a:off x="5112379" y="4860965"/>
          <a:ext cx="2530537" cy="467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68200" imgH="215640" progId="Equation.DSMT4">
                  <p:embed/>
                </p:oleObj>
              </mc:Choice>
              <mc:Fallback>
                <p:oleObj name="Equation" r:id="rId18" imgW="1168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112379" y="4860965"/>
                        <a:ext cx="2530537" cy="467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241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010" name="Object 2"/>
          <p:cNvGraphicFramePr>
            <a:graphicFrameLocks noChangeAspect="1"/>
          </p:cNvGraphicFramePr>
          <p:nvPr/>
        </p:nvGraphicFramePr>
        <p:xfrm>
          <a:off x="3200400" y="1130300"/>
          <a:ext cx="3619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19440" imgH="469800" progId="Equation.3">
                  <p:embed/>
                </p:oleObj>
              </mc:Choice>
              <mc:Fallback>
                <p:oleObj name="公式" r:id="rId2" imgW="36194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130300"/>
                        <a:ext cx="3619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4" name="Text Box 3"/>
          <p:cNvSpPr txBox="1">
            <a:spLocks noChangeArrowheads="1"/>
          </p:cNvSpPr>
          <p:nvPr/>
        </p:nvSpPr>
        <p:spPr bwMode="auto">
          <a:xfrm>
            <a:off x="2209800" y="10683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6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2209800" y="20716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15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356081"/>
              </p:ext>
            </p:extLst>
          </p:nvPr>
        </p:nvGraphicFramePr>
        <p:xfrm>
          <a:off x="2999656" y="2115724"/>
          <a:ext cx="18796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79560" imgH="419040" progId="Equation.3">
                  <p:embed/>
                </p:oleObj>
              </mc:Choice>
              <mc:Fallback>
                <p:oleObj name="公式" r:id="rId4" imgW="18795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2115724"/>
                        <a:ext cx="18796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6" name="Object 6"/>
          <p:cNvGraphicFramePr>
            <a:graphicFrameLocks noChangeAspect="1"/>
          </p:cNvGraphicFramePr>
          <p:nvPr/>
        </p:nvGraphicFramePr>
        <p:xfrm>
          <a:off x="3429000" y="2990850"/>
          <a:ext cx="37211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720960" imgH="419040" progId="Equation.3">
                  <p:embed/>
                </p:oleObj>
              </mc:Choice>
              <mc:Fallback>
                <p:oleObj name="公式" r:id="rId6" imgW="3720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990850"/>
                        <a:ext cx="37211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7" name="Object 7"/>
          <p:cNvGraphicFramePr>
            <a:graphicFrameLocks noChangeAspect="1"/>
          </p:cNvGraphicFramePr>
          <p:nvPr/>
        </p:nvGraphicFramePr>
        <p:xfrm>
          <a:off x="3414714" y="3630614"/>
          <a:ext cx="6186487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184800" imgH="901440" progId="Equation.3">
                  <p:embed/>
                </p:oleObj>
              </mc:Choice>
              <mc:Fallback>
                <p:oleObj name="公式" r:id="rId8" imgW="618480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4" y="3630614"/>
                        <a:ext cx="6186487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9357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4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1909</TotalTime>
  <Words>648</Words>
  <Application>Microsoft Office PowerPoint</Application>
  <PresentationFormat>宽屏</PresentationFormat>
  <Paragraphs>198</Paragraphs>
  <Slides>51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51</vt:i4>
      </vt:variant>
    </vt:vector>
  </HeadingPairs>
  <TitlesOfParts>
    <vt:vector size="64" baseType="lpstr">
      <vt:lpstr>等线</vt:lpstr>
      <vt:lpstr>黑体</vt:lpstr>
      <vt:lpstr>华文楷体</vt:lpstr>
      <vt:lpstr>华文行楷</vt:lpstr>
      <vt:lpstr>宋体</vt:lpstr>
      <vt:lpstr>Arial</vt:lpstr>
      <vt:lpstr>Calibri</vt:lpstr>
      <vt:lpstr>Cambria Math</vt:lpstr>
      <vt:lpstr>Times New Roman</vt:lpstr>
      <vt:lpstr>Office 主题</vt:lpstr>
      <vt:lpstr>Equation</vt:lpstr>
      <vt:lpstr>公式</vt:lpstr>
      <vt:lpstr>Document</vt:lpstr>
      <vt:lpstr>PowerPoint 演示文稿</vt:lpstr>
      <vt:lpstr>一、导数的四则运算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二、复合函数的求导法则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三、反函数的导数</vt:lpstr>
      <vt:lpstr>PowerPoint 演示文稿</vt:lpstr>
      <vt:lpstr>PowerPoint 演示文稿</vt:lpstr>
      <vt:lpstr>PowerPoint 演示文稿</vt:lpstr>
      <vt:lpstr>四、隐函数求导法则</vt:lpstr>
      <vt:lpstr>PowerPoint 演示文稿</vt:lpstr>
      <vt:lpstr>PowerPoint 演示文稿</vt:lpstr>
      <vt:lpstr>四(1)、对数求导法</vt:lpstr>
      <vt:lpstr>PowerPoint 演示文稿</vt:lpstr>
      <vt:lpstr>PowerPoint 演示文稿</vt:lpstr>
      <vt:lpstr>PowerPoint 演示文稿</vt:lpstr>
      <vt:lpstr>五、由参数方程所确定的函数的导数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127</cp:revision>
  <dcterms:created xsi:type="dcterms:W3CDTF">2009-06-13T01:14:34Z</dcterms:created>
  <dcterms:modified xsi:type="dcterms:W3CDTF">2023-10-23T02:07:22Z</dcterms:modified>
</cp:coreProperties>
</file>