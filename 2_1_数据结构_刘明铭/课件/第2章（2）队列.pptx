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Override2.xml" ContentType="application/vnd.openxmlformats-officedocument.themeOverr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Override3.xml" ContentType="application/vnd.openxmlformats-officedocument.themeOverr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56"/>
  </p:notesMasterIdLst>
  <p:handoutMasterIdLst>
    <p:handoutMasterId r:id="rId57"/>
  </p:handoutMasterIdLst>
  <p:sldIdLst>
    <p:sldId id="530" r:id="rId3"/>
    <p:sldId id="531" r:id="rId4"/>
    <p:sldId id="532" r:id="rId5"/>
    <p:sldId id="576" r:id="rId6"/>
    <p:sldId id="578" r:id="rId7"/>
    <p:sldId id="577" r:id="rId8"/>
    <p:sldId id="579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601" r:id="rId30"/>
    <p:sldId id="602" r:id="rId31"/>
    <p:sldId id="603" r:id="rId32"/>
    <p:sldId id="604" r:id="rId33"/>
    <p:sldId id="605" r:id="rId34"/>
    <p:sldId id="606" r:id="rId35"/>
    <p:sldId id="607" r:id="rId36"/>
    <p:sldId id="608" r:id="rId37"/>
    <p:sldId id="609" r:id="rId38"/>
    <p:sldId id="610" r:id="rId39"/>
    <p:sldId id="633" r:id="rId40"/>
    <p:sldId id="611" r:id="rId41"/>
    <p:sldId id="612" r:id="rId42"/>
    <p:sldId id="613" r:id="rId43"/>
    <p:sldId id="614" r:id="rId44"/>
    <p:sldId id="615" r:id="rId45"/>
    <p:sldId id="616" r:id="rId46"/>
    <p:sldId id="624" r:id="rId47"/>
    <p:sldId id="625" r:id="rId48"/>
    <p:sldId id="626" r:id="rId49"/>
    <p:sldId id="618" r:id="rId50"/>
    <p:sldId id="620" r:id="rId51"/>
    <p:sldId id="617" r:id="rId52"/>
    <p:sldId id="619" r:id="rId53"/>
    <p:sldId id="621" r:id="rId54"/>
    <p:sldId id="529" r:id="rId55"/>
  </p:sldIdLst>
  <p:sldSz cx="9144000" cy="6858000" type="screen4x3"/>
  <p:notesSz cx="7099300" cy="10234613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A"/>
    <a:srgbClr val="EEF5FA"/>
    <a:srgbClr val="F2F7FC"/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2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2024/10/8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2024/10/8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30588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缺陷：数组长度固定，但是也有其应用，例如固定最大值的线程池的描述等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5F614E-0414-4E8C-981F-1E1BB974C268}" type="slidenum">
              <a:rPr lang="en-US" altLang="zh-CN" smtClean="0"/>
              <a:t>15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lstStyle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lstStyle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lstStyle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2024/10/8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2024/10/8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1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1.xml"/><Relationship Id="rId1" Type="http://schemas.openxmlformats.org/officeDocument/2006/relationships/themeOverride" Target="../theme/themeOverride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Relationship Id="rId4" Type="http://schemas.openxmlformats.org/officeDocument/2006/relationships/image" Target="../media/image1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thudsa.3322.org/~deng/ds/demo/queen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栈与队列（</a:t>
            </a:r>
            <a:r>
              <a:rPr lang="en-US" altLang="zh-CN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4030663"/>
            <a:ext cx="91440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dirty="0"/>
              <a:t>Stack and Queue</a:t>
            </a:r>
            <a:endParaRPr lang="zh-CN" alt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88FC1F8-377C-415F-9C94-4201F0AEB4EB}" type="slidenum">
              <a:rPr lang="en-US" altLang="zh-CN" smtClean="0"/>
              <a:t>1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掌握栈和队列的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，并能在相应的应用问题中正确选用</a:t>
            </a: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熟练掌握栈的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两种存储结构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的基本操作实现算法，特别应注意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栈满和栈空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循环队列和链队列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的基本操作实现算法，特别注意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队满和队空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理解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递归算法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执行过程中栈的状态变化过程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ts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表达式求值方法</a:t>
            </a:r>
            <a:endParaRPr lang="en-US" altLang="zh-CN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栈的定义与描述</a:t>
            </a:r>
            <a:endParaRPr lang="en-US" altLang="zh-CN" dirty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栈的应用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括号匹配、表达式、火车车厢重排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汉诺塔、迷宫、开关盒布线、离线等价类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队列的定义与描述</a:t>
            </a:r>
            <a:endParaRPr lang="en-US" altLang="zh-CN" dirty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火车车厢重排</a:t>
            </a:r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电路布线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–"/>
              <a:defRPr/>
            </a:pP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队列的定义</a:t>
            </a:r>
          </a:p>
        </p:txBody>
      </p:sp>
      <p:sp>
        <p:nvSpPr>
          <p:cNvPr id="1945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  <a:t>4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内容占位符 8" descr="timg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335" y="2793620"/>
            <a:ext cx="5684588" cy="3962183"/>
          </a:xfrm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5</a:t>
            </a:fld>
            <a:endParaRPr lang="zh-CN" altLang="en-US" dirty="0"/>
          </a:p>
        </p:txBody>
      </p:sp>
      <p:pic>
        <p:nvPicPr>
          <p:cNvPr id="93188" name="Picture 4" descr="http://image.bitauto.com/dealer/news/100026479/5b274662-6d28-428f-878a-98b124c03f5a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5410" y="136946"/>
            <a:ext cx="5288590" cy="3129982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队列定义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）是一个线性表，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插入和删除操作分别在表的不同端进行。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添加新元素的那一端被称为</a:t>
            </a:r>
            <a:r>
              <a:rPr lang="zh-CN" altLang="en-US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队尾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而删除元素的那一端被称为</a:t>
            </a:r>
            <a:r>
              <a:rPr lang="zh-CN" altLang="en-US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队首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eaLnBrk="1" hangingPunct="1">
              <a:spcBef>
                <a:spcPts val="75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 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 in, First out</a:t>
            </a: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6</a:t>
            </a:fld>
            <a:endParaRPr lang="zh-CN" altLang="en-US" dirty="0"/>
          </a:p>
        </p:txBody>
      </p:sp>
      <p:graphicFrame>
        <p:nvGraphicFramePr>
          <p:cNvPr id="1001505" name="Group 33"/>
          <p:cNvGraphicFramePr>
            <a:graphicFrameLocks noGrp="1"/>
          </p:cNvGraphicFramePr>
          <p:nvPr/>
        </p:nvGraphicFramePr>
        <p:xfrm>
          <a:off x="1524000" y="5181600"/>
          <a:ext cx="6096000" cy="5181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761" name="Text Box 32"/>
          <p:cNvSpPr txBox="1">
            <a:spLocks noChangeArrowheads="1"/>
          </p:cNvSpPr>
          <p:nvPr/>
        </p:nvSpPr>
        <p:spPr bwMode="ltGray">
          <a:xfrm>
            <a:off x="1704975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front</a:t>
            </a:r>
          </a:p>
        </p:txBody>
      </p:sp>
      <p:sp>
        <p:nvSpPr>
          <p:cNvPr id="74762" name="Line 34"/>
          <p:cNvSpPr>
            <a:spLocks noChangeShapeType="1"/>
          </p:cNvSpPr>
          <p:nvPr/>
        </p:nvSpPr>
        <p:spPr bwMode="ltGray">
          <a:xfrm>
            <a:off x="2133600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3" name="Text Box 35"/>
          <p:cNvSpPr txBox="1">
            <a:spLocks noChangeArrowheads="1"/>
          </p:cNvSpPr>
          <p:nvPr/>
        </p:nvSpPr>
        <p:spPr bwMode="ltGray">
          <a:xfrm>
            <a:off x="41148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</a:rPr>
              <a:t>rear</a:t>
            </a:r>
          </a:p>
        </p:txBody>
      </p:sp>
      <p:sp>
        <p:nvSpPr>
          <p:cNvPr id="74764" name="Line 36"/>
          <p:cNvSpPr>
            <a:spLocks noChangeShapeType="1"/>
          </p:cNvSpPr>
          <p:nvPr/>
        </p:nvSpPr>
        <p:spPr bwMode="ltGray">
          <a:xfrm>
            <a:off x="45434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/>
          <p:nvPr/>
        </p:nvGrpSpPr>
        <p:grpSpPr bwMode="auto">
          <a:xfrm>
            <a:off x="5181600" y="5638800"/>
            <a:ext cx="1219200" cy="979488"/>
            <a:chOff x="3312" y="3504"/>
            <a:chExt cx="768" cy="617"/>
          </a:xfrm>
        </p:grpSpPr>
        <p:sp>
          <p:nvSpPr>
            <p:cNvPr id="74781" name="Text Box 37"/>
            <p:cNvSpPr txBox="1">
              <a:spLocks noChangeArrowheads="1"/>
            </p:cNvSpPr>
            <p:nvPr/>
          </p:nvSpPr>
          <p:spPr bwMode="ltGray">
            <a:xfrm>
              <a:off x="3312" y="3888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Add ’D’</a:t>
              </a:r>
            </a:p>
          </p:txBody>
        </p:sp>
        <p:sp>
          <p:nvSpPr>
            <p:cNvPr id="74782" name="Line 38"/>
            <p:cNvSpPr>
              <a:spLocks noChangeShapeType="1"/>
            </p:cNvSpPr>
            <p:nvPr/>
          </p:nvSpPr>
          <p:spPr bwMode="ltGray">
            <a:xfrm flipV="1">
              <a:off x="3678" y="3504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57"/>
          <p:cNvGrpSpPr/>
          <p:nvPr/>
        </p:nvGrpSpPr>
        <p:grpSpPr bwMode="auto">
          <a:xfrm>
            <a:off x="1524000" y="5638800"/>
            <a:ext cx="1219200" cy="979488"/>
            <a:chOff x="960" y="3552"/>
            <a:chExt cx="768" cy="617"/>
          </a:xfrm>
        </p:grpSpPr>
        <p:sp>
          <p:nvSpPr>
            <p:cNvPr id="74779" name="Text Box 47"/>
            <p:cNvSpPr txBox="1">
              <a:spLocks noChangeArrowheads="1"/>
            </p:cNvSpPr>
            <p:nvPr/>
          </p:nvSpPr>
          <p:spPr bwMode="ltGray">
            <a:xfrm>
              <a:off x="960" y="3936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Delete</a:t>
              </a:r>
            </a:p>
          </p:txBody>
        </p:sp>
        <p:sp>
          <p:nvSpPr>
            <p:cNvPr id="74780" name="Line 48"/>
            <p:cNvSpPr>
              <a:spLocks noChangeShapeType="1"/>
            </p:cNvSpPr>
            <p:nvPr/>
          </p:nvSpPr>
          <p:spPr bwMode="ltGray">
            <a:xfrm flipV="1">
              <a:off x="1326" y="355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58"/>
          <p:cNvGrpSpPr/>
          <p:nvPr/>
        </p:nvGrpSpPr>
        <p:grpSpPr bwMode="auto">
          <a:xfrm>
            <a:off x="2895600" y="4114800"/>
            <a:ext cx="914400" cy="1066800"/>
            <a:chOff x="1824" y="2592"/>
            <a:chExt cx="576" cy="672"/>
          </a:xfrm>
        </p:grpSpPr>
        <p:sp>
          <p:nvSpPr>
            <p:cNvPr id="74775" name="Text Box 49"/>
            <p:cNvSpPr txBox="1">
              <a:spLocks noChangeArrowheads="1"/>
            </p:cNvSpPr>
            <p:nvPr/>
          </p:nvSpPr>
          <p:spPr bwMode="ltGray">
            <a:xfrm>
              <a:off x="1824" y="2592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front</a:t>
              </a:r>
            </a:p>
          </p:txBody>
        </p:sp>
        <p:sp>
          <p:nvSpPr>
            <p:cNvPr id="74776" name="Line 50"/>
            <p:cNvSpPr>
              <a:spLocks noChangeShapeType="1"/>
            </p:cNvSpPr>
            <p:nvPr/>
          </p:nvSpPr>
          <p:spPr bwMode="ltGray">
            <a:xfrm>
              <a:off x="2094" y="283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770" name="Text Box 40"/>
          <p:cNvSpPr txBox="1">
            <a:spLocks noChangeArrowheads="1"/>
          </p:cNvSpPr>
          <p:nvPr/>
        </p:nvSpPr>
        <p:spPr bwMode="ltGray">
          <a:xfrm>
            <a:off x="53340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rear</a:t>
            </a:r>
          </a:p>
        </p:txBody>
      </p:sp>
      <p:sp>
        <p:nvSpPr>
          <p:cNvPr id="74771" name="Line 41"/>
          <p:cNvSpPr>
            <a:spLocks noChangeShapeType="1"/>
          </p:cNvSpPr>
          <p:nvPr/>
        </p:nvSpPr>
        <p:spPr bwMode="ltGray">
          <a:xfrm>
            <a:off x="57626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3" name="Rectangle 44"/>
          <p:cNvSpPr>
            <a:spLocks noChangeArrowheads="1"/>
          </p:cNvSpPr>
          <p:nvPr/>
        </p:nvSpPr>
        <p:spPr bwMode="ltGray">
          <a:xfrm>
            <a:off x="5562601" y="5147764"/>
            <a:ext cx="4394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6341" y="5255393"/>
            <a:ext cx="5775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74762" grpId="0" bldLvl="0" animBg="1"/>
      <p:bldP spid="74763" grpId="0"/>
      <p:bldP spid="74763" grpId="1"/>
      <p:bldP spid="74764" grpId="0" bldLvl="0" animBg="1"/>
      <p:bldP spid="74764" grpId="1" bldLvl="0" animBg="1"/>
      <p:bldP spid="74770" grpId="0"/>
      <p:bldP spid="74771" grpId="0" bldLvl="0" animBg="1"/>
      <p:bldP spid="74773" grpId="0"/>
      <p:bldP spid="2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堆栈 VS 队列</a:t>
            </a: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7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1522413" y="46847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2413" y="432594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522413" y="396716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22413" y="360839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522413" y="32496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522413" y="289083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522413" y="2532064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522413" y="217328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21" name="直接箭头连接符 13"/>
          <p:cNvCxnSpPr>
            <a:cxnSpLocks noChangeShapeType="1"/>
          </p:cNvCxnSpPr>
          <p:nvPr/>
        </p:nvCxnSpPr>
        <p:spPr bwMode="auto">
          <a:xfrm>
            <a:off x="804864" y="3429000"/>
            <a:ext cx="896937" cy="15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22" name="TextBox 14"/>
          <p:cNvSpPr txBox="1">
            <a:spLocks noChangeArrowheads="1"/>
          </p:cNvSpPr>
          <p:nvPr/>
        </p:nvSpPr>
        <p:spPr bwMode="auto">
          <a:xfrm>
            <a:off x="266700" y="3249614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Top</a:t>
            </a:r>
            <a:endParaRPr lang="zh-CN" altLang="en-US"/>
          </a:p>
        </p:txBody>
      </p:sp>
      <p:cxnSp>
        <p:nvCxnSpPr>
          <p:cNvPr id="76823" name="直接箭头连接符 15"/>
          <p:cNvCxnSpPr>
            <a:cxnSpLocks noChangeShapeType="1"/>
          </p:cNvCxnSpPr>
          <p:nvPr/>
        </p:nvCxnSpPr>
        <p:spPr bwMode="auto">
          <a:xfrm>
            <a:off x="984250" y="2711451"/>
            <a:ext cx="869950" cy="3603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4" name="TextBox 17"/>
          <p:cNvSpPr txBox="1">
            <a:spLocks noChangeArrowheads="1"/>
          </p:cNvSpPr>
          <p:nvPr/>
        </p:nvSpPr>
        <p:spPr bwMode="auto">
          <a:xfrm>
            <a:off x="446088" y="2532064"/>
            <a:ext cx="8699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Push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25" name="直接箭头连接符 18"/>
          <p:cNvCxnSpPr>
            <a:cxnSpLocks noChangeShapeType="1"/>
          </p:cNvCxnSpPr>
          <p:nvPr/>
        </p:nvCxnSpPr>
        <p:spPr bwMode="auto">
          <a:xfrm flipH="1">
            <a:off x="2446338" y="3068638"/>
            <a:ext cx="869950" cy="3603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6" name="TextBox 19"/>
          <p:cNvSpPr txBox="1">
            <a:spLocks noChangeArrowheads="1"/>
          </p:cNvSpPr>
          <p:nvPr/>
        </p:nvSpPr>
        <p:spPr bwMode="auto">
          <a:xfrm>
            <a:off x="3136900" y="2889250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Pop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 rot="5400000">
            <a:off x="50204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 rot="5400000">
            <a:off x="537924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 rot="5400000">
            <a:off x="573802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 bwMode="auto">
          <a:xfrm rot="5400000">
            <a:off x="609679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 bwMode="auto">
          <a:xfrm rot="5400000">
            <a:off x="64555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 bwMode="auto">
          <a:xfrm rot="5400000">
            <a:off x="43029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 bwMode="auto">
          <a:xfrm rot="5400000">
            <a:off x="46616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 rot="5400000">
            <a:off x="68143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 bwMode="auto">
          <a:xfrm rot="5400000">
            <a:off x="71731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 bwMode="auto">
          <a:xfrm rot="5400000">
            <a:off x="39441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 bwMode="auto">
          <a:xfrm rot="5400000">
            <a:off x="75318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48" name="直接箭头连接符 33"/>
          <p:cNvCxnSpPr>
            <a:cxnSpLocks noChangeShapeType="1"/>
          </p:cNvCxnSpPr>
          <p:nvPr/>
        </p:nvCxnSpPr>
        <p:spPr bwMode="auto">
          <a:xfrm rot="5400000">
            <a:off x="4840288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49" name="TextBox 34"/>
          <p:cNvSpPr txBox="1">
            <a:spLocks noChangeArrowheads="1"/>
          </p:cNvSpPr>
          <p:nvPr/>
        </p:nvSpPr>
        <p:spPr bwMode="auto">
          <a:xfrm>
            <a:off x="4930775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Front</a:t>
            </a:r>
            <a:endParaRPr lang="zh-CN" altLang="en-US"/>
          </a:p>
        </p:txBody>
      </p:sp>
      <p:cxnSp>
        <p:nvCxnSpPr>
          <p:cNvPr id="76850" name="直接箭头连接符 35"/>
          <p:cNvCxnSpPr>
            <a:cxnSpLocks noChangeShapeType="1"/>
          </p:cNvCxnSpPr>
          <p:nvPr/>
        </p:nvCxnSpPr>
        <p:spPr bwMode="auto">
          <a:xfrm rot="5400000">
            <a:off x="6634163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51" name="TextBox 36"/>
          <p:cNvSpPr txBox="1">
            <a:spLocks noChangeArrowheads="1"/>
          </p:cNvSpPr>
          <p:nvPr/>
        </p:nvSpPr>
        <p:spPr bwMode="auto">
          <a:xfrm>
            <a:off x="6724650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Rear</a:t>
            </a:r>
            <a:endParaRPr lang="zh-CN" altLang="en-US"/>
          </a:p>
        </p:txBody>
      </p:sp>
      <p:cxnSp>
        <p:nvCxnSpPr>
          <p:cNvPr id="76852" name="直接箭头连接符 37"/>
          <p:cNvCxnSpPr>
            <a:cxnSpLocks noChangeShapeType="1"/>
          </p:cNvCxnSpPr>
          <p:nvPr/>
        </p:nvCxnSpPr>
        <p:spPr bwMode="auto">
          <a:xfrm rot="16200000" flipV="1">
            <a:off x="5199063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3" name="TextBox 38"/>
          <p:cNvSpPr txBox="1">
            <a:spLocks noChangeArrowheads="1"/>
          </p:cNvSpPr>
          <p:nvPr/>
        </p:nvSpPr>
        <p:spPr bwMode="auto">
          <a:xfrm>
            <a:off x="5110164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Delete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54" name="直接箭头连接符 39"/>
          <p:cNvCxnSpPr>
            <a:cxnSpLocks noChangeShapeType="1"/>
          </p:cNvCxnSpPr>
          <p:nvPr/>
        </p:nvCxnSpPr>
        <p:spPr bwMode="auto">
          <a:xfrm rot="16200000" flipV="1">
            <a:off x="6992938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5" name="TextBox 40"/>
          <p:cNvSpPr txBox="1">
            <a:spLocks noChangeArrowheads="1"/>
          </p:cNvSpPr>
          <p:nvPr/>
        </p:nvSpPr>
        <p:spPr bwMode="auto">
          <a:xfrm>
            <a:off x="6904039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Add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抽象数据类型描述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371600"/>
            <a:ext cx="8150225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实例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有序线性表，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，另一端称为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Create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创建一个空的队列；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IsEmpty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如果队列为空，返回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IsFull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如果队列满，则返回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返回队列的第一个元素；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返回队列的最后一个元素；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向队列中添加元素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删除队首元素，并送入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eaLnBrk="1" hangingPunct="1">
              <a:spcBef>
                <a:spcPts val="1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数组描述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804863" y="1455738"/>
            <a:ext cx="7772400" cy="5097462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思路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：在数组中从左至右依次存储</a:t>
            </a:r>
            <a:endParaRPr lang="en-US" altLang="zh-CN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第一个元素保存在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queue[0]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第二个在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</a:t>
            </a:r>
          </a:p>
          <a:p>
            <a:pPr eaLnBrk="1" hangingPunct="1">
              <a:spcBef>
                <a:spcPts val="750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＋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queue[rear]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9</a:t>
            </a:fld>
            <a:endParaRPr lang="zh-CN" altLang="en-US" dirty="0"/>
          </a:p>
        </p:txBody>
      </p:sp>
      <p:pic>
        <p:nvPicPr>
          <p:cNvPr id="80899" name="Picture 4" descr="physical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1304" y="2024163"/>
            <a:ext cx="7425088" cy="191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思路1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i – 1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≡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：队首始终在数组第一个位置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队列长度：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+ 1</a:t>
            </a:r>
          </a:p>
          <a:p>
            <a:pPr eaLnBrk="1" hangingPunct="1">
              <a:spcBef>
                <a:spcPts val="75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== -1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操作实现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添加元素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rear++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，新元素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queue[rear]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O(1)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删除元素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 queue[rear]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queue[0], ..., queue[rear – 1]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对比堆栈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53792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 rot="5400000">
            <a:off x="573802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 rot="5400000">
            <a:off x="609679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 rot="5400000">
            <a:off x="645557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 rot="5400000">
            <a:off x="68143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717312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7531895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 rot="5400000">
            <a:off x="789067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2965" name="TextBox 11"/>
          <p:cNvSpPr txBox="1">
            <a:spLocks noChangeArrowheads="1"/>
          </p:cNvSpPr>
          <p:nvPr/>
        </p:nvSpPr>
        <p:spPr bwMode="auto">
          <a:xfrm>
            <a:off x="58277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FF0000"/>
                </a:solidFill>
              </a:rPr>
              <a:t>[0]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82966" name="TextBox 12"/>
          <p:cNvSpPr txBox="1">
            <a:spLocks noChangeArrowheads="1"/>
          </p:cNvSpPr>
          <p:nvPr/>
        </p:nvSpPr>
        <p:spPr bwMode="auto">
          <a:xfrm>
            <a:off x="618648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[1]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7" name="TextBox 13"/>
          <p:cNvSpPr txBox="1">
            <a:spLocks noChangeArrowheads="1"/>
          </p:cNvSpPr>
          <p:nvPr/>
        </p:nvSpPr>
        <p:spPr bwMode="auto">
          <a:xfrm>
            <a:off x="654526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[2]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8" name="TextBox 14"/>
          <p:cNvSpPr txBox="1">
            <a:spLocks noChangeArrowheads="1"/>
          </p:cNvSpPr>
          <p:nvPr/>
        </p:nvSpPr>
        <p:spPr bwMode="auto">
          <a:xfrm>
            <a:off x="690403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[3]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9" name="TextBox 15"/>
          <p:cNvSpPr txBox="1">
            <a:spLocks noChangeArrowheads="1"/>
          </p:cNvSpPr>
          <p:nvPr/>
        </p:nvSpPr>
        <p:spPr bwMode="auto">
          <a:xfrm>
            <a:off x="72628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[4]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70" name="左箭头 16"/>
          <p:cNvSpPr>
            <a:spLocks noChangeArrowheads="1"/>
          </p:cNvSpPr>
          <p:nvPr/>
        </p:nvSpPr>
        <p:spPr bwMode="auto">
          <a:xfrm>
            <a:off x="6005513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1" name="左箭头 17"/>
          <p:cNvSpPr>
            <a:spLocks noChangeArrowheads="1"/>
          </p:cNvSpPr>
          <p:nvPr/>
        </p:nvSpPr>
        <p:spPr bwMode="auto">
          <a:xfrm>
            <a:off x="6364288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2" name="左箭头 18"/>
          <p:cNvSpPr>
            <a:spLocks noChangeArrowheads="1"/>
          </p:cNvSpPr>
          <p:nvPr/>
        </p:nvSpPr>
        <p:spPr bwMode="auto">
          <a:xfrm>
            <a:off x="6724651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3" name="左箭头 19"/>
          <p:cNvSpPr>
            <a:spLocks noChangeArrowheads="1"/>
          </p:cNvSpPr>
          <p:nvPr/>
        </p:nvSpPr>
        <p:spPr bwMode="auto">
          <a:xfrm>
            <a:off x="7083426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82974" name="直接连接符 21"/>
          <p:cNvCxnSpPr>
            <a:cxnSpLocks noChangeShapeType="1"/>
          </p:cNvCxnSpPr>
          <p:nvPr/>
        </p:nvCxnSpPr>
        <p:spPr bwMode="auto">
          <a:xfrm rot="5400000">
            <a:off x="591502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5" name="直接连接符 22"/>
          <p:cNvCxnSpPr>
            <a:cxnSpLocks noChangeShapeType="1"/>
          </p:cNvCxnSpPr>
          <p:nvPr/>
        </p:nvCxnSpPr>
        <p:spPr bwMode="auto">
          <a:xfrm rot="5400000">
            <a:off x="6275388" y="1725613"/>
            <a:ext cx="900113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6" name="直接连接符 23"/>
          <p:cNvCxnSpPr>
            <a:cxnSpLocks noChangeShapeType="1"/>
          </p:cNvCxnSpPr>
          <p:nvPr/>
        </p:nvCxnSpPr>
        <p:spPr bwMode="auto">
          <a:xfrm rot="5400000">
            <a:off x="663257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7" name="直接连接符 24"/>
          <p:cNvCxnSpPr>
            <a:cxnSpLocks noChangeShapeType="1"/>
          </p:cNvCxnSpPr>
          <p:nvPr/>
        </p:nvCxnSpPr>
        <p:spPr bwMode="auto">
          <a:xfrm rot="5400000">
            <a:off x="6991351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思路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：队列头也移动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76600"/>
            <a:ext cx="7772400" cy="3048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front + i – 1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删除：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front++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队列逐渐向数组尾部“移动”</a:t>
            </a:r>
          </a:p>
          <a:p>
            <a:pPr eaLnBrk="1" hangingPunct="1">
              <a:spcBef>
                <a:spcPts val="75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&gt; rear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12</a:t>
            </a:fld>
            <a:endParaRPr lang="zh-CN" altLang="en-US" dirty="0"/>
          </a:p>
        </p:txBody>
      </p:sp>
      <p:pic>
        <p:nvPicPr>
          <p:cNvPr id="83971" name="Picture 4" descr="array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" y="1524000"/>
            <a:ext cx="8029575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但是：队尾到达数组尾怎么办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00400"/>
            <a:ext cx="7772400" cy="3276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rear==MaxSize – 1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时进行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&gt; 0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队列移动到数组头部（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0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），再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front==0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，失败</a:t>
            </a:r>
          </a:p>
          <a:p>
            <a:pPr eaLnBrk="1" hangingPunct="1"/>
            <a:r>
              <a:rPr lang="zh-CN" altLang="en-US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改进了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zh-CN" altLang="en-US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变差，最坏情况仍为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13</a:t>
            </a:fld>
            <a:endParaRPr lang="zh-CN" altLang="en-US" dirty="0"/>
          </a:p>
        </p:txBody>
      </p:sp>
      <p:pic>
        <p:nvPicPr>
          <p:cNvPr id="84995" name="Picture 4" descr="mov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1554164"/>
            <a:ext cx="8680450" cy="164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思路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：循环数组描述方法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14</a:t>
            </a:fld>
            <a:endParaRPr lang="zh-CN" altLang="en-US" dirty="0"/>
          </a:p>
        </p:txBody>
      </p:sp>
      <p:pic>
        <p:nvPicPr>
          <p:cNvPr id="86018" name="Picture 4" descr="circular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1" y="1828801"/>
            <a:ext cx="8177213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循环数组描述方法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把数组扭成环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首尾相连是关键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最后一个元素之后是第一个元素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location(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)=(location(1)+i–1) % 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endParaRPr lang="en-US" altLang="zh-CN"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front——location(1) – 1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最后一个元素在数组中的位置</a:t>
            </a:r>
          </a:p>
          <a:p>
            <a:pPr eaLnBrk="1" hangingPunct="1">
              <a:spcBef>
                <a:spcPts val="750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插入、删除均为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小问题：队列空和满的区分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混淆！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简单解决方法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最终方案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只允许最多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MaxSize-1</a:t>
            </a:r>
            <a:r>
              <a:rPr lang="zh-CN" altLang="en-US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个元素</a:t>
            </a: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rear</a:t>
            </a:r>
          </a:p>
          <a:p>
            <a:pPr lvl="1" eaLnBrk="1" hangingPunct="1">
              <a:spcBef>
                <a:spcPts val="375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队列满：</a:t>
            </a:r>
            <a:r>
              <a:rPr lang="en-US" altLang="zh-CN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(rear + 1) % MaxSize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16</a:t>
            </a:fld>
            <a:endParaRPr lang="zh-CN" altLang="en-US" dirty="0"/>
          </a:p>
        </p:txBody>
      </p:sp>
      <p:pic>
        <p:nvPicPr>
          <p:cNvPr id="88067" name="Picture 4" descr="fullempty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34640" y="1553820"/>
            <a:ext cx="1951848" cy="2910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>
          <a:xfrm>
            <a:off x="387985" y="1353820"/>
            <a:ext cx="8367395" cy="5102225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class Queue {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FIFO objects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public: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10);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~Queue() {delete [] queue;}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{return front == rear;}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IsFull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     return (((rear + 1) %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== front) ? 1 : 0);}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front element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Add(const T&amp; x);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Queue&lt;T&gt;&amp; Delete(T&amp; x);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private: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front;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队首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rear; 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队尾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队列容量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*queue;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// element array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Queue&lt;T&gt;::Queue(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)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Create an empty queue whose capacity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+ 1;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 =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new T[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rear = 0;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  <a:p>
            <a:pPr eaLnBrk="1" hangingPunct="1">
              <a:spcBef>
                <a:spcPts val="750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：基本类型，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b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：用户自定义类，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18</a:t>
            </a:fld>
            <a:endParaRPr lang="zh-CN" altLang="en-US" dirty="0"/>
          </a:p>
        </p:txBody>
      </p:sp>
      <p:cxnSp>
        <p:nvCxnSpPr>
          <p:cNvPr id="91139" name="直接箭头连接符 4"/>
          <p:cNvCxnSpPr>
            <a:cxnSpLocks noChangeShapeType="1"/>
            <a:stCxn id="91140" idx="1"/>
          </p:cNvCxnSpPr>
          <p:nvPr/>
        </p:nvCxnSpPr>
        <p:spPr bwMode="auto">
          <a:xfrm flipH="1" flipV="1">
            <a:off x="4572002" y="3597277"/>
            <a:ext cx="2152650" cy="353941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91140" name="TextBox 5"/>
          <p:cNvSpPr txBox="1">
            <a:spLocks noChangeArrowheads="1"/>
          </p:cNvSpPr>
          <p:nvPr/>
        </p:nvSpPr>
        <p:spPr bwMode="auto">
          <a:xfrm>
            <a:off x="6724652" y="3597275"/>
            <a:ext cx="121449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留出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个额外空间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9841" y="22034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29842" y="1335937"/>
            <a:ext cx="3868340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29842" y="2211705"/>
            <a:ext cx="3868340" cy="3573463"/>
          </a:xfrm>
        </p:spPr>
        <p:txBody>
          <a:bodyPr>
            <a:normAutofit fontScale="90000" lnSpcReduction="1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Queue&lt;T&gt;::First() const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queue[(front + 1)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%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  <a:p>
            <a:endParaRPr lang="zh-CN" altLang="en-US" sz="2000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>
          <a:xfrm>
            <a:off x="4629150" y="1335937"/>
            <a:ext cx="3887391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>
          <a:xfrm>
            <a:off x="4629150" y="2211705"/>
            <a:ext cx="3887391" cy="3573463"/>
          </a:xfrm>
        </p:spPr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Queue&lt;T&gt;::Last() const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queue[rear];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19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插入操作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Queue&lt;T&gt;::Add(const T&amp; x)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Add x to the rear of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the queue.  Throw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NoMem exception if the queue is full.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(IsFull()) throw NoMem();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rear = (rear + 1) % MaxSize;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queue[rear] = x;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  <a:p>
            <a:pPr eaLnBrk="1" hangingPunct="1"/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20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75802" y="5043492"/>
            <a:ext cx="4832350" cy="89154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请思考：当队列为空时，</a:t>
            </a:r>
            <a:endParaRPr lang="en-US" altLang="zh-CN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插入的第一个元素在什么位置？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Queue&lt;T&gt;::Delete(T&amp; x)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Delete first element and put in x.  Throw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(front + 1) % MaxSize;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queue[front];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  <a:p>
            <a:pPr eaLnBrk="1" hangingPunct="1"/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链表描述</a:t>
            </a:r>
          </a:p>
        </p:txBody>
      </p:sp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55738"/>
            <a:ext cx="7772400" cy="1905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两种指针方向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22</a:t>
            </a:fld>
            <a:endParaRPr lang="zh-CN" altLang="en-US" dirty="0"/>
          </a:p>
        </p:txBody>
      </p:sp>
      <p:pic>
        <p:nvPicPr>
          <p:cNvPr id="97283" name="Picture 4" descr="2link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3070226"/>
            <a:ext cx="582295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410200"/>
            <a:ext cx="7772400" cy="1447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同样高效，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23</a:t>
            </a:fld>
            <a:endParaRPr lang="zh-CN" altLang="en-US" dirty="0"/>
          </a:p>
        </p:txBody>
      </p:sp>
      <p:pic>
        <p:nvPicPr>
          <p:cNvPr id="98307" name="Picture 4" descr="linkad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1295401"/>
            <a:ext cx="7424738" cy="404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删除操作</a:t>
            </a:r>
          </a:p>
        </p:txBody>
      </p:sp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562600"/>
            <a:ext cx="7772400" cy="990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24</a:t>
            </a:fld>
            <a:endParaRPr lang="zh-CN" altLang="en-US" dirty="0"/>
          </a:p>
        </p:txBody>
      </p:sp>
      <p:pic>
        <p:nvPicPr>
          <p:cNvPr id="99331" name="Picture 4" descr="linkdel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83005" y="1393508"/>
            <a:ext cx="7442200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518218" y="379406"/>
            <a:ext cx="5208270" cy="10147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因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Delete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操作的复杂性差异，</a:t>
            </a:r>
            <a:endParaRPr lang="en-US" altLang="zh-CN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故选择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front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rear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的链接方式</a:t>
            </a:r>
            <a:endParaRPr lang="zh-CN" altLang="en-US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LinkedQueue类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84555"/>
            <a:ext cx="7886700" cy="4692408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FIFO objects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{front = rear = 0;}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~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// destructor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    {return ((front) ? false : true);}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IsFull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first element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last element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Add(const T&amp; x);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Delete(T&amp; x);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private: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Node&lt;T&gt; *front;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pointer to first node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*rear;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// pointer to last node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25</a:t>
            </a:fld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39583" y="6356584"/>
            <a:ext cx="71755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 dirty="0"/>
              <a:t>与数组队列相比，减少了两个数据成员：</a:t>
            </a:r>
            <a:r>
              <a:rPr lang="en-US" altLang="zh-CN" b="1" dirty="0" err="1">
                <a:solidFill>
                  <a:srgbClr val="FF0000"/>
                </a:solidFill>
              </a:rPr>
              <a:t>MaxSize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FF0000"/>
                </a:solidFill>
              </a:rPr>
              <a:t>queue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析构函数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LinkedQueue&lt;T&gt;::~LinkedQueue()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Queue destructor.  Delete all nodes.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*next;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while (front) {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next = front-&gt;link; 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delete front; 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front = next;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}</a:t>
            </a: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26</a:t>
            </a:fld>
            <a:endParaRPr lang="zh-CN" altLang="en-US" dirty="0"/>
          </a:p>
        </p:txBody>
      </p:sp>
      <p:sp>
        <p:nvSpPr>
          <p:cNvPr id="102403" name="TextBox 3"/>
          <p:cNvSpPr txBox="1">
            <a:spLocks noChangeArrowheads="1"/>
          </p:cNvSpPr>
          <p:nvPr/>
        </p:nvSpPr>
        <p:spPr bwMode="auto">
          <a:xfrm>
            <a:off x="4033838" y="4505325"/>
            <a:ext cx="4843462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>
                <a:solidFill>
                  <a:srgbClr val="FF0000"/>
                </a:solidFill>
              </a:rPr>
              <a:t>析构函数与许多基于链表的数据结构都相似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IsFull</a:t>
            </a:r>
          </a:p>
        </p:txBody>
      </p:sp>
      <p:sp>
        <p:nvSpPr>
          <p:cNvPr id="1034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 LinkedQueue&lt;T&gt;::IsFull() const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Is the queue full?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try {p = new Node&lt;T&gt;;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delete p;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return false;}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catch (NoMem) {return true;}</a:t>
            </a: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</a:p>
        </p:txBody>
      </p:sp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LinkedQueue&lt;T&gt;::First() const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front-&gt;data;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</a:p>
        </p:txBody>
      </p:sp>
      <p:sp>
        <p:nvSpPr>
          <p:cNvPr id="1054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LinkedQueue&lt;T&gt;::Last() const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rear-&gt;data;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29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LinkedQueue&lt;T&gt;&amp; LinkedQueue&lt;T&gt;::Add(const T&amp; x)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Node&lt;T&gt; *p =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new Node&lt;T&gt;;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p-&gt;data = x;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p-&gt;link = 0;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新建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节点并赋值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if (front) rear-&gt;link = p;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else front = p;           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rear = p;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return *this;</a:t>
            </a: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/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30</a:t>
            </a:fld>
            <a:endParaRPr lang="zh-CN" altLang="en-US" dirty="0"/>
          </a:p>
        </p:txBody>
      </p:sp>
      <p:sp>
        <p:nvSpPr>
          <p:cNvPr id="106499" name="右大括号 3"/>
          <p:cNvSpPr/>
          <p:nvPr/>
        </p:nvSpPr>
        <p:spPr bwMode="auto">
          <a:xfrm>
            <a:off x="49307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0" name="TextBox 4"/>
          <p:cNvSpPr txBox="1">
            <a:spLocks noChangeArrowheads="1"/>
          </p:cNvSpPr>
          <p:nvPr/>
        </p:nvSpPr>
        <p:spPr bwMode="auto">
          <a:xfrm>
            <a:off x="5289551" y="4494214"/>
            <a:ext cx="1255713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两种情况：</a:t>
            </a:r>
          </a:p>
        </p:txBody>
      </p:sp>
      <p:sp>
        <p:nvSpPr>
          <p:cNvPr id="106501" name="右大括号 5"/>
          <p:cNvSpPr/>
          <p:nvPr/>
        </p:nvSpPr>
        <p:spPr bwMode="auto">
          <a:xfrm flipH="1">
            <a:off x="63658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2" name="TextBox 6"/>
          <p:cNvSpPr txBox="1">
            <a:spLocks noChangeArrowheads="1"/>
          </p:cNvSpPr>
          <p:nvPr/>
        </p:nvSpPr>
        <p:spPr bwMode="auto">
          <a:xfrm>
            <a:off x="6724650" y="4146550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队列不为空</a:t>
            </a:r>
          </a:p>
        </p:txBody>
      </p:sp>
      <p:sp>
        <p:nvSpPr>
          <p:cNvPr id="106503" name="TextBox 7"/>
          <p:cNvSpPr txBox="1">
            <a:spLocks noChangeArrowheads="1"/>
          </p:cNvSpPr>
          <p:nvPr/>
        </p:nvSpPr>
        <p:spPr bwMode="auto">
          <a:xfrm>
            <a:off x="6724650" y="4852989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队列为空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删除</a:t>
            </a:r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LinkedQueue&lt;T&gt;&amp; LinkedQueue&lt;T&gt;::Delete(T&amp; x)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if (IsEmpty()) throw OutOfBounds();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front-&gt;data;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备份当前队首节点值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 = front;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front-&gt;link;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确定新的队首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delete p;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释放原队首的空间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1085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队列的两种实现方式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32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3026" y="2352676"/>
          <a:ext cx="6480175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数组</a:t>
                      </a: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链表</a:t>
                      </a:r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Create()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Destroy()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Θ(n)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IsEmpty</a:t>
                      </a:r>
                      <a:r>
                        <a:rPr lang="en-US" altLang="zh-CN" sz="1800" dirty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IsFull</a:t>
                      </a:r>
                      <a:r>
                        <a:rPr lang="en-US" altLang="zh-CN" sz="1800" dirty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First()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Last()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Add()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Delete()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课堂练习</a:t>
            </a:r>
          </a:p>
        </p:txBody>
      </p:sp>
      <p:sp>
        <p:nvSpPr>
          <p:cNvPr id="1095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某队列允许在其两端进行入队操作，但仅允许在一端进行出队操作。设入队顺序是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abcde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，则不可能得到的出队顺序是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________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bacde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B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dbace</a:t>
            </a: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C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dbcae</a:t>
            </a:r>
          </a:p>
          <a:p>
            <a:pPr eaLnBrk="1" hangingPunct="1">
              <a:spcBef>
                <a:spcPts val="75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D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ecbad</a:t>
            </a:r>
            <a:endParaRPr lang="zh-CN" altLang="en-US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/>
              <a:t>队列的应用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  <a:t>34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火车车厢重排问题</a:t>
            </a:r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525588"/>
            <a:ext cx="7481887" cy="4570412"/>
          </a:xfrm>
        </p:spPr>
        <p:txBody>
          <a:bodyPr/>
          <a:lstStyle/>
          <a:p>
            <a:pPr lvl="1"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缓冲铁轨按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方式工作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也只允许：入轨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缓冲，缓冲出轨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为入轨出轨的直通轨，可用来缓冲的为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~H</a:t>
            </a:r>
            <a:r>
              <a:rPr lang="en-US" altLang="zh-CN" baseline="-2500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k-1</a:t>
            </a:r>
          </a:p>
          <a:p>
            <a:pPr lvl="1" eaLnBrk="1" hangingPunct="1"/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35</a:t>
            </a:fld>
            <a:endParaRPr lang="zh-CN" altLang="en-US" dirty="0"/>
          </a:p>
        </p:txBody>
      </p:sp>
      <p:pic>
        <p:nvPicPr>
          <p:cNvPr id="111619" name="Picture 4" descr="railroa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476" y="2891156"/>
            <a:ext cx="7762875" cy="25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36</a:t>
            </a:fld>
            <a:endParaRPr lang="zh-CN" altLang="en-US" dirty="0"/>
          </a:p>
        </p:txBody>
      </p:sp>
      <p:graphicFrame>
        <p:nvGraphicFramePr>
          <p:cNvPr id="1025161" name="Group 137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5162" name="Group 138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96" name="Rectangle 120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</a:p>
        </p:txBody>
      </p:sp>
      <p:graphicFrame>
        <p:nvGraphicFramePr>
          <p:cNvPr id="1025159" name="Group 135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709" name="Rectangle 133"/>
          <p:cNvSpPr>
            <a:spLocks noChangeArrowheads="1"/>
          </p:cNvSpPr>
          <p:nvPr/>
        </p:nvSpPr>
        <p:spPr bwMode="ltGray">
          <a:xfrm>
            <a:off x="4343401" y="6324600"/>
            <a:ext cx="4749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H2</a:t>
            </a:r>
          </a:p>
        </p:txBody>
      </p:sp>
      <p:grpSp>
        <p:nvGrpSpPr>
          <p:cNvPr id="2" name="Group 147"/>
          <p:cNvGrpSpPr/>
          <p:nvPr/>
        </p:nvGrpSpPr>
        <p:grpSpPr bwMode="auto">
          <a:xfrm>
            <a:off x="1219201" y="1371600"/>
            <a:ext cx="4081463" cy="4267200"/>
            <a:chOff x="768" y="864"/>
            <a:chExt cx="2571" cy="2688"/>
          </a:xfrm>
        </p:grpSpPr>
        <p:sp>
          <p:nvSpPr>
            <p:cNvPr id="112732" name="Rectangle 139"/>
            <p:cNvSpPr>
              <a:spLocks noChangeArrowheads="1"/>
            </p:cNvSpPr>
            <p:nvPr/>
          </p:nvSpPr>
          <p:spPr bwMode="ltGray">
            <a:xfrm>
              <a:off x="768" y="864"/>
              <a:ext cx="152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3" name="Text Box 141"/>
            <p:cNvSpPr txBox="1">
              <a:spLocks noChangeArrowheads="1"/>
            </p:cNvSpPr>
            <p:nvPr/>
          </p:nvSpPr>
          <p:spPr bwMode="ltGray">
            <a:xfrm>
              <a:off x="22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4" name="Text Box 142"/>
            <p:cNvSpPr txBox="1">
              <a:spLocks noChangeArrowheads="1"/>
            </p:cNvSpPr>
            <p:nvPr/>
          </p:nvSpPr>
          <p:spPr bwMode="ltGray">
            <a:xfrm>
              <a:off x="3147" y="29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3" name="Group 151"/>
          <p:cNvGrpSpPr/>
          <p:nvPr/>
        </p:nvGrpSpPr>
        <p:grpSpPr bwMode="auto">
          <a:xfrm>
            <a:off x="1219200" y="1857376"/>
            <a:ext cx="3733800" cy="3781425"/>
            <a:chOff x="768" y="1170"/>
            <a:chExt cx="2352" cy="2382"/>
          </a:xfrm>
        </p:grpSpPr>
        <p:sp>
          <p:nvSpPr>
            <p:cNvPr id="112729" name="Rectangle 144"/>
            <p:cNvSpPr>
              <a:spLocks noChangeArrowheads="1"/>
            </p:cNvSpPr>
            <p:nvPr/>
          </p:nvSpPr>
          <p:spPr bwMode="ltGray">
            <a:xfrm>
              <a:off x="768" y="11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0" name="Text Box 145"/>
            <p:cNvSpPr txBox="1">
              <a:spLocks noChangeArrowheads="1"/>
            </p:cNvSpPr>
            <p:nvPr/>
          </p:nvSpPr>
          <p:spPr bwMode="ltGray">
            <a:xfrm>
              <a:off x="196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1" name="Text Box 146"/>
            <p:cNvSpPr txBox="1">
              <a:spLocks noChangeArrowheads="1"/>
            </p:cNvSpPr>
            <p:nvPr/>
          </p:nvSpPr>
          <p:spPr bwMode="ltGray">
            <a:xfrm>
              <a:off x="292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4" name="Group 155"/>
          <p:cNvGrpSpPr/>
          <p:nvPr/>
        </p:nvGrpSpPr>
        <p:grpSpPr bwMode="auto">
          <a:xfrm>
            <a:off x="1219200" y="2333626"/>
            <a:ext cx="3352800" cy="3305175"/>
            <a:chOff x="768" y="1470"/>
            <a:chExt cx="2112" cy="2082"/>
          </a:xfrm>
        </p:grpSpPr>
        <p:sp>
          <p:nvSpPr>
            <p:cNvPr id="112726" name="Rectangle 148"/>
            <p:cNvSpPr>
              <a:spLocks noChangeArrowheads="1"/>
            </p:cNvSpPr>
            <p:nvPr/>
          </p:nvSpPr>
          <p:spPr bwMode="ltGray">
            <a:xfrm>
              <a:off x="768" y="14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&gt;6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7" name="Text Box 149"/>
            <p:cNvSpPr txBox="1">
              <a:spLocks noChangeArrowheads="1"/>
            </p:cNvSpPr>
            <p:nvPr/>
          </p:nvSpPr>
          <p:spPr bwMode="ltGray">
            <a:xfrm>
              <a:off x="172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8" name="Text Box 150"/>
            <p:cNvSpPr txBox="1">
              <a:spLocks noChangeArrowheads="1"/>
            </p:cNvSpPr>
            <p:nvPr/>
          </p:nvSpPr>
          <p:spPr bwMode="ltGray">
            <a:xfrm>
              <a:off x="268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5" name="Group 160"/>
          <p:cNvGrpSpPr/>
          <p:nvPr/>
        </p:nvGrpSpPr>
        <p:grpSpPr bwMode="auto">
          <a:xfrm>
            <a:off x="1219201" y="2819401"/>
            <a:ext cx="4100513" cy="3414713"/>
            <a:chOff x="768" y="1776"/>
            <a:chExt cx="2583" cy="2151"/>
          </a:xfrm>
        </p:grpSpPr>
        <p:sp>
          <p:nvSpPr>
            <p:cNvPr id="112723" name="Rectangle 152"/>
            <p:cNvSpPr>
              <a:spLocks noChangeArrowheads="1"/>
            </p:cNvSpPr>
            <p:nvPr/>
          </p:nvSpPr>
          <p:spPr bwMode="ltGray">
            <a:xfrm>
              <a:off x="768" y="17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4" name="Text Box 153"/>
            <p:cNvSpPr txBox="1">
              <a:spLocks noChangeArrowheads="1"/>
            </p:cNvSpPr>
            <p:nvPr/>
          </p:nvSpPr>
          <p:spPr bwMode="ltGray">
            <a:xfrm>
              <a:off x="149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5" name="Text Box 154"/>
            <p:cNvSpPr txBox="1">
              <a:spLocks noChangeArrowheads="1"/>
            </p:cNvSpPr>
            <p:nvPr/>
          </p:nvSpPr>
          <p:spPr bwMode="ltGray">
            <a:xfrm>
              <a:off x="3159" y="373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6" name="Group 165"/>
          <p:cNvGrpSpPr/>
          <p:nvPr/>
        </p:nvGrpSpPr>
        <p:grpSpPr bwMode="auto">
          <a:xfrm>
            <a:off x="1219200" y="3295650"/>
            <a:ext cx="3733800" cy="2952750"/>
            <a:chOff x="768" y="2076"/>
            <a:chExt cx="2352" cy="1860"/>
          </a:xfrm>
        </p:grpSpPr>
        <p:sp>
          <p:nvSpPr>
            <p:cNvPr id="112720" name="Rectangle 156"/>
            <p:cNvSpPr>
              <a:spLocks noChangeArrowheads="1"/>
            </p:cNvSpPr>
            <p:nvPr/>
          </p:nvSpPr>
          <p:spPr bwMode="ltGray">
            <a:xfrm>
              <a:off x="768" y="20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1" name="Text Box 157"/>
            <p:cNvSpPr txBox="1">
              <a:spLocks noChangeArrowheads="1"/>
            </p:cNvSpPr>
            <p:nvPr/>
          </p:nvSpPr>
          <p:spPr bwMode="ltGray">
            <a:xfrm>
              <a:off x="128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2" name="Text Box 158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7" name="Group 166"/>
          <p:cNvGrpSpPr/>
          <p:nvPr/>
        </p:nvGrpSpPr>
        <p:grpSpPr bwMode="auto">
          <a:xfrm>
            <a:off x="1219200" y="3781426"/>
            <a:ext cx="3352800" cy="2466975"/>
            <a:chOff x="768" y="2382"/>
            <a:chExt cx="2112" cy="1554"/>
          </a:xfrm>
        </p:grpSpPr>
        <p:sp>
          <p:nvSpPr>
            <p:cNvPr id="112717" name="Rectangle 161"/>
            <p:cNvSpPr>
              <a:spLocks noChangeArrowheads="1"/>
            </p:cNvSpPr>
            <p:nvPr/>
          </p:nvSpPr>
          <p:spPr bwMode="ltGray">
            <a:xfrm>
              <a:off x="768" y="2382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18" name="Text Box 162"/>
            <p:cNvSpPr txBox="1">
              <a:spLocks noChangeArrowheads="1"/>
            </p:cNvSpPr>
            <p:nvPr/>
          </p:nvSpPr>
          <p:spPr bwMode="ltGray">
            <a:xfrm>
              <a:off x="10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19" name="Text Box 16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7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z="1400" smtClean="0"/>
              <a:t>37</a:t>
            </a:fld>
            <a:endParaRPr lang="zh-CN" altLang="en-US" sz="1400" dirty="0"/>
          </a:p>
        </p:txBody>
      </p:sp>
      <p:graphicFrame>
        <p:nvGraphicFramePr>
          <p:cNvPr id="1095683" name="Group 3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5725" name="Group 45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720" name="Rectangle 57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</a:p>
        </p:txBody>
      </p:sp>
      <p:graphicFrame>
        <p:nvGraphicFramePr>
          <p:cNvPr id="1095738" name="Group 58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733" name="Rectangle 70"/>
          <p:cNvSpPr>
            <a:spLocks noChangeArrowheads="1"/>
          </p:cNvSpPr>
          <p:nvPr/>
        </p:nvSpPr>
        <p:spPr bwMode="ltGray">
          <a:xfrm>
            <a:off x="4343401" y="63246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H2</a:t>
            </a:r>
          </a:p>
        </p:txBody>
      </p:sp>
      <p:grpSp>
        <p:nvGrpSpPr>
          <p:cNvPr id="2" name="Group 104"/>
          <p:cNvGrpSpPr/>
          <p:nvPr/>
        </p:nvGrpSpPr>
        <p:grpSpPr bwMode="auto">
          <a:xfrm>
            <a:off x="1117601" y="1524000"/>
            <a:ext cx="7616825" cy="4114800"/>
            <a:chOff x="704" y="960"/>
            <a:chExt cx="4798" cy="2592"/>
          </a:xfrm>
        </p:grpSpPr>
        <p:sp>
          <p:nvSpPr>
            <p:cNvPr id="113759" name="Rectangle 91"/>
            <p:cNvSpPr>
              <a:spLocks noChangeArrowheads="1"/>
            </p:cNvSpPr>
            <p:nvPr/>
          </p:nvSpPr>
          <p:spPr bwMode="ltGray">
            <a:xfrm>
              <a:off x="704" y="960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60" name="Text Box 92"/>
            <p:cNvSpPr txBox="1">
              <a:spLocks noChangeArrowheads="1"/>
            </p:cNvSpPr>
            <p:nvPr/>
          </p:nvSpPr>
          <p:spPr bwMode="ltGray">
            <a:xfrm>
              <a:off x="78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61" name="Text Box 93"/>
            <p:cNvSpPr txBox="1">
              <a:spLocks noChangeArrowheads="1"/>
            </p:cNvSpPr>
            <p:nvPr/>
          </p:nvSpPr>
          <p:spPr bwMode="ltGray">
            <a:xfrm>
              <a:off x="531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1</a:t>
              </a:r>
            </a:p>
          </p:txBody>
        </p:sp>
      </p:grpSp>
      <p:grpSp>
        <p:nvGrpSpPr>
          <p:cNvPr id="3" name="Group 113"/>
          <p:cNvGrpSpPr/>
          <p:nvPr/>
        </p:nvGrpSpPr>
        <p:grpSpPr bwMode="auto">
          <a:xfrm>
            <a:off x="1117601" y="2057400"/>
            <a:ext cx="7235825" cy="4191000"/>
            <a:chOff x="704" y="1296"/>
            <a:chExt cx="4558" cy="2640"/>
          </a:xfrm>
        </p:grpSpPr>
        <p:sp>
          <p:nvSpPr>
            <p:cNvPr id="113752" name="Rectangle 101"/>
            <p:cNvSpPr>
              <a:spLocks noChangeArrowheads="1"/>
            </p:cNvSpPr>
            <p:nvPr/>
          </p:nvSpPr>
          <p:spPr bwMode="ltGray">
            <a:xfrm>
              <a:off x="704" y="1296"/>
              <a:ext cx="1325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53" name="Text Box 105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4" name="Text Box 106"/>
            <p:cNvSpPr txBox="1">
              <a:spLocks noChangeArrowheads="1"/>
            </p:cNvSpPr>
            <p:nvPr/>
          </p:nvSpPr>
          <p:spPr bwMode="ltGray">
            <a:xfrm>
              <a:off x="3159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5" name="Text Box 107"/>
            <p:cNvSpPr txBox="1">
              <a:spLocks noChangeArrowheads="1"/>
            </p:cNvSpPr>
            <p:nvPr/>
          </p:nvSpPr>
          <p:spPr bwMode="ltGray">
            <a:xfrm>
              <a:off x="3159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6" name="Text Box 109"/>
            <p:cNvSpPr txBox="1">
              <a:spLocks noChangeArrowheads="1"/>
            </p:cNvSpPr>
            <p:nvPr/>
          </p:nvSpPr>
          <p:spPr bwMode="ltGray">
            <a:xfrm>
              <a:off x="483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13757" name="Text Box 110"/>
            <p:cNvSpPr txBox="1">
              <a:spLocks noChangeArrowheads="1"/>
            </p:cNvSpPr>
            <p:nvPr/>
          </p:nvSpPr>
          <p:spPr bwMode="ltGray">
            <a:xfrm>
              <a:off x="507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113758" name="Text Box 111"/>
            <p:cNvSpPr txBox="1">
              <a:spLocks noChangeArrowheads="1"/>
            </p:cNvSpPr>
            <p:nvPr/>
          </p:nvSpPr>
          <p:spPr bwMode="ltGray">
            <a:xfrm>
              <a:off x="4581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4</a:t>
              </a:r>
            </a:p>
          </p:txBody>
        </p:sp>
      </p:grpSp>
      <p:grpSp>
        <p:nvGrpSpPr>
          <p:cNvPr id="4" name="Group 117"/>
          <p:cNvGrpSpPr/>
          <p:nvPr/>
        </p:nvGrpSpPr>
        <p:grpSpPr bwMode="auto">
          <a:xfrm>
            <a:off x="885826" y="2590801"/>
            <a:ext cx="3713163" cy="3624263"/>
            <a:chOff x="558" y="1632"/>
            <a:chExt cx="2339" cy="2283"/>
          </a:xfrm>
        </p:grpSpPr>
        <p:sp>
          <p:nvSpPr>
            <p:cNvPr id="113749" name="Text Box 102"/>
            <p:cNvSpPr txBox="1">
              <a:spLocks noChangeArrowheads="1"/>
            </p:cNvSpPr>
            <p:nvPr/>
          </p:nvSpPr>
          <p:spPr bwMode="ltGray">
            <a:xfrm>
              <a:off x="55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0" name="Text Box 103"/>
            <p:cNvSpPr txBox="1">
              <a:spLocks noChangeArrowheads="1"/>
            </p:cNvSpPr>
            <p:nvPr/>
          </p:nvSpPr>
          <p:spPr bwMode="ltGray">
            <a:xfrm>
              <a:off x="2448" y="372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8</a:t>
              </a:r>
            </a:p>
          </p:txBody>
        </p:sp>
        <p:sp>
          <p:nvSpPr>
            <p:cNvPr id="113751" name="Rectangle 112"/>
            <p:cNvSpPr>
              <a:spLocks noChangeArrowheads="1"/>
            </p:cNvSpPr>
            <p:nvPr/>
          </p:nvSpPr>
          <p:spPr bwMode="ltGray">
            <a:xfrm>
              <a:off x="708" y="1632"/>
              <a:ext cx="218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21"/>
          <p:cNvGrpSpPr/>
          <p:nvPr/>
        </p:nvGrpSpPr>
        <p:grpSpPr bwMode="auto">
          <a:xfrm>
            <a:off x="457201" y="3124200"/>
            <a:ext cx="6753225" cy="2514600"/>
            <a:chOff x="288" y="1968"/>
            <a:chExt cx="4254" cy="1584"/>
          </a:xfrm>
        </p:grpSpPr>
        <p:sp>
          <p:nvSpPr>
            <p:cNvPr id="113746" name="Rectangle 116"/>
            <p:cNvSpPr>
              <a:spLocks noChangeArrowheads="1"/>
            </p:cNvSpPr>
            <p:nvPr/>
          </p:nvSpPr>
          <p:spPr bwMode="ltGray">
            <a:xfrm>
              <a:off x="704" y="1968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7" name="Text Box 118"/>
            <p:cNvSpPr txBox="1">
              <a:spLocks noChangeArrowheads="1"/>
            </p:cNvSpPr>
            <p:nvPr/>
          </p:nvSpPr>
          <p:spPr bwMode="ltGray">
            <a:xfrm>
              <a:off x="435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5</a:t>
              </a:r>
            </a:p>
          </p:txBody>
        </p:sp>
        <p:sp>
          <p:nvSpPr>
            <p:cNvPr id="113748" name="Text Box 119"/>
            <p:cNvSpPr txBox="1">
              <a:spLocks noChangeArrowheads="1"/>
            </p:cNvSpPr>
            <p:nvPr/>
          </p:nvSpPr>
          <p:spPr bwMode="ltGray">
            <a:xfrm>
              <a:off x="28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  <p:grpSp>
        <p:nvGrpSpPr>
          <p:cNvPr id="6" name="Group 125"/>
          <p:cNvGrpSpPr/>
          <p:nvPr/>
        </p:nvGrpSpPr>
        <p:grpSpPr bwMode="auto">
          <a:xfrm>
            <a:off x="1117600" y="3657600"/>
            <a:ext cx="5857875" cy="2590800"/>
            <a:chOff x="704" y="2304"/>
            <a:chExt cx="3690" cy="1632"/>
          </a:xfrm>
        </p:grpSpPr>
        <p:sp>
          <p:nvSpPr>
            <p:cNvPr id="113740" name="Text Box 114"/>
            <p:cNvSpPr txBox="1">
              <a:spLocks noChangeArrowheads="1"/>
            </p:cNvSpPr>
            <p:nvPr/>
          </p:nvSpPr>
          <p:spPr bwMode="ltGray">
            <a:xfrm>
              <a:off x="292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1" name="Text Box 115"/>
            <p:cNvSpPr txBox="1">
              <a:spLocks noChangeArrowheads="1"/>
            </p:cNvSpPr>
            <p:nvPr/>
          </p:nvSpPr>
          <p:spPr bwMode="ltGray">
            <a:xfrm>
              <a:off x="3408" y="3360"/>
              <a:ext cx="986" cy="1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/>
                <a:t>9     8     7    6</a:t>
              </a:r>
            </a:p>
          </p:txBody>
        </p:sp>
        <p:sp>
          <p:nvSpPr>
            <p:cNvPr id="113742" name="Rectangle 120"/>
            <p:cNvSpPr>
              <a:spLocks noChangeArrowheads="1"/>
            </p:cNvSpPr>
            <p:nvPr/>
          </p:nvSpPr>
          <p:spPr bwMode="ltGray">
            <a:xfrm>
              <a:off x="704" y="2304"/>
              <a:ext cx="156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3" name="Text Box 122"/>
            <p:cNvSpPr txBox="1">
              <a:spLocks noChangeArrowheads="1"/>
            </p:cNvSpPr>
            <p:nvPr/>
          </p:nvSpPr>
          <p:spPr bwMode="ltGray">
            <a:xfrm>
              <a:off x="268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4" name="Text Box 12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5" name="Text Box 124"/>
            <p:cNvSpPr txBox="1">
              <a:spLocks noChangeArrowheads="1"/>
            </p:cNvSpPr>
            <p:nvPr/>
          </p:nvSpPr>
          <p:spPr bwMode="ltGray">
            <a:xfrm>
              <a:off x="244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CN" altLang="en-US"/>
              <a:t>电路布线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/>
              <a:t>1.</a:t>
            </a:r>
            <a:r>
              <a:rPr lang="zh-CN" altLang="en-US"/>
              <a:t>起点入队列</a:t>
            </a: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2.</a:t>
            </a:r>
            <a:r>
              <a:rPr lang="zh-CN" altLang="en-US"/>
              <a:t>第一个结点出队列，该节点的全部未访问的可达结点均入队列</a:t>
            </a: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3.</a:t>
            </a:r>
            <a:r>
              <a:rPr lang="zh-CN" altLang="en-US"/>
              <a:t>如果</a:t>
            </a:r>
            <a:r>
              <a:rPr lang="zh-CN" altLang="en-US">
                <a:sym typeface="+mn-ea"/>
              </a:rPr>
              <a:t>可达结点为</a:t>
            </a:r>
            <a:r>
              <a:rPr lang="zh-CN" altLang="en-US"/>
              <a:t>终点，回溯路径</a:t>
            </a:r>
          </a:p>
          <a:p>
            <a:pPr>
              <a:spcBef>
                <a:spcPts val="750"/>
              </a:spcBef>
            </a:pPr>
            <a:r>
              <a:rPr lang="en-US" altLang="zh-CN"/>
              <a:t>4.</a:t>
            </a:r>
            <a:r>
              <a:rPr lang="zh-CN" altLang="en-US"/>
              <a:t>队列为空且未达终点，则终点不可达</a:t>
            </a:r>
          </a:p>
        </p:txBody>
      </p:sp>
      <p:pic>
        <p:nvPicPr>
          <p:cNvPr id="4" name="图片 3" descr="C:/Users/maggie/AppData/Local/Temp/kaimatting/20201005170025/output_aiMatting_20201005170029.pngoutput_aiMatting_20201005170029"/>
          <p:cNvPicPr>
            <a:picLocks noChangeAspect="1"/>
          </p:cNvPicPr>
          <p:nvPr/>
        </p:nvPicPr>
        <p:blipFill>
          <a:blip r:embed="rId3"/>
          <a:srcRect b="16698"/>
          <a:stretch>
            <a:fillRect/>
          </a:stretch>
        </p:blipFill>
        <p:spPr>
          <a:xfrm>
            <a:off x="2207895" y="4006215"/>
            <a:ext cx="4446270" cy="205105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90040" y="2412235"/>
          <a:ext cx="7935912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240405" imgH="1503045" progId="Word.Document.8">
                  <p:embed/>
                </p:oleObj>
              </mc:Choice>
              <mc:Fallback>
                <p:oleObj name="Document" r:id="rId3" imgW="3240405" imgH="1503045" progId="Word.Document.8">
                  <p:embed/>
                  <p:pic>
                    <p:nvPicPr>
                      <p:cNvPr id="0" name="图片 12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40" y="2412235"/>
                        <a:ext cx="7935912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8939605" cy="9652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Aft>
                <a:spcPts val="0"/>
              </a:spcAft>
            </a:pPr>
            <a:r>
              <a:rPr lang="en-US" altLang="zh-CN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 application</a:t>
            </a:r>
            <a:endParaRPr lang="zh-CN" altLang="en-US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 the coefficient of the binomial (a + b)</a:t>
            </a:r>
            <a:r>
              <a:rPr lang="en-US" altLang="zh-CN" sz="2000" b="1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expansion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09600" y="1419225"/>
            <a:ext cx="43351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Pascal’s triangle(</a:t>
            </a:r>
            <a:r>
              <a:rPr lang="zh-CN" altLang="en-US" sz="2800" b="1">
                <a:solidFill>
                  <a:srgbClr val="003366"/>
                </a:solidFill>
                <a:ea typeface="楷体_GB2312" pitchFamily="49" charset="-122"/>
              </a:rPr>
              <a:t>杨辉三角</a:t>
            </a: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28750"/>
            <a:ext cx="8077200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85800" y="409575"/>
            <a:ext cx="803021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Analyze the relation between the ith elements</a:t>
            </a:r>
          </a:p>
          <a:p>
            <a:pPr>
              <a:spcBef>
                <a:spcPts val="0"/>
              </a:spcBef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 and the (i+1)th elements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57200" y="5486400"/>
            <a:ext cx="8382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Conclusion: we can compute the next line numbers from the above line numbers.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8" y="1919345"/>
            <a:ext cx="8458200" cy="356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457200" y="457200"/>
            <a:ext cx="7239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compute and store the next line numbers from the above line numbers 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285899" y="1006736"/>
            <a:ext cx="8464550" cy="5015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void YANGVI (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n 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Queue q;                             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zh-CN" sz="2000" b="1" dirty="0">
                <a:solidFill>
                  <a:srgbClr val="CC0000"/>
                </a:solidFill>
                <a:ea typeface="楷体_GB2312" pitchFamily="49" charset="-122"/>
              </a:rPr>
              <a:t>队列初始化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q.MakeEmpty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(1);/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预放入第一行的两个系数</a:t>
            </a: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s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=1;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&lt;=n;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++ ) {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逐行处理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</a:t>
            </a:r>
            <a:r>
              <a:rPr lang="en-US" altLang="zh-CN" sz="2000" b="1" dirty="0" err="1">
                <a:solidFill>
                  <a:srgbClr val="003366"/>
                </a:solidFill>
              </a:rPr>
              <a:t>endl</a:t>
            </a:r>
            <a:r>
              <a:rPr lang="en-US" altLang="zh-CN" sz="2000" b="1" dirty="0">
                <a:solidFill>
                  <a:srgbClr val="003366"/>
                </a:solidFill>
              </a:rPr>
              <a:t>;			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(0);			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j=1; j&lt;=i+2; j++ ) {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处理第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行的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个系数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t = </a:t>
            </a:r>
            <a:r>
              <a:rPr lang="en-US" altLang="zh-CN" sz="2000" b="1" dirty="0" err="1">
                <a:solidFill>
                  <a:srgbClr val="003366"/>
                </a:solidFill>
              </a:rPr>
              <a:t>q.DeQueue</a:t>
            </a:r>
            <a:r>
              <a:rPr lang="en-US" altLang="zh-CN" sz="2000" b="1" dirty="0">
                <a:solidFill>
                  <a:srgbClr val="003366"/>
                </a:solidFill>
              </a:rPr>
              <a:t> (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读取系数		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 </a:t>
            </a:r>
            <a:r>
              <a:rPr lang="en-US" altLang="zh-CN" sz="2000" b="1" dirty="0" err="1">
                <a:solidFill>
                  <a:srgbClr val="003366"/>
                </a:solidFill>
              </a:rPr>
              <a:t>s+t</a:t>
            </a:r>
            <a:r>
              <a:rPr lang="en-US" altLang="zh-CN" sz="2000" b="1" dirty="0">
                <a:solidFill>
                  <a:srgbClr val="003366"/>
                </a:solidFill>
              </a:rPr>
              <a:t>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计算下一行系数，并进队列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>
                <a:solidFill>
                  <a:srgbClr val="003366"/>
                </a:solidFill>
              </a:rPr>
              <a:t>s = 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    if ( j != i+2 )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s &lt;&lt; ‘ ’;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打印一个系数，第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个为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0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3366"/>
                </a:solidFill>
              </a:rPr>
              <a:t>}</a:t>
            </a:r>
            <a:endParaRPr lang="en-US" altLang="zh-CN" sz="3200" b="1" dirty="0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1187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队列的定义和操作方式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队列的两种存储形式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顺序、链表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队列的典型应用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车厢重排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  <a:t>43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补充：递归和回溯</a:t>
            </a:r>
            <a:b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Recursion and backtracking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problem:</a:t>
            </a:r>
          </a:p>
          <a:p>
            <a:pPr>
              <a:lnSpc>
                <a:spcPct val="115000"/>
              </a:lnSpc>
              <a:spcBef>
                <a:spcPts val="5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3399"/>
                </a:solidFill>
                <a:ea typeface="楷体_GB2312" pitchFamily="49" charset="-122"/>
              </a:rPr>
              <a:t>	   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In a chess board with n rows and n columns,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attack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occurs if </a:t>
            </a:r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two queens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stand in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row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column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diagonal line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CC0099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 needs to </a:t>
            </a:r>
            <a:r>
              <a:rPr lang="en-US" altLang="zh-CN" b="1" dirty="0">
                <a:solidFill>
                  <a:srgbClr val="009900"/>
                </a:solidFill>
                <a:ea typeface="楷体_GB2312" pitchFamily="49" charset="-122"/>
              </a:rPr>
              <a:t>find a layout without attacks.</a:t>
            </a:r>
            <a:endParaRPr lang="zh-CN" altLang="en-US" b="1" dirty="0">
              <a:solidFill>
                <a:srgbClr val="00990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11200" y="308928"/>
            <a:ext cx="95631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hlinkClick r:id="rId3"/>
              </a:rPr>
              <a:t>八皇后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4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00125" y="795020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的棋盘上放置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个皇后，使得她们彼此互不攻击</a:t>
            </a:r>
            <a:b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有多少种可行的布局？如何布局？</a:t>
            </a:r>
            <a:b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是否考虑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旋转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翻转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之后的等价？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= 1, 2, 3, 4, ...</a:t>
            </a:r>
            <a:b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允许重复：	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1, 0, 0, 2, 10, 4, 40,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92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...</a:t>
            </a:r>
            <a:b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不许重复：	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1, 0, 0, 1, 2, 1, 6,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46, 92, ...</a:t>
            </a:r>
          </a:p>
        </p:txBody>
      </p:sp>
      <p:grpSp>
        <p:nvGrpSpPr>
          <p:cNvPr id="6148" name="Group 20"/>
          <p:cNvGrpSpPr/>
          <p:nvPr/>
        </p:nvGrpSpPr>
        <p:grpSpPr>
          <a:xfrm flipH="1">
            <a:off x="6588125" y="4292600"/>
            <a:ext cx="1727200" cy="1727200"/>
            <a:chOff x="2971" y="845"/>
            <a:chExt cx="1088" cy="1088"/>
          </a:xfrm>
        </p:grpSpPr>
        <p:sp>
          <p:nvSpPr>
            <p:cNvPr id="6235" name="Rectangle 21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36" name="Rectangle 22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7" name="Rectangle 23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38" name="Rectangle 24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9" name="Rectangle 25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0" name="Rectangle 26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1" name="Rectangle 27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2" name="Rectangle 28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3" name="Rectangle 29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4" name="Rectangle 30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5" name="Rectangle 31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6" name="Rectangle 32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47" name="Rectangle 33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8" name="Rectangle 34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9" name="Rectangle 35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50" name="Rectangle 36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</p:grpSp>
      <p:grpSp>
        <p:nvGrpSpPr>
          <p:cNvPr id="6149" name="Group 37"/>
          <p:cNvGrpSpPr/>
          <p:nvPr/>
        </p:nvGrpSpPr>
        <p:grpSpPr>
          <a:xfrm rot="16200000">
            <a:off x="4859338" y="4941888"/>
            <a:ext cx="2159000" cy="431800"/>
            <a:chOff x="3334" y="1888"/>
            <a:chExt cx="1814" cy="272"/>
          </a:xfrm>
        </p:grpSpPr>
        <p:sp>
          <p:nvSpPr>
            <p:cNvPr id="6232" name="Line 38"/>
            <p:cNvSpPr/>
            <p:nvPr/>
          </p:nvSpPr>
          <p:spPr>
            <a:xfrm>
              <a:off x="4241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33" name="AutoShape 39"/>
            <p:cNvSpPr/>
            <p:nvPr/>
          </p:nvSpPr>
          <p:spPr>
            <a:xfrm>
              <a:off x="3969" y="1888"/>
              <a:ext cx="544" cy="272"/>
            </a:xfrm>
            <a:prstGeom prst="curvedUp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808080"/>
            </a:solidFill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234" name="Line 40"/>
            <p:cNvSpPr/>
            <p:nvPr/>
          </p:nvSpPr>
          <p:spPr>
            <a:xfrm>
              <a:off x="3334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0" name="Group 41"/>
          <p:cNvGrpSpPr/>
          <p:nvPr/>
        </p:nvGrpSpPr>
        <p:grpSpPr>
          <a:xfrm>
            <a:off x="3635375" y="4291013"/>
            <a:ext cx="1727200" cy="1727200"/>
            <a:chOff x="2971" y="845"/>
            <a:chExt cx="1088" cy="1088"/>
          </a:xfrm>
        </p:grpSpPr>
        <p:sp>
          <p:nvSpPr>
            <p:cNvPr id="6216" name="Rectangle 42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17" name="Rectangle 43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8" name="Rectangle 44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19" name="Rectangle 45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0" name="Rectangle 46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1" name="Rectangle 47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2" name="Rectangle 48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3" name="Rectangle 49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4" name="Rectangle 50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5" name="Rectangle 51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6" name="Rectangle 52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7" name="Rectangle 53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  <p:sp>
          <p:nvSpPr>
            <p:cNvPr id="6228" name="Rectangle 54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9" name="Rectangle 55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0" name="Rectangle 56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1" name="Rectangle 57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</a:p>
          </p:txBody>
        </p:sp>
      </p:grpSp>
      <p:sp>
        <p:nvSpPr>
          <p:cNvPr id="1074235" name="Rectangle 59"/>
          <p:cNvSpPr>
            <a:spLocks noChangeAspect="1"/>
          </p:cNvSpPr>
          <p:nvPr/>
        </p:nvSpPr>
        <p:spPr>
          <a:xfrm>
            <a:off x="898525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6" name="Rectangle 60"/>
          <p:cNvSpPr>
            <a:spLocks noChangeAspect="1"/>
          </p:cNvSpPr>
          <p:nvPr/>
        </p:nvSpPr>
        <p:spPr>
          <a:xfrm>
            <a:off x="898525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7" name="Rectangle 61"/>
          <p:cNvSpPr>
            <a:spLocks noChangeAspect="1"/>
          </p:cNvSpPr>
          <p:nvPr/>
        </p:nvSpPr>
        <p:spPr>
          <a:xfrm>
            <a:off x="898525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8" name="Rectangle 62"/>
          <p:cNvSpPr>
            <a:spLocks noChangeAspect="1"/>
          </p:cNvSpPr>
          <p:nvPr/>
        </p:nvSpPr>
        <p:spPr>
          <a:xfrm>
            <a:off x="898525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9" name="Rectangle 63"/>
          <p:cNvSpPr>
            <a:spLocks noChangeAspect="1"/>
          </p:cNvSpPr>
          <p:nvPr/>
        </p:nvSpPr>
        <p:spPr>
          <a:xfrm>
            <a:off x="898525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0" name="Rectangle 64"/>
          <p:cNvSpPr>
            <a:spLocks noChangeAspect="1"/>
          </p:cNvSpPr>
          <p:nvPr/>
        </p:nvSpPr>
        <p:spPr>
          <a:xfrm>
            <a:off x="898525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1" name="Rectangle 65"/>
          <p:cNvSpPr>
            <a:spLocks noChangeAspect="1"/>
          </p:cNvSpPr>
          <p:nvPr/>
        </p:nvSpPr>
        <p:spPr>
          <a:xfrm>
            <a:off x="1185863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2" name="Rectangle 66"/>
          <p:cNvSpPr>
            <a:spLocks noChangeAspect="1"/>
          </p:cNvSpPr>
          <p:nvPr/>
        </p:nvSpPr>
        <p:spPr>
          <a:xfrm>
            <a:off x="118586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3" name="Rectangle 67"/>
          <p:cNvSpPr>
            <a:spLocks noChangeAspect="1"/>
          </p:cNvSpPr>
          <p:nvPr/>
        </p:nvSpPr>
        <p:spPr>
          <a:xfrm>
            <a:off x="118586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4" name="Rectangle 68"/>
          <p:cNvSpPr>
            <a:spLocks noChangeAspect="1"/>
          </p:cNvSpPr>
          <p:nvPr/>
        </p:nvSpPr>
        <p:spPr>
          <a:xfrm>
            <a:off x="118586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5" name="Rectangle 69"/>
          <p:cNvSpPr>
            <a:spLocks noChangeAspect="1"/>
          </p:cNvSpPr>
          <p:nvPr/>
        </p:nvSpPr>
        <p:spPr>
          <a:xfrm>
            <a:off x="118586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6" name="Rectangle 70"/>
          <p:cNvSpPr>
            <a:spLocks noChangeAspect="1"/>
          </p:cNvSpPr>
          <p:nvPr/>
        </p:nvSpPr>
        <p:spPr>
          <a:xfrm>
            <a:off x="147320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7" name="Rectangle 71"/>
          <p:cNvSpPr>
            <a:spLocks noChangeAspect="1"/>
          </p:cNvSpPr>
          <p:nvPr/>
        </p:nvSpPr>
        <p:spPr>
          <a:xfrm>
            <a:off x="147320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8" name="Rectangle 72"/>
          <p:cNvSpPr>
            <a:spLocks noChangeAspect="1"/>
          </p:cNvSpPr>
          <p:nvPr/>
        </p:nvSpPr>
        <p:spPr>
          <a:xfrm>
            <a:off x="147320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9" name="Rectangle 73"/>
          <p:cNvSpPr>
            <a:spLocks noChangeAspect="1"/>
          </p:cNvSpPr>
          <p:nvPr/>
        </p:nvSpPr>
        <p:spPr>
          <a:xfrm>
            <a:off x="147320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0" name="Rectangle 74"/>
          <p:cNvSpPr>
            <a:spLocks noChangeAspect="1"/>
          </p:cNvSpPr>
          <p:nvPr/>
        </p:nvSpPr>
        <p:spPr>
          <a:xfrm>
            <a:off x="147320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1" name="Rectangle 75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2" name="Rectangle 76"/>
          <p:cNvSpPr>
            <a:spLocks noChangeAspect="1"/>
          </p:cNvSpPr>
          <p:nvPr/>
        </p:nvSpPr>
        <p:spPr>
          <a:xfrm>
            <a:off x="20510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3" name="Rectangle 77"/>
          <p:cNvSpPr>
            <a:spLocks noChangeAspect="1"/>
          </p:cNvSpPr>
          <p:nvPr/>
        </p:nvSpPr>
        <p:spPr>
          <a:xfrm>
            <a:off x="20510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4" name="Rectangle 78"/>
          <p:cNvSpPr>
            <a:spLocks noChangeAspect="1"/>
          </p:cNvSpPr>
          <p:nvPr/>
        </p:nvSpPr>
        <p:spPr>
          <a:xfrm>
            <a:off x="205105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5" name="Rectangle 79"/>
          <p:cNvSpPr>
            <a:spLocks noChangeAspect="1"/>
          </p:cNvSpPr>
          <p:nvPr/>
        </p:nvSpPr>
        <p:spPr>
          <a:xfrm>
            <a:off x="20510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6" name="Rectangle 80"/>
          <p:cNvSpPr>
            <a:spLocks noChangeAspect="1"/>
          </p:cNvSpPr>
          <p:nvPr/>
        </p:nvSpPr>
        <p:spPr>
          <a:xfrm>
            <a:off x="20510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7" name="Rectangle 81"/>
          <p:cNvSpPr>
            <a:spLocks noChangeAspect="1"/>
          </p:cNvSpPr>
          <p:nvPr/>
        </p:nvSpPr>
        <p:spPr>
          <a:xfrm>
            <a:off x="2338388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8" name="Rectangle 82"/>
          <p:cNvSpPr>
            <a:spLocks noChangeAspect="1"/>
          </p:cNvSpPr>
          <p:nvPr/>
        </p:nvSpPr>
        <p:spPr>
          <a:xfrm>
            <a:off x="2338388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9" name="Rectangle 83"/>
          <p:cNvSpPr>
            <a:spLocks noChangeAspect="1"/>
          </p:cNvSpPr>
          <p:nvPr/>
        </p:nvSpPr>
        <p:spPr>
          <a:xfrm>
            <a:off x="2338388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0" name="Rectangle 84"/>
          <p:cNvSpPr>
            <a:spLocks noChangeAspect="1"/>
          </p:cNvSpPr>
          <p:nvPr/>
        </p:nvSpPr>
        <p:spPr>
          <a:xfrm>
            <a:off x="2338388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1" name="Rectangle 85"/>
          <p:cNvSpPr>
            <a:spLocks noChangeAspect="1"/>
          </p:cNvSpPr>
          <p:nvPr/>
        </p:nvSpPr>
        <p:spPr>
          <a:xfrm>
            <a:off x="2338388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2" name="Rectangle 86"/>
          <p:cNvSpPr>
            <a:spLocks noChangeAspect="1"/>
          </p:cNvSpPr>
          <p:nvPr/>
        </p:nvSpPr>
        <p:spPr>
          <a:xfrm>
            <a:off x="2627313" y="47974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3" name="Rectangle 87"/>
          <p:cNvSpPr>
            <a:spLocks noChangeAspect="1"/>
          </p:cNvSpPr>
          <p:nvPr/>
        </p:nvSpPr>
        <p:spPr>
          <a:xfrm>
            <a:off x="262731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4" name="Rectangle 88"/>
          <p:cNvSpPr>
            <a:spLocks noChangeAspect="1"/>
          </p:cNvSpPr>
          <p:nvPr/>
        </p:nvSpPr>
        <p:spPr>
          <a:xfrm>
            <a:off x="262731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5" name="Rectangle 89"/>
          <p:cNvSpPr>
            <a:spLocks noChangeAspect="1"/>
          </p:cNvSpPr>
          <p:nvPr/>
        </p:nvSpPr>
        <p:spPr>
          <a:xfrm>
            <a:off x="262731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6" name="Rectangle 90"/>
          <p:cNvSpPr>
            <a:spLocks noChangeAspect="1"/>
          </p:cNvSpPr>
          <p:nvPr/>
        </p:nvSpPr>
        <p:spPr>
          <a:xfrm>
            <a:off x="2627313" y="59483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7" name="Rectangle 91"/>
          <p:cNvSpPr>
            <a:spLocks noChangeAspect="1"/>
          </p:cNvSpPr>
          <p:nvPr/>
        </p:nvSpPr>
        <p:spPr>
          <a:xfrm>
            <a:off x="262731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8" name="Rectangle 92"/>
          <p:cNvSpPr>
            <a:spLocks noChangeAspect="1"/>
          </p:cNvSpPr>
          <p:nvPr/>
        </p:nvSpPr>
        <p:spPr>
          <a:xfrm>
            <a:off x="29146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9" name="Rectangle 93"/>
          <p:cNvSpPr>
            <a:spLocks noChangeAspect="1"/>
          </p:cNvSpPr>
          <p:nvPr/>
        </p:nvSpPr>
        <p:spPr>
          <a:xfrm>
            <a:off x="29146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0" name="Rectangle 94"/>
          <p:cNvSpPr>
            <a:spLocks noChangeAspect="1"/>
          </p:cNvSpPr>
          <p:nvPr/>
        </p:nvSpPr>
        <p:spPr>
          <a:xfrm>
            <a:off x="29146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1" name="Rectangle 95"/>
          <p:cNvSpPr>
            <a:spLocks noChangeAspect="1"/>
          </p:cNvSpPr>
          <p:nvPr/>
        </p:nvSpPr>
        <p:spPr>
          <a:xfrm>
            <a:off x="2914650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2" name="Rectangle 96"/>
          <p:cNvSpPr>
            <a:spLocks noChangeAspect="1"/>
          </p:cNvSpPr>
          <p:nvPr/>
        </p:nvSpPr>
        <p:spPr>
          <a:xfrm>
            <a:off x="29146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3" name="Rectangle 97"/>
          <p:cNvSpPr>
            <a:spLocks noChangeAspect="1"/>
          </p:cNvSpPr>
          <p:nvPr/>
        </p:nvSpPr>
        <p:spPr>
          <a:xfrm>
            <a:off x="2914650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4" name="Oval 98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5" name="Rectangle 99"/>
          <p:cNvSpPr>
            <a:spLocks noChangeAspect="1"/>
          </p:cNvSpPr>
          <p:nvPr/>
        </p:nvSpPr>
        <p:spPr>
          <a:xfrm>
            <a:off x="1763713" y="393223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6" name="Rectangle 100"/>
          <p:cNvSpPr>
            <a:spLocks noChangeAspect="1"/>
          </p:cNvSpPr>
          <p:nvPr/>
        </p:nvSpPr>
        <p:spPr>
          <a:xfrm>
            <a:off x="1763713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7" name="Rectangle 101"/>
          <p:cNvSpPr>
            <a:spLocks noChangeAspect="1"/>
          </p:cNvSpPr>
          <p:nvPr/>
        </p:nvSpPr>
        <p:spPr>
          <a:xfrm>
            <a:off x="17637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8" name="Rectangle 102"/>
          <p:cNvSpPr>
            <a:spLocks noChangeAspect="1"/>
          </p:cNvSpPr>
          <p:nvPr/>
        </p:nvSpPr>
        <p:spPr>
          <a:xfrm>
            <a:off x="1763713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9" name="Rectangle 103"/>
          <p:cNvSpPr>
            <a:spLocks noChangeAspect="1"/>
          </p:cNvSpPr>
          <p:nvPr/>
        </p:nvSpPr>
        <p:spPr>
          <a:xfrm>
            <a:off x="1763713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0" name="Rectangle 104"/>
          <p:cNvSpPr>
            <a:spLocks noChangeAspect="1"/>
          </p:cNvSpPr>
          <p:nvPr/>
        </p:nvSpPr>
        <p:spPr>
          <a:xfrm>
            <a:off x="1763713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1" name="Rectangle 105"/>
          <p:cNvSpPr>
            <a:spLocks noChangeAspect="1"/>
          </p:cNvSpPr>
          <p:nvPr/>
        </p:nvSpPr>
        <p:spPr>
          <a:xfrm>
            <a:off x="1763713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2" name="Rectangle 106"/>
          <p:cNvSpPr>
            <a:spLocks noChangeAspect="1"/>
          </p:cNvSpPr>
          <p:nvPr/>
        </p:nvSpPr>
        <p:spPr>
          <a:xfrm>
            <a:off x="20510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3" name="Rectangle 107"/>
          <p:cNvSpPr>
            <a:spLocks noChangeAspect="1"/>
          </p:cNvSpPr>
          <p:nvPr/>
        </p:nvSpPr>
        <p:spPr>
          <a:xfrm>
            <a:off x="23383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4" name="Rectangle 108"/>
          <p:cNvSpPr>
            <a:spLocks noChangeAspect="1"/>
          </p:cNvSpPr>
          <p:nvPr/>
        </p:nvSpPr>
        <p:spPr>
          <a:xfrm>
            <a:off x="2627313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5" name="Rectangle 109"/>
          <p:cNvSpPr>
            <a:spLocks noChangeAspect="1"/>
          </p:cNvSpPr>
          <p:nvPr/>
        </p:nvSpPr>
        <p:spPr>
          <a:xfrm>
            <a:off x="29146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6" name="Rectangle 110"/>
          <p:cNvSpPr>
            <a:spLocks noChangeAspect="1"/>
          </p:cNvSpPr>
          <p:nvPr/>
        </p:nvSpPr>
        <p:spPr>
          <a:xfrm>
            <a:off x="11874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7" name="Rectangle 111"/>
          <p:cNvSpPr>
            <a:spLocks noChangeAspect="1"/>
          </p:cNvSpPr>
          <p:nvPr/>
        </p:nvSpPr>
        <p:spPr>
          <a:xfrm>
            <a:off x="14747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8" name="Rectangle 112"/>
          <p:cNvSpPr>
            <a:spLocks noChangeAspect="1"/>
          </p:cNvSpPr>
          <p:nvPr/>
        </p:nvSpPr>
        <p:spPr>
          <a:xfrm>
            <a:off x="898525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9" name="Rectangle 113"/>
          <p:cNvSpPr>
            <a:spLocks noChangeAspect="1"/>
          </p:cNvSpPr>
          <p:nvPr/>
        </p:nvSpPr>
        <p:spPr>
          <a:xfrm>
            <a:off x="2051050" y="50847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0" name="Rectangle 114"/>
          <p:cNvSpPr>
            <a:spLocks noChangeAspect="1"/>
          </p:cNvSpPr>
          <p:nvPr/>
        </p:nvSpPr>
        <p:spPr>
          <a:xfrm>
            <a:off x="2338388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1" name="Rectangle 115"/>
          <p:cNvSpPr>
            <a:spLocks noChangeAspect="1"/>
          </p:cNvSpPr>
          <p:nvPr/>
        </p:nvSpPr>
        <p:spPr>
          <a:xfrm>
            <a:off x="26273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2" name="Rectangle 116"/>
          <p:cNvSpPr>
            <a:spLocks noChangeAspect="1"/>
          </p:cNvSpPr>
          <p:nvPr/>
        </p:nvSpPr>
        <p:spPr>
          <a:xfrm>
            <a:off x="2916238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3" name="Rectangle 117"/>
          <p:cNvSpPr>
            <a:spLocks noChangeAspect="1"/>
          </p:cNvSpPr>
          <p:nvPr/>
        </p:nvSpPr>
        <p:spPr>
          <a:xfrm>
            <a:off x="1474788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4" name="Rectangle 118"/>
          <p:cNvSpPr>
            <a:spLocks noChangeAspect="1"/>
          </p:cNvSpPr>
          <p:nvPr/>
        </p:nvSpPr>
        <p:spPr>
          <a:xfrm>
            <a:off x="1187450" y="59483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5" name="Rectangle 119"/>
          <p:cNvSpPr>
            <a:spLocks noChangeAspect="1"/>
          </p:cNvSpPr>
          <p:nvPr/>
        </p:nvSpPr>
        <p:spPr>
          <a:xfrm>
            <a:off x="2051050" y="56610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6" name="Rectangle 120"/>
          <p:cNvSpPr>
            <a:spLocks noChangeAspect="1"/>
          </p:cNvSpPr>
          <p:nvPr/>
        </p:nvSpPr>
        <p:spPr>
          <a:xfrm>
            <a:off x="2338388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7" name="Rectangle 121"/>
          <p:cNvSpPr>
            <a:spLocks noChangeAspect="1"/>
          </p:cNvSpPr>
          <p:nvPr/>
        </p:nvSpPr>
        <p:spPr>
          <a:xfrm>
            <a:off x="1474788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8" name="Rectangle 122"/>
          <p:cNvSpPr>
            <a:spLocks noChangeAspect="1"/>
          </p:cNvSpPr>
          <p:nvPr/>
        </p:nvSpPr>
        <p:spPr>
          <a:xfrm>
            <a:off x="1187450" y="479901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9" name="Rectangle 123"/>
          <p:cNvSpPr>
            <a:spLocks noChangeAspect="1"/>
          </p:cNvSpPr>
          <p:nvPr/>
        </p:nvSpPr>
        <p:spPr>
          <a:xfrm>
            <a:off x="898525" y="45100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4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74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74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74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74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74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742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74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74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74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74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74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74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74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74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74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74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74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74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74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74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74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74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74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74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74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74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74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74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74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74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74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74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74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74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74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74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74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74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74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74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74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74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74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74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74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74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74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74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74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74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74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74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74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74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74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74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74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074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74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074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74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6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74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74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74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9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48"/>
          <p:cNvGrpSpPr/>
          <p:nvPr/>
        </p:nvGrpSpPr>
        <p:grpSpPr>
          <a:xfrm>
            <a:off x="682625" y="692150"/>
            <a:ext cx="1728788" cy="1728788"/>
            <a:chOff x="3787" y="799"/>
            <a:chExt cx="1089" cy="1089"/>
          </a:xfrm>
        </p:grpSpPr>
        <p:grpSp>
          <p:nvGrpSpPr>
            <p:cNvPr id="7974" name="Group 76"/>
            <p:cNvGrpSpPr/>
            <p:nvPr/>
          </p:nvGrpSpPr>
          <p:grpSpPr>
            <a:xfrm>
              <a:off x="3787" y="799"/>
              <a:ext cx="1089" cy="136"/>
              <a:chOff x="612" y="1480"/>
              <a:chExt cx="1089" cy="136"/>
            </a:xfrm>
          </p:grpSpPr>
          <p:sp>
            <p:nvSpPr>
              <p:cNvPr id="8038" name="Rectangle 7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8039" name="Rectangle 7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0" name="Rectangle 7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1" name="Rectangle 8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2" name="Rectangle 8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3" name="Rectangle 8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4" name="Rectangle 8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5" name="Rectangle 8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5" name="Group 85"/>
            <p:cNvGrpSpPr/>
            <p:nvPr/>
          </p:nvGrpSpPr>
          <p:grpSpPr>
            <a:xfrm>
              <a:off x="3787" y="935"/>
              <a:ext cx="1088" cy="136"/>
              <a:chOff x="1973" y="1344"/>
              <a:chExt cx="1088" cy="136"/>
            </a:xfrm>
          </p:grpSpPr>
          <p:sp>
            <p:nvSpPr>
              <p:cNvPr id="8030" name="Rectangle 8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8031" name="Rectangle 8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2" name="Rectangle 8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3" name="Rectangle 8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4" name="Rectangle 9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5" name="Rectangle 9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6" name="Rectangle 9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7" name="Rectangle 9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6" name="Group 94"/>
            <p:cNvGrpSpPr/>
            <p:nvPr/>
          </p:nvGrpSpPr>
          <p:grpSpPr>
            <a:xfrm>
              <a:off x="3787" y="1071"/>
              <a:ext cx="1088" cy="136"/>
              <a:chOff x="476" y="1253"/>
              <a:chExt cx="1088" cy="136"/>
            </a:xfrm>
          </p:grpSpPr>
          <p:sp>
            <p:nvSpPr>
              <p:cNvPr id="8022" name="Rectangle 9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8023" name="Rectangle 9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4" name="Rectangle 9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5" name="Rectangle 9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6" name="Rectangle 9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7" name="Rectangle 10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8" name="Rectangle 10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9" name="Rectangle 10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7" name="Group 103"/>
            <p:cNvGrpSpPr/>
            <p:nvPr/>
          </p:nvGrpSpPr>
          <p:grpSpPr>
            <a:xfrm>
              <a:off x="3787" y="1207"/>
              <a:ext cx="1089" cy="136"/>
              <a:chOff x="1973" y="1570"/>
              <a:chExt cx="1089" cy="136"/>
            </a:xfrm>
          </p:grpSpPr>
          <p:sp>
            <p:nvSpPr>
              <p:cNvPr id="8014" name="Rectangle 10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8015" name="Rectangle 10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6" name="Rectangle 10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7" name="Rectangle 10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8" name="Rectangle 10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9" name="Rectangle 10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0" name="Rectangle 11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1" name="Rectangle 11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8" name="Group 112"/>
            <p:cNvGrpSpPr/>
            <p:nvPr/>
          </p:nvGrpSpPr>
          <p:grpSpPr>
            <a:xfrm>
              <a:off x="3787" y="1344"/>
              <a:ext cx="1089" cy="136"/>
              <a:chOff x="612" y="1026"/>
              <a:chExt cx="1089" cy="136"/>
            </a:xfrm>
          </p:grpSpPr>
          <p:sp>
            <p:nvSpPr>
              <p:cNvPr id="8006" name="Rectangle 11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8007" name="Rectangle 11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8" name="Rectangle 11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9" name="Rectangle 11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0" name="Rectangle 11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1" name="Rectangle 11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2" name="Rectangle 11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3" name="Rectangle 12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9" name="Group 121"/>
            <p:cNvGrpSpPr/>
            <p:nvPr/>
          </p:nvGrpSpPr>
          <p:grpSpPr>
            <a:xfrm>
              <a:off x="3787" y="1480"/>
              <a:ext cx="1089" cy="136"/>
              <a:chOff x="612" y="1752"/>
              <a:chExt cx="1089" cy="136"/>
            </a:xfrm>
          </p:grpSpPr>
          <p:sp>
            <p:nvSpPr>
              <p:cNvPr id="7998" name="Rectangle 12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99" name="Rectangle 12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0" name="Rectangle 12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1" name="Rectangle 12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2" name="Rectangle 12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3" name="Rectangle 12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4" name="Rectangle 12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5" name="Rectangle 12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0" name="Group 130"/>
            <p:cNvGrpSpPr/>
            <p:nvPr/>
          </p:nvGrpSpPr>
          <p:grpSpPr>
            <a:xfrm>
              <a:off x="3787" y="1616"/>
              <a:ext cx="1088" cy="136"/>
              <a:chOff x="1973" y="1888"/>
              <a:chExt cx="1088" cy="136"/>
            </a:xfrm>
          </p:grpSpPr>
          <p:sp>
            <p:nvSpPr>
              <p:cNvPr id="7990" name="Rectangle 13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91" name="Rectangle 13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2" name="Rectangle 13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3" name="Rectangle 13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4" name="Rectangle 13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5" name="Rectangle 13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6" name="Rectangle 13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7" name="Rectangle 13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1" name="Group 139"/>
            <p:cNvGrpSpPr/>
            <p:nvPr/>
          </p:nvGrpSpPr>
          <p:grpSpPr>
            <a:xfrm>
              <a:off x="3787" y="1752"/>
              <a:ext cx="1088" cy="136"/>
              <a:chOff x="1973" y="1026"/>
              <a:chExt cx="1088" cy="136"/>
            </a:xfrm>
          </p:grpSpPr>
          <p:sp>
            <p:nvSpPr>
              <p:cNvPr id="7982" name="Rectangle 14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83" name="Rectangle 14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4" name="Rectangle 14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5" name="Rectangle 14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6" name="Rectangle 14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7" name="Rectangle 14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8" name="Rectangle 14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9" name="Rectangle 14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1" name="Group 294"/>
          <p:cNvGrpSpPr/>
          <p:nvPr/>
        </p:nvGrpSpPr>
        <p:grpSpPr>
          <a:xfrm>
            <a:off x="2698750" y="692150"/>
            <a:ext cx="1728788" cy="1728788"/>
            <a:chOff x="1519" y="799"/>
            <a:chExt cx="1089" cy="1089"/>
          </a:xfrm>
        </p:grpSpPr>
        <p:grpSp>
          <p:nvGrpSpPr>
            <p:cNvPr id="7902" name="Group 150"/>
            <p:cNvGrpSpPr/>
            <p:nvPr/>
          </p:nvGrpSpPr>
          <p:grpSpPr>
            <a:xfrm>
              <a:off x="1519" y="1207"/>
              <a:ext cx="1089" cy="136"/>
              <a:chOff x="612" y="1480"/>
              <a:chExt cx="1089" cy="136"/>
            </a:xfrm>
          </p:grpSpPr>
          <p:sp>
            <p:nvSpPr>
              <p:cNvPr id="7966" name="Rectangle 15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67" name="Rectangle 15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8" name="Rectangle 15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9" name="Rectangle 15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0" name="Rectangle 15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1" name="Rectangle 15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2" name="Rectangle 15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3" name="Rectangle 15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3" name="Group 159"/>
            <p:cNvGrpSpPr/>
            <p:nvPr/>
          </p:nvGrpSpPr>
          <p:grpSpPr>
            <a:xfrm>
              <a:off x="1519" y="935"/>
              <a:ext cx="1088" cy="136"/>
              <a:chOff x="1973" y="1344"/>
              <a:chExt cx="1088" cy="136"/>
            </a:xfrm>
          </p:grpSpPr>
          <p:sp>
            <p:nvSpPr>
              <p:cNvPr id="7958" name="Rectangle 16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59" name="Rectangle 16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0" name="Rectangle 16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1" name="Rectangle 16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2" name="Rectangle 16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3" name="Rectangle 16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4" name="Rectangle 16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5" name="Rectangle 16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4" name="Group 168"/>
            <p:cNvGrpSpPr/>
            <p:nvPr/>
          </p:nvGrpSpPr>
          <p:grpSpPr>
            <a:xfrm>
              <a:off x="1519" y="799"/>
              <a:ext cx="1088" cy="136"/>
              <a:chOff x="476" y="1253"/>
              <a:chExt cx="1088" cy="136"/>
            </a:xfrm>
          </p:grpSpPr>
          <p:sp>
            <p:nvSpPr>
              <p:cNvPr id="7950" name="Rectangle 16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51" name="Rectangle 17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2" name="Rectangle 17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3" name="Rectangle 17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4" name="Rectangle 17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5" name="Rectangle 17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6" name="Rectangle 17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7" name="Rectangle 17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5" name="Group 177"/>
            <p:cNvGrpSpPr/>
            <p:nvPr/>
          </p:nvGrpSpPr>
          <p:grpSpPr>
            <a:xfrm>
              <a:off x="1519" y="1616"/>
              <a:ext cx="1089" cy="136"/>
              <a:chOff x="1973" y="1570"/>
              <a:chExt cx="1089" cy="136"/>
            </a:xfrm>
          </p:grpSpPr>
          <p:sp>
            <p:nvSpPr>
              <p:cNvPr id="7942" name="Rectangle 17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43" name="Rectangle 17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4" name="Rectangle 18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5" name="Rectangle 18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6" name="Rectangle 18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7" name="Rectangle 18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8" name="Rectangle 18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9" name="Rectangle 18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6" name="Group 186"/>
            <p:cNvGrpSpPr/>
            <p:nvPr/>
          </p:nvGrpSpPr>
          <p:grpSpPr>
            <a:xfrm>
              <a:off x="1519" y="1344"/>
              <a:ext cx="1089" cy="136"/>
              <a:chOff x="612" y="1026"/>
              <a:chExt cx="1089" cy="136"/>
            </a:xfrm>
          </p:grpSpPr>
          <p:sp>
            <p:nvSpPr>
              <p:cNvPr id="7934" name="Rectangle 18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35" name="Rectangle 18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6" name="Rectangle 18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7" name="Rectangle 19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8" name="Rectangle 19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9" name="Rectangle 19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0" name="Rectangle 19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1" name="Rectangle 19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7" name="Group 195"/>
            <p:cNvGrpSpPr/>
            <p:nvPr/>
          </p:nvGrpSpPr>
          <p:grpSpPr>
            <a:xfrm>
              <a:off x="1519" y="1480"/>
              <a:ext cx="1089" cy="136"/>
              <a:chOff x="612" y="1752"/>
              <a:chExt cx="1089" cy="136"/>
            </a:xfrm>
          </p:grpSpPr>
          <p:sp>
            <p:nvSpPr>
              <p:cNvPr id="7926" name="Rectangle 19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27" name="Rectangle 19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8" name="Rectangle 19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9" name="Rectangle 19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0" name="Rectangle 20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1" name="Rectangle 20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2" name="Rectangle 20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3" name="Rectangle 20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8" name="Group 204"/>
            <p:cNvGrpSpPr/>
            <p:nvPr/>
          </p:nvGrpSpPr>
          <p:grpSpPr>
            <a:xfrm>
              <a:off x="1519" y="1071"/>
              <a:ext cx="1088" cy="136"/>
              <a:chOff x="1973" y="1888"/>
              <a:chExt cx="1088" cy="136"/>
            </a:xfrm>
          </p:grpSpPr>
          <p:sp>
            <p:nvSpPr>
              <p:cNvPr id="7918" name="Rectangle 20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19" name="Rectangle 20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0" name="Rectangle 20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1" name="Rectangle 20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2" name="Rectangle 20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3" name="Rectangle 21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4" name="Rectangle 21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5" name="Rectangle 21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9" name="Group 213"/>
            <p:cNvGrpSpPr/>
            <p:nvPr/>
          </p:nvGrpSpPr>
          <p:grpSpPr>
            <a:xfrm>
              <a:off x="1519" y="1752"/>
              <a:ext cx="1088" cy="136"/>
              <a:chOff x="1973" y="1026"/>
              <a:chExt cx="1088" cy="136"/>
            </a:xfrm>
          </p:grpSpPr>
          <p:sp>
            <p:nvSpPr>
              <p:cNvPr id="7910" name="Rectangle 21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911" name="Rectangle 21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2" name="Rectangle 21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3" name="Rectangle 21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4" name="Rectangle 21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5" name="Rectangle 21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6" name="Rectangle 22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7" name="Rectangle 22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2" name="Group 367"/>
          <p:cNvGrpSpPr/>
          <p:nvPr/>
        </p:nvGrpSpPr>
        <p:grpSpPr>
          <a:xfrm>
            <a:off x="4716463" y="692150"/>
            <a:ext cx="1728787" cy="1728788"/>
            <a:chOff x="2880" y="799"/>
            <a:chExt cx="1089" cy="1089"/>
          </a:xfrm>
        </p:grpSpPr>
        <p:grpSp>
          <p:nvGrpSpPr>
            <p:cNvPr id="7830" name="Group 222"/>
            <p:cNvGrpSpPr/>
            <p:nvPr/>
          </p:nvGrpSpPr>
          <p:grpSpPr>
            <a:xfrm>
              <a:off x="2880" y="935"/>
              <a:ext cx="1089" cy="136"/>
              <a:chOff x="612" y="1480"/>
              <a:chExt cx="1089" cy="136"/>
            </a:xfrm>
          </p:grpSpPr>
          <p:sp>
            <p:nvSpPr>
              <p:cNvPr id="7894" name="Rectangle 22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95" name="Rectangle 22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6" name="Rectangle 22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7" name="Rectangle 22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8" name="Rectangle 22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9" name="Rectangle 22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0" name="Rectangle 22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1" name="Rectangle 23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1" name="Group 231"/>
            <p:cNvGrpSpPr/>
            <p:nvPr/>
          </p:nvGrpSpPr>
          <p:grpSpPr>
            <a:xfrm>
              <a:off x="2880" y="799"/>
              <a:ext cx="1088" cy="136"/>
              <a:chOff x="1973" y="1344"/>
              <a:chExt cx="1088" cy="136"/>
            </a:xfrm>
          </p:grpSpPr>
          <p:sp>
            <p:nvSpPr>
              <p:cNvPr id="7886" name="Rectangle 23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87" name="Rectangle 23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8" name="Rectangle 23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9" name="Rectangle 23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0" name="Rectangle 23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1" name="Rectangle 23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2" name="Rectangle 23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3" name="Rectangle 23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2" name="Group 240"/>
            <p:cNvGrpSpPr/>
            <p:nvPr/>
          </p:nvGrpSpPr>
          <p:grpSpPr>
            <a:xfrm>
              <a:off x="2880" y="1207"/>
              <a:ext cx="1088" cy="136"/>
              <a:chOff x="476" y="1253"/>
              <a:chExt cx="1088" cy="136"/>
            </a:xfrm>
          </p:grpSpPr>
          <p:sp>
            <p:nvSpPr>
              <p:cNvPr id="7878" name="Rectangle 24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79" name="Rectangle 24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0" name="Rectangle 24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1" name="Rectangle 24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2" name="Rectangle 24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3" name="Rectangle 24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4" name="Rectangle 24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5" name="Rectangle 24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3" name="Group 249"/>
            <p:cNvGrpSpPr/>
            <p:nvPr/>
          </p:nvGrpSpPr>
          <p:grpSpPr>
            <a:xfrm>
              <a:off x="2880" y="1071"/>
              <a:ext cx="1089" cy="136"/>
              <a:chOff x="1973" y="1570"/>
              <a:chExt cx="1089" cy="136"/>
            </a:xfrm>
          </p:grpSpPr>
          <p:sp>
            <p:nvSpPr>
              <p:cNvPr id="7870" name="Rectangle 25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71" name="Rectangle 25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2" name="Rectangle 25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3" name="Rectangle 25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4" name="Rectangle 25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5" name="Rectangle 25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6" name="Rectangle 25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7" name="Rectangle 25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4" name="Group 258"/>
            <p:cNvGrpSpPr/>
            <p:nvPr/>
          </p:nvGrpSpPr>
          <p:grpSpPr>
            <a:xfrm>
              <a:off x="2880" y="1616"/>
              <a:ext cx="1089" cy="136"/>
              <a:chOff x="612" y="1026"/>
              <a:chExt cx="1089" cy="136"/>
            </a:xfrm>
          </p:grpSpPr>
          <p:sp>
            <p:nvSpPr>
              <p:cNvPr id="7862" name="Rectangle 25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63" name="Rectangle 26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4" name="Rectangle 26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5" name="Rectangle 26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6" name="Rectangle 26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7" name="Rectangle 26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8" name="Rectangle 26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9" name="Rectangle 26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5" name="Group 267"/>
            <p:cNvGrpSpPr/>
            <p:nvPr/>
          </p:nvGrpSpPr>
          <p:grpSpPr>
            <a:xfrm>
              <a:off x="2880" y="1344"/>
              <a:ext cx="1089" cy="136"/>
              <a:chOff x="612" y="1752"/>
              <a:chExt cx="1089" cy="136"/>
            </a:xfrm>
          </p:grpSpPr>
          <p:sp>
            <p:nvSpPr>
              <p:cNvPr id="7854" name="Rectangle 26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55" name="Rectangle 26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6" name="Rectangle 27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7" name="Rectangle 27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8" name="Rectangle 27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9" name="Rectangle 27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0" name="Rectangle 27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1" name="Rectangle 27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6" name="Group 276"/>
            <p:cNvGrpSpPr/>
            <p:nvPr/>
          </p:nvGrpSpPr>
          <p:grpSpPr>
            <a:xfrm>
              <a:off x="2880" y="1480"/>
              <a:ext cx="1088" cy="136"/>
              <a:chOff x="1973" y="1888"/>
              <a:chExt cx="1088" cy="136"/>
            </a:xfrm>
          </p:grpSpPr>
          <p:sp>
            <p:nvSpPr>
              <p:cNvPr id="7846" name="Rectangle 27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47" name="Rectangle 27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8" name="Rectangle 27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9" name="Rectangle 28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0" name="Rectangle 28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1" name="Rectangle 28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2" name="Rectangle 28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3" name="Rectangle 28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7" name="Group 285"/>
            <p:cNvGrpSpPr/>
            <p:nvPr/>
          </p:nvGrpSpPr>
          <p:grpSpPr>
            <a:xfrm>
              <a:off x="2880" y="1752"/>
              <a:ext cx="1088" cy="136"/>
              <a:chOff x="1973" y="1026"/>
              <a:chExt cx="1088" cy="136"/>
            </a:xfrm>
          </p:grpSpPr>
          <p:sp>
            <p:nvSpPr>
              <p:cNvPr id="7838" name="Rectangle 28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39" name="Rectangle 28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0" name="Rectangle 28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1" name="Rectangle 28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2" name="Rectangle 29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3" name="Rectangle 29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4" name="Rectangle 29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5" name="Rectangle 29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3" name="Group 440"/>
          <p:cNvGrpSpPr/>
          <p:nvPr/>
        </p:nvGrpSpPr>
        <p:grpSpPr>
          <a:xfrm>
            <a:off x="6732588" y="692150"/>
            <a:ext cx="1728787" cy="1728788"/>
            <a:chOff x="4241" y="799"/>
            <a:chExt cx="1089" cy="1089"/>
          </a:xfrm>
        </p:grpSpPr>
        <p:grpSp>
          <p:nvGrpSpPr>
            <p:cNvPr id="7758" name="Group 295"/>
            <p:cNvGrpSpPr/>
            <p:nvPr/>
          </p:nvGrpSpPr>
          <p:grpSpPr>
            <a:xfrm>
              <a:off x="4241" y="799"/>
              <a:ext cx="1089" cy="136"/>
              <a:chOff x="612" y="1480"/>
              <a:chExt cx="1089" cy="136"/>
            </a:xfrm>
          </p:grpSpPr>
          <p:sp>
            <p:nvSpPr>
              <p:cNvPr id="7822" name="Rectangle 29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23" name="Rectangle 29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4" name="Rectangle 29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5" name="Rectangle 29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6" name="Rectangle 30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7" name="Rectangle 30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8" name="Rectangle 30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9" name="Rectangle 30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59" name="Group 304"/>
            <p:cNvGrpSpPr/>
            <p:nvPr/>
          </p:nvGrpSpPr>
          <p:grpSpPr>
            <a:xfrm>
              <a:off x="4241" y="935"/>
              <a:ext cx="1088" cy="136"/>
              <a:chOff x="1973" y="1344"/>
              <a:chExt cx="1088" cy="136"/>
            </a:xfrm>
          </p:grpSpPr>
          <p:sp>
            <p:nvSpPr>
              <p:cNvPr id="7814" name="Rectangle 30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15" name="Rectangle 30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6" name="Rectangle 30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7" name="Rectangle 30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8" name="Rectangle 30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9" name="Rectangle 31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0" name="Rectangle 31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1" name="Rectangle 31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0" name="Group 313"/>
            <p:cNvGrpSpPr/>
            <p:nvPr/>
          </p:nvGrpSpPr>
          <p:grpSpPr>
            <a:xfrm>
              <a:off x="4241" y="1207"/>
              <a:ext cx="1088" cy="136"/>
              <a:chOff x="476" y="1253"/>
              <a:chExt cx="1088" cy="136"/>
            </a:xfrm>
          </p:grpSpPr>
          <p:sp>
            <p:nvSpPr>
              <p:cNvPr id="7806" name="Rectangle 31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807" name="Rectangle 31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8" name="Rectangle 31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9" name="Rectangle 31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0" name="Rectangle 31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1" name="Rectangle 31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2" name="Rectangle 32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3" name="Rectangle 32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1" name="Group 322"/>
            <p:cNvGrpSpPr/>
            <p:nvPr/>
          </p:nvGrpSpPr>
          <p:grpSpPr>
            <a:xfrm>
              <a:off x="4241" y="1616"/>
              <a:ext cx="1089" cy="136"/>
              <a:chOff x="1973" y="1570"/>
              <a:chExt cx="1089" cy="136"/>
            </a:xfrm>
          </p:grpSpPr>
          <p:sp>
            <p:nvSpPr>
              <p:cNvPr id="7798" name="Rectangle 32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99" name="Rectangle 32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0" name="Rectangle 32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1" name="Rectangle 32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2" name="Rectangle 32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3" name="Rectangle 32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4" name="Rectangle 32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5" name="Rectangle 33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2" name="Group 331"/>
            <p:cNvGrpSpPr/>
            <p:nvPr/>
          </p:nvGrpSpPr>
          <p:grpSpPr>
            <a:xfrm>
              <a:off x="4241" y="1480"/>
              <a:ext cx="1089" cy="136"/>
              <a:chOff x="612" y="1026"/>
              <a:chExt cx="1089" cy="136"/>
            </a:xfrm>
          </p:grpSpPr>
          <p:sp>
            <p:nvSpPr>
              <p:cNvPr id="7790" name="Rectangle 33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91" name="Rectangle 33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2" name="Rectangle 33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3" name="Rectangle 33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4" name="Rectangle 33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5" name="Rectangle 33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6" name="Rectangle 33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7" name="Rectangle 33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3" name="Group 340"/>
            <p:cNvGrpSpPr/>
            <p:nvPr/>
          </p:nvGrpSpPr>
          <p:grpSpPr>
            <a:xfrm>
              <a:off x="4241" y="1344"/>
              <a:ext cx="1089" cy="136"/>
              <a:chOff x="612" y="1752"/>
              <a:chExt cx="1089" cy="136"/>
            </a:xfrm>
          </p:grpSpPr>
          <p:sp>
            <p:nvSpPr>
              <p:cNvPr id="7782" name="Rectangle 34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83" name="Rectangle 34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4" name="Rectangle 34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5" name="Rectangle 34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6" name="Rectangle 34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7" name="Rectangle 34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8" name="Rectangle 34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9" name="Rectangle 34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4" name="Group 349"/>
            <p:cNvGrpSpPr/>
            <p:nvPr/>
          </p:nvGrpSpPr>
          <p:grpSpPr>
            <a:xfrm>
              <a:off x="4241" y="1071"/>
              <a:ext cx="1088" cy="136"/>
              <a:chOff x="1973" y="1888"/>
              <a:chExt cx="1088" cy="136"/>
            </a:xfrm>
          </p:grpSpPr>
          <p:sp>
            <p:nvSpPr>
              <p:cNvPr id="7774" name="Rectangle 35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75" name="Rectangle 35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6" name="Rectangle 35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7" name="Rectangle 35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8" name="Rectangle 35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9" name="Rectangle 35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0" name="Rectangle 35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1" name="Rectangle 35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5" name="Group 358"/>
            <p:cNvGrpSpPr/>
            <p:nvPr/>
          </p:nvGrpSpPr>
          <p:grpSpPr>
            <a:xfrm>
              <a:off x="4241" y="1752"/>
              <a:ext cx="1088" cy="136"/>
              <a:chOff x="1973" y="1026"/>
              <a:chExt cx="1088" cy="136"/>
            </a:xfrm>
          </p:grpSpPr>
          <p:sp>
            <p:nvSpPr>
              <p:cNvPr id="7766" name="Rectangle 35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67" name="Rectangle 36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8" name="Rectangle 36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9" name="Rectangle 36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0" name="Rectangle 36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1" name="Rectangle 36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2" name="Rectangle 36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3" name="Rectangle 36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4" name="Group 513"/>
          <p:cNvGrpSpPr/>
          <p:nvPr/>
        </p:nvGrpSpPr>
        <p:grpSpPr>
          <a:xfrm>
            <a:off x="682625" y="2636838"/>
            <a:ext cx="1728788" cy="1727200"/>
            <a:chOff x="158" y="2024"/>
            <a:chExt cx="1089" cy="1088"/>
          </a:xfrm>
        </p:grpSpPr>
        <p:grpSp>
          <p:nvGrpSpPr>
            <p:cNvPr id="7686" name="Group 368"/>
            <p:cNvGrpSpPr/>
            <p:nvPr/>
          </p:nvGrpSpPr>
          <p:grpSpPr>
            <a:xfrm>
              <a:off x="158" y="2432"/>
              <a:ext cx="1089" cy="136"/>
              <a:chOff x="612" y="1480"/>
              <a:chExt cx="1089" cy="136"/>
            </a:xfrm>
          </p:grpSpPr>
          <p:sp>
            <p:nvSpPr>
              <p:cNvPr id="7750" name="Rectangle 36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51" name="Rectangle 37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2" name="Rectangle 37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3" name="Rectangle 37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4" name="Rectangle 37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5" name="Rectangle 37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6" name="Rectangle 37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7" name="Rectangle 37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7" name="Group 377"/>
            <p:cNvGrpSpPr/>
            <p:nvPr/>
          </p:nvGrpSpPr>
          <p:grpSpPr>
            <a:xfrm>
              <a:off x="158" y="2568"/>
              <a:ext cx="1088" cy="136"/>
              <a:chOff x="1973" y="1344"/>
              <a:chExt cx="1088" cy="136"/>
            </a:xfrm>
          </p:grpSpPr>
          <p:sp>
            <p:nvSpPr>
              <p:cNvPr id="7742" name="Rectangle 37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43" name="Rectangle 37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4" name="Rectangle 38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5" name="Rectangle 38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6" name="Rectangle 38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7" name="Rectangle 38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8" name="Rectangle 38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9" name="Rectangle 38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8" name="Group 386"/>
            <p:cNvGrpSpPr/>
            <p:nvPr/>
          </p:nvGrpSpPr>
          <p:grpSpPr>
            <a:xfrm>
              <a:off x="158" y="2704"/>
              <a:ext cx="1088" cy="136"/>
              <a:chOff x="476" y="1253"/>
              <a:chExt cx="1088" cy="136"/>
            </a:xfrm>
          </p:grpSpPr>
          <p:sp>
            <p:nvSpPr>
              <p:cNvPr id="7734" name="Rectangle 38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35" name="Rectangle 38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6" name="Rectangle 38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7" name="Rectangle 39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8" name="Rectangle 39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9" name="Rectangle 39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0" name="Rectangle 39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1" name="Rectangle 39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9" name="Group 395"/>
            <p:cNvGrpSpPr/>
            <p:nvPr/>
          </p:nvGrpSpPr>
          <p:grpSpPr>
            <a:xfrm>
              <a:off x="158" y="2840"/>
              <a:ext cx="1089" cy="136"/>
              <a:chOff x="1973" y="1570"/>
              <a:chExt cx="1089" cy="136"/>
            </a:xfrm>
          </p:grpSpPr>
          <p:sp>
            <p:nvSpPr>
              <p:cNvPr id="7726" name="Rectangle 39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27" name="Rectangle 39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8" name="Rectangle 39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9" name="Rectangle 39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0" name="Rectangle 40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1" name="Rectangle 40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2" name="Rectangle 40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3" name="Rectangle 40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0" name="Group 404"/>
            <p:cNvGrpSpPr/>
            <p:nvPr/>
          </p:nvGrpSpPr>
          <p:grpSpPr>
            <a:xfrm>
              <a:off x="158" y="2296"/>
              <a:ext cx="1089" cy="136"/>
              <a:chOff x="612" y="1026"/>
              <a:chExt cx="1089" cy="136"/>
            </a:xfrm>
          </p:grpSpPr>
          <p:sp>
            <p:nvSpPr>
              <p:cNvPr id="7718" name="Rectangle 40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19" name="Rectangle 40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0" name="Rectangle 40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1" name="Rectangle 40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2" name="Rectangle 40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3" name="Rectangle 41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4" name="Rectangle 41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5" name="Rectangle 41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1" name="Group 413"/>
            <p:cNvGrpSpPr/>
            <p:nvPr/>
          </p:nvGrpSpPr>
          <p:grpSpPr>
            <a:xfrm>
              <a:off x="158" y="2024"/>
              <a:ext cx="1089" cy="136"/>
              <a:chOff x="612" y="1752"/>
              <a:chExt cx="1089" cy="136"/>
            </a:xfrm>
          </p:grpSpPr>
          <p:sp>
            <p:nvSpPr>
              <p:cNvPr id="7710" name="Rectangle 41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11" name="Rectangle 41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2" name="Rectangle 41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3" name="Rectangle 41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4" name="Rectangle 41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5" name="Rectangle 41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6" name="Rectangle 42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7" name="Rectangle 42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2" name="Group 422"/>
            <p:cNvGrpSpPr/>
            <p:nvPr/>
          </p:nvGrpSpPr>
          <p:grpSpPr>
            <a:xfrm>
              <a:off x="158" y="2160"/>
              <a:ext cx="1088" cy="136"/>
              <a:chOff x="1973" y="1888"/>
              <a:chExt cx="1088" cy="136"/>
            </a:xfrm>
          </p:grpSpPr>
          <p:sp>
            <p:nvSpPr>
              <p:cNvPr id="7702" name="Rectangle 42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703" name="Rectangle 42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4" name="Rectangle 42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5" name="Rectangle 42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6" name="Rectangle 42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7" name="Rectangle 42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8" name="Rectangle 42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9" name="Rectangle 43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3" name="Group 431"/>
            <p:cNvGrpSpPr/>
            <p:nvPr/>
          </p:nvGrpSpPr>
          <p:grpSpPr>
            <a:xfrm>
              <a:off x="158" y="2976"/>
              <a:ext cx="1088" cy="136"/>
              <a:chOff x="1973" y="1026"/>
              <a:chExt cx="1088" cy="136"/>
            </a:xfrm>
          </p:grpSpPr>
          <p:sp>
            <p:nvSpPr>
              <p:cNvPr id="7694" name="Rectangle 43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95" name="Rectangle 43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6" name="Rectangle 43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7" name="Rectangle 43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8" name="Rectangle 43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9" name="Rectangle 43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0" name="Rectangle 43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1" name="Rectangle 43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5" name="Group 587"/>
          <p:cNvGrpSpPr/>
          <p:nvPr/>
        </p:nvGrpSpPr>
        <p:grpSpPr>
          <a:xfrm>
            <a:off x="682625" y="4579938"/>
            <a:ext cx="1728788" cy="1727200"/>
            <a:chOff x="158" y="3249"/>
            <a:chExt cx="1089" cy="1088"/>
          </a:xfrm>
        </p:grpSpPr>
        <p:grpSp>
          <p:nvGrpSpPr>
            <p:cNvPr id="7614" name="Group 441"/>
            <p:cNvGrpSpPr/>
            <p:nvPr/>
          </p:nvGrpSpPr>
          <p:grpSpPr>
            <a:xfrm>
              <a:off x="158" y="3793"/>
              <a:ext cx="1089" cy="136"/>
              <a:chOff x="612" y="1480"/>
              <a:chExt cx="1089" cy="136"/>
            </a:xfrm>
          </p:grpSpPr>
          <p:sp>
            <p:nvSpPr>
              <p:cNvPr id="7678" name="Rectangle 442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79" name="Rectangle 443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0" name="Rectangle 444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1" name="Rectangle 445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2" name="Rectangle 446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3" name="Rectangle 447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4" name="Rectangle 448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5" name="Rectangle 449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5" name="Group 450"/>
            <p:cNvGrpSpPr/>
            <p:nvPr/>
          </p:nvGrpSpPr>
          <p:grpSpPr>
            <a:xfrm>
              <a:off x="158" y="3657"/>
              <a:ext cx="1088" cy="136"/>
              <a:chOff x="1973" y="1344"/>
              <a:chExt cx="1088" cy="136"/>
            </a:xfrm>
          </p:grpSpPr>
          <p:sp>
            <p:nvSpPr>
              <p:cNvPr id="7670" name="Rectangle 451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71" name="Rectangle 452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2" name="Rectangle 453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3" name="Rectangle 454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4" name="Rectangle 455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5" name="Rectangle 456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6" name="Rectangle 457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7" name="Rectangle 458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6" name="Group 459"/>
            <p:cNvGrpSpPr/>
            <p:nvPr/>
          </p:nvGrpSpPr>
          <p:grpSpPr>
            <a:xfrm>
              <a:off x="158" y="4065"/>
              <a:ext cx="1088" cy="136"/>
              <a:chOff x="476" y="1253"/>
              <a:chExt cx="1088" cy="136"/>
            </a:xfrm>
          </p:grpSpPr>
          <p:sp>
            <p:nvSpPr>
              <p:cNvPr id="7662" name="Rectangle 460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63" name="Rectangle 461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4" name="Rectangle 462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5" name="Rectangle 463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6" name="Rectangle 464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7" name="Rectangle 465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8" name="Rectangle 466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9" name="Rectangle 467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7" name="Group 468"/>
            <p:cNvGrpSpPr/>
            <p:nvPr/>
          </p:nvGrpSpPr>
          <p:grpSpPr>
            <a:xfrm>
              <a:off x="158" y="3929"/>
              <a:ext cx="1089" cy="136"/>
              <a:chOff x="1973" y="1570"/>
              <a:chExt cx="1089" cy="136"/>
            </a:xfrm>
          </p:grpSpPr>
          <p:sp>
            <p:nvSpPr>
              <p:cNvPr id="7654" name="Rectangle 469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55" name="Rectangle 470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6" name="Rectangle 471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7" name="Rectangle 472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8" name="Rectangle 473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9" name="Rectangle 474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0" name="Rectangle 475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1" name="Rectangle 476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8" name="Group 477"/>
            <p:cNvGrpSpPr/>
            <p:nvPr/>
          </p:nvGrpSpPr>
          <p:grpSpPr>
            <a:xfrm>
              <a:off x="158" y="3249"/>
              <a:ext cx="1089" cy="136"/>
              <a:chOff x="612" y="1026"/>
              <a:chExt cx="1089" cy="136"/>
            </a:xfrm>
          </p:grpSpPr>
          <p:sp>
            <p:nvSpPr>
              <p:cNvPr id="7646" name="Rectangle 478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47" name="Rectangle 479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8" name="Rectangle 480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9" name="Rectangle 481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0" name="Rectangle 482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1" name="Rectangle 483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2" name="Rectangle 484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3" name="Rectangle 485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9" name="Group 486"/>
            <p:cNvGrpSpPr/>
            <p:nvPr/>
          </p:nvGrpSpPr>
          <p:grpSpPr>
            <a:xfrm>
              <a:off x="158" y="4201"/>
              <a:ext cx="1089" cy="136"/>
              <a:chOff x="612" y="1752"/>
              <a:chExt cx="1089" cy="136"/>
            </a:xfrm>
          </p:grpSpPr>
          <p:sp>
            <p:nvSpPr>
              <p:cNvPr id="7638" name="Rectangle 487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39" name="Rectangle 488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0" name="Rectangle 489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1" name="Rectangle 490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2" name="Rectangle 491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3" name="Rectangle 492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4" name="Rectangle 493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5" name="Rectangle 494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0" name="Group 495"/>
            <p:cNvGrpSpPr/>
            <p:nvPr/>
          </p:nvGrpSpPr>
          <p:grpSpPr>
            <a:xfrm>
              <a:off x="158" y="3521"/>
              <a:ext cx="1088" cy="136"/>
              <a:chOff x="1973" y="1888"/>
              <a:chExt cx="1088" cy="136"/>
            </a:xfrm>
          </p:grpSpPr>
          <p:sp>
            <p:nvSpPr>
              <p:cNvPr id="7630" name="Rectangle 496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31" name="Rectangle 497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2" name="Rectangle 498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3" name="Rectangle 499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4" name="Rectangle 500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5" name="Rectangle 501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6" name="Rectangle 502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7" name="Rectangle 503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1" name="Group 504"/>
            <p:cNvGrpSpPr/>
            <p:nvPr/>
          </p:nvGrpSpPr>
          <p:grpSpPr>
            <a:xfrm>
              <a:off x="158" y="3385"/>
              <a:ext cx="1088" cy="136"/>
              <a:chOff x="1973" y="1026"/>
              <a:chExt cx="1088" cy="136"/>
            </a:xfrm>
          </p:grpSpPr>
          <p:sp>
            <p:nvSpPr>
              <p:cNvPr id="7622" name="Rectangle 505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23" name="Rectangle 506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4" name="Rectangle 507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5" name="Rectangle 508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6" name="Rectangle 509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7" name="Rectangle 510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8" name="Rectangle 511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9" name="Rectangle 512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6" name="Group 588"/>
          <p:cNvGrpSpPr/>
          <p:nvPr/>
        </p:nvGrpSpPr>
        <p:grpSpPr>
          <a:xfrm>
            <a:off x="2698750" y="2636838"/>
            <a:ext cx="1728788" cy="1727200"/>
            <a:chOff x="1519" y="2024"/>
            <a:chExt cx="1089" cy="1088"/>
          </a:xfrm>
        </p:grpSpPr>
        <p:grpSp>
          <p:nvGrpSpPr>
            <p:cNvPr id="7542" name="Group 515"/>
            <p:cNvGrpSpPr/>
            <p:nvPr/>
          </p:nvGrpSpPr>
          <p:grpSpPr>
            <a:xfrm>
              <a:off x="1519" y="2432"/>
              <a:ext cx="1089" cy="136"/>
              <a:chOff x="612" y="1480"/>
              <a:chExt cx="1089" cy="136"/>
            </a:xfrm>
          </p:grpSpPr>
          <p:sp>
            <p:nvSpPr>
              <p:cNvPr id="7606" name="Rectangle 51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607" name="Rectangle 51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8" name="Rectangle 51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9" name="Rectangle 51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0" name="Rectangle 52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1" name="Rectangle 52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2" name="Rectangle 52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3" name="Rectangle 52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3" name="Group 524"/>
            <p:cNvGrpSpPr/>
            <p:nvPr/>
          </p:nvGrpSpPr>
          <p:grpSpPr>
            <a:xfrm>
              <a:off x="1519" y="2296"/>
              <a:ext cx="1088" cy="136"/>
              <a:chOff x="1973" y="1344"/>
              <a:chExt cx="1088" cy="136"/>
            </a:xfrm>
          </p:grpSpPr>
          <p:sp>
            <p:nvSpPr>
              <p:cNvPr id="7598" name="Rectangle 52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99" name="Rectangle 52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0" name="Rectangle 52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1" name="Rectangle 52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2" name="Rectangle 52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3" name="Rectangle 53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4" name="Rectangle 53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5" name="Rectangle 53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4" name="Group 533"/>
            <p:cNvGrpSpPr/>
            <p:nvPr/>
          </p:nvGrpSpPr>
          <p:grpSpPr>
            <a:xfrm>
              <a:off x="1519" y="2160"/>
              <a:ext cx="1088" cy="136"/>
              <a:chOff x="476" y="1253"/>
              <a:chExt cx="1088" cy="136"/>
            </a:xfrm>
          </p:grpSpPr>
          <p:sp>
            <p:nvSpPr>
              <p:cNvPr id="7590" name="Rectangle 53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91" name="Rectangle 53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2" name="Rectangle 53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3" name="Rectangle 53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4" name="Rectangle 53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5" name="Rectangle 53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6" name="Rectangle 54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7" name="Rectangle 54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5" name="Group 542"/>
            <p:cNvGrpSpPr/>
            <p:nvPr/>
          </p:nvGrpSpPr>
          <p:grpSpPr>
            <a:xfrm>
              <a:off x="1519" y="2024"/>
              <a:ext cx="1089" cy="136"/>
              <a:chOff x="1973" y="1570"/>
              <a:chExt cx="1089" cy="136"/>
            </a:xfrm>
          </p:grpSpPr>
          <p:sp>
            <p:nvSpPr>
              <p:cNvPr id="7582" name="Rectangle 54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83" name="Rectangle 54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4" name="Rectangle 54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5" name="Rectangle 54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6" name="Rectangle 54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7" name="Rectangle 54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8" name="Rectangle 54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9" name="Rectangle 55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6" name="Group 551"/>
            <p:cNvGrpSpPr/>
            <p:nvPr/>
          </p:nvGrpSpPr>
          <p:grpSpPr>
            <a:xfrm>
              <a:off x="1519" y="2568"/>
              <a:ext cx="1089" cy="136"/>
              <a:chOff x="612" y="1026"/>
              <a:chExt cx="1089" cy="136"/>
            </a:xfrm>
          </p:grpSpPr>
          <p:sp>
            <p:nvSpPr>
              <p:cNvPr id="7574" name="Rectangle 55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75" name="Rectangle 55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6" name="Rectangle 55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7" name="Rectangle 55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8" name="Rectangle 55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9" name="Rectangle 55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0" name="Rectangle 55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1" name="Rectangle 55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7" name="Group 560"/>
            <p:cNvGrpSpPr/>
            <p:nvPr/>
          </p:nvGrpSpPr>
          <p:grpSpPr>
            <a:xfrm>
              <a:off x="1519" y="2704"/>
              <a:ext cx="1089" cy="136"/>
              <a:chOff x="612" y="1752"/>
              <a:chExt cx="1089" cy="136"/>
            </a:xfrm>
          </p:grpSpPr>
          <p:sp>
            <p:nvSpPr>
              <p:cNvPr id="7566" name="Rectangle 56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67" name="Rectangle 56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8" name="Rectangle 56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9" name="Rectangle 56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0" name="Rectangle 56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1" name="Rectangle 56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2" name="Rectangle 56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3" name="Rectangle 56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8" name="Group 569"/>
            <p:cNvGrpSpPr/>
            <p:nvPr/>
          </p:nvGrpSpPr>
          <p:grpSpPr>
            <a:xfrm>
              <a:off x="1519" y="2840"/>
              <a:ext cx="1088" cy="136"/>
              <a:chOff x="1973" y="1888"/>
              <a:chExt cx="1088" cy="136"/>
            </a:xfrm>
          </p:grpSpPr>
          <p:sp>
            <p:nvSpPr>
              <p:cNvPr id="7558" name="Rectangle 57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59" name="Rectangle 57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0" name="Rectangle 57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1" name="Rectangle 57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2" name="Rectangle 57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3" name="Rectangle 57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4" name="Rectangle 57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5" name="Rectangle 57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9" name="Group 578"/>
            <p:cNvGrpSpPr/>
            <p:nvPr/>
          </p:nvGrpSpPr>
          <p:grpSpPr>
            <a:xfrm>
              <a:off x="1519" y="2976"/>
              <a:ext cx="1088" cy="136"/>
              <a:chOff x="1973" y="1026"/>
              <a:chExt cx="1088" cy="136"/>
            </a:xfrm>
          </p:grpSpPr>
          <p:sp>
            <p:nvSpPr>
              <p:cNvPr id="7550" name="Rectangle 57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51" name="Rectangle 58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2" name="Rectangle 58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3" name="Rectangle 58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4" name="Rectangle 58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5" name="Rectangle 58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6" name="Rectangle 58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7" name="Rectangle 58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7" name="Group 662"/>
          <p:cNvGrpSpPr/>
          <p:nvPr/>
        </p:nvGrpSpPr>
        <p:grpSpPr>
          <a:xfrm>
            <a:off x="4716463" y="2636838"/>
            <a:ext cx="1728787" cy="1727200"/>
            <a:chOff x="2880" y="2024"/>
            <a:chExt cx="1089" cy="1088"/>
          </a:xfrm>
        </p:grpSpPr>
        <p:grpSp>
          <p:nvGrpSpPr>
            <p:cNvPr id="7470" name="Group 590"/>
            <p:cNvGrpSpPr/>
            <p:nvPr/>
          </p:nvGrpSpPr>
          <p:grpSpPr>
            <a:xfrm>
              <a:off x="2880" y="2840"/>
              <a:ext cx="1089" cy="136"/>
              <a:chOff x="612" y="1480"/>
              <a:chExt cx="1089" cy="136"/>
            </a:xfrm>
          </p:grpSpPr>
          <p:sp>
            <p:nvSpPr>
              <p:cNvPr id="7534" name="Rectangle 59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35" name="Rectangle 59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6" name="Rectangle 59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7" name="Rectangle 59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8" name="Rectangle 59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9" name="Rectangle 59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0" name="Rectangle 59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1" name="Rectangle 59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1" name="Group 599"/>
            <p:cNvGrpSpPr/>
            <p:nvPr/>
          </p:nvGrpSpPr>
          <p:grpSpPr>
            <a:xfrm>
              <a:off x="2880" y="2160"/>
              <a:ext cx="1088" cy="136"/>
              <a:chOff x="1973" y="1344"/>
              <a:chExt cx="1088" cy="136"/>
            </a:xfrm>
          </p:grpSpPr>
          <p:sp>
            <p:nvSpPr>
              <p:cNvPr id="7526" name="Rectangle 60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27" name="Rectangle 60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8" name="Rectangle 60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9" name="Rectangle 60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0" name="Rectangle 60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1" name="Rectangle 60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2" name="Rectangle 60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3" name="Rectangle 60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2" name="Group 608"/>
            <p:cNvGrpSpPr/>
            <p:nvPr/>
          </p:nvGrpSpPr>
          <p:grpSpPr>
            <a:xfrm>
              <a:off x="2880" y="2024"/>
              <a:ext cx="1088" cy="136"/>
              <a:chOff x="476" y="1253"/>
              <a:chExt cx="1088" cy="136"/>
            </a:xfrm>
          </p:grpSpPr>
          <p:sp>
            <p:nvSpPr>
              <p:cNvPr id="7518" name="Rectangle 60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19" name="Rectangle 61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0" name="Rectangle 61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1" name="Rectangle 61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2" name="Rectangle 61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3" name="Rectangle 61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4" name="Rectangle 61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5" name="Rectangle 61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3" name="Group 617"/>
            <p:cNvGrpSpPr/>
            <p:nvPr/>
          </p:nvGrpSpPr>
          <p:grpSpPr>
            <a:xfrm>
              <a:off x="2880" y="2432"/>
              <a:ext cx="1089" cy="136"/>
              <a:chOff x="1973" y="1570"/>
              <a:chExt cx="1089" cy="136"/>
            </a:xfrm>
          </p:grpSpPr>
          <p:sp>
            <p:nvSpPr>
              <p:cNvPr id="7510" name="Rectangle 61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11" name="Rectangle 61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2" name="Rectangle 62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3" name="Rectangle 62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4" name="Rectangle 62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5" name="Rectangle 62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6" name="Rectangle 62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7" name="Rectangle 62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4" name="Group 626"/>
            <p:cNvGrpSpPr/>
            <p:nvPr/>
          </p:nvGrpSpPr>
          <p:grpSpPr>
            <a:xfrm>
              <a:off x="2880" y="2296"/>
              <a:ext cx="1089" cy="136"/>
              <a:chOff x="612" y="1026"/>
              <a:chExt cx="1089" cy="136"/>
            </a:xfrm>
          </p:grpSpPr>
          <p:sp>
            <p:nvSpPr>
              <p:cNvPr id="7502" name="Rectangle 62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503" name="Rectangle 62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4" name="Rectangle 62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5" name="Rectangle 63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6" name="Rectangle 63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7" name="Rectangle 63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8" name="Rectangle 63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9" name="Rectangle 63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5" name="Group 635"/>
            <p:cNvGrpSpPr/>
            <p:nvPr/>
          </p:nvGrpSpPr>
          <p:grpSpPr>
            <a:xfrm>
              <a:off x="2880" y="2568"/>
              <a:ext cx="1089" cy="136"/>
              <a:chOff x="612" y="1752"/>
              <a:chExt cx="1089" cy="136"/>
            </a:xfrm>
          </p:grpSpPr>
          <p:sp>
            <p:nvSpPr>
              <p:cNvPr id="7494" name="Rectangle 63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95" name="Rectangle 63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6" name="Rectangle 63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7" name="Rectangle 63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8" name="Rectangle 64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9" name="Rectangle 64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0" name="Rectangle 64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1" name="Rectangle 64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6" name="Group 644"/>
            <p:cNvGrpSpPr/>
            <p:nvPr/>
          </p:nvGrpSpPr>
          <p:grpSpPr>
            <a:xfrm>
              <a:off x="2880" y="2704"/>
              <a:ext cx="1088" cy="136"/>
              <a:chOff x="1973" y="1888"/>
              <a:chExt cx="1088" cy="136"/>
            </a:xfrm>
          </p:grpSpPr>
          <p:sp>
            <p:nvSpPr>
              <p:cNvPr id="7486" name="Rectangle 64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87" name="Rectangle 64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8" name="Rectangle 64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9" name="Rectangle 64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0" name="Rectangle 64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1" name="Rectangle 65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2" name="Rectangle 65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3" name="Rectangle 65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7" name="Group 653"/>
            <p:cNvGrpSpPr/>
            <p:nvPr/>
          </p:nvGrpSpPr>
          <p:grpSpPr>
            <a:xfrm>
              <a:off x="2880" y="2976"/>
              <a:ext cx="1088" cy="136"/>
              <a:chOff x="1973" y="1026"/>
              <a:chExt cx="1088" cy="136"/>
            </a:xfrm>
          </p:grpSpPr>
          <p:sp>
            <p:nvSpPr>
              <p:cNvPr id="7478" name="Rectangle 65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79" name="Rectangle 65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0" name="Rectangle 65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1" name="Rectangle 65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2" name="Rectangle 65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3" name="Rectangle 65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4" name="Rectangle 66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5" name="Rectangle 66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8" name="Group 736"/>
          <p:cNvGrpSpPr/>
          <p:nvPr/>
        </p:nvGrpSpPr>
        <p:grpSpPr>
          <a:xfrm>
            <a:off x="6732588" y="2636838"/>
            <a:ext cx="1728787" cy="1727200"/>
            <a:chOff x="4241" y="2024"/>
            <a:chExt cx="1089" cy="1088"/>
          </a:xfrm>
        </p:grpSpPr>
        <p:grpSp>
          <p:nvGrpSpPr>
            <p:cNvPr id="7398" name="Group 664"/>
            <p:cNvGrpSpPr/>
            <p:nvPr/>
          </p:nvGrpSpPr>
          <p:grpSpPr>
            <a:xfrm>
              <a:off x="4241" y="2432"/>
              <a:ext cx="1089" cy="136"/>
              <a:chOff x="612" y="1480"/>
              <a:chExt cx="1089" cy="136"/>
            </a:xfrm>
          </p:grpSpPr>
          <p:sp>
            <p:nvSpPr>
              <p:cNvPr id="7462" name="Rectangle 665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63" name="Rectangle 666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4" name="Rectangle 667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5" name="Rectangle 668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6" name="Rectangle 669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7" name="Rectangle 670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8" name="Rectangle 671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9" name="Rectangle 672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99" name="Group 673"/>
            <p:cNvGrpSpPr/>
            <p:nvPr/>
          </p:nvGrpSpPr>
          <p:grpSpPr>
            <a:xfrm>
              <a:off x="4241" y="2160"/>
              <a:ext cx="1088" cy="136"/>
              <a:chOff x="1973" y="1344"/>
              <a:chExt cx="1088" cy="136"/>
            </a:xfrm>
          </p:grpSpPr>
          <p:sp>
            <p:nvSpPr>
              <p:cNvPr id="7454" name="Rectangle 674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55" name="Rectangle 675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6" name="Rectangle 676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7" name="Rectangle 677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8" name="Rectangle 678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9" name="Rectangle 679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0" name="Rectangle 680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1" name="Rectangle 681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0" name="Group 682"/>
            <p:cNvGrpSpPr/>
            <p:nvPr/>
          </p:nvGrpSpPr>
          <p:grpSpPr>
            <a:xfrm>
              <a:off x="4241" y="2840"/>
              <a:ext cx="1088" cy="136"/>
              <a:chOff x="476" y="1253"/>
              <a:chExt cx="1088" cy="136"/>
            </a:xfrm>
          </p:grpSpPr>
          <p:sp>
            <p:nvSpPr>
              <p:cNvPr id="7446" name="Rectangle 683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47" name="Rectangle 684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8" name="Rectangle 685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9" name="Rectangle 686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0" name="Rectangle 687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1" name="Rectangle 688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2" name="Rectangle 689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3" name="Rectangle 690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1" name="Group 691"/>
            <p:cNvGrpSpPr/>
            <p:nvPr/>
          </p:nvGrpSpPr>
          <p:grpSpPr>
            <a:xfrm>
              <a:off x="4241" y="2568"/>
              <a:ext cx="1089" cy="136"/>
              <a:chOff x="1973" y="1570"/>
              <a:chExt cx="1089" cy="136"/>
            </a:xfrm>
          </p:grpSpPr>
          <p:sp>
            <p:nvSpPr>
              <p:cNvPr id="7438" name="Rectangle 692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39" name="Rectangle 693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0" name="Rectangle 694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1" name="Rectangle 695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2" name="Rectangle 696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3" name="Rectangle 697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4" name="Rectangle 698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5" name="Rectangle 699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2" name="Group 700"/>
            <p:cNvGrpSpPr/>
            <p:nvPr/>
          </p:nvGrpSpPr>
          <p:grpSpPr>
            <a:xfrm>
              <a:off x="4241" y="2024"/>
              <a:ext cx="1089" cy="136"/>
              <a:chOff x="612" y="1026"/>
              <a:chExt cx="1089" cy="136"/>
            </a:xfrm>
          </p:grpSpPr>
          <p:sp>
            <p:nvSpPr>
              <p:cNvPr id="7430" name="Rectangle 701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31" name="Rectangle 702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2" name="Rectangle 703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3" name="Rectangle 704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4" name="Rectangle 705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5" name="Rectangle 706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6" name="Rectangle 707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7" name="Rectangle 708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3" name="Group 709"/>
            <p:cNvGrpSpPr/>
            <p:nvPr/>
          </p:nvGrpSpPr>
          <p:grpSpPr>
            <a:xfrm>
              <a:off x="4241" y="2704"/>
              <a:ext cx="1089" cy="136"/>
              <a:chOff x="612" y="1752"/>
              <a:chExt cx="1089" cy="136"/>
            </a:xfrm>
          </p:grpSpPr>
          <p:sp>
            <p:nvSpPr>
              <p:cNvPr id="7422" name="Rectangle 710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23" name="Rectangle 711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4" name="Rectangle 712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5" name="Rectangle 713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6" name="Rectangle 714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7" name="Rectangle 715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8" name="Rectangle 716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9" name="Rectangle 717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4" name="Group 718"/>
            <p:cNvGrpSpPr/>
            <p:nvPr/>
          </p:nvGrpSpPr>
          <p:grpSpPr>
            <a:xfrm>
              <a:off x="4241" y="2296"/>
              <a:ext cx="1088" cy="136"/>
              <a:chOff x="1973" y="1888"/>
              <a:chExt cx="1088" cy="136"/>
            </a:xfrm>
          </p:grpSpPr>
          <p:sp>
            <p:nvSpPr>
              <p:cNvPr id="7414" name="Rectangle 719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15" name="Rectangle 720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6" name="Rectangle 721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7" name="Rectangle 722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8" name="Rectangle 723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9" name="Rectangle 724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0" name="Rectangle 725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1" name="Rectangle 726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5" name="Group 727"/>
            <p:cNvGrpSpPr/>
            <p:nvPr/>
          </p:nvGrpSpPr>
          <p:grpSpPr>
            <a:xfrm>
              <a:off x="4241" y="2976"/>
              <a:ext cx="1088" cy="136"/>
              <a:chOff x="1973" y="1026"/>
              <a:chExt cx="1088" cy="136"/>
            </a:xfrm>
          </p:grpSpPr>
          <p:sp>
            <p:nvSpPr>
              <p:cNvPr id="7406" name="Rectangle 728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407" name="Rectangle 729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8" name="Rectangle 730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9" name="Rectangle 731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0" name="Rectangle 732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1" name="Rectangle 733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2" name="Rectangle 734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3" name="Rectangle 735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9" name="Group 810"/>
          <p:cNvGrpSpPr/>
          <p:nvPr/>
        </p:nvGrpSpPr>
        <p:grpSpPr>
          <a:xfrm>
            <a:off x="2698750" y="4579938"/>
            <a:ext cx="1728788" cy="1728787"/>
            <a:chOff x="1519" y="3203"/>
            <a:chExt cx="1089" cy="1089"/>
          </a:xfrm>
        </p:grpSpPr>
        <p:grpSp>
          <p:nvGrpSpPr>
            <p:cNvPr id="7326" name="Group 738"/>
            <p:cNvGrpSpPr/>
            <p:nvPr/>
          </p:nvGrpSpPr>
          <p:grpSpPr>
            <a:xfrm>
              <a:off x="1519" y="3748"/>
              <a:ext cx="1089" cy="136"/>
              <a:chOff x="612" y="1480"/>
              <a:chExt cx="1089" cy="136"/>
            </a:xfrm>
          </p:grpSpPr>
          <p:sp>
            <p:nvSpPr>
              <p:cNvPr id="7390" name="Rectangle 73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91" name="Rectangle 74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2" name="Rectangle 74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3" name="Rectangle 74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4" name="Rectangle 74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5" name="Rectangle 74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6" name="Rectangle 74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7" name="Rectangle 74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7" name="Group 747"/>
            <p:cNvGrpSpPr/>
            <p:nvPr/>
          </p:nvGrpSpPr>
          <p:grpSpPr>
            <a:xfrm>
              <a:off x="1519" y="3475"/>
              <a:ext cx="1088" cy="136"/>
              <a:chOff x="1973" y="1344"/>
              <a:chExt cx="1088" cy="136"/>
            </a:xfrm>
          </p:grpSpPr>
          <p:sp>
            <p:nvSpPr>
              <p:cNvPr id="7382" name="Rectangle 74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83" name="Rectangle 74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4" name="Rectangle 75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5" name="Rectangle 75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6" name="Rectangle 75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7" name="Rectangle 75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8" name="Rectangle 75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9" name="Rectangle 75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8" name="Group 756"/>
            <p:cNvGrpSpPr/>
            <p:nvPr/>
          </p:nvGrpSpPr>
          <p:grpSpPr>
            <a:xfrm>
              <a:off x="1519" y="3203"/>
              <a:ext cx="1088" cy="136"/>
              <a:chOff x="476" y="1253"/>
              <a:chExt cx="1088" cy="136"/>
            </a:xfrm>
          </p:grpSpPr>
          <p:sp>
            <p:nvSpPr>
              <p:cNvPr id="7374" name="Rectangle 75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75" name="Rectangle 75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6" name="Rectangle 75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7" name="Rectangle 76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8" name="Rectangle 76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9" name="Rectangle 76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0" name="Rectangle 76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1" name="Rectangle 76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9" name="Group 765"/>
            <p:cNvGrpSpPr/>
            <p:nvPr/>
          </p:nvGrpSpPr>
          <p:grpSpPr>
            <a:xfrm>
              <a:off x="1519" y="4020"/>
              <a:ext cx="1089" cy="136"/>
              <a:chOff x="1973" y="1570"/>
              <a:chExt cx="1089" cy="136"/>
            </a:xfrm>
          </p:grpSpPr>
          <p:sp>
            <p:nvSpPr>
              <p:cNvPr id="7366" name="Rectangle 76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67" name="Rectangle 76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8" name="Rectangle 76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9" name="Rectangle 76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0" name="Rectangle 77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1" name="Rectangle 77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2" name="Rectangle 77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3" name="Rectangle 77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0" name="Group 774"/>
            <p:cNvGrpSpPr/>
            <p:nvPr/>
          </p:nvGrpSpPr>
          <p:grpSpPr>
            <a:xfrm>
              <a:off x="1519" y="3884"/>
              <a:ext cx="1089" cy="136"/>
              <a:chOff x="612" y="1026"/>
              <a:chExt cx="1089" cy="136"/>
            </a:xfrm>
          </p:grpSpPr>
          <p:sp>
            <p:nvSpPr>
              <p:cNvPr id="7358" name="Rectangle 77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59" name="Rectangle 77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0" name="Rectangle 77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1" name="Rectangle 77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2" name="Rectangle 77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3" name="Rectangle 78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4" name="Rectangle 78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5" name="Rectangle 78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1" name="Group 783"/>
            <p:cNvGrpSpPr/>
            <p:nvPr/>
          </p:nvGrpSpPr>
          <p:grpSpPr>
            <a:xfrm>
              <a:off x="1519" y="3339"/>
              <a:ext cx="1089" cy="136"/>
              <a:chOff x="612" y="1752"/>
              <a:chExt cx="1089" cy="136"/>
            </a:xfrm>
          </p:grpSpPr>
          <p:sp>
            <p:nvSpPr>
              <p:cNvPr id="7350" name="Rectangle 78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51" name="Rectangle 78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2" name="Rectangle 78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3" name="Rectangle 78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4" name="Rectangle 78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5" name="Rectangle 78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6" name="Rectangle 79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7" name="Rectangle 79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2" name="Group 792"/>
            <p:cNvGrpSpPr/>
            <p:nvPr/>
          </p:nvGrpSpPr>
          <p:grpSpPr>
            <a:xfrm>
              <a:off x="1519" y="3612"/>
              <a:ext cx="1088" cy="136"/>
              <a:chOff x="1973" y="1888"/>
              <a:chExt cx="1088" cy="136"/>
            </a:xfrm>
          </p:grpSpPr>
          <p:sp>
            <p:nvSpPr>
              <p:cNvPr id="7342" name="Rectangle 79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43" name="Rectangle 79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4" name="Rectangle 79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5" name="Rectangle 79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6" name="Rectangle 79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7" name="Rectangle 79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8" name="Rectangle 79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9" name="Rectangle 80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3" name="Group 801"/>
            <p:cNvGrpSpPr/>
            <p:nvPr/>
          </p:nvGrpSpPr>
          <p:grpSpPr>
            <a:xfrm>
              <a:off x="1519" y="4156"/>
              <a:ext cx="1088" cy="136"/>
              <a:chOff x="1973" y="1026"/>
              <a:chExt cx="1088" cy="136"/>
            </a:xfrm>
          </p:grpSpPr>
          <p:sp>
            <p:nvSpPr>
              <p:cNvPr id="7334" name="Rectangle 80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35" name="Rectangle 80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6" name="Rectangle 80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7" name="Rectangle 80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8" name="Rectangle 80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9" name="Rectangle 80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0" name="Rectangle 80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1" name="Rectangle 80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0" name="Group 884"/>
          <p:cNvGrpSpPr/>
          <p:nvPr/>
        </p:nvGrpSpPr>
        <p:grpSpPr>
          <a:xfrm>
            <a:off x="4716463" y="4579938"/>
            <a:ext cx="1728787" cy="1728787"/>
            <a:chOff x="2880" y="3203"/>
            <a:chExt cx="1089" cy="1089"/>
          </a:xfrm>
        </p:grpSpPr>
        <p:grpSp>
          <p:nvGrpSpPr>
            <p:cNvPr id="7254" name="Group 812"/>
            <p:cNvGrpSpPr/>
            <p:nvPr/>
          </p:nvGrpSpPr>
          <p:grpSpPr>
            <a:xfrm>
              <a:off x="2880" y="3339"/>
              <a:ext cx="1089" cy="136"/>
              <a:chOff x="612" y="1480"/>
              <a:chExt cx="1089" cy="136"/>
            </a:xfrm>
          </p:grpSpPr>
          <p:sp>
            <p:nvSpPr>
              <p:cNvPr id="7318" name="Rectangle 81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19" name="Rectangle 81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0" name="Rectangle 81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1" name="Rectangle 81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2" name="Rectangle 81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3" name="Rectangle 81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4" name="Rectangle 81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5" name="Rectangle 82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5" name="Group 821"/>
            <p:cNvGrpSpPr/>
            <p:nvPr/>
          </p:nvGrpSpPr>
          <p:grpSpPr>
            <a:xfrm>
              <a:off x="2880" y="3203"/>
              <a:ext cx="1088" cy="136"/>
              <a:chOff x="1973" y="1344"/>
              <a:chExt cx="1088" cy="136"/>
            </a:xfrm>
          </p:grpSpPr>
          <p:sp>
            <p:nvSpPr>
              <p:cNvPr id="7310" name="Rectangle 82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11" name="Rectangle 82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2" name="Rectangle 82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3" name="Rectangle 82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4" name="Rectangle 82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5" name="Rectangle 82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6" name="Rectangle 82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7" name="Rectangle 82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6" name="Group 830"/>
            <p:cNvGrpSpPr/>
            <p:nvPr/>
          </p:nvGrpSpPr>
          <p:grpSpPr>
            <a:xfrm>
              <a:off x="2880" y="3884"/>
              <a:ext cx="1088" cy="136"/>
              <a:chOff x="476" y="1253"/>
              <a:chExt cx="1088" cy="136"/>
            </a:xfrm>
          </p:grpSpPr>
          <p:sp>
            <p:nvSpPr>
              <p:cNvPr id="7302" name="Rectangle 83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303" name="Rectangle 83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4" name="Rectangle 83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5" name="Rectangle 83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6" name="Rectangle 83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7" name="Rectangle 83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8" name="Rectangle 83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9" name="Rectangle 83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7" name="Group 839"/>
            <p:cNvGrpSpPr/>
            <p:nvPr/>
          </p:nvGrpSpPr>
          <p:grpSpPr>
            <a:xfrm>
              <a:off x="2880" y="4020"/>
              <a:ext cx="1089" cy="136"/>
              <a:chOff x="1973" y="1570"/>
              <a:chExt cx="1089" cy="136"/>
            </a:xfrm>
          </p:grpSpPr>
          <p:sp>
            <p:nvSpPr>
              <p:cNvPr id="7294" name="Rectangle 84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95" name="Rectangle 84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6" name="Rectangle 84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7" name="Rectangle 84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8" name="Rectangle 84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9" name="Rectangle 84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0" name="Rectangle 84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1" name="Rectangle 84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8" name="Group 848"/>
            <p:cNvGrpSpPr/>
            <p:nvPr/>
          </p:nvGrpSpPr>
          <p:grpSpPr>
            <a:xfrm>
              <a:off x="2880" y="3475"/>
              <a:ext cx="1089" cy="136"/>
              <a:chOff x="612" y="1026"/>
              <a:chExt cx="1089" cy="136"/>
            </a:xfrm>
          </p:grpSpPr>
          <p:sp>
            <p:nvSpPr>
              <p:cNvPr id="7286" name="Rectangle 84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87" name="Rectangle 85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8" name="Rectangle 85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9" name="Rectangle 85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0" name="Rectangle 85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1" name="Rectangle 85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2" name="Rectangle 85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3" name="Rectangle 85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9" name="Group 857"/>
            <p:cNvGrpSpPr/>
            <p:nvPr/>
          </p:nvGrpSpPr>
          <p:grpSpPr>
            <a:xfrm>
              <a:off x="2880" y="3748"/>
              <a:ext cx="1089" cy="136"/>
              <a:chOff x="612" y="1752"/>
              <a:chExt cx="1089" cy="136"/>
            </a:xfrm>
          </p:grpSpPr>
          <p:sp>
            <p:nvSpPr>
              <p:cNvPr id="7278" name="Rectangle 85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79" name="Rectangle 85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0" name="Rectangle 86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1" name="Rectangle 86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2" name="Rectangle 86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3" name="Rectangle 86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4" name="Rectangle 86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5" name="Rectangle 86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0" name="Group 866"/>
            <p:cNvGrpSpPr/>
            <p:nvPr/>
          </p:nvGrpSpPr>
          <p:grpSpPr>
            <a:xfrm>
              <a:off x="2880" y="3612"/>
              <a:ext cx="1088" cy="136"/>
              <a:chOff x="1973" y="1888"/>
              <a:chExt cx="1088" cy="136"/>
            </a:xfrm>
          </p:grpSpPr>
          <p:sp>
            <p:nvSpPr>
              <p:cNvPr id="7270" name="Rectangle 86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71" name="Rectangle 86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2" name="Rectangle 86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3" name="Rectangle 87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4" name="Rectangle 87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5" name="Rectangle 87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6" name="Rectangle 87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7" name="Rectangle 87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1" name="Group 875"/>
            <p:cNvGrpSpPr/>
            <p:nvPr/>
          </p:nvGrpSpPr>
          <p:grpSpPr>
            <a:xfrm>
              <a:off x="2880" y="4156"/>
              <a:ext cx="1088" cy="136"/>
              <a:chOff x="1973" y="1026"/>
              <a:chExt cx="1088" cy="136"/>
            </a:xfrm>
          </p:grpSpPr>
          <p:sp>
            <p:nvSpPr>
              <p:cNvPr id="7262" name="Rectangle 87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63" name="Rectangle 87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4" name="Rectangle 87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5" name="Rectangle 87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6" name="Rectangle 88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7" name="Rectangle 88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8" name="Rectangle 88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9" name="Rectangle 88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1" name="Group 958"/>
          <p:cNvGrpSpPr/>
          <p:nvPr/>
        </p:nvGrpSpPr>
        <p:grpSpPr>
          <a:xfrm>
            <a:off x="6732588" y="4579938"/>
            <a:ext cx="1728787" cy="1728787"/>
            <a:chOff x="4241" y="3203"/>
            <a:chExt cx="1089" cy="1089"/>
          </a:xfrm>
        </p:grpSpPr>
        <p:grpSp>
          <p:nvGrpSpPr>
            <p:cNvPr id="7182" name="Group 886"/>
            <p:cNvGrpSpPr/>
            <p:nvPr/>
          </p:nvGrpSpPr>
          <p:grpSpPr>
            <a:xfrm>
              <a:off x="4241" y="4020"/>
              <a:ext cx="1089" cy="136"/>
              <a:chOff x="612" y="1480"/>
              <a:chExt cx="1089" cy="136"/>
            </a:xfrm>
          </p:grpSpPr>
          <p:sp>
            <p:nvSpPr>
              <p:cNvPr id="7246" name="Rectangle 88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47" name="Rectangle 88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8" name="Rectangle 88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9" name="Rectangle 89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0" name="Rectangle 89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1" name="Rectangle 89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2" name="Rectangle 89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3" name="Rectangle 89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3" name="Group 895"/>
            <p:cNvGrpSpPr/>
            <p:nvPr/>
          </p:nvGrpSpPr>
          <p:grpSpPr>
            <a:xfrm>
              <a:off x="4241" y="3339"/>
              <a:ext cx="1088" cy="136"/>
              <a:chOff x="1973" y="1344"/>
              <a:chExt cx="1088" cy="136"/>
            </a:xfrm>
          </p:grpSpPr>
          <p:sp>
            <p:nvSpPr>
              <p:cNvPr id="7238" name="Rectangle 89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39" name="Rectangle 89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0" name="Rectangle 89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1" name="Rectangle 89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2" name="Rectangle 90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3" name="Rectangle 90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4" name="Rectangle 90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5" name="Rectangle 90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4" name="Group 904"/>
            <p:cNvGrpSpPr/>
            <p:nvPr/>
          </p:nvGrpSpPr>
          <p:grpSpPr>
            <a:xfrm>
              <a:off x="4241" y="3612"/>
              <a:ext cx="1088" cy="136"/>
              <a:chOff x="476" y="1253"/>
              <a:chExt cx="1088" cy="136"/>
            </a:xfrm>
          </p:grpSpPr>
          <p:sp>
            <p:nvSpPr>
              <p:cNvPr id="7230" name="Rectangle 90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31" name="Rectangle 90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2" name="Rectangle 90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3" name="Rectangle 90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4" name="Rectangle 90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5" name="Rectangle 91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6" name="Rectangle 91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7" name="Rectangle 91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5" name="Group 913"/>
            <p:cNvGrpSpPr/>
            <p:nvPr/>
          </p:nvGrpSpPr>
          <p:grpSpPr>
            <a:xfrm>
              <a:off x="4241" y="3748"/>
              <a:ext cx="1089" cy="136"/>
              <a:chOff x="1973" y="1570"/>
              <a:chExt cx="1089" cy="136"/>
            </a:xfrm>
          </p:grpSpPr>
          <p:sp>
            <p:nvSpPr>
              <p:cNvPr id="7222" name="Rectangle 91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23" name="Rectangle 91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4" name="Rectangle 91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5" name="Rectangle 91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6" name="Rectangle 91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7" name="Rectangle 91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8" name="Rectangle 92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9" name="Rectangle 92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6" name="Group 922"/>
            <p:cNvGrpSpPr/>
            <p:nvPr/>
          </p:nvGrpSpPr>
          <p:grpSpPr>
            <a:xfrm>
              <a:off x="4241" y="3884"/>
              <a:ext cx="1089" cy="136"/>
              <a:chOff x="612" y="1026"/>
              <a:chExt cx="1089" cy="136"/>
            </a:xfrm>
          </p:grpSpPr>
          <p:sp>
            <p:nvSpPr>
              <p:cNvPr id="7214" name="Rectangle 92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15" name="Rectangle 92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6" name="Rectangle 92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7" name="Rectangle 92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8" name="Rectangle 92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9" name="Rectangle 92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0" name="Rectangle 92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1" name="Rectangle 93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7" name="Group 931"/>
            <p:cNvGrpSpPr/>
            <p:nvPr/>
          </p:nvGrpSpPr>
          <p:grpSpPr>
            <a:xfrm>
              <a:off x="4241" y="3203"/>
              <a:ext cx="1089" cy="136"/>
              <a:chOff x="612" y="1752"/>
              <a:chExt cx="1089" cy="136"/>
            </a:xfrm>
          </p:grpSpPr>
          <p:sp>
            <p:nvSpPr>
              <p:cNvPr id="7206" name="Rectangle 93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207" name="Rectangle 93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8" name="Rectangle 93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9" name="Rectangle 93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0" name="Rectangle 93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1" name="Rectangle 93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2" name="Rectangle 93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3" name="Rectangle 93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8" name="Group 940"/>
            <p:cNvGrpSpPr/>
            <p:nvPr/>
          </p:nvGrpSpPr>
          <p:grpSpPr>
            <a:xfrm>
              <a:off x="4241" y="3475"/>
              <a:ext cx="1088" cy="136"/>
              <a:chOff x="1973" y="1888"/>
              <a:chExt cx="1088" cy="136"/>
            </a:xfrm>
          </p:grpSpPr>
          <p:sp>
            <p:nvSpPr>
              <p:cNvPr id="7198" name="Rectangle 94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199" name="Rectangle 94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0" name="Rectangle 94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1" name="Rectangle 94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2" name="Rectangle 94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3" name="Rectangle 94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4" name="Rectangle 94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5" name="Rectangle 94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9" name="Group 949"/>
            <p:cNvGrpSpPr/>
            <p:nvPr/>
          </p:nvGrpSpPr>
          <p:grpSpPr>
            <a:xfrm>
              <a:off x="4241" y="4156"/>
              <a:ext cx="1088" cy="136"/>
              <a:chOff x="1973" y="1026"/>
              <a:chExt cx="1088" cy="136"/>
            </a:xfrm>
          </p:grpSpPr>
          <p:sp>
            <p:nvSpPr>
              <p:cNvPr id="7190" name="Rectangle 95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</a:p>
            </p:txBody>
          </p:sp>
          <p:sp>
            <p:nvSpPr>
              <p:cNvPr id="7191" name="Rectangle 95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2" name="Rectangle 95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3" name="Rectangle 95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4" name="Rectangle 95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5" name="Rectangle 95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6" name="Rectangle 95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7" name="Rectangle 95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lstStyle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01638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</a:t>
            </a:r>
          </a:p>
        </p:txBody>
      </p:sp>
      <p:sp>
        <p:nvSpPr>
          <p:cNvPr id="1105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32840" y="1388745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观察：每行（列）有且仅有一个皇后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因此，每一布局（候选解）都可编码为整数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{0, ..., n-1)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的一个排列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反之，每一这样的排列，未必是一个可行布局（解）</a:t>
            </a:r>
          </a:p>
        </p:txBody>
      </p:sp>
      <p:sp>
        <p:nvSpPr>
          <p:cNvPr id="1105924" name="Rectangle 4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5" name="Rectangle 5"/>
          <p:cNvSpPr>
            <a:spLocks noChangeAspect="1"/>
          </p:cNvSpPr>
          <p:nvPr/>
        </p:nvSpPr>
        <p:spPr>
          <a:xfrm>
            <a:off x="18383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6" name="Rectangle 6"/>
          <p:cNvSpPr>
            <a:spLocks noChangeAspect="1"/>
          </p:cNvSpPr>
          <p:nvPr/>
        </p:nvSpPr>
        <p:spPr>
          <a:xfrm>
            <a:off x="212407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7" name="Rectangle 7"/>
          <p:cNvSpPr>
            <a:spLocks noChangeAspect="1"/>
          </p:cNvSpPr>
          <p:nvPr/>
        </p:nvSpPr>
        <p:spPr>
          <a:xfrm>
            <a:off x="270033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8" name="Rectangle 8"/>
          <p:cNvSpPr>
            <a:spLocks noChangeAspect="1"/>
          </p:cNvSpPr>
          <p:nvPr/>
        </p:nvSpPr>
        <p:spPr>
          <a:xfrm>
            <a:off x="29892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9" name="Rectangle 9"/>
          <p:cNvSpPr>
            <a:spLocks noChangeAspect="1"/>
          </p:cNvSpPr>
          <p:nvPr/>
        </p:nvSpPr>
        <p:spPr>
          <a:xfrm>
            <a:off x="32766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0" name="Rectangle 10"/>
          <p:cNvSpPr>
            <a:spLocks noChangeAspect="1"/>
          </p:cNvSpPr>
          <p:nvPr/>
        </p:nvSpPr>
        <p:spPr>
          <a:xfrm>
            <a:off x="35655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1" name="Rectangle 11"/>
          <p:cNvSpPr>
            <a:spLocks noChangeAspect="1"/>
          </p:cNvSpPr>
          <p:nvPr/>
        </p:nvSpPr>
        <p:spPr>
          <a:xfrm>
            <a:off x="38528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2" name="Oval 12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3" name="Rectangle 13"/>
          <p:cNvSpPr>
            <a:spLocks noChangeAspect="1"/>
          </p:cNvSpPr>
          <p:nvPr/>
        </p:nvSpPr>
        <p:spPr>
          <a:xfrm>
            <a:off x="24130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4" name="Rectangle 14"/>
          <p:cNvSpPr>
            <a:spLocks noChangeAspect="1"/>
          </p:cNvSpPr>
          <p:nvPr/>
        </p:nvSpPr>
        <p:spPr>
          <a:xfrm>
            <a:off x="18383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5" name="Rectangle 15"/>
          <p:cNvSpPr>
            <a:spLocks noChangeAspect="1"/>
          </p:cNvSpPr>
          <p:nvPr/>
        </p:nvSpPr>
        <p:spPr>
          <a:xfrm>
            <a:off x="212407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6" name="Rectangle 16"/>
          <p:cNvSpPr>
            <a:spLocks noChangeAspect="1"/>
          </p:cNvSpPr>
          <p:nvPr/>
        </p:nvSpPr>
        <p:spPr>
          <a:xfrm>
            <a:off x="270033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7" name="Rectangle 17"/>
          <p:cNvSpPr>
            <a:spLocks noChangeAspect="1"/>
          </p:cNvSpPr>
          <p:nvPr/>
        </p:nvSpPr>
        <p:spPr>
          <a:xfrm>
            <a:off x="29892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8" name="Rectangle 18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9" name="Rectangle 19"/>
          <p:cNvSpPr>
            <a:spLocks noChangeAspect="1"/>
          </p:cNvSpPr>
          <p:nvPr/>
        </p:nvSpPr>
        <p:spPr>
          <a:xfrm>
            <a:off x="35655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0" name="Rectangle 20"/>
          <p:cNvSpPr>
            <a:spLocks noChangeAspect="1"/>
          </p:cNvSpPr>
          <p:nvPr/>
        </p:nvSpPr>
        <p:spPr>
          <a:xfrm>
            <a:off x="38528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1" name="Oval 21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2" name="Rectangle 22"/>
          <p:cNvSpPr>
            <a:spLocks noChangeAspect="1"/>
          </p:cNvSpPr>
          <p:nvPr/>
        </p:nvSpPr>
        <p:spPr>
          <a:xfrm>
            <a:off x="24130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3" name="Rectangle 23"/>
          <p:cNvSpPr>
            <a:spLocks noChangeAspect="1"/>
          </p:cNvSpPr>
          <p:nvPr/>
        </p:nvSpPr>
        <p:spPr>
          <a:xfrm>
            <a:off x="18383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4" name="Rectangle 24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5" name="Rectangle 25"/>
          <p:cNvSpPr>
            <a:spLocks noChangeAspect="1"/>
          </p:cNvSpPr>
          <p:nvPr/>
        </p:nvSpPr>
        <p:spPr>
          <a:xfrm>
            <a:off x="270033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6" name="Rectangle 26"/>
          <p:cNvSpPr>
            <a:spLocks noChangeAspect="1"/>
          </p:cNvSpPr>
          <p:nvPr/>
        </p:nvSpPr>
        <p:spPr>
          <a:xfrm>
            <a:off x="29892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7" name="Rectangle 27"/>
          <p:cNvSpPr>
            <a:spLocks noChangeAspect="1"/>
          </p:cNvSpPr>
          <p:nvPr/>
        </p:nvSpPr>
        <p:spPr>
          <a:xfrm>
            <a:off x="32766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8" name="Rectangle 28"/>
          <p:cNvSpPr>
            <a:spLocks noChangeAspect="1"/>
          </p:cNvSpPr>
          <p:nvPr/>
        </p:nvSpPr>
        <p:spPr>
          <a:xfrm>
            <a:off x="35655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9" name="Rectangle 29"/>
          <p:cNvSpPr>
            <a:spLocks noChangeAspect="1"/>
          </p:cNvSpPr>
          <p:nvPr/>
        </p:nvSpPr>
        <p:spPr>
          <a:xfrm>
            <a:off x="38528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0" name="Oval 30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1" name="Rectangle 31"/>
          <p:cNvSpPr>
            <a:spLocks noChangeAspect="1"/>
          </p:cNvSpPr>
          <p:nvPr/>
        </p:nvSpPr>
        <p:spPr>
          <a:xfrm>
            <a:off x="24130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2" name="Rectangle 32"/>
          <p:cNvSpPr>
            <a:spLocks noChangeAspect="1"/>
          </p:cNvSpPr>
          <p:nvPr/>
        </p:nvSpPr>
        <p:spPr>
          <a:xfrm>
            <a:off x="18383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3" name="Rectangle 33"/>
          <p:cNvSpPr>
            <a:spLocks noChangeAspect="1"/>
          </p:cNvSpPr>
          <p:nvPr/>
        </p:nvSpPr>
        <p:spPr>
          <a:xfrm>
            <a:off x="212407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4" name="Rectangle 34"/>
          <p:cNvSpPr>
            <a:spLocks noChangeAspect="1"/>
          </p:cNvSpPr>
          <p:nvPr/>
        </p:nvSpPr>
        <p:spPr>
          <a:xfrm>
            <a:off x="270033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5" name="Rectangle 35"/>
          <p:cNvSpPr>
            <a:spLocks noChangeAspect="1"/>
          </p:cNvSpPr>
          <p:nvPr/>
        </p:nvSpPr>
        <p:spPr>
          <a:xfrm>
            <a:off x="29892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6" name="Rectangle 36"/>
          <p:cNvSpPr>
            <a:spLocks noChangeAspect="1"/>
          </p:cNvSpPr>
          <p:nvPr/>
        </p:nvSpPr>
        <p:spPr>
          <a:xfrm>
            <a:off x="32766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7" name="Rectangle 37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8" name="Rectangle 38"/>
          <p:cNvSpPr>
            <a:spLocks noChangeAspect="1"/>
          </p:cNvSpPr>
          <p:nvPr/>
        </p:nvSpPr>
        <p:spPr>
          <a:xfrm>
            <a:off x="38528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9" name="Rectangle 39"/>
          <p:cNvSpPr>
            <a:spLocks noChangeAspect="1"/>
          </p:cNvSpPr>
          <p:nvPr/>
        </p:nvSpPr>
        <p:spPr>
          <a:xfrm>
            <a:off x="24130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0" name="Rectangle 40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1" name="Rectangle 41"/>
          <p:cNvSpPr>
            <a:spLocks noChangeAspect="1"/>
          </p:cNvSpPr>
          <p:nvPr/>
        </p:nvSpPr>
        <p:spPr>
          <a:xfrm>
            <a:off x="212407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2" name="Rectangle 42"/>
          <p:cNvSpPr>
            <a:spLocks noChangeAspect="1"/>
          </p:cNvSpPr>
          <p:nvPr/>
        </p:nvSpPr>
        <p:spPr>
          <a:xfrm>
            <a:off x="270033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3" name="Rectangle 43"/>
          <p:cNvSpPr>
            <a:spLocks noChangeAspect="1"/>
          </p:cNvSpPr>
          <p:nvPr/>
        </p:nvSpPr>
        <p:spPr>
          <a:xfrm>
            <a:off x="29892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4" name="Rectangle 44"/>
          <p:cNvSpPr>
            <a:spLocks noChangeAspect="1"/>
          </p:cNvSpPr>
          <p:nvPr/>
        </p:nvSpPr>
        <p:spPr>
          <a:xfrm>
            <a:off x="32766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5" name="Rectangle 45"/>
          <p:cNvSpPr>
            <a:spLocks noChangeAspect="1"/>
          </p:cNvSpPr>
          <p:nvPr/>
        </p:nvSpPr>
        <p:spPr>
          <a:xfrm>
            <a:off x="35655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6" name="Rectangle 46"/>
          <p:cNvSpPr>
            <a:spLocks noChangeAspect="1"/>
          </p:cNvSpPr>
          <p:nvPr/>
        </p:nvSpPr>
        <p:spPr>
          <a:xfrm>
            <a:off x="38528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7" name="Oval 47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8" name="Rectangle 48"/>
          <p:cNvSpPr>
            <a:spLocks noChangeAspect="1"/>
          </p:cNvSpPr>
          <p:nvPr/>
        </p:nvSpPr>
        <p:spPr>
          <a:xfrm>
            <a:off x="24130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9" name="Rectangle 49"/>
          <p:cNvSpPr>
            <a:spLocks noChangeAspect="1"/>
          </p:cNvSpPr>
          <p:nvPr/>
        </p:nvSpPr>
        <p:spPr>
          <a:xfrm>
            <a:off x="18383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0" name="Rectangle 50"/>
          <p:cNvSpPr>
            <a:spLocks noChangeAspect="1"/>
          </p:cNvSpPr>
          <p:nvPr/>
        </p:nvSpPr>
        <p:spPr>
          <a:xfrm>
            <a:off x="212407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1" name="Rectangle 51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2" name="Rectangle 52"/>
          <p:cNvSpPr>
            <a:spLocks noChangeAspect="1"/>
          </p:cNvSpPr>
          <p:nvPr/>
        </p:nvSpPr>
        <p:spPr>
          <a:xfrm>
            <a:off x="29892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3" name="Rectangle 53"/>
          <p:cNvSpPr>
            <a:spLocks noChangeAspect="1"/>
          </p:cNvSpPr>
          <p:nvPr/>
        </p:nvSpPr>
        <p:spPr>
          <a:xfrm>
            <a:off x="32766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4" name="Rectangle 54"/>
          <p:cNvSpPr>
            <a:spLocks noChangeAspect="1"/>
          </p:cNvSpPr>
          <p:nvPr/>
        </p:nvSpPr>
        <p:spPr>
          <a:xfrm>
            <a:off x="35655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5" name="Rectangle 55"/>
          <p:cNvSpPr>
            <a:spLocks noChangeAspect="1"/>
          </p:cNvSpPr>
          <p:nvPr/>
        </p:nvSpPr>
        <p:spPr>
          <a:xfrm>
            <a:off x="38528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6" name="Oval 56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7" name="Rectangle 57"/>
          <p:cNvSpPr>
            <a:spLocks noChangeAspect="1"/>
          </p:cNvSpPr>
          <p:nvPr/>
        </p:nvSpPr>
        <p:spPr>
          <a:xfrm>
            <a:off x="24130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8" name="Rectangle 58"/>
          <p:cNvSpPr>
            <a:spLocks noChangeAspect="1"/>
          </p:cNvSpPr>
          <p:nvPr/>
        </p:nvSpPr>
        <p:spPr>
          <a:xfrm>
            <a:off x="18383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9" name="Rectangle 59"/>
          <p:cNvSpPr>
            <a:spLocks noChangeAspect="1"/>
          </p:cNvSpPr>
          <p:nvPr/>
        </p:nvSpPr>
        <p:spPr>
          <a:xfrm>
            <a:off x="212407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0" name="Rectangle 60"/>
          <p:cNvSpPr>
            <a:spLocks noChangeAspect="1"/>
          </p:cNvSpPr>
          <p:nvPr/>
        </p:nvSpPr>
        <p:spPr>
          <a:xfrm>
            <a:off x="270033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1" name="Rectangle 61"/>
          <p:cNvSpPr>
            <a:spLocks noChangeAspect="1"/>
          </p:cNvSpPr>
          <p:nvPr/>
        </p:nvSpPr>
        <p:spPr>
          <a:xfrm>
            <a:off x="29892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2" name="Rectangle 62"/>
          <p:cNvSpPr>
            <a:spLocks noChangeAspect="1"/>
          </p:cNvSpPr>
          <p:nvPr/>
        </p:nvSpPr>
        <p:spPr>
          <a:xfrm>
            <a:off x="32766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3" name="Rectangle 63"/>
          <p:cNvSpPr>
            <a:spLocks noChangeAspect="1"/>
          </p:cNvSpPr>
          <p:nvPr/>
        </p:nvSpPr>
        <p:spPr>
          <a:xfrm>
            <a:off x="35655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4" name="Rectangle 64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5" name="Oval 65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6" name="Rectangle 66"/>
          <p:cNvSpPr>
            <a:spLocks noChangeAspect="1"/>
          </p:cNvSpPr>
          <p:nvPr/>
        </p:nvSpPr>
        <p:spPr>
          <a:xfrm>
            <a:off x="24130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7" name="Rectangle 67"/>
          <p:cNvSpPr>
            <a:spLocks noChangeAspect="1"/>
          </p:cNvSpPr>
          <p:nvPr/>
        </p:nvSpPr>
        <p:spPr>
          <a:xfrm>
            <a:off x="18383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8" name="Rectangle 68"/>
          <p:cNvSpPr>
            <a:spLocks noChangeAspect="1"/>
          </p:cNvSpPr>
          <p:nvPr/>
        </p:nvSpPr>
        <p:spPr>
          <a:xfrm>
            <a:off x="212407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9" name="Rectangle 69"/>
          <p:cNvSpPr>
            <a:spLocks noChangeAspect="1"/>
          </p:cNvSpPr>
          <p:nvPr/>
        </p:nvSpPr>
        <p:spPr>
          <a:xfrm>
            <a:off x="270033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0" name="Rectangle 70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1" name="Rectangle 71"/>
          <p:cNvSpPr>
            <a:spLocks noChangeAspect="1"/>
          </p:cNvSpPr>
          <p:nvPr/>
        </p:nvSpPr>
        <p:spPr>
          <a:xfrm>
            <a:off x="32766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2" name="Rectangle 72"/>
          <p:cNvSpPr>
            <a:spLocks noChangeAspect="1"/>
          </p:cNvSpPr>
          <p:nvPr/>
        </p:nvSpPr>
        <p:spPr>
          <a:xfrm>
            <a:off x="35655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3" name="Rectangle 73"/>
          <p:cNvSpPr>
            <a:spLocks noChangeAspect="1"/>
          </p:cNvSpPr>
          <p:nvPr/>
        </p:nvSpPr>
        <p:spPr>
          <a:xfrm>
            <a:off x="38528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4" name="Oval 74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5" name="Oval 75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6" name="Rectangle 76"/>
          <p:cNvSpPr>
            <a:spLocks noChangeAspect="1"/>
          </p:cNvSpPr>
          <p:nvPr/>
        </p:nvSpPr>
        <p:spPr>
          <a:xfrm>
            <a:off x="1403350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</a:p>
        </p:txBody>
      </p:sp>
      <p:sp>
        <p:nvSpPr>
          <p:cNvPr id="1105997" name="Rectangle 77"/>
          <p:cNvSpPr>
            <a:spLocks noChangeAspect="1"/>
          </p:cNvSpPr>
          <p:nvPr/>
        </p:nvSpPr>
        <p:spPr>
          <a:xfrm>
            <a:off x="1403350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</a:p>
        </p:txBody>
      </p:sp>
      <p:sp>
        <p:nvSpPr>
          <p:cNvPr id="1105998" name="Rectangle 78"/>
          <p:cNvSpPr>
            <a:spLocks noChangeAspect="1"/>
          </p:cNvSpPr>
          <p:nvPr/>
        </p:nvSpPr>
        <p:spPr>
          <a:xfrm>
            <a:off x="1403350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</a:p>
        </p:txBody>
      </p:sp>
      <p:sp>
        <p:nvSpPr>
          <p:cNvPr id="1105999" name="Rectangle 79"/>
          <p:cNvSpPr>
            <a:spLocks noChangeAspect="1"/>
          </p:cNvSpPr>
          <p:nvPr/>
        </p:nvSpPr>
        <p:spPr>
          <a:xfrm>
            <a:off x="1403350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</a:p>
        </p:txBody>
      </p:sp>
      <p:sp>
        <p:nvSpPr>
          <p:cNvPr id="1106000" name="Rectangle 80"/>
          <p:cNvSpPr>
            <a:spLocks noChangeAspect="1"/>
          </p:cNvSpPr>
          <p:nvPr/>
        </p:nvSpPr>
        <p:spPr>
          <a:xfrm>
            <a:off x="1403350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</a:p>
        </p:txBody>
      </p:sp>
      <p:sp>
        <p:nvSpPr>
          <p:cNvPr id="1106001" name="Rectangle 81"/>
          <p:cNvSpPr>
            <a:spLocks noChangeAspect="1"/>
          </p:cNvSpPr>
          <p:nvPr/>
        </p:nvSpPr>
        <p:spPr>
          <a:xfrm>
            <a:off x="1403350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</a:p>
        </p:txBody>
      </p:sp>
      <p:sp>
        <p:nvSpPr>
          <p:cNvPr id="1106002" name="Rectangle 82"/>
          <p:cNvSpPr>
            <a:spLocks noChangeAspect="1"/>
          </p:cNvSpPr>
          <p:nvPr/>
        </p:nvSpPr>
        <p:spPr>
          <a:xfrm>
            <a:off x="1403350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</a:p>
        </p:txBody>
      </p:sp>
      <p:sp>
        <p:nvSpPr>
          <p:cNvPr id="1106003" name="Rectangle 83"/>
          <p:cNvSpPr>
            <a:spLocks noChangeAspect="1"/>
          </p:cNvSpPr>
          <p:nvPr/>
        </p:nvSpPr>
        <p:spPr>
          <a:xfrm>
            <a:off x="1403350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</a:p>
        </p:txBody>
      </p:sp>
      <p:sp>
        <p:nvSpPr>
          <p:cNvPr id="1106004" name="Rectangle 84"/>
          <p:cNvSpPr>
            <a:spLocks noChangeAspect="1"/>
          </p:cNvSpPr>
          <p:nvPr/>
        </p:nvSpPr>
        <p:spPr>
          <a:xfrm>
            <a:off x="59404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5" name="Rectangle 85"/>
          <p:cNvSpPr>
            <a:spLocks noChangeAspect="1"/>
          </p:cNvSpPr>
          <p:nvPr/>
        </p:nvSpPr>
        <p:spPr>
          <a:xfrm>
            <a:off x="53657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6" name="Rectangle 86"/>
          <p:cNvSpPr>
            <a:spLocks noChangeAspect="1"/>
          </p:cNvSpPr>
          <p:nvPr/>
        </p:nvSpPr>
        <p:spPr>
          <a:xfrm>
            <a:off x="56515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7" name="Rectangle 87"/>
          <p:cNvSpPr>
            <a:spLocks noChangeAspect="1"/>
          </p:cNvSpPr>
          <p:nvPr/>
        </p:nvSpPr>
        <p:spPr>
          <a:xfrm>
            <a:off x="62277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8" name="Rectangle 88"/>
          <p:cNvSpPr>
            <a:spLocks noChangeAspect="1"/>
          </p:cNvSpPr>
          <p:nvPr/>
        </p:nvSpPr>
        <p:spPr>
          <a:xfrm>
            <a:off x="65166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9" name="Rectangle 89"/>
          <p:cNvSpPr>
            <a:spLocks noChangeAspect="1"/>
          </p:cNvSpPr>
          <p:nvPr/>
        </p:nvSpPr>
        <p:spPr>
          <a:xfrm>
            <a:off x="68040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0" name="Rectangle 90"/>
          <p:cNvSpPr>
            <a:spLocks noChangeAspect="1"/>
          </p:cNvSpPr>
          <p:nvPr/>
        </p:nvSpPr>
        <p:spPr>
          <a:xfrm>
            <a:off x="70929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1" name="Rectangle 91"/>
          <p:cNvSpPr>
            <a:spLocks noChangeAspect="1"/>
          </p:cNvSpPr>
          <p:nvPr/>
        </p:nvSpPr>
        <p:spPr>
          <a:xfrm>
            <a:off x="73802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2" name="Oval 92"/>
          <p:cNvSpPr>
            <a:spLocks noChangeAspect="1"/>
          </p:cNvSpPr>
          <p:nvPr/>
        </p:nvSpPr>
        <p:spPr>
          <a:xfrm>
            <a:off x="5364163" y="342900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3" name="Rectangle 93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4" name="Rectangle 94"/>
          <p:cNvSpPr>
            <a:spLocks noChangeAspect="1"/>
          </p:cNvSpPr>
          <p:nvPr/>
        </p:nvSpPr>
        <p:spPr>
          <a:xfrm>
            <a:off x="53657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5" name="Rectangle 95"/>
          <p:cNvSpPr>
            <a:spLocks noChangeAspect="1"/>
          </p:cNvSpPr>
          <p:nvPr/>
        </p:nvSpPr>
        <p:spPr>
          <a:xfrm>
            <a:off x="56515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6" name="Rectangle 96"/>
          <p:cNvSpPr>
            <a:spLocks noChangeAspect="1"/>
          </p:cNvSpPr>
          <p:nvPr/>
        </p:nvSpPr>
        <p:spPr>
          <a:xfrm>
            <a:off x="62277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7" name="Rectangle 97"/>
          <p:cNvSpPr>
            <a:spLocks noChangeAspect="1"/>
          </p:cNvSpPr>
          <p:nvPr/>
        </p:nvSpPr>
        <p:spPr>
          <a:xfrm>
            <a:off x="65166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8" name="Rectangle 98"/>
          <p:cNvSpPr>
            <a:spLocks noChangeAspect="1"/>
          </p:cNvSpPr>
          <p:nvPr/>
        </p:nvSpPr>
        <p:spPr>
          <a:xfrm>
            <a:off x="68040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9" name="Rectangle 99"/>
          <p:cNvSpPr>
            <a:spLocks noChangeAspect="1"/>
          </p:cNvSpPr>
          <p:nvPr/>
        </p:nvSpPr>
        <p:spPr>
          <a:xfrm>
            <a:off x="70929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0" name="Rectangle 100"/>
          <p:cNvSpPr>
            <a:spLocks noChangeAspect="1"/>
          </p:cNvSpPr>
          <p:nvPr/>
        </p:nvSpPr>
        <p:spPr>
          <a:xfrm>
            <a:off x="73802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1" name="Oval 101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2" name="Rectangle 102"/>
          <p:cNvSpPr>
            <a:spLocks noChangeAspect="1"/>
          </p:cNvSpPr>
          <p:nvPr/>
        </p:nvSpPr>
        <p:spPr>
          <a:xfrm>
            <a:off x="59404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3" name="Rectangle 103"/>
          <p:cNvSpPr>
            <a:spLocks noChangeAspect="1"/>
          </p:cNvSpPr>
          <p:nvPr/>
        </p:nvSpPr>
        <p:spPr>
          <a:xfrm>
            <a:off x="53657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4" name="Rectangle 104"/>
          <p:cNvSpPr>
            <a:spLocks noChangeAspect="1"/>
          </p:cNvSpPr>
          <p:nvPr/>
        </p:nvSpPr>
        <p:spPr>
          <a:xfrm>
            <a:off x="56515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5" name="Rectangle 105"/>
          <p:cNvSpPr>
            <a:spLocks noChangeAspect="1"/>
          </p:cNvSpPr>
          <p:nvPr/>
        </p:nvSpPr>
        <p:spPr>
          <a:xfrm>
            <a:off x="62277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6" name="Rectangle 106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7" name="Rectangle 107"/>
          <p:cNvSpPr>
            <a:spLocks noChangeAspect="1"/>
          </p:cNvSpPr>
          <p:nvPr/>
        </p:nvSpPr>
        <p:spPr>
          <a:xfrm>
            <a:off x="68040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8" name="Rectangle 108"/>
          <p:cNvSpPr>
            <a:spLocks noChangeAspect="1"/>
          </p:cNvSpPr>
          <p:nvPr/>
        </p:nvSpPr>
        <p:spPr>
          <a:xfrm>
            <a:off x="70929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9" name="Rectangle 109"/>
          <p:cNvSpPr>
            <a:spLocks noChangeAspect="1"/>
          </p:cNvSpPr>
          <p:nvPr/>
        </p:nvSpPr>
        <p:spPr>
          <a:xfrm>
            <a:off x="73802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0" name="Oval 110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1" name="Rectangle 111"/>
          <p:cNvSpPr>
            <a:spLocks noChangeAspect="1"/>
          </p:cNvSpPr>
          <p:nvPr/>
        </p:nvSpPr>
        <p:spPr>
          <a:xfrm>
            <a:off x="59404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2" name="Rectangle 112"/>
          <p:cNvSpPr>
            <a:spLocks noChangeAspect="1"/>
          </p:cNvSpPr>
          <p:nvPr/>
        </p:nvSpPr>
        <p:spPr>
          <a:xfrm>
            <a:off x="53657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3" name="Rectangle 113"/>
          <p:cNvSpPr>
            <a:spLocks noChangeAspect="1"/>
          </p:cNvSpPr>
          <p:nvPr/>
        </p:nvSpPr>
        <p:spPr>
          <a:xfrm>
            <a:off x="5651500" y="42926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4" name="Rectangle 114"/>
          <p:cNvSpPr>
            <a:spLocks noChangeAspect="1"/>
          </p:cNvSpPr>
          <p:nvPr/>
        </p:nvSpPr>
        <p:spPr>
          <a:xfrm>
            <a:off x="62277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5" name="Rectangle 115"/>
          <p:cNvSpPr>
            <a:spLocks noChangeAspect="1"/>
          </p:cNvSpPr>
          <p:nvPr/>
        </p:nvSpPr>
        <p:spPr>
          <a:xfrm>
            <a:off x="65166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6" name="Rectangle 116"/>
          <p:cNvSpPr>
            <a:spLocks noChangeAspect="1"/>
          </p:cNvSpPr>
          <p:nvPr/>
        </p:nvSpPr>
        <p:spPr>
          <a:xfrm>
            <a:off x="68040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7" name="Rectangle 117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8" name="Rectangle 118"/>
          <p:cNvSpPr>
            <a:spLocks noChangeAspect="1"/>
          </p:cNvSpPr>
          <p:nvPr/>
        </p:nvSpPr>
        <p:spPr>
          <a:xfrm>
            <a:off x="73802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9" name="Rectangle 119"/>
          <p:cNvSpPr>
            <a:spLocks noChangeAspect="1"/>
          </p:cNvSpPr>
          <p:nvPr/>
        </p:nvSpPr>
        <p:spPr>
          <a:xfrm>
            <a:off x="59404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0" name="Rectangle 120"/>
          <p:cNvSpPr>
            <a:spLocks noChangeAspect="1"/>
          </p:cNvSpPr>
          <p:nvPr/>
        </p:nvSpPr>
        <p:spPr>
          <a:xfrm>
            <a:off x="53657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1" name="Rectangle 121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2" name="Rectangle 122"/>
          <p:cNvSpPr>
            <a:spLocks noChangeAspect="1"/>
          </p:cNvSpPr>
          <p:nvPr/>
        </p:nvSpPr>
        <p:spPr>
          <a:xfrm>
            <a:off x="62277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3" name="Rectangle 123"/>
          <p:cNvSpPr>
            <a:spLocks noChangeAspect="1"/>
          </p:cNvSpPr>
          <p:nvPr/>
        </p:nvSpPr>
        <p:spPr>
          <a:xfrm>
            <a:off x="65166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4" name="Rectangle 124"/>
          <p:cNvSpPr>
            <a:spLocks noChangeAspect="1"/>
          </p:cNvSpPr>
          <p:nvPr/>
        </p:nvSpPr>
        <p:spPr>
          <a:xfrm>
            <a:off x="68040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5" name="Rectangle 125"/>
          <p:cNvSpPr>
            <a:spLocks noChangeAspect="1"/>
          </p:cNvSpPr>
          <p:nvPr/>
        </p:nvSpPr>
        <p:spPr>
          <a:xfrm>
            <a:off x="70929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6" name="Rectangle 126"/>
          <p:cNvSpPr>
            <a:spLocks noChangeAspect="1"/>
          </p:cNvSpPr>
          <p:nvPr/>
        </p:nvSpPr>
        <p:spPr>
          <a:xfrm>
            <a:off x="73802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7" name="Oval 127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8" name="Rectangle 128"/>
          <p:cNvSpPr>
            <a:spLocks noChangeAspect="1"/>
          </p:cNvSpPr>
          <p:nvPr/>
        </p:nvSpPr>
        <p:spPr>
          <a:xfrm>
            <a:off x="59404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9" name="Rectangle 129"/>
          <p:cNvSpPr>
            <a:spLocks noChangeAspect="1"/>
          </p:cNvSpPr>
          <p:nvPr/>
        </p:nvSpPr>
        <p:spPr>
          <a:xfrm>
            <a:off x="53657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0" name="Rectangle 130"/>
          <p:cNvSpPr>
            <a:spLocks noChangeAspect="1"/>
          </p:cNvSpPr>
          <p:nvPr/>
        </p:nvSpPr>
        <p:spPr>
          <a:xfrm>
            <a:off x="56515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1" name="Rectangle 131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2" name="Rectangle 132"/>
          <p:cNvSpPr>
            <a:spLocks noChangeAspect="1"/>
          </p:cNvSpPr>
          <p:nvPr/>
        </p:nvSpPr>
        <p:spPr>
          <a:xfrm>
            <a:off x="65166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3" name="Rectangle 133"/>
          <p:cNvSpPr>
            <a:spLocks noChangeAspect="1"/>
          </p:cNvSpPr>
          <p:nvPr/>
        </p:nvSpPr>
        <p:spPr>
          <a:xfrm>
            <a:off x="68040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4" name="Rectangle 134"/>
          <p:cNvSpPr>
            <a:spLocks noChangeAspect="1"/>
          </p:cNvSpPr>
          <p:nvPr/>
        </p:nvSpPr>
        <p:spPr>
          <a:xfrm>
            <a:off x="70929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5" name="Rectangle 135"/>
          <p:cNvSpPr>
            <a:spLocks noChangeAspect="1"/>
          </p:cNvSpPr>
          <p:nvPr/>
        </p:nvSpPr>
        <p:spPr>
          <a:xfrm>
            <a:off x="73802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6" name="Oval 136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7" name="Rectangle 137"/>
          <p:cNvSpPr>
            <a:spLocks noChangeAspect="1"/>
          </p:cNvSpPr>
          <p:nvPr/>
        </p:nvSpPr>
        <p:spPr>
          <a:xfrm>
            <a:off x="59404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8" name="Rectangle 138"/>
          <p:cNvSpPr>
            <a:spLocks noChangeAspect="1"/>
          </p:cNvSpPr>
          <p:nvPr/>
        </p:nvSpPr>
        <p:spPr>
          <a:xfrm>
            <a:off x="53657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9" name="Rectangle 139"/>
          <p:cNvSpPr>
            <a:spLocks noChangeAspect="1"/>
          </p:cNvSpPr>
          <p:nvPr/>
        </p:nvSpPr>
        <p:spPr>
          <a:xfrm>
            <a:off x="56515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0" name="Rectangle 140"/>
          <p:cNvSpPr>
            <a:spLocks noChangeAspect="1"/>
          </p:cNvSpPr>
          <p:nvPr/>
        </p:nvSpPr>
        <p:spPr>
          <a:xfrm>
            <a:off x="62277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1" name="Rectangle 141"/>
          <p:cNvSpPr>
            <a:spLocks noChangeAspect="1"/>
          </p:cNvSpPr>
          <p:nvPr/>
        </p:nvSpPr>
        <p:spPr>
          <a:xfrm>
            <a:off x="65166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2" name="Rectangle 142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3" name="Rectangle 143"/>
          <p:cNvSpPr>
            <a:spLocks noChangeAspect="1"/>
          </p:cNvSpPr>
          <p:nvPr/>
        </p:nvSpPr>
        <p:spPr>
          <a:xfrm>
            <a:off x="70929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4" name="Rectangle 144"/>
          <p:cNvSpPr>
            <a:spLocks noChangeAspect="1"/>
          </p:cNvSpPr>
          <p:nvPr/>
        </p:nvSpPr>
        <p:spPr>
          <a:xfrm>
            <a:off x="73802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5" name="Oval 145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6" name="Rectangle 146"/>
          <p:cNvSpPr>
            <a:spLocks noChangeAspect="1"/>
          </p:cNvSpPr>
          <p:nvPr/>
        </p:nvSpPr>
        <p:spPr>
          <a:xfrm>
            <a:off x="59404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7" name="Rectangle 147"/>
          <p:cNvSpPr>
            <a:spLocks noChangeAspect="1"/>
          </p:cNvSpPr>
          <p:nvPr/>
        </p:nvSpPr>
        <p:spPr>
          <a:xfrm>
            <a:off x="53657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8" name="Rectangle 148"/>
          <p:cNvSpPr>
            <a:spLocks noChangeAspect="1"/>
          </p:cNvSpPr>
          <p:nvPr/>
        </p:nvSpPr>
        <p:spPr>
          <a:xfrm>
            <a:off x="56515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9" name="Rectangle 149"/>
          <p:cNvSpPr>
            <a:spLocks noChangeAspect="1"/>
          </p:cNvSpPr>
          <p:nvPr/>
        </p:nvSpPr>
        <p:spPr>
          <a:xfrm>
            <a:off x="62277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0" name="Rectangle 150"/>
          <p:cNvSpPr>
            <a:spLocks noChangeAspect="1"/>
          </p:cNvSpPr>
          <p:nvPr/>
        </p:nvSpPr>
        <p:spPr>
          <a:xfrm>
            <a:off x="65166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1" name="Rectangle 151"/>
          <p:cNvSpPr>
            <a:spLocks noChangeAspect="1"/>
          </p:cNvSpPr>
          <p:nvPr/>
        </p:nvSpPr>
        <p:spPr>
          <a:xfrm>
            <a:off x="68040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2" name="Rectangle 152"/>
          <p:cNvSpPr>
            <a:spLocks noChangeAspect="1"/>
          </p:cNvSpPr>
          <p:nvPr/>
        </p:nvSpPr>
        <p:spPr>
          <a:xfrm>
            <a:off x="70929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3" name="Rectangle 153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4" name="Oval 154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5" name="Oval 155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6" name="Rectangle 156"/>
          <p:cNvSpPr>
            <a:spLocks noChangeAspect="1"/>
          </p:cNvSpPr>
          <p:nvPr/>
        </p:nvSpPr>
        <p:spPr>
          <a:xfrm>
            <a:off x="4930775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</a:p>
        </p:txBody>
      </p:sp>
      <p:sp>
        <p:nvSpPr>
          <p:cNvPr id="1106077" name="Rectangle 157"/>
          <p:cNvSpPr>
            <a:spLocks noChangeAspect="1"/>
          </p:cNvSpPr>
          <p:nvPr/>
        </p:nvSpPr>
        <p:spPr>
          <a:xfrm>
            <a:off x="4930775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</a:p>
        </p:txBody>
      </p:sp>
      <p:sp>
        <p:nvSpPr>
          <p:cNvPr id="1106078" name="Rectangle 158"/>
          <p:cNvSpPr>
            <a:spLocks noChangeAspect="1"/>
          </p:cNvSpPr>
          <p:nvPr/>
        </p:nvSpPr>
        <p:spPr>
          <a:xfrm>
            <a:off x="4930775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</a:p>
        </p:txBody>
      </p:sp>
      <p:sp>
        <p:nvSpPr>
          <p:cNvPr id="1106079" name="Rectangle 159"/>
          <p:cNvSpPr>
            <a:spLocks noChangeAspect="1"/>
          </p:cNvSpPr>
          <p:nvPr/>
        </p:nvSpPr>
        <p:spPr>
          <a:xfrm>
            <a:off x="4930775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</a:p>
        </p:txBody>
      </p:sp>
      <p:sp>
        <p:nvSpPr>
          <p:cNvPr id="1106080" name="Rectangle 160"/>
          <p:cNvSpPr>
            <a:spLocks noChangeAspect="1"/>
          </p:cNvSpPr>
          <p:nvPr/>
        </p:nvSpPr>
        <p:spPr>
          <a:xfrm>
            <a:off x="4930775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</a:p>
        </p:txBody>
      </p:sp>
      <p:sp>
        <p:nvSpPr>
          <p:cNvPr id="1106081" name="Rectangle 161"/>
          <p:cNvSpPr>
            <a:spLocks noChangeAspect="1"/>
          </p:cNvSpPr>
          <p:nvPr/>
        </p:nvSpPr>
        <p:spPr>
          <a:xfrm>
            <a:off x="4930775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</a:p>
        </p:txBody>
      </p:sp>
      <p:sp>
        <p:nvSpPr>
          <p:cNvPr id="1106082" name="Rectangle 162"/>
          <p:cNvSpPr>
            <a:spLocks noChangeAspect="1"/>
          </p:cNvSpPr>
          <p:nvPr/>
        </p:nvSpPr>
        <p:spPr>
          <a:xfrm>
            <a:off x="4930775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</a:p>
        </p:txBody>
      </p:sp>
      <p:sp>
        <p:nvSpPr>
          <p:cNvPr id="1106083" name="Rectangle 163"/>
          <p:cNvSpPr>
            <a:spLocks noChangeAspect="1"/>
          </p:cNvSpPr>
          <p:nvPr/>
        </p:nvSpPr>
        <p:spPr>
          <a:xfrm>
            <a:off x="4930775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0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0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0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0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0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0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0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0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0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0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0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0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05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05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05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05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05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1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0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3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05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3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05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4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05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05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05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05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105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105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05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105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105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105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05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105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05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05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05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1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05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05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05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105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3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105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105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105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105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105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9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05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105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105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105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105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105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0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10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105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10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0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10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10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10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10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10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10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10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7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105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10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10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9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10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0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105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1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105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2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10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3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10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4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10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6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10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105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6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105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2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4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85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7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8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7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105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4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6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7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9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0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8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105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6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1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2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9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106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8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0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1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3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4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0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106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1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106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2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106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9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0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3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106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6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8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9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1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2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5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106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106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7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106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7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8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106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9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106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6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8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1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2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0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106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8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0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1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3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4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1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106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0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2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5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6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2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106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4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106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4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106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1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2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5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106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8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0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3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4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106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0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2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5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6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106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2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4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7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8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106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4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6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9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0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9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106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0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106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1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106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3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106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3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106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9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0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4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106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6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8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9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1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2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5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106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8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0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1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3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4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6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106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7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106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8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106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9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106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0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106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3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4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2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106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0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2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3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5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2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106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2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4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5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7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8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3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106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4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6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7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9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0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4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106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6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8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9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1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2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5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106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6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1106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7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106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8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106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9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0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1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106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6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8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9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1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2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0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106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8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0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1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3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4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1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106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0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2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3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5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6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2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106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2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4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5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7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8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3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106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1106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5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1106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3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4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6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1106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0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2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3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5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6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7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1106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2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4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5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7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8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9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1106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4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6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7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9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0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1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9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1106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0"/>
                  </p:tgtEl>
                </p:cond>
              </p:nextCondLst>
            </p:seq>
            <p:seq concurrent="1" nextAc="seek">
              <p:cTn id="1514" restart="whenNotActive" fill="hold" evtFilter="cancelBubble" nodeType="interactiveSeq">
                <p:stCondLst>
                  <p:cond evt="onClick" delay="0">
                    <p:tgtEl>
                      <p:spTgt spid="1106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5" fill="hold">
                      <p:stCondLst>
                        <p:cond delay="0"/>
                      </p:stCondLst>
                      <p:childTnLst>
                        <p:par>
                          <p:cTn id="1516" fill="hold">
                            <p:stCondLst>
                              <p:cond delay="0"/>
                            </p:stCondLst>
                            <p:childTnLst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1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1106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2"/>
                  </p:tgtEl>
                </p:cond>
              </p:nextCondLst>
            </p:seq>
            <p:seq concurrent="1" nextAc="seek">
              <p:cTn id="1538" restart="whenNotActive" fill="hold" evtFilter="cancelBubble" nodeType="interactiveSeq">
                <p:stCondLst>
                  <p:cond evt="onClick" delay="0">
                    <p:tgtEl>
                      <p:spTgt spid="1106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9" fill="hold">
                      <p:stCondLst>
                        <p:cond delay="0"/>
                      </p:stCondLst>
                      <p:childTnLst>
                        <p:par>
                          <p:cTn id="1540" fill="hold">
                            <p:stCondLst>
                              <p:cond delay="0"/>
                            </p:stCondLst>
                            <p:childTnLst>
                              <p:par>
                                <p:cTn id="1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7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8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9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3"/>
                  </p:tgtEl>
                </p:cond>
              </p:nextCondLst>
            </p:seq>
            <p:seq concurrent="1" nextAc="seek">
              <p:cTn id="1550" restart="whenNotActive" fill="hold" evtFilter="cancelBubble" nodeType="interactiveSeq">
                <p:stCondLst>
                  <p:cond evt="onClick" delay="0">
                    <p:tgtEl>
                      <p:spTgt spid="1106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1" fill="hold">
                      <p:stCondLst>
                        <p:cond delay="0"/>
                      </p:stCondLst>
                      <p:childTnLst>
                        <p:par>
                          <p:cTn id="1552" fill="hold">
                            <p:stCondLst>
                              <p:cond delay="0"/>
                            </p:stCondLst>
                            <p:childTnLst>
                              <p:par>
                                <p:cTn id="15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4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6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7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9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0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1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4"/>
                  </p:tgtEl>
                </p:cond>
              </p:nextCondLst>
            </p:seq>
            <p:seq concurrent="1" nextAc="seek">
              <p:cTn id="1562" restart="whenNotActive" fill="hold" evtFilter="cancelBubble" nodeType="interactiveSeq">
                <p:stCondLst>
                  <p:cond evt="onClick" delay="0">
                    <p:tgtEl>
                      <p:spTgt spid="1106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3" fill="hold">
                      <p:stCondLst>
                        <p:cond delay="0"/>
                      </p:stCondLst>
                      <p:childTnLst>
                        <p:par>
                          <p:cTn id="1564" fill="hold">
                            <p:stCondLst>
                              <p:cond delay="0"/>
                            </p:stCondLst>
                            <p:childTnLst>
                              <p:par>
                                <p:cTn id="15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6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8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9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1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2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3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5"/>
                  </p:tgtEl>
                </p:cond>
              </p:nextCondLst>
            </p:seq>
            <p:seq concurrent="1" nextAc="seek">
              <p:cTn id="1574" restart="whenNotActive" fill="hold" evtFilter="cancelBubble" nodeType="interactiveSeq">
                <p:stCondLst>
                  <p:cond evt="onClick" delay="0">
                    <p:tgtEl>
                      <p:spTgt spid="1106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5" fill="hold">
                      <p:stCondLst>
                        <p:cond delay="0"/>
                      </p:stCondLst>
                      <p:childTnLst>
                        <p:par>
                          <p:cTn id="1576" fill="hold">
                            <p:stCondLst>
                              <p:cond delay="0"/>
                            </p:stCondLst>
                            <p:childTnLst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6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1106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8"/>
                  </p:tgtEl>
                </p:cond>
              </p:nextCondLst>
            </p:seq>
            <p:seq concurrent="1" nextAc="seek">
              <p:cTn id="1598" restart="whenNotActive" fill="hold" evtFilter="cancelBubble" nodeType="interactiveSeq">
                <p:stCondLst>
                  <p:cond evt="onClick" delay="0">
                    <p:tgtEl>
                      <p:spTgt spid="1106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9" fill="hold">
                      <p:stCondLst>
                        <p:cond delay="0"/>
                      </p:stCondLst>
                      <p:childTnLst>
                        <p:par>
                          <p:cTn id="1600" fill="hold">
                            <p:stCondLst>
                              <p:cond delay="0"/>
                            </p:stCondLst>
                            <p:childTnLst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1106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9"/>
                  </p:tgtEl>
                </p:cond>
              </p:nextCondLst>
            </p:seq>
            <p:seq concurrent="1" nextAc="seek">
              <p:cTn id="1622" restart="whenNotActive" fill="hold" evtFilter="cancelBubble" nodeType="interactiveSeq">
                <p:stCondLst>
                  <p:cond evt="onClick" delay="0">
                    <p:tgtEl>
                      <p:spTgt spid="1106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3" fill="hold">
                      <p:stCondLst>
                        <p:cond delay="0"/>
                      </p:stCondLst>
                      <p:childTnLst>
                        <p:par>
                          <p:cTn id="1624" fill="hold">
                            <p:stCondLst>
                              <p:cond delay="0"/>
                            </p:stCondLst>
                            <p:childTnLst>
                              <p:par>
                                <p:cTn id="16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1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2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3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0"/>
                  </p:tgtEl>
                </p:cond>
              </p:nextCondLst>
            </p:seq>
            <p:seq concurrent="1" nextAc="seek">
              <p:cTn id="1634" restart="whenNotActive" fill="hold" evtFilter="cancelBubble" nodeType="interactiveSeq">
                <p:stCondLst>
                  <p:cond evt="onClick" delay="0">
                    <p:tgtEl>
                      <p:spTgt spid="1106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5" fill="hold">
                      <p:stCondLst>
                        <p:cond delay="0"/>
                      </p:stCondLst>
                      <p:childTnLst>
                        <p:par>
                          <p:cTn id="1636" fill="hold">
                            <p:stCondLst>
                              <p:cond delay="0"/>
                            </p:stCondLst>
                            <p:childTnLst>
                              <p:par>
                                <p:cTn id="1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8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0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1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3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4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5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1"/>
                  </p:tgtEl>
                </p:cond>
              </p:nextCondLst>
            </p:seq>
            <p:seq concurrent="1" nextAc="seek">
              <p:cTn id="1646" restart="whenNotActive" fill="hold" evtFilter="cancelBubble" nodeType="interactiveSeq">
                <p:stCondLst>
                  <p:cond evt="onClick" delay="0">
                    <p:tgtEl>
                      <p:spTgt spid="1106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7" fill="hold">
                      <p:stCondLst>
                        <p:cond delay="0"/>
                      </p:stCondLst>
                      <p:childTnLst>
                        <p:par>
                          <p:cTn id="1648" fill="hold">
                            <p:stCondLst>
                              <p:cond delay="0"/>
                            </p:stCondLst>
                            <p:childTnLst>
                              <p:par>
                                <p:cTn id="16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0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2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3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5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6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7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2"/>
                  </p:tgtEl>
                </p:cond>
              </p:nextCondLst>
            </p:seq>
            <p:seq concurrent="1" nextAc="seek">
              <p:cTn id="1658" restart="whenNotActive" fill="hold" evtFilter="cancelBubble" nodeType="interactiveSeq">
                <p:stCondLst>
                  <p:cond evt="onClick" delay="0">
                    <p:tgtEl>
                      <p:spTgt spid="11060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9" fill="hold">
                      <p:stCondLst>
                        <p:cond delay="0"/>
                      </p:stCondLst>
                      <p:childTnLst>
                        <p:par>
                          <p:cTn id="1660" fill="hold">
                            <p:stCondLst>
                              <p:cond delay="0"/>
                            </p:stCondLst>
                            <p:childTnLst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3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1106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4"/>
                  </p:tgtEl>
                </p:cond>
              </p:nextCondLst>
            </p:seq>
            <p:seq concurrent="1" nextAc="seek">
              <p:cTn id="1682" restart="whenNotActive" fill="hold" evtFilter="cancelBubble" nodeType="interactiveSeq">
                <p:stCondLst>
                  <p:cond evt="onClick" delay="0">
                    <p:tgtEl>
                      <p:spTgt spid="1106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3" fill="hold">
                      <p:stCondLst>
                        <p:cond delay="0"/>
                      </p:stCondLst>
                      <p:childTnLst>
                        <p:par>
                          <p:cTn id="1684" fill="hold">
                            <p:stCondLst>
                              <p:cond delay="0"/>
                            </p:stCondLst>
                            <p:childTnLst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5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11060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8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0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1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3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4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5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7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11060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0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2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3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5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6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7"/>
                  </p:tgtEl>
                </p:cond>
              </p:nextCondLst>
            </p:seq>
            <p:seq concurrent="1" nextAc="seek">
              <p:cTn id="1718" restart="whenNotActive" fill="hold" evtFilter="cancelBubble" nodeType="interactiveSeq">
                <p:stCondLst>
                  <p:cond evt="onClick" delay="0">
                    <p:tgtEl>
                      <p:spTgt spid="11060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9" fill="hold">
                      <p:stCondLst>
                        <p:cond delay="0"/>
                      </p:stCondLst>
                      <p:childTnLst>
                        <p:par>
                          <p:cTn id="1720" fill="hold">
                            <p:stCondLst>
                              <p:cond delay="0"/>
                            </p:stCondLst>
                            <p:childTnLst>
                              <p:par>
                                <p:cTn id="17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2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4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5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7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8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8"/>
                  </p:tgtEl>
                </p:cond>
              </p:nextCondLst>
            </p:seq>
            <p:seq concurrent="1" nextAc="seek">
              <p:cTn id="1730" restart="whenNotActive" fill="hold" evtFilter="cancelBubble" nodeType="interactiveSeq">
                <p:stCondLst>
                  <p:cond evt="onClick" delay="0">
                    <p:tgtEl>
                      <p:spTgt spid="11060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1" fill="hold">
                      <p:stCondLst>
                        <p:cond delay="0"/>
                      </p:stCondLst>
                      <p:childTnLst>
                        <p:par>
                          <p:cTn id="1732" fill="hold">
                            <p:stCondLst>
                              <p:cond delay="0"/>
                            </p:stCondLst>
                            <p:childTnLst>
                              <p:par>
                                <p:cTn id="1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4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6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7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9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0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9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11060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0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11060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3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4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11060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0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2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3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5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6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2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11060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7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8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3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1106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4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6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7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9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0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4"/>
                  </p:tgtEl>
                </p:cond>
              </p:nextCondLst>
            </p:seq>
            <p:seq concurrent="1" nextAc="seek">
              <p:cTn id="1802" restart="whenNotActive" fill="hold" evtFilter="cancelBubble" nodeType="interactiveSeq">
                <p:stCondLst>
                  <p:cond evt="onClick" delay="0">
                    <p:tgtEl>
                      <p:spTgt spid="11060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3" fill="hold">
                      <p:stCondLst>
                        <p:cond delay="0"/>
                      </p:stCondLst>
                      <p:childTnLst>
                        <p:par>
                          <p:cTn id="1804" fill="hold">
                            <p:stCondLst>
                              <p:cond delay="0"/>
                            </p:stCondLst>
                            <p:childTnLst>
                              <p:par>
                                <p:cTn id="18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6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8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9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1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2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3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6"/>
                  </p:tgtEl>
                </p:cond>
              </p:nextCondLst>
            </p:seq>
            <p:seq concurrent="1" nextAc="seek">
              <p:cTn id="1814" restart="whenNotActive" fill="hold" evtFilter="cancelBubble" nodeType="interactiveSeq">
                <p:stCondLst>
                  <p:cond evt="onClick" delay="0">
                    <p:tgtEl>
                      <p:spTgt spid="11060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5" fill="hold">
                      <p:stCondLst>
                        <p:cond delay="0"/>
                      </p:stCondLst>
                      <p:childTnLst>
                        <p:par>
                          <p:cTn id="1816" fill="hold">
                            <p:stCondLst>
                              <p:cond delay="0"/>
                            </p:stCondLst>
                            <p:childTnLst>
                              <p:par>
                                <p:cTn id="18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8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0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1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3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4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5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5"/>
                  </p:tgtEl>
                </p:cond>
              </p:nextCondLst>
            </p:seq>
            <p:seq concurrent="1" nextAc="seek">
              <p:cTn id="1826" restart="whenNotActive" fill="hold" evtFilter="cancelBubble" nodeType="interactiveSeq">
                <p:stCondLst>
                  <p:cond evt="onClick" delay="0">
                    <p:tgtEl>
                      <p:spTgt spid="1106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7" fill="hold">
                      <p:stCondLst>
                        <p:cond delay="0"/>
                      </p:stCondLst>
                      <p:childTnLst>
                        <p:par>
                          <p:cTn id="1828" fill="hold">
                            <p:stCondLst>
                              <p:cond delay="0"/>
                            </p:stCondLst>
                            <p:childTnLst>
                              <p:par>
                                <p:cTn id="1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0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2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3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5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6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7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6"/>
                  </p:tgtEl>
                </p:cond>
              </p:nextCondLst>
            </p:seq>
            <p:seq concurrent="1" nextAc="seek">
              <p:cTn id="1838" restart="whenNotActive" fill="hold" evtFilter="cancelBubble" nodeType="interactiveSeq">
                <p:stCondLst>
                  <p:cond evt="onClick" delay="0">
                    <p:tgtEl>
                      <p:spTgt spid="11060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9" fill="hold">
                      <p:stCondLst>
                        <p:cond delay="0"/>
                      </p:stCondLst>
                      <p:childTnLst>
                        <p:par>
                          <p:cTn id="1840" fill="hold">
                            <p:stCondLst>
                              <p:cond delay="0"/>
                            </p:stCondLst>
                            <p:childTnLst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7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1106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8"/>
                  </p:tgtEl>
                </p:cond>
              </p:nextCondLst>
            </p:seq>
            <p:seq concurrent="1" nextAc="seek">
              <p:cTn id="1862" restart="whenNotActive" fill="hold" evtFilter="cancelBubble" nodeType="interactiveSeq">
                <p:stCondLst>
                  <p:cond evt="onClick" delay="0">
                    <p:tgtEl>
                      <p:spTgt spid="11060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3" fill="hold">
                      <p:stCondLst>
                        <p:cond delay="0"/>
                      </p:stCondLst>
                      <p:childTnLst>
                        <p:par>
                          <p:cTn id="1864" fill="hold">
                            <p:stCondLst>
                              <p:cond delay="0"/>
                            </p:stCondLst>
                            <p:childTnLst>
                              <p:par>
                                <p:cTn id="18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1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2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3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9"/>
                  </p:tgtEl>
                </p:cond>
              </p:nextCondLst>
            </p:seq>
            <p:seq concurrent="1" nextAc="seek">
              <p:cTn id="1874" restart="whenNotActive" fill="hold" evtFilter="cancelBubble" nodeType="interactiveSeq">
                <p:stCondLst>
                  <p:cond evt="onClick" delay="0">
                    <p:tgtEl>
                      <p:spTgt spid="1106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5" fill="hold">
                      <p:stCondLst>
                        <p:cond delay="0"/>
                      </p:stCondLst>
                      <p:childTnLst>
                        <p:par>
                          <p:cTn id="1876" fill="hold">
                            <p:stCondLst>
                              <p:cond delay="0"/>
                            </p:stCondLst>
                            <p:childTnLst>
                              <p:par>
                                <p:cTn id="18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8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0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1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3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4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5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0"/>
                  </p:tgtEl>
                </p:cond>
              </p:nextCondLst>
            </p:seq>
            <p:seq concurrent="1" nextAc="seek">
              <p:cTn id="1886" restart="whenNotActive" fill="hold" evtFilter="cancelBubble" nodeType="interactiveSeq">
                <p:stCondLst>
                  <p:cond evt="onClick" delay="0">
                    <p:tgtEl>
                      <p:spTgt spid="11060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7" fill="hold">
                      <p:stCondLst>
                        <p:cond delay="0"/>
                      </p:stCondLst>
                      <p:childTnLst>
                        <p:par>
                          <p:cTn id="1888" fill="hold">
                            <p:stCondLst>
                              <p:cond delay="0"/>
                            </p:stCondLst>
                            <p:childTnLst>
                              <p:par>
                                <p:cTn id="18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0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2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3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5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6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7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1"/>
                  </p:tgtEl>
                </p:cond>
              </p:nextCondLst>
            </p:seq>
            <p:seq concurrent="1" nextAc="seek">
              <p:cTn id="1898" restart="whenNotActive" fill="hold" evtFilter="cancelBubble" nodeType="interactiveSeq">
                <p:stCondLst>
                  <p:cond evt="onClick" delay="0">
                    <p:tgtEl>
                      <p:spTgt spid="1106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9" fill="hold">
                      <p:stCondLst>
                        <p:cond delay="0"/>
                      </p:stCondLst>
                      <p:childTnLst>
                        <p:par>
                          <p:cTn id="1900" fill="hold">
                            <p:stCondLst>
                              <p:cond delay="0"/>
                            </p:stCondLst>
                            <p:childTnLst>
                              <p:par>
                                <p:cTn id="19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2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4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05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7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8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9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2"/>
                  </p:tgtEl>
                </p:cond>
              </p:nextCondLst>
            </p:seq>
            <p:seq concurrent="1" nextAc="seek">
              <p:cTn id="1910" restart="whenNotActive" fill="hold" evtFilter="cancelBubble" nodeType="interactiveSeq">
                <p:stCondLst>
                  <p:cond evt="onClick" delay="0">
                    <p:tgtEl>
                      <p:spTgt spid="11060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1" fill="hold">
                      <p:stCondLst>
                        <p:cond delay="0"/>
                      </p:stCondLst>
                      <p:childTnLst>
                        <p:par>
                          <p:cTn id="1912" fill="hold">
                            <p:stCondLst>
                              <p:cond delay="0"/>
                            </p:stCondLst>
                            <p:childTnLst>
                              <p:par>
                                <p:cTn id="19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4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6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17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9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0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1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3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spcAft>
                <a:spcPts val="0"/>
              </a:spcAft>
            </a:pPr>
            <a:r>
              <a:rPr lang="en-US" altLang="zh-CN" sz="4000" b="1">
                <a:solidFill>
                  <a:srgbClr val="003366"/>
                </a:solidFill>
                <a:ea typeface="楷体_GB2312" pitchFamily="49" charset="-122"/>
              </a:rPr>
              <a:t>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row i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, need to try column 0~n-1 ( j = 0, …, n-1 ) </a:t>
            </a:r>
          </a:p>
          <a:p>
            <a:pPr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:</a:t>
            </a:r>
            <a:endParaRPr lang="zh-CN" altLang="en-US" sz="2400" b="1">
              <a:solidFill>
                <a:srgbClr val="000099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other queens in 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column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primary diagonal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secondary diagonal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, cancel the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 due to an attack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no attack, maintain the position of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, and place a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row i+1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 recursively.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08125" y="620395"/>
            <a:ext cx="7635875" cy="5638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)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       if ( no attack in row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j)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           place a queen in row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j;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 pitchFamily="49" charset="-122"/>
              </a:rPr>
              <a:t>             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if (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1 ) output a layout</a:t>
            </a:r>
            <a:r>
              <a:rPr lang="zh-CN" altLang="en-US" b="1" dirty="0">
                <a:solidFill>
                  <a:srgbClr val="003366"/>
                </a:solidFill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 pitchFamily="49" charset="-122"/>
              </a:rPr>
              <a:t>  		    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else Queen ( i+1 );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           cancel queen in row </a:t>
            </a:r>
            <a:r>
              <a:rPr lang="en-US" altLang="zh-CN" b="1" dirty="0" err="1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j;</a:t>
            </a:r>
            <a:endParaRPr lang="zh-CN" altLang="en-US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}       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    }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3366"/>
                </a:solidFill>
                <a:ea typeface="楷体_GB2312" pitchFamily="49" charset="-122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6819"/>
            <a:ext cx="9144000" cy="648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8660" name="Rectangle 53"/>
          <p:cNvSpPr>
            <a:spLocks noChangeArrowheads="1"/>
          </p:cNvSpPr>
          <p:nvPr/>
        </p:nvSpPr>
        <p:spPr bwMode="auto">
          <a:xfrm>
            <a:off x="3996267" y="1557338"/>
            <a:ext cx="6096000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2#secondary diagonal</a:t>
            </a: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4#secondary diagonal</a:t>
            </a: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62" name="Rectangle 55"/>
          <p:cNvSpPr>
            <a:spLocks noChangeArrowheads="1"/>
          </p:cNvSpPr>
          <p:nvPr/>
        </p:nvSpPr>
        <p:spPr bwMode="auto">
          <a:xfrm>
            <a:off x="3996267" y="4365625"/>
            <a:ext cx="609600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3#primary diagonal</a:t>
            </a:r>
          </a:p>
          <a:p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5#primary diagonal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208549" y="882651"/>
            <a:ext cx="8677268" cy="5163147"/>
            <a:chOff x="1016000" y="882650"/>
            <a:chExt cx="10186590" cy="5250081"/>
          </a:xfrm>
          <a:noFill/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5520268" y="3716338"/>
              <a:ext cx="2490436" cy="800219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</a:p>
            <a:p>
              <a:pPr>
                <a:lnSpc>
                  <a:spcPct val="115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8611" name="Line 3"/>
            <p:cNvSpPr>
              <a:spLocks noChangeShapeType="1"/>
            </p:cNvSpPr>
            <p:nvPr/>
          </p:nvSpPr>
          <p:spPr bwMode="auto">
            <a:xfrm>
              <a:off x="2844800" y="2057400"/>
              <a:ext cx="2540000" cy="1905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2" name="Line 4"/>
            <p:cNvSpPr>
              <a:spLocks noChangeShapeType="1"/>
            </p:cNvSpPr>
            <p:nvPr/>
          </p:nvSpPr>
          <p:spPr bwMode="auto">
            <a:xfrm flipH="1">
              <a:off x="1422400" y="17526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3" name="Line 5"/>
            <p:cNvSpPr>
              <a:spLocks noChangeShapeType="1"/>
            </p:cNvSpPr>
            <p:nvPr/>
          </p:nvSpPr>
          <p:spPr bwMode="auto">
            <a:xfrm>
              <a:off x="1625600" y="22098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4" name="Line 6"/>
            <p:cNvSpPr>
              <a:spLocks noChangeShapeType="1"/>
            </p:cNvSpPr>
            <p:nvPr/>
          </p:nvSpPr>
          <p:spPr bwMode="auto">
            <a:xfrm>
              <a:off x="16256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5" name="Line 7"/>
            <p:cNvSpPr>
              <a:spLocks noChangeShapeType="1"/>
            </p:cNvSpPr>
            <p:nvPr/>
          </p:nvSpPr>
          <p:spPr bwMode="auto">
            <a:xfrm>
              <a:off x="1625600" y="27432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6" name="Line 8"/>
            <p:cNvSpPr>
              <a:spLocks noChangeShapeType="1"/>
            </p:cNvSpPr>
            <p:nvPr/>
          </p:nvSpPr>
          <p:spPr bwMode="auto">
            <a:xfrm>
              <a:off x="1625600" y="32766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625600" y="38100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Line 10"/>
            <p:cNvSpPr>
              <a:spLocks noChangeShapeType="1"/>
            </p:cNvSpPr>
            <p:nvPr/>
          </p:nvSpPr>
          <p:spPr bwMode="auto">
            <a:xfrm>
              <a:off x="1625600" y="43434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9" name="Line 11"/>
            <p:cNvSpPr>
              <a:spLocks noChangeShapeType="1"/>
            </p:cNvSpPr>
            <p:nvPr/>
          </p:nvSpPr>
          <p:spPr bwMode="auto">
            <a:xfrm>
              <a:off x="23368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0" name="Line 12"/>
            <p:cNvSpPr>
              <a:spLocks noChangeShapeType="1"/>
            </p:cNvSpPr>
            <p:nvPr/>
          </p:nvSpPr>
          <p:spPr bwMode="auto">
            <a:xfrm>
              <a:off x="30480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1" name="Line 13"/>
            <p:cNvSpPr>
              <a:spLocks noChangeShapeType="1"/>
            </p:cNvSpPr>
            <p:nvPr/>
          </p:nvSpPr>
          <p:spPr bwMode="auto">
            <a:xfrm>
              <a:off x="37592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2" name="Line 14"/>
            <p:cNvSpPr>
              <a:spLocks noChangeShapeType="1"/>
            </p:cNvSpPr>
            <p:nvPr/>
          </p:nvSpPr>
          <p:spPr bwMode="auto">
            <a:xfrm>
              <a:off x="44704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3" name="Text Box 15"/>
            <p:cNvSpPr txBox="1">
              <a:spLocks noChangeArrowheads="1"/>
            </p:cNvSpPr>
            <p:nvPr/>
          </p:nvSpPr>
          <p:spPr bwMode="auto">
            <a:xfrm>
              <a:off x="3048000" y="21304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</a:t>
              </a:r>
              <a:endParaRPr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68624" name="Text Box 16"/>
            <p:cNvSpPr txBox="1">
              <a:spLocks noChangeArrowheads="1"/>
            </p:cNvSpPr>
            <p:nvPr/>
          </p:nvSpPr>
          <p:spPr bwMode="auto">
            <a:xfrm>
              <a:off x="1604432" y="2667001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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25" name="Text Box 17"/>
            <p:cNvSpPr txBox="1">
              <a:spLocks noChangeArrowheads="1"/>
            </p:cNvSpPr>
            <p:nvPr/>
          </p:nvSpPr>
          <p:spPr bwMode="auto">
            <a:xfrm>
              <a:off x="3738033" y="31845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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8626" name="Line 18"/>
            <p:cNvSpPr>
              <a:spLocks noChangeShapeType="1"/>
            </p:cNvSpPr>
            <p:nvPr/>
          </p:nvSpPr>
          <p:spPr bwMode="auto">
            <a:xfrm flipH="1">
              <a:off x="1422400" y="2057400"/>
              <a:ext cx="3251200" cy="2438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7" name="Line 19"/>
            <p:cNvSpPr>
              <a:spLocks noChangeShapeType="1"/>
            </p:cNvSpPr>
            <p:nvPr/>
          </p:nvSpPr>
          <p:spPr bwMode="auto">
            <a:xfrm flipH="1">
              <a:off x="1422400" y="1447800"/>
              <a:ext cx="2641600" cy="19812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8" name="Line 20"/>
            <p:cNvSpPr>
              <a:spLocks noChangeShapeType="1"/>
            </p:cNvSpPr>
            <p:nvPr/>
          </p:nvSpPr>
          <p:spPr bwMode="auto">
            <a:xfrm flipH="1">
              <a:off x="1422400" y="1219200"/>
              <a:ext cx="2235200" cy="1676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9" name="Line 21"/>
            <p:cNvSpPr>
              <a:spLocks noChangeShapeType="1"/>
            </p:cNvSpPr>
            <p:nvPr/>
          </p:nvSpPr>
          <p:spPr bwMode="auto">
            <a:xfrm flipV="1">
              <a:off x="2133600" y="22860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0" name="Line 22"/>
            <p:cNvSpPr>
              <a:spLocks noChangeShapeType="1"/>
            </p:cNvSpPr>
            <p:nvPr/>
          </p:nvSpPr>
          <p:spPr bwMode="auto">
            <a:xfrm flipV="1">
              <a:off x="2844800" y="2590800"/>
              <a:ext cx="2540000" cy="19050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1" name="Line 23"/>
            <p:cNvSpPr>
              <a:spLocks noChangeShapeType="1"/>
            </p:cNvSpPr>
            <p:nvPr/>
          </p:nvSpPr>
          <p:spPr bwMode="auto">
            <a:xfrm flipV="1">
              <a:off x="3556000" y="3048000"/>
              <a:ext cx="1930400" cy="1447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2" name="Line 24"/>
            <p:cNvSpPr>
              <a:spLocks noChangeShapeType="1"/>
            </p:cNvSpPr>
            <p:nvPr/>
          </p:nvSpPr>
          <p:spPr bwMode="auto">
            <a:xfrm>
              <a:off x="3657600" y="1219200"/>
              <a:ext cx="1828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3" name="Text Box 25"/>
            <p:cNvSpPr txBox="1">
              <a:spLocks noChangeArrowheads="1"/>
            </p:cNvSpPr>
            <p:nvPr/>
          </p:nvSpPr>
          <p:spPr bwMode="auto">
            <a:xfrm>
              <a:off x="5520267" y="981075"/>
              <a:ext cx="3107267" cy="93503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</a:p>
            <a:p>
              <a:pPr>
                <a:lnSpc>
                  <a:spcPct val="120000"/>
                </a:lnSpc>
              </a:pP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1000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8496301" y="1196976"/>
              <a:ext cx="2706289" cy="15696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68635" name="Line 27"/>
            <p:cNvSpPr>
              <a:spLocks noChangeShapeType="1"/>
            </p:cNvSpPr>
            <p:nvPr/>
          </p:nvSpPr>
          <p:spPr bwMode="auto">
            <a:xfrm flipH="1">
              <a:off x="4064000" y="1447800"/>
              <a:ext cx="4470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6" name="Line 28"/>
            <p:cNvSpPr>
              <a:spLocks noChangeShapeType="1"/>
            </p:cNvSpPr>
            <p:nvPr/>
          </p:nvSpPr>
          <p:spPr bwMode="auto">
            <a:xfrm flipH="1">
              <a:off x="4368800" y="1752600"/>
              <a:ext cx="1117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7" name="Line 29"/>
            <p:cNvSpPr>
              <a:spLocks noChangeShapeType="1"/>
            </p:cNvSpPr>
            <p:nvPr/>
          </p:nvSpPr>
          <p:spPr bwMode="auto">
            <a:xfrm flipH="1">
              <a:off x="4673600" y="2057400"/>
              <a:ext cx="3860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8" name="Line 30"/>
            <p:cNvSpPr>
              <a:spLocks noChangeShapeType="1"/>
            </p:cNvSpPr>
            <p:nvPr/>
          </p:nvSpPr>
          <p:spPr bwMode="auto">
            <a:xfrm flipH="1">
              <a:off x="5080000" y="2286000"/>
              <a:ext cx="406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9" name="Line 31"/>
            <p:cNvSpPr>
              <a:spLocks noChangeShapeType="1"/>
            </p:cNvSpPr>
            <p:nvPr/>
          </p:nvSpPr>
          <p:spPr bwMode="auto">
            <a:xfrm flipH="1">
              <a:off x="5384800" y="2590800"/>
              <a:ext cx="3149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0" name="Text Box 32"/>
            <p:cNvSpPr txBox="1">
              <a:spLocks noChangeArrowheads="1"/>
            </p:cNvSpPr>
            <p:nvPr/>
          </p:nvSpPr>
          <p:spPr bwMode="auto">
            <a:xfrm>
              <a:off x="8401053" y="3500439"/>
              <a:ext cx="2490436" cy="230832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长城新魏碑体" pitchFamily="49" charset="-122"/>
              </a:endParaRPr>
            </a:p>
          </p:txBody>
        </p:sp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 flipH="1">
              <a:off x="5791200" y="3733800"/>
              <a:ext cx="264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Line 34"/>
            <p:cNvSpPr>
              <a:spLocks noChangeShapeType="1"/>
            </p:cNvSpPr>
            <p:nvPr/>
          </p:nvSpPr>
          <p:spPr bwMode="auto">
            <a:xfrm>
              <a:off x="3556000" y="2057400"/>
              <a:ext cx="2235200" cy="1676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3" name="Line 35"/>
            <p:cNvSpPr>
              <a:spLocks noChangeShapeType="1"/>
            </p:cNvSpPr>
            <p:nvPr/>
          </p:nvSpPr>
          <p:spPr bwMode="auto">
            <a:xfrm>
              <a:off x="2133600" y="2057400"/>
              <a:ext cx="2946400" cy="2209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4" name="Line 36"/>
            <p:cNvSpPr>
              <a:spLocks noChangeShapeType="1"/>
            </p:cNvSpPr>
            <p:nvPr/>
          </p:nvSpPr>
          <p:spPr bwMode="auto">
            <a:xfrm flipH="1">
              <a:off x="5080000" y="4267200"/>
              <a:ext cx="3352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5" name="Line 37"/>
            <p:cNvSpPr>
              <a:spLocks noChangeShapeType="1"/>
            </p:cNvSpPr>
            <p:nvPr/>
          </p:nvSpPr>
          <p:spPr bwMode="auto">
            <a:xfrm>
              <a:off x="1422400" y="2590800"/>
              <a:ext cx="3048000" cy="2286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6" name="Line 38"/>
            <p:cNvSpPr>
              <a:spLocks noChangeShapeType="1"/>
            </p:cNvSpPr>
            <p:nvPr/>
          </p:nvSpPr>
          <p:spPr bwMode="auto">
            <a:xfrm flipH="1">
              <a:off x="4470400" y="4876800"/>
              <a:ext cx="39624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7" name="Line 39"/>
            <p:cNvSpPr>
              <a:spLocks noChangeShapeType="1"/>
            </p:cNvSpPr>
            <p:nvPr/>
          </p:nvSpPr>
          <p:spPr bwMode="auto">
            <a:xfrm>
              <a:off x="1422400" y="3657600"/>
              <a:ext cx="2438400" cy="1828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8" name="Line 40"/>
            <p:cNvSpPr>
              <a:spLocks noChangeShapeType="1"/>
            </p:cNvSpPr>
            <p:nvPr/>
          </p:nvSpPr>
          <p:spPr bwMode="auto">
            <a:xfrm flipH="1">
              <a:off x="3860800" y="5486400"/>
              <a:ext cx="45720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9" name="Text Box 41"/>
            <p:cNvSpPr txBox="1">
              <a:spLocks noChangeArrowheads="1"/>
            </p:cNvSpPr>
            <p:nvPr/>
          </p:nvSpPr>
          <p:spPr bwMode="auto">
            <a:xfrm>
              <a:off x="2315634" y="3717925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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0" name="Line 42"/>
            <p:cNvSpPr>
              <a:spLocks noChangeShapeType="1"/>
            </p:cNvSpPr>
            <p:nvPr/>
          </p:nvSpPr>
          <p:spPr bwMode="auto">
            <a:xfrm flipH="1">
              <a:off x="5384800" y="3962400"/>
              <a:ext cx="10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1" name="Line 43"/>
            <p:cNvSpPr>
              <a:spLocks noChangeShapeType="1"/>
            </p:cNvSpPr>
            <p:nvPr/>
          </p:nvSpPr>
          <p:spPr bwMode="auto">
            <a:xfrm flipH="1">
              <a:off x="4775200" y="4572000"/>
              <a:ext cx="7112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2" name="Line 44"/>
            <p:cNvSpPr>
              <a:spLocks noChangeShapeType="1"/>
            </p:cNvSpPr>
            <p:nvPr/>
          </p:nvSpPr>
          <p:spPr bwMode="auto">
            <a:xfrm>
              <a:off x="1422400" y="2057400"/>
              <a:ext cx="3352800" cy="25146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3" name="Line 45"/>
            <p:cNvSpPr>
              <a:spLocks noChangeShapeType="1"/>
            </p:cNvSpPr>
            <p:nvPr/>
          </p:nvSpPr>
          <p:spPr bwMode="auto">
            <a:xfrm>
              <a:off x="1422400" y="3124200"/>
              <a:ext cx="2743200" cy="2057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4" name="Line 46"/>
            <p:cNvSpPr>
              <a:spLocks noChangeShapeType="1"/>
            </p:cNvSpPr>
            <p:nvPr/>
          </p:nvSpPr>
          <p:spPr bwMode="auto">
            <a:xfrm flipH="1">
              <a:off x="4165600" y="5181600"/>
              <a:ext cx="1320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5" name="Text Box 47"/>
            <p:cNvSpPr txBox="1">
              <a:spLocks noChangeArrowheads="1"/>
            </p:cNvSpPr>
            <p:nvPr/>
          </p:nvSpPr>
          <p:spPr bwMode="auto">
            <a:xfrm>
              <a:off x="1752600" y="1630363"/>
              <a:ext cx="2298758" cy="5847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0   1   2   3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6" name="Text Box 48"/>
            <p:cNvSpPr txBox="1">
              <a:spLocks noChangeArrowheads="1"/>
            </p:cNvSpPr>
            <p:nvPr/>
          </p:nvSpPr>
          <p:spPr bwMode="auto">
            <a:xfrm>
              <a:off x="1016000" y="2057401"/>
              <a:ext cx="419965" cy="235756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7" name="Text Box 49"/>
            <p:cNvSpPr txBox="1">
              <a:spLocks noChangeArrowheads="1"/>
            </p:cNvSpPr>
            <p:nvPr/>
          </p:nvSpPr>
          <p:spPr bwMode="auto">
            <a:xfrm>
              <a:off x="1024467" y="882650"/>
              <a:ext cx="1594210" cy="64633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>
                  <a:solidFill>
                    <a:srgbClr val="006666"/>
                  </a:solidFill>
                  <a:latin typeface="Times New Roman" panose="02020603050405020304" pitchFamily="18" charset="0"/>
                </a:rPr>
                <a:t>k = i+j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5586" name="Text Box 50"/>
            <p:cNvSpPr txBox="1">
              <a:spLocks noChangeArrowheads="1"/>
            </p:cNvSpPr>
            <p:nvPr/>
          </p:nvSpPr>
          <p:spPr bwMode="auto">
            <a:xfrm>
              <a:off x="1320800" y="5486400"/>
              <a:ext cx="2229684" cy="646331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k = n+i</a:t>
              </a:r>
              <a:r>
                <a:rPr lang="en-US" altLang="zh-CN" sz="3600" b="1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j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1</a:t>
              </a:r>
              <a:endParaRPr lang="en-US" altLang="zh-CN" sz="3200" b="1">
                <a:latin typeface="+mn-lt"/>
                <a:ea typeface="+mn-ea"/>
              </a:endParaRPr>
            </a:p>
          </p:txBody>
        </p:sp>
        <p:sp>
          <p:nvSpPr>
            <p:cNvPr id="68659" name="Rectangle 52"/>
            <p:cNvSpPr>
              <a:spLocks noChangeArrowheads="1"/>
            </p:cNvSpPr>
            <p:nvPr/>
          </p:nvSpPr>
          <p:spPr bwMode="auto">
            <a:xfrm>
              <a:off x="8496300" y="1844676"/>
              <a:ext cx="2499070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3#secondary diagonal</a:t>
              </a:r>
            </a:p>
          </p:txBody>
        </p:sp>
        <p:sp>
          <p:nvSpPr>
            <p:cNvPr id="68661" name="Rectangle 54"/>
            <p:cNvSpPr>
              <a:spLocks noChangeArrowheads="1"/>
            </p:cNvSpPr>
            <p:nvPr/>
          </p:nvSpPr>
          <p:spPr bwMode="auto">
            <a:xfrm>
              <a:off x="5520267" y="2852738"/>
              <a:ext cx="2499070" cy="3693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6#secondary diagonal</a:t>
              </a:r>
              <a:endParaRPr lang="zh-CN" altLang="en-US" b="1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3" name="Rectangle 56"/>
            <p:cNvSpPr>
              <a:spLocks noChangeArrowheads="1"/>
            </p:cNvSpPr>
            <p:nvPr/>
          </p:nvSpPr>
          <p:spPr bwMode="auto">
            <a:xfrm>
              <a:off x="8401051" y="4076701"/>
              <a:ext cx="2305665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2#primary diagonal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838200" y="949325"/>
            <a:ext cx="7886700" cy="5219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800080"/>
                </a:solidFill>
                <a:ea typeface="楷体_GB2312" pitchFamily="49" charset="-122"/>
              </a:rPr>
              <a:t>Set 4 arrays</a:t>
            </a:r>
            <a:endParaRPr lang="zh-CN" altLang="en-US" b="1" dirty="0"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col 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a typeface="楷体_GB2312" pitchFamily="49" charset="-122"/>
              </a:rPr>
              <a:t>：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col[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marks whether queens are in column I;</a:t>
            </a:r>
            <a:endParaRPr lang="zh-CN" altLang="zh-CN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md[2n-1]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md[k] marks whether queens are in primary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CC3300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[k] marks whether queens are in secondary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q[n]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q[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records column number of a queen in row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idx="4294967295"/>
          </p:nvPr>
        </p:nvSpPr>
        <p:spPr>
          <a:xfrm>
            <a:off x="271145" y="304800"/>
            <a:ext cx="8653780" cy="6248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) {</a:t>
            </a: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if (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)	</a:t>
            </a: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{        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/*no attack in row </a:t>
            </a:r>
            <a:r>
              <a:rPr lang="en-US" altLang="zh-CN" sz="2400" b="1" dirty="0" err="1">
                <a:solidFill>
                  <a:srgbClr val="993300"/>
                </a:solidFill>
                <a:ea typeface="楷体_GB2312" pitchFamily="49" charset="-122"/>
              </a:rPr>
              <a:t>i&amp;columnj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 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1;		</a:t>
            </a: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j;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place a queen in row i&amp;column j;*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r>
              <a:rPr lang="en-US" altLang="zh-CN" sz="2400" b="1" dirty="0">
                <a:solidFill>
                  <a:srgbClr val="CC3300"/>
                </a:solidFill>
                <a:ea typeface="长城新魏碑体" pitchFamily="49" charset="-122"/>
              </a:rPr>
              <a:t> 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if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sz="24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1 ) {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/*output a layout*/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</a:t>
            </a:r>
            <a:r>
              <a:rPr lang="en-US" altLang="en-US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k = 0; k &lt; n; k++ ) 	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q[k] &lt;&lt; ‘,’;	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endl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	 }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else  Queen ( i+1 );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 col[j] = md[n+i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 		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cancel queen in row I&amp;column j*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}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   }</a:t>
            </a: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}</a:t>
            </a:r>
            <a:r>
              <a:rPr lang="en-US" altLang="zh-CN" b="1" dirty="0">
                <a:solidFill>
                  <a:srgbClr val="CC3300"/>
                </a:solidFill>
                <a:ea typeface="长城新魏碑体" pitchFamily="49" charset="-122"/>
              </a:rPr>
              <a:t>    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53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43958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3449</Words>
  <Application>Microsoft Office PowerPoint</Application>
  <PresentationFormat>全屏显示(4:3)</PresentationFormat>
  <Paragraphs>660</Paragraphs>
  <Slides>53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0" baseType="lpstr">
      <vt:lpstr>Arial Unicode MS</vt:lpstr>
      <vt:lpstr>Microsoft YaHei UI</vt:lpstr>
      <vt:lpstr>仿宋_GB2312</vt:lpstr>
      <vt:lpstr>黑体</vt:lpstr>
      <vt:lpstr>楷体_GB2312</vt:lpstr>
      <vt:lpstr>宋体</vt:lpstr>
      <vt:lpstr>微软雅黑</vt:lpstr>
      <vt:lpstr>长城新魏碑体</vt:lpstr>
      <vt:lpstr>Arial</vt:lpstr>
      <vt:lpstr>Calibri</vt:lpstr>
      <vt:lpstr>Consolas</vt:lpstr>
      <vt:lpstr>Tahoma</vt:lpstr>
      <vt:lpstr>Times New Roman</vt:lpstr>
      <vt:lpstr>Wingdings</vt:lpstr>
      <vt:lpstr>basetag20163155_docer802382.通用教学课件</vt:lpstr>
      <vt:lpstr>1_Office 主题​​</vt:lpstr>
      <vt:lpstr>Document</vt:lpstr>
      <vt:lpstr>第二章 栈与队列（2）</vt:lpstr>
      <vt:lpstr>学习目标</vt:lpstr>
      <vt:lpstr>本章内容</vt:lpstr>
      <vt:lpstr>队列的定义</vt:lpstr>
      <vt:lpstr>PowerPoint 演示文稿</vt:lpstr>
      <vt:lpstr>队列定义</vt:lpstr>
      <vt:lpstr>堆栈 VS 队列</vt:lpstr>
      <vt:lpstr>抽象数据类型描述</vt:lpstr>
      <vt:lpstr>数组描述</vt:lpstr>
      <vt:lpstr>思路1</vt:lpstr>
      <vt:lpstr>操作实现</vt:lpstr>
      <vt:lpstr>思路2：队列头也移动</vt:lpstr>
      <vt:lpstr>但是：队尾到达数组尾怎么办</vt:lpstr>
      <vt:lpstr>思路3：循环数组描述方法</vt:lpstr>
      <vt:lpstr>循环数组描述方法</vt:lpstr>
      <vt:lpstr>小问题：队列空和满的区分</vt:lpstr>
      <vt:lpstr>队列的数组实现（循环数组）</vt:lpstr>
      <vt:lpstr>队列的数组实现（循环数组）</vt:lpstr>
      <vt:lpstr>队列的数组实现（循环数组）</vt:lpstr>
      <vt:lpstr>插入操作</vt:lpstr>
      <vt:lpstr>删除</vt:lpstr>
      <vt:lpstr>链表描述</vt:lpstr>
      <vt:lpstr>插入操作</vt:lpstr>
      <vt:lpstr>删除操作</vt:lpstr>
      <vt:lpstr>LinkedQueue类</vt:lpstr>
      <vt:lpstr>析构函数</vt:lpstr>
      <vt:lpstr>IsFull</vt:lpstr>
      <vt:lpstr>First</vt:lpstr>
      <vt:lpstr>Last</vt:lpstr>
      <vt:lpstr>插入操作</vt:lpstr>
      <vt:lpstr>删除</vt:lpstr>
      <vt:lpstr>小结</vt:lpstr>
      <vt:lpstr>课堂练习</vt:lpstr>
      <vt:lpstr>队列的应用</vt:lpstr>
      <vt:lpstr>火车车厢重排问题</vt:lpstr>
      <vt:lpstr>例子</vt:lpstr>
      <vt:lpstr>例子</vt:lpstr>
      <vt:lpstr>电路布线</vt:lpstr>
      <vt:lpstr>PowerPoint 演示文稿</vt:lpstr>
      <vt:lpstr>PowerPoint 演示文稿</vt:lpstr>
      <vt:lpstr>PowerPoint 演示文稿</vt:lpstr>
      <vt:lpstr>PowerPoint 演示文稿</vt:lpstr>
      <vt:lpstr>小结</vt:lpstr>
      <vt:lpstr>补充：递归和回溯     Recursion and backtracking</vt:lpstr>
      <vt:lpstr>八皇后</vt:lpstr>
      <vt:lpstr>PowerPoint 演示文稿</vt:lpstr>
      <vt:lpstr>编码</vt:lpstr>
      <vt:lpstr>Solution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123</cp:revision>
  <cp:lastPrinted>2017-09-11T08:45:00Z</cp:lastPrinted>
  <dcterms:created xsi:type="dcterms:W3CDTF">2017-09-04T08:16:00Z</dcterms:created>
  <dcterms:modified xsi:type="dcterms:W3CDTF">2024-10-08T04:15:32Z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2052-11.1.0.9513</vt:lpwstr>
  </property>
</Properties>
</file>