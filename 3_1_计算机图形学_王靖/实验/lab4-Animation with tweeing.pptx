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2C61F-C828-4AB8-B539-5D8216155D55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C29EC-FF64-496E-B6CC-9D463C3AA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490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C29EC-FF64-496E-B6CC-9D463C3AA7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70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82BF6-8018-7D0F-E4E6-D177FD717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F00A7B-8D3E-5FB0-78B8-9BB84A0D9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5C551-82A9-9B2D-F002-949E7958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A8BD1C-C51F-2E25-4703-E632DC8F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1E8EC-BFD2-7BBB-7C95-05BEF697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29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CD20C-F0E3-14C2-14A2-4ED0F6E2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02891-5A33-2B05-A69F-DDE934F93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3AA1B7-00E6-3AA2-7A4E-909EA71C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C3F51-80F9-282F-3BD3-A5DE6419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713B8-F678-DF39-7513-7FE8B24D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3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1CAFA-54BF-93B1-F319-F9515D1C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FA0A57-D5B7-B72B-2F7F-465C4929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A6AF2F-4BAD-40B2-644F-019AF57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78AAB6-6A75-C8AB-B879-C8887F39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4EE82-E7CB-E494-FCF1-8E2BB67F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7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65854-1B70-760F-14A1-793E0BAC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31BE38-326E-FF90-8140-5953778BD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2EB43A-85CE-4EAE-4D2B-EBF78C091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3D982F-97DB-6B34-A67B-A73C3EED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ED702D-AE17-6292-83A5-355EAAAB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DDBC31-EB1E-C59A-4F4F-D478DF2A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71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D9525-CC8D-671E-FBC8-8307DCAFD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D7B844-3D4F-23A7-FE37-3FFAD6EA4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CEB89B-B24D-B417-C1F2-B2A5E023F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ED84FD-6B4C-F68D-3D48-8B0B3F7A3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EC248E-B5B1-B92B-991B-BE0613898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2547A9-8CF7-C015-2882-62DF0BB8D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2EEA99-FAF7-0A6A-6ADB-5B882ACD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9875AA-738B-F55B-2912-13C22221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0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97B4C-C14F-BA2F-C21C-09156C39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DF9C86-FCAD-BCDB-4C59-9EC27062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024AC5-83F6-27B8-72A9-DDBA0B26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424299-FFCE-D6C6-B1DF-1D2830AF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6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7F225D-B66F-F507-62B3-DC3F5EB4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00E719-1680-C9A0-F025-DE78543D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95518-7428-607C-428D-D3AD5FC4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10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7FEB0-41B1-3FE7-2AB5-D193998F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F4A11-1BFF-F451-6080-451816752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AA4955-D09C-DCEF-7919-BBD6AE53E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059928-1D51-59E2-C254-A8194489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EF3822-BF4D-A615-9D52-0AA2AB02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FA2254-5456-FEDB-4E04-5CF5ED94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44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523F4-76DB-E954-F44C-9BBD1920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EFF0D9-EDEF-3D57-C1BD-57DD8E3A7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BE0C58-E827-0720-4C1A-BF2637746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D18B1-2905-94EC-C2FE-202C926E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0DB14F-BF52-0495-E1EE-A7AA8509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A6D062-E3D1-FCCC-FFAA-DBD0E930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80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B8CE6-5F69-9737-038C-40706D410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102BFA-52A5-653F-6BA7-2BB049534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96D1DF-A393-104B-CB05-ACD15D14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EE043-978A-6CD0-FE5C-3CAD986C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C992A-FD0F-B296-5476-CFF98399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06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772EDA-8470-3049-3198-D68915259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049030-0CA4-A5DB-83DD-255B2F22E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14AA04-9CF3-FDE4-15C2-7BD2925A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BE9107-AF81-5D6E-283B-46CDD9CAA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7D2BE-DC96-78F3-2F1F-EDFDC0E4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73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7A31E3-63B3-17D7-1274-638FE547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A8D6C-4AFF-0C5E-15F3-354715767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6E0C3-3A4E-46F1-33B9-E500CF747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C9972-E0C0-4D9F-8CC7-1F5140D072BB}" type="datetimeFigureOut">
              <a:rPr lang="zh-CN" altLang="en-US" smtClean="0"/>
              <a:t>2025/11/8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86DFF-B8B8-64A2-ED54-367643BF1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469474-A2ED-D000-31FF-E8F9A3E4D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82F96-93C3-44E5-987A-B5F2B0121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8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25E59-0756-F001-E758-4974EED5B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3190"/>
            <a:ext cx="9144000" cy="2387600"/>
          </a:xfrm>
        </p:spPr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Animation with </a:t>
            </a:r>
            <a:r>
              <a:rPr lang="en-US" altLang="zh-CN" dirty="0" err="1"/>
              <a:t>tweeing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592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22F6A-A1F0-BC2E-1F75-31573DF4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3C6C05-B0C3-E4E5-09F4-47B58A83D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3607" cy="4351338"/>
          </a:xfrm>
        </p:spPr>
        <p:txBody>
          <a:bodyPr/>
          <a:lstStyle/>
          <a:p>
            <a:r>
              <a:rPr lang="en-US" altLang="zh-CN" dirty="0"/>
              <a:t>Case Study 4.1 Page 168</a:t>
            </a:r>
          </a:p>
          <a:p>
            <a:endParaRPr lang="en-US" altLang="zh-CN" dirty="0"/>
          </a:p>
          <a:p>
            <a:r>
              <a:rPr lang="zh-CN" altLang="en-US" dirty="0"/>
              <a:t>按下任意键动画暂停，再次按下，动画继续。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图形自由设计，尽量不要用相同形状的图形进行放大缩小。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59976A-318E-3A0E-B36F-D104D685B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027" y="1888216"/>
            <a:ext cx="5274310" cy="3312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2357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8327A-FF11-B583-6D6D-8A780E21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数据建模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E57CA-5E0C-7CA3-BF5F-C37A3B11F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786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用两个顶点序列 </a:t>
            </a:r>
            <a:r>
              <a:rPr lang="en-US" altLang="zh-CN" dirty="0" err="1"/>
              <a:t>polygonA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 err="1"/>
              <a:t>polygonB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长度相同</a:t>
            </a:r>
            <a:r>
              <a:rPr lang="zh-CN" altLang="en-US" dirty="0"/>
              <a:t>）分别描述两种多边形形状。每个顶点为二维点 </a:t>
            </a:r>
            <a:r>
              <a:rPr lang="en-US" altLang="zh-CN" dirty="0"/>
              <a:t>(x, y)</a:t>
            </a:r>
            <a:r>
              <a:rPr lang="zh-CN" altLang="en-US" dirty="0"/>
              <a:t>。</a:t>
            </a:r>
          </a:p>
        </p:txBody>
      </p:sp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B0F68C72-F586-B051-4704-E37F1D076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62" y="2861518"/>
            <a:ext cx="5288618" cy="10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6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1F60A-17A6-BE21-6E5B-8EBFB6D0E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顶点插值（</a:t>
            </a:r>
            <a:r>
              <a:rPr lang="en-US" altLang="zh-CN" dirty="0"/>
              <a:t>tween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D6B14-EB8E-888D-79D8-F103C0689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1687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drawTween</a:t>
            </a:r>
            <a:r>
              <a:rPr lang="en-US" altLang="zh-CN" dirty="0"/>
              <a:t> </a:t>
            </a:r>
            <a:r>
              <a:rPr lang="zh-CN" altLang="en-US" dirty="0"/>
              <a:t>函数按相同索引对顶点做线性插值：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个点，按 </a:t>
            </a:r>
            <a:r>
              <a:rPr lang="en-US" altLang="zh-CN" dirty="0"/>
              <a:t>x = (1−t)Ax + </a:t>
            </a:r>
            <a:r>
              <a:rPr lang="en-US" altLang="zh-CN" dirty="0" err="1"/>
              <a:t>tBx</a:t>
            </a:r>
            <a:r>
              <a:rPr lang="zh-CN" altLang="en-US" dirty="0"/>
              <a:t>，</a:t>
            </a:r>
            <a:r>
              <a:rPr lang="en-US" altLang="zh-CN" dirty="0"/>
              <a:t>y </a:t>
            </a:r>
            <a:r>
              <a:rPr lang="zh-CN" altLang="en-US" dirty="0"/>
              <a:t>同理，得到中间形状。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用 </a:t>
            </a:r>
            <a:r>
              <a:rPr lang="en-US" altLang="zh-CN" dirty="0"/>
              <a:t>GL_LINE_LOOP </a:t>
            </a:r>
            <a:r>
              <a:rPr lang="zh-CN" altLang="en-US" dirty="0"/>
              <a:t>依次连线，形成当前插值形状的轮廓。</a:t>
            </a: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710FC797-08D8-E1AA-9B72-F50F9480B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890" y="2304004"/>
            <a:ext cx="5185957" cy="22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84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3A393-E1DB-585F-1080-BD272873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动画时间参数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4A258E-C2D8-DC71-D975-E45E94041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6986" cy="4351338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全局参数 </a:t>
            </a:r>
            <a:r>
              <a:rPr lang="en-US" altLang="zh-CN" dirty="0"/>
              <a:t>t ∈ [0, 1] </a:t>
            </a:r>
            <a:r>
              <a:rPr lang="zh-CN" altLang="en-US" dirty="0"/>
              <a:t>表示插值进度；</a:t>
            </a:r>
            <a:r>
              <a:rPr lang="en-US" altLang="zh-CN" dirty="0"/>
              <a:t>increasing </a:t>
            </a:r>
            <a:r>
              <a:rPr lang="zh-CN" altLang="en-US" dirty="0"/>
              <a:t>控制方向，</a:t>
            </a:r>
            <a:r>
              <a:rPr lang="en-US" altLang="zh-CN" dirty="0"/>
              <a:t>paused </a:t>
            </a:r>
            <a:r>
              <a:rPr lang="zh-CN" altLang="en-US" dirty="0"/>
              <a:t>控制暂停。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timer </a:t>
            </a:r>
            <a:r>
              <a:rPr lang="zh-CN" altLang="en-US" dirty="0"/>
              <a:t>回调每 </a:t>
            </a:r>
            <a:r>
              <a:rPr lang="en-US" altLang="zh-CN" dirty="0"/>
              <a:t>16ms </a:t>
            </a:r>
            <a:r>
              <a:rPr lang="zh-CN" altLang="en-US" dirty="0"/>
              <a:t>触发（约 </a:t>
            </a:r>
            <a:r>
              <a:rPr lang="en-US" altLang="zh-CN" dirty="0"/>
              <a:t>60fps</a:t>
            </a:r>
            <a:r>
              <a:rPr lang="zh-CN" altLang="en-US" dirty="0"/>
              <a:t>），在未暂停时以步长 </a:t>
            </a:r>
            <a:r>
              <a:rPr lang="en-US" altLang="zh-CN" dirty="0"/>
              <a:t>0.01 </a:t>
            </a:r>
            <a:r>
              <a:rPr lang="zh-CN" altLang="en-US" dirty="0"/>
              <a:t>改变 </a:t>
            </a:r>
            <a:r>
              <a:rPr lang="en-US" altLang="zh-CN" dirty="0"/>
              <a:t>t</a:t>
            </a:r>
            <a:r>
              <a:rPr lang="zh-CN" altLang="en-US" dirty="0"/>
              <a:t>；到达 </a:t>
            </a:r>
            <a:r>
              <a:rPr lang="en-US" altLang="zh-CN" dirty="0"/>
              <a:t>0 </a:t>
            </a:r>
            <a:r>
              <a:rPr lang="zh-CN" altLang="en-US" dirty="0"/>
              <a:t>或 </a:t>
            </a:r>
            <a:r>
              <a:rPr lang="en-US" altLang="zh-CN" dirty="0"/>
              <a:t>1 </a:t>
            </a:r>
            <a:r>
              <a:rPr lang="zh-CN" altLang="en-US" dirty="0"/>
              <a:t>时反向，形成往返的形状变换。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每次更新后调用 </a:t>
            </a:r>
            <a:r>
              <a:rPr lang="en-US" altLang="zh-CN" dirty="0" err="1"/>
              <a:t>glutPostRedisplay</a:t>
            </a:r>
            <a:r>
              <a:rPr lang="en-US" altLang="zh-CN" dirty="0"/>
              <a:t> </a:t>
            </a:r>
            <a:r>
              <a:rPr lang="zh-CN" altLang="en-US" dirty="0"/>
              <a:t>请求重绘。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9E597861-E77F-5AC2-2485-194648E3D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973" y="2145336"/>
            <a:ext cx="5398516" cy="303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1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69577-7BFC-7244-1B3F-D95326FD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4008"/>
            <a:ext cx="10515600" cy="1325563"/>
          </a:xfrm>
        </p:spPr>
        <p:txBody>
          <a:bodyPr/>
          <a:lstStyle/>
          <a:p>
            <a:r>
              <a:rPr lang="zh-CN" altLang="en-US" dirty="0"/>
              <a:t>绘制管线设置（</a:t>
            </a:r>
            <a:r>
              <a:rPr lang="en-US" altLang="zh-CN" dirty="0"/>
              <a:t>display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DF950-39A1-D45E-6F64-605877775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4508"/>
            <a:ext cx="10515600" cy="4351338"/>
          </a:xfrm>
        </p:spPr>
        <p:txBody>
          <a:bodyPr/>
          <a:lstStyle/>
          <a:p>
            <a:r>
              <a:rPr lang="zh-CN" altLang="en-US" dirty="0"/>
              <a:t>核心点：使用双缓冲，</a:t>
            </a:r>
            <a:r>
              <a:rPr lang="en-US" altLang="zh-CN" dirty="0" err="1"/>
              <a:t>glutSwapBuffers</a:t>
            </a:r>
            <a:r>
              <a:rPr lang="en-US" altLang="zh-CN" dirty="0"/>
              <a:t> </a:t>
            </a:r>
            <a:r>
              <a:rPr lang="zh-CN" altLang="en-US" dirty="0"/>
              <a:t>交换前后缓冲，避免闪烁。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71B5ED2-0083-54EC-2E57-256165C79ACE}"/>
              </a:ext>
            </a:extLst>
          </p:cNvPr>
          <p:cNvSpPr txBox="1">
            <a:spLocks/>
          </p:cNvSpPr>
          <p:nvPr/>
        </p:nvSpPr>
        <p:spPr>
          <a:xfrm>
            <a:off x="838200" y="37757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交互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00CAF97-735F-2996-0689-C4610BBE262E}"/>
              </a:ext>
            </a:extLst>
          </p:cNvPr>
          <p:cNvSpPr txBox="1">
            <a:spLocks/>
          </p:cNvSpPr>
          <p:nvPr/>
        </p:nvSpPr>
        <p:spPr>
          <a:xfrm>
            <a:off x="838200" y="52362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空格键（</a:t>
            </a:r>
            <a:r>
              <a:rPr lang="en-US" altLang="zh-CN"/>
              <a:t>keyboard </a:t>
            </a:r>
            <a:r>
              <a:rPr lang="zh-CN" altLang="en-US"/>
              <a:t>回调）切换 </a:t>
            </a:r>
            <a:r>
              <a:rPr lang="en-US" altLang="zh-CN"/>
              <a:t>paused </a:t>
            </a:r>
            <a:r>
              <a:rPr lang="zh-CN" altLang="en-US"/>
              <a:t>状态，实现暂停</a:t>
            </a:r>
            <a:r>
              <a:rPr lang="en-US" altLang="zh-CN"/>
              <a:t>/</a:t>
            </a:r>
            <a:r>
              <a:rPr lang="zh-CN" altLang="en-US"/>
              <a:t>继续。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4917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233</Words>
  <Application>Microsoft Office PowerPoint</Application>
  <PresentationFormat>宽屏</PresentationFormat>
  <Paragraphs>26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实验4：Animation with tweeing</vt:lpstr>
      <vt:lpstr>实验要求</vt:lpstr>
      <vt:lpstr>数据建模</vt:lpstr>
      <vt:lpstr>顶点插值（tween）</vt:lpstr>
      <vt:lpstr>动画时间参数</vt:lpstr>
      <vt:lpstr>绘制管线设置（display）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昊炎 刘</dc:creator>
  <cp:lastModifiedBy>昊炎 刘</cp:lastModifiedBy>
  <cp:revision>1</cp:revision>
  <dcterms:created xsi:type="dcterms:W3CDTF">2025-11-08T06:25:28Z</dcterms:created>
  <dcterms:modified xsi:type="dcterms:W3CDTF">2025-11-08T06:40:32Z</dcterms:modified>
</cp:coreProperties>
</file>