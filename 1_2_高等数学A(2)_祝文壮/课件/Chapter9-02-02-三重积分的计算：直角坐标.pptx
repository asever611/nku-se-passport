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38937-562D-4F81-B113-D95FFE8A0A5A}" type="datetimeFigureOut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CBD41E-7C46-4BDA-B14E-42706B48410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50558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CBD41E-7C46-4BDA-B14E-42706B48410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55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CBD41E-7C46-4BDA-B14E-42706B48410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7363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FC8301-8BE8-4EBA-8216-01CBB280F123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97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070E04-BE57-4431-8DE7-26ED33D41762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1739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A489E-D741-482E-AB31-0E1D36CFF37B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1347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4180B5-63C4-41F5-8B47-EDA74DCA67B6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337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B3177-7233-4E00-A002-994E75AF9B5B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1352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82EE3-338E-47B0-BE29-1CAB297A46E9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4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FCB111-0AA1-4FBA-BCE0-0B2544A7C27D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16126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481AE8-8656-499F-89B9-944D3FB7843E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77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79CC58-9C26-4215-A311-18C9C2FF4386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4804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17CE-3B01-487C-8D43-6ACC09DA21E0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5064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1B9AA-2CB8-49D7-9B29-EC314EC92CA1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1571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277813"/>
            <a:ext cx="10972800" cy="58531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609600" y="6243638"/>
            <a:ext cx="2844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fld id="{37A545C8-9192-4B92-9D91-BBB1DC0255E9}" type="datetime1">
              <a:rPr lang="zh-CN" altLang="en-US" smtClean="0"/>
              <a:t>2024/4/4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  <a:prstGeom prst="rect">
            <a:avLst/>
          </a:prstGeom>
        </p:spPr>
        <p:txBody>
          <a:bodyPr/>
          <a:lstStyle>
            <a:lvl1pPr eaLnBrk="1" hangingPunct="1"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E14F49-929D-4F05-89E8-66031DDD096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157031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25">
          <a:fgClr>
            <a:schemeClr val="bg1"/>
          </a:fgClr>
          <a:bgClr>
            <a:schemeClr val="accent2">
              <a:lumMod val="20000"/>
              <a:lumOff val="80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14C390-7032-4D4A-AA75-C1BF28598E64}" type="datetime1">
              <a:rPr lang="zh-CN" altLang="en-US" smtClean="0"/>
              <a:t>2024/4/4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362F1-D990-4209-94F7-E0FFBC9CF80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9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6.bin"/><Relationship Id="rId18" Type="http://schemas.openxmlformats.org/officeDocument/2006/relationships/image" Target="../media/image9.wmf"/><Relationship Id="rId26" Type="http://schemas.openxmlformats.org/officeDocument/2006/relationships/image" Target="../media/image13.wmf"/><Relationship Id="rId39" Type="http://schemas.openxmlformats.org/officeDocument/2006/relationships/oleObject" Target="../embeddings/oleObject19.bin"/><Relationship Id="rId21" Type="http://schemas.openxmlformats.org/officeDocument/2006/relationships/oleObject" Target="../embeddings/oleObject10.bin"/><Relationship Id="rId34" Type="http://schemas.openxmlformats.org/officeDocument/2006/relationships/image" Target="../media/image17.wmf"/><Relationship Id="rId42" Type="http://schemas.openxmlformats.org/officeDocument/2006/relationships/image" Target="../media/image21.wmf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6" Type="http://schemas.openxmlformats.org/officeDocument/2006/relationships/image" Target="../media/image8.wmf"/><Relationship Id="rId20" Type="http://schemas.openxmlformats.org/officeDocument/2006/relationships/image" Target="../media/image10.wmf"/><Relationship Id="rId29" Type="http://schemas.openxmlformats.org/officeDocument/2006/relationships/oleObject" Target="../embeddings/oleObject14.bin"/><Relationship Id="rId41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2.wmf"/><Relationship Id="rId32" Type="http://schemas.openxmlformats.org/officeDocument/2006/relationships/image" Target="../media/image16.wmf"/><Relationship Id="rId37" Type="http://schemas.openxmlformats.org/officeDocument/2006/relationships/oleObject" Target="../embeddings/oleObject18.bin"/><Relationship Id="rId40" Type="http://schemas.openxmlformats.org/officeDocument/2006/relationships/image" Target="../media/image20.wmf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oleObject" Target="../embeddings/oleObject11.bin"/><Relationship Id="rId28" Type="http://schemas.openxmlformats.org/officeDocument/2006/relationships/image" Target="../media/image14.wmf"/><Relationship Id="rId36" Type="http://schemas.openxmlformats.org/officeDocument/2006/relationships/image" Target="../media/image18.wmf"/><Relationship Id="rId10" Type="http://schemas.openxmlformats.org/officeDocument/2006/relationships/image" Target="../media/image5.wmf"/><Relationship Id="rId19" Type="http://schemas.openxmlformats.org/officeDocument/2006/relationships/oleObject" Target="../embeddings/oleObject9.bin"/><Relationship Id="rId31" Type="http://schemas.openxmlformats.org/officeDocument/2006/relationships/oleObject" Target="../embeddings/oleObject15.bin"/><Relationship Id="rId44" Type="http://schemas.openxmlformats.org/officeDocument/2006/relationships/image" Target="../media/image22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7.wmf"/><Relationship Id="rId22" Type="http://schemas.openxmlformats.org/officeDocument/2006/relationships/image" Target="../media/image11.wmf"/><Relationship Id="rId27" Type="http://schemas.openxmlformats.org/officeDocument/2006/relationships/oleObject" Target="../embeddings/oleObject13.bin"/><Relationship Id="rId30" Type="http://schemas.openxmlformats.org/officeDocument/2006/relationships/image" Target="../media/image15.wmf"/><Relationship Id="rId35" Type="http://schemas.openxmlformats.org/officeDocument/2006/relationships/oleObject" Target="../embeddings/oleObject17.bin"/><Relationship Id="rId43" Type="http://schemas.openxmlformats.org/officeDocument/2006/relationships/oleObject" Target="../embeddings/oleObject21.bin"/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8.bin"/><Relationship Id="rId25" Type="http://schemas.openxmlformats.org/officeDocument/2006/relationships/oleObject" Target="../embeddings/oleObject12.bin"/><Relationship Id="rId33" Type="http://schemas.openxmlformats.org/officeDocument/2006/relationships/oleObject" Target="../embeddings/oleObject16.bin"/><Relationship Id="rId38" Type="http://schemas.openxmlformats.org/officeDocument/2006/relationships/image" Target="../media/image19.w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5.bin"/><Relationship Id="rId13" Type="http://schemas.openxmlformats.org/officeDocument/2006/relationships/oleObject" Target="../embeddings/oleObject27.bin"/><Relationship Id="rId3" Type="http://schemas.openxmlformats.org/officeDocument/2006/relationships/image" Target="../media/image23.wmf"/><Relationship Id="rId7" Type="http://schemas.openxmlformats.org/officeDocument/2006/relationships/image" Target="../media/image25.wmf"/><Relationship Id="rId12" Type="http://schemas.openxmlformats.org/officeDocument/2006/relationships/image" Target="../media/image1.png"/><Relationship Id="rId2" Type="http://schemas.openxmlformats.org/officeDocument/2006/relationships/oleObject" Target="../embeddings/oleObject22.bin"/><Relationship Id="rId16" Type="http://schemas.openxmlformats.org/officeDocument/2006/relationships/image" Target="../media/image29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4.bin"/><Relationship Id="rId11" Type="http://schemas.openxmlformats.org/officeDocument/2006/relationships/image" Target="../media/image27.wmf"/><Relationship Id="rId5" Type="http://schemas.openxmlformats.org/officeDocument/2006/relationships/image" Target="../media/image24.wmf"/><Relationship Id="rId15" Type="http://schemas.openxmlformats.org/officeDocument/2006/relationships/oleObject" Target="../embeddings/oleObject28.bin"/><Relationship Id="rId10" Type="http://schemas.openxmlformats.org/officeDocument/2006/relationships/oleObject" Target="../embeddings/oleObject26.bin"/><Relationship Id="rId4" Type="http://schemas.openxmlformats.org/officeDocument/2006/relationships/oleObject" Target="../embeddings/oleObject23.bin"/><Relationship Id="rId9" Type="http://schemas.openxmlformats.org/officeDocument/2006/relationships/image" Target="../media/image26.wmf"/><Relationship Id="rId14" Type="http://schemas.openxmlformats.org/officeDocument/2006/relationships/image" Target="../media/image28.w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wmf"/><Relationship Id="rId3" Type="http://schemas.openxmlformats.org/officeDocument/2006/relationships/oleObject" Target="../embeddings/oleObject29.bin"/><Relationship Id="rId7" Type="http://schemas.openxmlformats.org/officeDocument/2006/relationships/oleObject" Target="../embeddings/oleObject30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wm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7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34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wmf"/><Relationship Id="rId3" Type="http://schemas.openxmlformats.org/officeDocument/2006/relationships/image" Target="../media/image38.wmf"/><Relationship Id="rId7" Type="http://schemas.openxmlformats.org/officeDocument/2006/relationships/oleObject" Target="../embeddings/oleObject37.bin"/><Relationship Id="rId2" Type="http://schemas.openxmlformats.org/officeDocument/2006/relationships/oleObject" Target="../embeddings/oleObject35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8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39.bin"/><Relationship Id="rId4" Type="http://schemas.openxmlformats.org/officeDocument/2006/relationships/image" Target="../media/image4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wmf"/><Relationship Id="rId5" Type="http://schemas.openxmlformats.org/officeDocument/2006/relationships/oleObject" Target="../embeddings/oleObject41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3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e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wmf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50.wmf"/><Relationship Id="rId4" Type="http://schemas.openxmlformats.org/officeDocument/2006/relationships/image" Target="../media/image47.emf"/><Relationship Id="rId9" Type="http://schemas.openxmlformats.org/officeDocument/2006/relationships/oleObject" Target="../embeddings/oleObject47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wmf"/><Relationship Id="rId13" Type="http://schemas.openxmlformats.org/officeDocument/2006/relationships/oleObject" Target="../embeddings/oleObject53.bin"/><Relationship Id="rId3" Type="http://schemas.openxmlformats.org/officeDocument/2006/relationships/image" Target="../media/image51.emf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5.wmf"/><Relationship Id="rId2" Type="http://schemas.openxmlformats.org/officeDocument/2006/relationships/oleObject" Target="../embeddings/oleObject4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2.wmf"/><Relationship Id="rId11" Type="http://schemas.openxmlformats.org/officeDocument/2006/relationships/oleObject" Target="../embeddings/oleObject52.bin"/><Relationship Id="rId5" Type="http://schemas.openxmlformats.org/officeDocument/2006/relationships/oleObject" Target="../embeddings/oleObject49.bin"/><Relationship Id="rId10" Type="http://schemas.openxmlformats.org/officeDocument/2006/relationships/image" Target="../media/image54.wmf"/><Relationship Id="rId4" Type="http://schemas.openxmlformats.org/officeDocument/2006/relationships/image" Target="../media/image1.png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6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7.bin"/><Relationship Id="rId3" Type="http://schemas.openxmlformats.org/officeDocument/2006/relationships/image" Target="../media/image57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54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6.bin"/><Relationship Id="rId11" Type="http://schemas.openxmlformats.org/officeDocument/2006/relationships/image" Target="../media/image61.wmf"/><Relationship Id="rId5" Type="http://schemas.openxmlformats.org/officeDocument/2006/relationships/image" Target="../media/image58.wmf"/><Relationship Id="rId10" Type="http://schemas.openxmlformats.org/officeDocument/2006/relationships/oleObject" Target="../embeddings/oleObject58.bin"/><Relationship Id="rId4" Type="http://schemas.openxmlformats.org/officeDocument/2006/relationships/oleObject" Target="../embeddings/oleObject55.bin"/><Relationship Id="rId9" Type="http://schemas.openxmlformats.org/officeDocument/2006/relationships/image" Target="../media/image60.wmf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13" Type="http://schemas.openxmlformats.org/officeDocument/2006/relationships/oleObject" Target="../embeddings/oleObject64.bin"/><Relationship Id="rId18" Type="http://schemas.openxmlformats.org/officeDocument/2006/relationships/image" Target="../media/image69.wmf"/><Relationship Id="rId3" Type="http://schemas.openxmlformats.org/officeDocument/2006/relationships/image" Target="../media/image62.emf"/><Relationship Id="rId21" Type="http://schemas.openxmlformats.org/officeDocument/2006/relationships/oleObject" Target="../embeddings/oleObject68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66.wmf"/><Relationship Id="rId17" Type="http://schemas.openxmlformats.org/officeDocument/2006/relationships/oleObject" Target="../embeddings/oleObject66.bin"/><Relationship Id="rId2" Type="http://schemas.openxmlformats.org/officeDocument/2006/relationships/oleObject" Target="../embeddings/oleObject59.bin"/><Relationship Id="rId16" Type="http://schemas.openxmlformats.org/officeDocument/2006/relationships/image" Target="../media/image68.wmf"/><Relationship Id="rId20" Type="http://schemas.openxmlformats.org/officeDocument/2006/relationships/image" Target="../media/image70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wmf"/><Relationship Id="rId11" Type="http://schemas.openxmlformats.org/officeDocument/2006/relationships/oleObject" Target="../embeddings/oleObject63.bin"/><Relationship Id="rId24" Type="http://schemas.openxmlformats.org/officeDocument/2006/relationships/image" Target="../media/image72.png"/><Relationship Id="rId5" Type="http://schemas.openxmlformats.org/officeDocument/2006/relationships/oleObject" Target="../embeddings/oleObject60.bin"/><Relationship Id="rId15" Type="http://schemas.openxmlformats.org/officeDocument/2006/relationships/oleObject" Target="../embeddings/oleObject65.bin"/><Relationship Id="rId23" Type="http://schemas.openxmlformats.org/officeDocument/2006/relationships/image" Target="../media/image32.png"/><Relationship Id="rId10" Type="http://schemas.openxmlformats.org/officeDocument/2006/relationships/image" Target="../media/image65.wmf"/><Relationship Id="rId19" Type="http://schemas.openxmlformats.org/officeDocument/2006/relationships/oleObject" Target="../embeddings/oleObject67.bin"/><Relationship Id="rId4" Type="http://schemas.openxmlformats.org/officeDocument/2006/relationships/image" Target="../media/image1.png"/><Relationship Id="rId9" Type="http://schemas.openxmlformats.org/officeDocument/2006/relationships/oleObject" Target="../embeddings/oleObject62.bin"/><Relationship Id="rId14" Type="http://schemas.openxmlformats.org/officeDocument/2006/relationships/image" Target="../media/image67.wmf"/><Relationship Id="rId22" Type="http://schemas.openxmlformats.org/officeDocument/2006/relationships/image" Target="../media/image71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2.bin"/><Relationship Id="rId13" Type="http://schemas.openxmlformats.org/officeDocument/2006/relationships/image" Target="../media/image78.wmf"/><Relationship Id="rId18" Type="http://schemas.openxmlformats.org/officeDocument/2006/relationships/oleObject" Target="../embeddings/oleObject77.bin"/><Relationship Id="rId26" Type="http://schemas.openxmlformats.org/officeDocument/2006/relationships/oleObject" Target="../embeddings/oleObject81.bin"/><Relationship Id="rId3" Type="http://schemas.openxmlformats.org/officeDocument/2006/relationships/image" Target="../media/image73.emf"/><Relationship Id="rId21" Type="http://schemas.openxmlformats.org/officeDocument/2006/relationships/image" Target="../media/image82.wmf"/><Relationship Id="rId7" Type="http://schemas.openxmlformats.org/officeDocument/2006/relationships/image" Target="../media/image75.wmf"/><Relationship Id="rId12" Type="http://schemas.openxmlformats.org/officeDocument/2006/relationships/oleObject" Target="../embeddings/oleObject74.bin"/><Relationship Id="rId17" Type="http://schemas.openxmlformats.org/officeDocument/2006/relationships/image" Target="../media/image80.wmf"/><Relationship Id="rId25" Type="http://schemas.openxmlformats.org/officeDocument/2006/relationships/oleObject" Target="../embeddings/oleObject80.bin"/><Relationship Id="rId2" Type="http://schemas.openxmlformats.org/officeDocument/2006/relationships/oleObject" Target="../embeddings/oleObject69.bin"/><Relationship Id="rId16" Type="http://schemas.openxmlformats.org/officeDocument/2006/relationships/oleObject" Target="../embeddings/oleObject76.bin"/><Relationship Id="rId20" Type="http://schemas.openxmlformats.org/officeDocument/2006/relationships/oleObject" Target="../embeddings/oleObject7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71.bin"/><Relationship Id="rId11" Type="http://schemas.openxmlformats.org/officeDocument/2006/relationships/image" Target="../media/image77.wmf"/><Relationship Id="rId24" Type="http://schemas.openxmlformats.org/officeDocument/2006/relationships/image" Target="../media/image83.wmf"/><Relationship Id="rId5" Type="http://schemas.openxmlformats.org/officeDocument/2006/relationships/image" Target="../media/image74.wmf"/><Relationship Id="rId15" Type="http://schemas.openxmlformats.org/officeDocument/2006/relationships/image" Target="../media/image79.wmf"/><Relationship Id="rId23" Type="http://schemas.openxmlformats.org/officeDocument/2006/relationships/oleObject" Target="../embeddings/oleObject79.bin"/><Relationship Id="rId10" Type="http://schemas.openxmlformats.org/officeDocument/2006/relationships/oleObject" Target="../embeddings/oleObject73.bin"/><Relationship Id="rId19" Type="http://schemas.openxmlformats.org/officeDocument/2006/relationships/image" Target="../media/image81.wmf"/><Relationship Id="rId4" Type="http://schemas.openxmlformats.org/officeDocument/2006/relationships/oleObject" Target="../embeddings/oleObject70.bin"/><Relationship Id="rId9" Type="http://schemas.openxmlformats.org/officeDocument/2006/relationships/image" Target="../media/image76.wmf"/><Relationship Id="rId14" Type="http://schemas.openxmlformats.org/officeDocument/2006/relationships/oleObject" Target="../embeddings/oleObject75.bin"/><Relationship Id="rId22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5.bin"/><Relationship Id="rId13" Type="http://schemas.openxmlformats.org/officeDocument/2006/relationships/image" Target="../media/image80.wmf"/><Relationship Id="rId18" Type="http://schemas.openxmlformats.org/officeDocument/2006/relationships/image" Target="../media/image1.png"/><Relationship Id="rId3" Type="http://schemas.openxmlformats.org/officeDocument/2006/relationships/image" Target="../media/image84.emf"/><Relationship Id="rId21" Type="http://schemas.openxmlformats.org/officeDocument/2006/relationships/oleObject" Target="../embeddings/oleObject91.bin"/><Relationship Id="rId7" Type="http://schemas.openxmlformats.org/officeDocument/2006/relationships/image" Target="../media/image86.wmf"/><Relationship Id="rId12" Type="http://schemas.openxmlformats.org/officeDocument/2006/relationships/oleObject" Target="../embeddings/oleObject87.bin"/><Relationship Id="rId17" Type="http://schemas.openxmlformats.org/officeDocument/2006/relationships/image" Target="../media/image90.wmf"/><Relationship Id="rId2" Type="http://schemas.openxmlformats.org/officeDocument/2006/relationships/oleObject" Target="../embeddings/oleObject82.bin"/><Relationship Id="rId16" Type="http://schemas.openxmlformats.org/officeDocument/2006/relationships/oleObject" Target="../embeddings/oleObject89.bin"/><Relationship Id="rId20" Type="http://schemas.openxmlformats.org/officeDocument/2006/relationships/image" Target="../media/image91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4.bin"/><Relationship Id="rId11" Type="http://schemas.openxmlformats.org/officeDocument/2006/relationships/image" Target="../media/image88.wmf"/><Relationship Id="rId24" Type="http://schemas.openxmlformats.org/officeDocument/2006/relationships/image" Target="../media/image93.wmf"/><Relationship Id="rId5" Type="http://schemas.openxmlformats.org/officeDocument/2006/relationships/image" Target="../media/image85.wmf"/><Relationship Id="rId15" Type="http://schemas.openxmlformats.org/officeDocument/2006/relationships/image" Target="../media/image89.wmf"/><Relationship Id="rId23" Type="http://schemas.openxmlformats.org/officeDocument/2006/relationships/oleObject" Target="../embeddings/oleObject92.bin"/><Relationship Id="rId10" Type="http://schemas.openxmlformats.org/officeDocument/2006/relationships/oleObject" Target="../embeddings/oleObject86.bin"/><Relationship Id="rId19" Type="http://schemas.openxmlformats.org/officeDocument/2006/relationships/oleObject" Target="../embeddings/oleObject90.bin"/><Relationship Id="rId4" Type="http://schemas.openxmlformats.org/officeDocument/2006/relationships/oleObject" Target="../embeddings/oleObject83.bin"/><Relationship Id="rId9" Type="http://schemas.openxmlformats.org/officeDocument/2006/relationships/image" Target="../media/image87.emf"/><Relationship Id="rId14" Type="http://schemas.openxmlformats.org/officeDocument/2006/relationships/oleObject" Target="../embeddings/oleObject88.bin"/><Relationship Id="rId22" Type="http://schemas.openxmlformats.org/officeDocument/2006/relationships/image" Target="../media/image92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oleObject" Target="../embeddings/oleObject98.bin"/><Relationship Id="rId18" Type="http://schemas.openxmlformats.org/officeDocument/2006/relationships/image" Target="../media/image101.emf"/><Relationship Id="rId3" Type="http://schemas.openxmlformats.org/officeDocument/2006/relationships/image" Target="../media/image94.emf"/><Relationship Id="rId7" Type="http://schemas.openxmlformats.org/officeDocument/2006/relationships/image" Target="../media/image96.wmf"/><Relationship Id="rId12" Type="http://schemas.openxmlformats.org/officeDocument/2006/relationships/image" Target="../media/image98.wmf"/><Relationship Id="rId17" Type="http://schemas.openxmlformats.org/officeDocument/2006/relationships/oleObject" Target="../embeddings/oleObject100.bin"/><Relationship Id="rId2" Type="http://schemas.openxmlformats.org/officeDocument/2006/relationships/oleObject" Target="../embeddings/oleObject93.bin"/><Relationship Id="rId16" Type="http://schemas.openxmlformats.org/officeDocument/2006/relationships/image" Target="../media/image100.w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5.bin"/><Relationship Id="rId11" Type="http://schemas.openxmlformats.org/officeDocument/2006/relationships/oleObject" Target="../embeddings/oleObject97.bin"/><Relationship Id="rId5" Type="http://schemas.openxmlformats.org/officeDocument/2006/relationships/image" Target="../media/image95.wmf"/><Relationship Id="rId15" Type="http://schemas.openxmlformats.org/officeDocument/2006/relationships/oleObject" Target="../embeddings/oleObject99.bin"/><Relationship Id="rId10" Type="http://schemas.openxmlformats.org/officeDocument/2006/relationships/image" Target="../media/image97.wmf"/><Relationship Id="rId4" Type="http://schemas.openxmlformats.org/officeDocument/2006/relationships/oleObject" Target="../embeddings/oleObject94.bin"/><Relationship Id="rId9" Type="http://schemas.openxmlformats.org/officeDocument/2006/relationships/oleObject" Target="../embeddings/oleObject96.bin"/><Relationship Id="rId14" Type="http://schemas.openxmlformats.org/officeDocument/2006/relationships/image" Target="../media/image99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4.bin"/><Relationship Id="rId3" Type="http://schemas.openxmlformats.org/officeDocument/2006/relationships/image" Target="../media/image102.wmf"/><Relationship Id="rId7" Type="http://schemas.openxmlformats.org/officeDocument/2006/relationships/image" Target="../media/image104.wmf"/><Relationship Id="rId12" Type="http://schemas.openxmlformats.org/officeDocument/2006/relationships/image" Target="../media/image1.png"/><Relationship Id="rId2" Type="http://schemas.openxmlformats.org/officeDocument/2006/relationships/oleObject" Target="../embeddings/oleObject10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3.bin"/><Relationship Id="rId11" Type="http://schemas.openxmlformats.org/officeDocument/2006/relationships/image" Target="../media/image106.wmf"/><Relationship Id="rId5" Type="http://schemas.openxmlformats.org/officeDocument/2006/relationships/image" Target="../media/image103.wmf"/><Relationship Id="rId10" Type="http://schemas.openxmlformats.org/officeDocument/2006/relationships/oleObject" Target="../embeddings/oleObject105.bin"/><Relationship Id="rId4" Type="http://schemas.openxmlformats.org/officeDocument/2006/relationships/oleObject" Target="../embeddings/oleObject102.bin"/><Relationship Id="rId9" Type="http://schemas.openxmlformats.org/officeDocument/2006/relationships/image" Target="../media/image10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8.bin"/><Relationship Id="rId13" Type="http://schemas.openxmlformats.org/officeDocument/2006/relationships/image" Target="../media/image111.wmf"/><Relationship Id="rId3" Type="http://schemas.openxmlformats.org/officeDocument/2006/relationships/image" Target="../media/image1.png"/><Relationship Id="rId7" Type="http://schemas.openxmlformats.org/officeDocument/2006/relationships/image" Target="../media/image108.wmf"/><Relationship Id="rId12" Type="http://schemas.openxmlformats.org/officeDocument/2006/relationships/oleObject" Target="../embeddings/oleObject110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7.bin"/><Relationship Id="rId11" Type="http://schemas.openxmlformats.org/officeDocument/2006/relationships/image" Target="../media/image110.wmf"/><Relationship Id="rId5" Type="http://schemas.openxmlformats.org/officeDocument/2006/relationships/image" Target="../media/image107.wmf"/><Relationship Id="rId10" Type="http://schemas.openxmlformats.org/officeDocument/2006/relationships/oleObject" Target="../embeddings/oleObject109.bin"/><Relationship Id="rId4" Type="http://schemas.openxmlformats.org/officeDocument/2006/relationships/oleObject" Target="../embeddings/oleObject106.bin"/><Relationship Id="rId9" Type="http://schemas.openxmlformats.org/officeDocument/2006/relationships/image" Target="../media/image109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4.wmf"/><Relationship Id="rId13" Type="http://schemas.openxmlformats.org/officeDocument/2006/relationships/oleObject" Target="../embeddings/oleObject116.bin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116.wmf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18.w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3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115.wmf"/><Relationship Id="rId4" Type="http://schemas.openxmlformats.org/officeDocument/2006/relationships/image" Target="../media/image112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17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978" name="Text Box 2"/>
          <p:cNvSpPr txBox="1">
            <a:spLocks noChangeArrowheads="1"/>
          </p:cNvSpPr>
          <p:nvPr/>
        </p:nvSpPr>
        <p:spPr bwMode="auto">
          <a:xfrm>
            <a:off x="1370383" y="1224589"/>
            <a:ext cx="663061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：“先一后二”法（也称为投影法）</a:t>
            </a:r>
            <a:endParaRPr lang="zh-CN" altLang="en-US" sz="2000" b="1" dirty="0">
              <a:solidFill>
                <a:srgbClr val="0000FF"/>
              </a:solidFill>
              <a:ea typeface="宋体" panose="02010600030101010101" pitchFamily="2" charset="-122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title"/>
          </p:nvPr>
        </p:nvSpPr>
        <p:spPr>
          <a:xfrm>
            <a:off x="1394233" y="393358"/>
            <a:ext cx="6578008" cy="69885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altLang="zh-CN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2.2</a:t>
            </a:r>
            <a:r>
              <a:rPr lang="zh-CN" altLang="en-US" sz="32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、在直角坐标系下计算三重积分</a:t>
            </a:r>
          </a:p>
        </p:txBody>
      </p:sp>
      <p:grpSp>
        <p:nvGrpSpPr>
          <p:cNvPr id="2" name="Group 4"/>
          <p:cNvGrpSpPr>
            <a:grpSpLocks/>
          </p:cNvGrpSpPr>
          <p:nvPr/>
        </p:nvGrpSpPr>
        <p:grpSpPr bwMode="auto">
          <a:xfrm>
            <a:off x="8382000" y="2625725"/>
            <a:ext cx="76200" cy="2692400"/>
            <a:chOff x="3168" y="1680"/>
            <a:chExt cx="48" cy="1696"/>
          </a:xfrm>
        </p:grpSpPr>
        <p:sp>
          <p:nvSpPr>
            <p:cNvPr id="19522" name="Oval 5"/>
            <p:cNvSpPr>
              <a:spLocks noChangeArrowheads="1"/>
            </p:cNvSpPr>
            <p:nvPr/>
          </p:nvSpPr>
          <p:spPr bwMode="auto">
            <a:xfrm>
              <a:off x="3168" y="2544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23" name="Oval 6"/>
            <p:cNvSpPr>
              <a:spLocks noChangeArrowheads="1"/>
            </p:cNvSpPr>
            <p:nvPr/>
          </p:nvSpPr>
          <p:spPr bwMode="auto">
            <a:xfrm>
              <a:off x="3168" y="2016"/>
              <a:ext cx="48" cy="48"/>
            </a:xfrm>
            <a:prstGeom prst="ellipse">
              <a:avLst/>
            </a:prstGeom>
            <a:solidFill>
              <a:schemeClr val="accent2"/>
            </a:solidFill>
            <a:ln w="12700">
              <a:solidFill>
                <a:schemeClr val="accent2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9524" name="Line 7"/>
            <p:cNvSpPr>
              <a:spLocks noChangeShapeType="1"/>
            </p:cNvSpPr>
            <p:nvPr/>
          </p:nvSpPr>
          <p:spPr bwMode="auto">
            <a:xfrm flipV="1">
              <a:off x="3192" y="2704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5" name="Line 8"/>
            <p:cNvSpPr>
              <a:spLocks noChangeShapeType="1"/>
            </p:cNvSpPr>
            <p:nvPr/>
          </p:nvSpPr>
          <p:spPr bwMode="auto">
            <a:xfrm flipV="1">
              <a:off x="3192" y="2032"/>
              <a:ext cx="0" cy="67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526" name="Line 9"/>
            <p:cNvSpPr>
              <a:spLocks noChangeShapeType="1"/>
            </p:cNvSpPr>
            <p:nvPr/>
          </p:nvSpPr>
          <p:spPr bwMode="auto">
            <a:xfrm flipV="1">
              <a:off x="3192" y="1680"/>
              <a:ext cx="0" cy="3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0"/>
          <p:cNvGrpSpPr>
            <a:grpSpLocks/>
          </p:cNvGrpSpPr>
          <p:nvPr/>
        </p:nvGrpSpPr>
        <p:grpSpPr bwMode="auto">
          <a:xfrm>
            <a:off x="5867400" y="2376489"/>
            <a:ext cx="4419600" cy="3676651"/>
            <a:chOff x="2448" y="1497"/>
            <a:chExt cx="2784" cy="2316"/>
          </a:xfrm>
        </p:grpSpPr>
        <p:sp>
          <p:nvSpPr>
            <p:cNvPr id="19488" name="Line 11"/>
            <p:cNvSpPr>
              <a:spLocks noChangeShapeType="1"/>
            </p:cNvSpPr>
            <p:nvPr/>
          </p:nvSpPr>
          <p:spPr bwMode="auto">
            <a:xfrm>
              <a:off x="3552" y="2684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9" name="Line 12"/>
            <p:cNvSpPr>
              <a:spLocks noChangeShapeType="1"/>
            </p:cNvSpPr>
            <p:nvPr/>
          </p:nvSpPr>
          <p:spPr bwMode="auto">
            <a:xfrm>
              <a:off x="4368" y="2636"/>
              <a:ext cx="0" cy="86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Line 13"/>
            <p:cNvSpPr>
              <a:spLocks noChangeShapeType="1"/>
            </p:cNvSpPr>
            <p:nvPr/>
          </p:nvSpPr>
          <p:spPr bwMode="auto">
            <a:xfrm>
              <a:off x="4560" y="2380"/>
              <a:ext cx="0" cy="794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1" name="Line 14"/>
            <p:cNvSpPr>
              <a:spLocks noChangeShapeType="1"/>
            </p:cNvSpPr>
            <p:nvPr/>
          </p:nvSpPr>
          <p:spPr bwMode="auto">
            <a:xfrm>
              <a:off x="3824" y="2446"/>
              <a:ext cx="0" cy="74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19492" name="Group 15"/>
            <p:cNvGrpSpPr>
              <a:grpSpLocks/>
            </p:cNvGrpSpPr>
            <p:nvPr/>
          </p:nvGrpSpPr>
          <p:grpSpPr bwMode="auto">
            <a:xfrm>
              <a:off x="2448" y="1497"/>
              <a:ext cx="2784" cy="2316"/>
              <a:chOff x="1584" y="1523"/>
              <a:chExt cx="2784" cy="2316"/>
            </a:xfrm>
          </p:grpSpPr>
          <p:sp>
            <p:nvSpPr>
              <p:cNvPr id="19515" name="Line 16"/>
              <p:cNvSpPr>
                <a:spLocks noChangeShapeType="1"/>
              </p:cNvSpPr>
              <p:nvPr/>
            </p:nvSpPr>
            <p:spPr bwMode="auto">
              <a:xfrm flipV="1">
                <a:off x="2256" y="1584"/>
                <a:ext cx="0" cy="148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6" name="Line 17"/>
              <p:cNvSpPr>
                <a:spLocks noChangeShapeType="1"/>
              </p:cNvSpPr>
              <p:nvPr/>
            </p:nvSpPr>
            <p:spPr bwMode="auto">
              <a:xfrm>
                <a:off x="2256" y="3072"/>
                <a:ext cx="2112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9517" name="Line 18"/>
              <p:cNvSpPr>
                <a:spLocks noChangeShapeType="1"/>
              </p:cNvSpPr>
              <p:nvPr/>
            </p:nvSpPr>
            <p:spPr bwMode="auto">
              <a:xfrm flipH="1">
                <a:off x="1584" y="3072"/>
                <a:ext cx="672" cy="67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9518" name="Object 19"/>
              <p:cNvGraphicFramePr>
                <a:graphicFrameLocks noChangeAspect="1"/>
              </p:cNvGraphicFramePr>
              <p:nvPr/>
            </p:nvGraphicFramePr>
            <p:xfrm>
              <a:off x="1656" y="3679"/>
              <a:ext cx="168" cy="16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3" imgW="253890" imgH="241195" progId="Equation.3">
                      <p:embed/>
                    </p:oleObj>
                  </mc:Choice>
                  <mc:Fallback>
                    <p:oleObj name="公式" r:id="rId3" imgW="253890" imgH="24119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56" y="3679"/>
                            <a:ext cx="168" cy="16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19" name="Object 20"/>
              <p:cNvGraphicFramePr>
                <a:graphicFrameLocks noChangeAspect="1"/>
              </p:cNvGraphicFramePr>
              <p:nvPr/>
            </p:nvGraphicFramePr>
            <p:xfrm>
              <a:off x="4188" y="3111"/>
              <a:ext cx="180" cy="2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5" imgW="253780" imgH="317225" progId="Equation.3">
                      <p:embed/>
                    </p:oleObj>
                  </mc:Choice>
                  <mc:Fallback>
                    <p:oleObj name="公式" r:id="rId5" imgW="253780" imgH="317225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8" y="3111"/>
                            <a:ext cx="180" cy="22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20" name="Object 21"/>
              <p:cNvGraphicFramePr>
                <a:graphicFrameLocks noChangeAspect="1"/>
              </p:cNvGraphicFramePr>
              <p:nvPr/>
            </p:nvGraphicFramePr>
            <p:xfrm>
              <a:off x="2110" y="1523"/>
              <a:ext cx="146" cy="18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7" imgW="203024" imgH="253780" progId="Equation.3">
                      <p:embed/>
                    </p:oleObj>
                  </mc:Choice>
                  <mc:Fallback>
                    <p:oleObj name="公式" r:id="rId7" imgW="203024" imgH="25378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110" y="1523"/>
                            <a:ext cx="146" cy="18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9521" name="Object 22"/>
              <p:cNvGraphicFramePr>
                <a:graphicFrameLocks noChangeAspect="1"/>
              </p:cNvGraphicFramePr>
              <p:nvPr/>
            </p:nvGraphicFramePr>
            <p:xfrm>
              <a:off x="2062" y="2926"/>
              <a:ext cx="169" cy="1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9" imgW="215713" imgH="241091" progId="Equation.3">
                      <p:embed/>
                    </p:oleObj>
                  </mc:Choice>
                  <mc:Fallback>
                    <p:oleObj name="公式" r:id="rId9" imgW="215713" imgH="241091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062" y="2926"/>
                            <a:ext cx="169" cy="19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93" name="Group 23"/>
            <p:cNvGrpSpPr>
              <a:grpSpLocks/>
            </p:cNvGrpSpPr>
            <p:nvPr/>
          </p:nvGrpSpPr>
          <p:grpSpPr bwMode="auto">
            <a:xfrm>
              <a:off x="3472" y="1846"/>
              <a:ext cx="1176" cy="869"/>
              <a:chOff x="2608" y="1872"/>
              <a:chExt cx="1176" cy="869"/>
            </a:xfrm>
          </p:grpSpPr>
          <p:grpSp>
            <p:nvGrpSpPr>
              <p:cNvPr id="19501" name="Group 24"/>
              <p:cNvGrpSpPr>
                <a:grpSpLocks/>
              </p:cNvGrpSpPr>
              <p:nvPr/>
            </p:nvGrpSpPr>
            <p:grpSpPr bwMode="auto">
              <a:xfrm>
                <a:off x="2608" y="1872"/>
                <a:ext cx="1176" cy="869"/>
                <a:chOff x="2608" y="1610"/>
                <a:chExt cx="1176" cy="869"/>
              </a:xfrm>
            </p:grpSpPr>
            <p:sp>
              <p:nvSpPr>
                <p:cNvPr id="19503" name="Arc 25"/>
                <p:cNvSpPr>
                  <a:spLocks/>
                </p:cNvSpPr>
                <p:nvPr/>
              </p:nvSpPr>
              <p:spPr bwMode="auto">
                <a:xfrm rot="409037" flipV="1">
                  <a:off x="2632" y="2240"/>
                  <a:ext cx="872" cy="239"/>
                </a:xfrm>
                <a:custGeom>
                  <a:avLst/>
                  <a:gdLst>
                    <a:gd name="T0" fmla="*/ 0 w 20634"/>
                    <a:gd name="T1" fmla="*/ 0 h 21505"/>
                    <a:gd name="T2" fmla="*/ 0 w 20634"/>
                    <a:gd name="T3" fmla="*/ 0 h 21505"/>
                    <a:gd name="T4" fmla="*/ 0 w 20634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20634"/>
                    <a:gd name="T10" fmla="*/ 0 h 21505"/>
                    <a:gd name="T11" fmla="*/ 20634 w 20634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0634" h="21505" fill="none" extrusionOk="0">
                      <a:moveTo>
                        <a:pt x="2023" y="-1"/>
                      </a:moveTo>
                      <a:cubicBezTo>
                        <a:pt x="10710" y="817"/>
                        <a:pt x="18052" y="6780"/>
                        <a:pt x="20633" y="15116"/>
                      </a:cubicBezTo>
                    </a:path>
                    <a:path w="20634" h="21505" stroke="0" extrusionOk="0">
                      <a:moveTo>
                        <a:pt x="2023" y="-1"/>
                      </a:moveTo>
                      <a:cubicBezTo>
                        <a:pt x="10710" y="817"/>
                        <a:pt x="18052" y="6780"/>
                        <a:pt x="20633" y="15116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4" name="Arc 26"/>
                <p:cNvSpPr>
                  <a:spLocks/>
                </p:cNvSpPr>
                <p:nvPr/>
              </p:nvSpPr>
              <p:spPr bwMode="auto">
                <a:xfrm rot="11050177" flipV="1">
                  <a:off x="2688" y="1872"/>
                  <a:ext cx="912" cy="239"/>
                </a:xfrm>
                <a:custGeom>
                  <a:avLst/>
                  <a:gdLst>
                    <a:gd name="T0" fmla="*/ 0 w 21600"/>
                    <a:gd name="T1" fmla="*/ 0 h 21505"/>
                    <a:gd name="T2" fmla="*/ 0 w 21600"/>
                    <a:gd name="T3" fmla="*/ 0 h 21505"/>
                    <a:gd name="T4" fmla="*/ 0 w 21600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21600"/>
                    <a:gd name="T10" fmla="*/ 0 h 21505"/>
                    <a:gd name="T11" fmla="*/ 21600 w 21600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600" h="21505" fill="none" extrusionOk="0">
                      <a:moveTo>
                        <a:pt x="2023" y="-1"/>
                      </a:moveTo>
                      <a:cubicBezTo>
                        <a:pt x="13119" y="1043"/>
                        <a:pt x="21600" y="10359"/>
                        <a:pt x="21600" y="21505"/>
                      </a:cubicBezTo>
                    </a:path>
                    <a:path w="21600" h="21505" stroke="0" extrusionOk="0">
                      <a:moveTo>
                        <a:pt x="2023" y="-1"/>
                      </a:moveTo>
                      <a:cubicBezTo>
                        <a:pt x="13119" y="1043"/>
                        <a:pt x="21600" y="10359"/>
                        <a:pt x="21600" y="2150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5" name="Arc 27"/>
                <p:cNvSpPr>
                  <a:spLocks/>
                </p:cNvSpPr>
                <p:nvPr/>
              </p:nvSpPr>
              <p:spPr bwMode="auto">
                <a:xfrm rot="7834302" flipV="1">
                  <a:off x="2615" y="1779"/>
                  <a:ext cx="463" cy="237"/>
                </a:xfrm>
                <a:custGeom>
                  <a:avLst/>
                  <a:gdLst>
                    <a:gd name="T0" fmla="*/ 0 w 29702"/>
                    <a:gd name="T1" fmla="*/ 0 h 21600"/>
                    <a:gd name="T2" fmla="*/ 0 w 29702"/>
                    <a:gd name="T3" fmla="*/ 0 h 21600"/>
                    <a:gd name="T4" fmla="*/ 0 w 2970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9702"/>
                    <a:gd name="T10" fmla="*/ 0 h 21600"/>
                    <a:gd name="T11" fmla="*/ 29702 w 2970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9702" h="21600" fill="none" extrusionOk="0">
                      <a:moveTo>
                        <a:pt x="-1" y="3332"/>
                      </a:moveTo>
                      <a:cubicBezTo>
                        <a:pt x="3450" y="1155"/>
                        <a:pt x="7446" y="-1"/>
                        <a:pt x="11527" y="0"/>
                      </a:cubicBezTo>
                      <a:cubicBezTo>
                        <a:pt x="18880" y="0"/>
                        <a:pt x="25728" y="3740"/>
                        <a:pt x="29701" y="9928"/>
                      </a:cubicBezTo>
                    </a:path>
                    <a:path w="29702" h="21600" stroke="0" extrusionOk="0">
                      <a:moveTo>
                        <a:pt x="-1" y="3332"/>
                      </a:moveTo>
                      <a:cubicBezTo>
                        <a:pt x="3450" y="1155"/>
                        <a:pt x="7446" y="-1"/>
                        <a:pt x="11527" y="0"/>
                      </a:cubicBezTo>
                      <a:cubicBezTo>
                        <a:pt x="18880" y="0"/>
                        <a:pt x="25728" y="3740"/>
                        <a:pt x="29701" y="9928"/>
                      </a:cubicBezTo>
                      <a:lnTo>
                        <a:pt x="11527" y="21600"/>
                      </a:lnTo>
                      <a:lnTo>
                        <a:pt x="-1" y="333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6" name="Arc 28"/>
                <p:cNvSpPr>
                  <a:spLocks/>
                </p:cNvSpPr>
                <p:nvPr/>
              </p:nvSpPr>
              <p:spPr bwMode="auto">
                <a:xfrm rot="11183256" flipV="1">
                  <a:off x="2905" y="1610"/>
                  <a:ext cx="775" cy="240"/>
                </a:xfrm>
                <a:custGeom>
                  <a:avLst/>
                  <a:gdLst>
                    <a:gd name="T0" fmla="*/ 0 w 19374"/>
                    <a:gd name="T1" fmla="*/ 0 h 21600"/>
                    <a:gd name="T2" fmla="*/ 0 w 19374"/>
                    <a:gd name="T3" fmla="*/ 0 h 21600"/>
                    <a:gd name="T4" fmla="*/ 0 w 19374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9374"/>
                    <a:gd name="T10" fmla="*/ 0 h 21600"/>
                    <a:gd name="T11" fmla="*/ 19374 w 19374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374" h="21600" fill="none" extrusionOk="0">
                      <a:moveTo>
                        <a:pt x="0" y="10"/>
                      </a:moveTo>
                      <a:cubicBezTo>
                        <a:pt x="222" y="3"/>
                        <a:pt x="445" y="-1"/>
                        <a:pt x="668" y="0"/>
                      </a:cubicBezTo>
                      <a:cubicBezTo>
                        <a:pt x="8384" y="0"/>
                        <a:pt x="15515" y="4116"/>
                        <a:pt x="19374" y="10799"/>
                      </a:cubicBezTo>
                    </a:path>
                    <a:path w="19374" h="21600" stroke="0" extrusionOk="0">
                      <a:moveTo>
                        <a:pt x="0" y="10"/>
                      </a:moveTo>
                      <a:cubicBezTo>
                        <a:pt x="222" y="3"/>
                        <a:pt x="445" y="-1"/>
                        <a:pt x="668" y="0"/>
                      </a:cubicBezTo>
                      <a:cubicBezTo>
                        <a:pt x="8384" y="0"/>
                        <a:pt x="15515" y="4116"/>
                        <a:pt x="19374" y="10799"/>
                      </a:cubicBezTo>
                      <a:lnTo>
                        <a:pt x="668" y="21600"/>
                      </a:lnTo>
                      <a:lnTo>
                        <a:pt x="0" y="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7" name="Arc 29"/>
                <p:cNvSpPr>
                  <a:spLocks/>
                </p:cNvSpPr>
                <p:nvPr/>
              </p:nvSpPr>
              <p:spPr bwMode="auto">
                <a:xfrm rot="8986032" flipV="1">
                  <a:off x="3472" y="1706"/>
                  <a:ext cx="312" cy="203"/>
                </a:xfrm>
                <a:custGeom>
                  <a:avLst/>
                  <a:gdLst>
                    <a:gd name="T0" fmla="*/ 0 w 19975"/>
                    <a:gd name="T1" fmla="*/ 0 h 21505"/>
                    <a:gd name="T2" fmla="*/ 0 w 19975"/>
                    <a:gd name="T3" fmla="*/ 0 h 21505"/>
                    <a:gd name="T4" fmla="*/ 0 w 19975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19975"/>
                    <a:gd name="T10" fmla="*/ 0 h 21505"/>
                    <a:gd name="T11" fmla="*/ 19975 w 19975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75" h="21505" fill="none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</a:path>
                    <a:path w="19975" h="21505" stroke="0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8" name="Line 30"/>
                <p:cNvSpPr>
                  <a:spLocks noChangeShapeType="1"/>
                </p:cNvSpPr>
                <p:nvPr/>
              </p:nvSpPr>
              <p:spPr bwMode="auto">
                <a:xfrm>
                  <a:off x="2688" y="2064"/>
                  <a:ext cx="0" cy="384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9" name="Line 31"/>
                <p:cNvSpPr>
                  <a:spLocks noChangeShapeType="1"/>
                </p:cNvSpPr>
                <p:nvPr/>
              </p:nvSpPr>
              <p:spPr bwMode="auto">
                <a:xfrm>
                  <a:off x="3504" y="1896"/>
                  <a:ext cx="0" cy="480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0" name="Line 32"/>
                <p:cNvSpPr>
                  <a:spLocks noChangeShapeType="1"/>
                </p:cNvSpPr>
                <p:nvPr/>
              </p:nvSpPr>
              <p:spPr bwMode="auto">
                <a:xfrm>
                  <a:off x="3688" y="1680"/>
                  <a:ext cx="0" cy="432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1" name="Arc 33"/>
                <p:cNvSpPr>
                  <a:spLocks/>
                </p:cNvSpPr>
                <p:nvPr/>
              </p:nvSpPr>
              <p:spPr bwMode="auto">
                <a:xfrm rot="19760709" flipV="1">
                  <a:off x="3408" y="2096"/>
                  <a:ext cx="312" cy="203"/>
                </a:xfrm>
                <a:custGeom>
                  <a:avLst/>
                  <a:gdLst>
                    <a:gd name="T0" fmla="*/ 0 w 19975"/>
                    <a:gd name="T1" fmla="*/ 0 h 21505"/>
                    <a:gd name="T2" fmla="*/ 0 w 19975"/>
                    <a:gd name="T3" fmla="*/ 0 h 21505"/>
                    <a:gd name="T4" fmla="*/ 0 w 19975"/>
                    <a:gd name="T5" fmla="*/ 0 h 21505"/>
                    <a:gd name="T6" fmla="*/ 0 60000 65536"/>
                    <a:gd name="T7" fmla="*/ 0 60000 65536"/>
                    <a:gd name="T8" fmla="*/ 0 60000 65536"/>
                    <a:gd name="T9" fmla="*/ 0 w 19975"/>
                    <a:gd name="T10" fmla="*/ 0 h 21505"/>
                    <a:gd name="T11" fmla="*/ 19975 w 19975"/>
                    <a:gd name="T12" fmla="*/ 21505 h 21505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9975" h="21505" fill="none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</a:path>
                    <a:path w="19975" h="21505" stroke="0" extrusionOk="0">
                      <a:moveTo>
                        <a:pt x="2023" y="-1"/>
                      </a:moveTo>
                      <a:cubicBezTo>
                        <a:pt x="10009" y="751"/>
                        <a:pt x="16922" y="5867"/>
                        <a:pt x="19975" y="13285"/>
                      </a:cubicBezTo>
                      <a:lnTo>
                        <a:pt x="0" y="21505"/>
                      </a:lnTo>
                      <a:lnTo>
                        <a:pt x="2023" y="-1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2" name="Arc 34"/>
                <p:cNvSpPr>
                  <a:spLocks/>
                </p:cNvSpPr>
                <p:nvPr/>
              </p:nvSpPr>
              <p:spPr bwMode="auto">
                <a:xfrm rot="168657" flipV="1">
                  <a:off x="2948" y="1969"/>
                  <a:ext cx="748" cy="240"/>
                </a:xfrm>
                <a:custGeom>
                  <a:avLst/>
                  <a:gdLst>
                    <a:gd name="T0" fmla="*/ 0 w 18706"/>
                    <a:gd name="T1" fmla="*/ 0 h 21599"/>
                    <a:gd name="T2" fmla="*/ 0 w 18706"/>
                    <a:gd name="T3" fmla="*/ 0 h 21599"/>
                    <a:gd name="T4" fmla="*/ 0 w 18706"/>
                    <a:gd name="T5" fmla="*/ 0 h 21599"/>
                    <a:gd name="T6" fmla="*/ 0 60000 65536"/>
                    <a:gd name="T7" fmla="*/ 0 60000 65536"/>
                    <a:gd name="T8" fmla="*/ 0 60000 65536"/>
                    <a:gd name="T9" fmla="*/ 0 w 18706"/>
                    <a:gd name="T10" fmla="*/ 0 h 21599"/>
                    <a:gd name="T11" fmla="*/ 18706 w 18706"/>
                    <a:gd name="T12" fmla="*/ 21599 h 21599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8706" h="21599" fill="none" extrusionOk="0">
                      <a:moveTo>
                        <a:pt x="243" y="0"/>
                      </a:moveTo>
                      <a:cubicBezTo>
                        <a:pt x="7873" y="86"/>
                        <a:pt x="14891" y="4191"/>
                        <a:pt x="18706" y="10798"/>
                      </a:cubicBezTo>
                    </a:path>
                    <a:path w="18706" h="21599" stroke="0" extrusionOk="0">
                      <a:moveTo>
                        <a:pt x="243" y="0"/>
                      </a:moveTo>
                      <a:cubicBezTo>
                        <a:pt x="7873" y="86"/>
                        <a:pt x="14891" y="4191"/>
                        <a:pt x="18706" y="10798"/>
                      </a:cubicBezTo>
                      <a:lnTo>
                        <a:pt x="0" y="21599"/>
                      </a:lnTo>
                      <a:lnTo>
                        <a:pt x="243" y="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3" name="Arc 35"/>
                <p:cNvSpPr>
                  <a:spLocks/>
                </p:cNvSpPr>
                <p:nvPr/>
              </p:nvSpPr>
              <p:spPr bwMode="auto">
                <a:xfrm rot="19852443" flipV="1">
                  <a:off x="2608" y="2125"/>
                  <a:ext cx="385" cy="237"/>
                </a:xfrm>
                <a:custGeom>
                  <a:avLst/>
                  <a:gdLst>
                    <a:gd name="T0" fmla="*/ 0 w 24663"/>
                    <a:gd name="T1" fmla="*/ 0 h 21600"/>
                    <a:gd name="T2" fmla="*/ 0 w 24663"/>
                    <a:gd name="T3" fmla="*/ 0 h 21600"/>
                    <a:gd name="T4" fmla="*/ 0 w 24663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4663"/>
                    <a:gd name="T10" fmla="*/ 0 h 21600"/>
                    <a:gd name="T11" fmla="*/ 24663 w 24663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4663" h="21600" fill="none" extrusionOk="0">
                      <a:moveTo>
                        <a:pt x="-1" y="1082"/>
                      </a:moveTo>
                      <a:cubicBezTo>
                        <a:pt x="2179" y="365"/>
                        <a:pt x="4458" y="-1"/>
                        <a:pt x="6753" y="0"/>
                      </a:cubicBezTo>
                      <a:cubicBezTo>
                        <a:pt x="13935" y="0"/>
                        <a:pt x="20648" y="3570"/>
                        <a:pt x="24663" y="9525"/>
                      </a:cubicBezTo>
                    </a:path>
                    <a:path w="24663" h="21600" stroke="0" extrusionOk="0">
                      <a:moveTo>
                        <a:pt x="-1" y="1082"/>
                      </a:moveTo>
                      <a:cubicBezTo>
                        <a:pt x="2179" y="365"/>
                        <a:pt x="4458" y="-1"/>
                        <a:pt x="6753" y="0"/>
                      </a:cubicBezTo>
                      <a:cubicBezTo>
                        <a:pt x="13935" y="0"/>
                        <a:pt x="20648" y="3570"/>
                        <a:pt x="24663" y="9525"/>
                      </a:cubicBezTo>
                      <a:lnTo>
                        <a:pt x="6753" y="21600"/>
                      </a:lnTo>
                      <a:lnTo>
                        <a:pt x="-1" y="108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14" name="Line 36"/>
                <p:cNvSpPr>
                  <a:spLocks noChangeShapeType="1"/>
                </p:cNvSpPr>
                <p:nvPr/>
              </p:nvSpPr>
              <p:spPr bwMode="auto">
                <a:xfrm>
                  <a:off x="2960" y="1672"/>
                  <a:ext cx="0" cy="528"/>
                </a:xfrm>
                <a:prstGeom prst="line">
                  <a:avLst/>
                </a:prstGeom>
                <a:noFill/>
                <a:ln w="38100">
                  <a:solidFill>
                    <a:srgbClr val="FF0000"/>
                  </a:solidFill>
                  <a:prstDash val="sysDot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9502" name="Object 37"/>
              <p:cNvGraphicFramePr>
                <a:graphicFrameLocks noChangeAspect="1"/>
              </p:cNvGraphicFramePr>
              <p:nvPr/>
            </p:nvGraphicFramePr>
            <p:xfrm>
              <a:off x="2980" y="2159"/>
              <a:ext cx="179" cy="16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1" imgW="317225" imgH="291847" progId="Equation.3">
                      <p:embed/>
                    </p:oleObj>
                  </mc:Choice>
                  <mc:Fallback>
                    <p:oleObj name="公式" r:id="rId11" imgW="317225" imgH="29184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80" y="2159"/>
                            <a:ext cx="179" cy="16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pSp>
          <p:nvGrpSpPr>
            <p:cNvPr id="19494" name="Group 38"/>
            <p:cNvGrpSpPr>
              <a:grpSpLocks/>
            </p:cNvGrpSpPr>
            <p:nvPr/>
          </p:nvGrpSpPr>
          <p:grpSpPr bwMode="auto">
            <a:xfrm>
              <a:off x="3552" y="3165"/>
              <a:ext cx="1065" cy="431"/>
              <a:chOff x="2688" y="3191"/>
              <a:chExt cx="1065" cy="431"/>
            </a:xfrm>
          </p:grpSpPr>
          <p:grpSp>
            <p:nvGrpSpPr>
              <p:cNvPr id="19495" name="Group 39"/>
              <p:cNvGrpSpPr>
                <a:grpSpLocks/>
              </p:cNvGrpSpPr>
              <p:nvPr/>
            </p:nvGrpSpPr>
            <p:grpSpPr bwMode="auto">
              <a:xfrm>
                <a:off x="2688" y="3191"/>
                <a:ext cx="1065" cy="431"/>
                <a:chOff x="2688" y="3191"/>
                <a:chExt cx="1065" cy="431"/>
              </a:xfrm>
            </p:grpSpPr>
            <p:sp>
              <p:nvSpPr>
                <p:cNvPr id="19497" name="Arc 40"/>
                <p:cNvSpPr>
                  <a:spLocks/>
                </p:cNvSpPr>
                <p:nvPr/>
              </p:nvSpPr>
              <p:spPr bwMode="auto">
                <a:xfrm rot="7834302" flipV="1">
                  <a:off x="2659" y="3288"/>
                  <a:ext cx="431" cy="237"/>
                </a:xfrm>
                <a:custGeom>
                  <a:avLst/>
                  <a:gdLst>
                    <a:gd name="T0" fmla="*/ 0 w 27639"/>
                    <a:gd name="T1" fmla="*/ 0 h 21600"/>
                    <a:gd name="T2" fmla="*/ 0 w 27639"/>
                    <a:gd name="T3" fmla="*/ 0 h 21600"/>
                    <a:gd name="T4" fmla="*/ 0 w 27639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7639"/>
                    <a:gd name="T10" fmla="*/ 0 h 21600"/>
                    <a:gd name="T11" fmla="*/ 27639 w 27639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7639" h="21600" fill="none" extrusionOk="0">
                      <a:moveTo>
                        <a:pt x="0" y="4948"/>
                      </a:moveTo>
                      <a:cubicBezTo>
                        <a:pt x="3871" y="1749"/>
                        <a:pt x="8736" y="-1"/>
                        <a:pt x="13758" y="0"/>
                      </a:cubicBezTo>
                      <a:cubicBezTo>
                        <a:pt x="18834" y="0"/>
                        <a:pt x="23749" y="1788"/>
                        <a:pt x="27639" y="5050"/>
                      </a:cubicBezTo>
                    </a:path>
                    <a:path w="27639" h="21600" stroke="0" extrusionOk="0">
                      <a:moveTo>
                        <a:pt x="0" y="4948"/>
                      </a:moveTo>
                      <a:cubicBezTo>
                        <a:pt x="3871" y="1749"/>
                        <a:pt x="8736" y="-1"/>
                        <a:pt x="13758" y="0"/>
                      </a:cubicBezTo>
                      <a:cubicBezTo>
                        <a:pt x="18834" y="0"/>
                        <a:pt x="23749" y="1788"/>
                        <a:pt x="27639" y="5050"/>
                      </a:cubicBezTo>
                      <a:lnTo>
                        <a:pt x="13758" y="21600"/>
                      </a:lnTo>
                      <a:lnTo>
                        <a:pt x="0" y="4948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8" name="Arc 41"/>
                <p:cNvSpPr>
                  <a:spLocks/>
                </p:cNvSpPr>
                <p:nvPr/>
              </p:nvSpPr>
              <p:spPr bwMode="auto">
                <a:xfrm rot="19339490" flipV="1">
                  <a:off x="3413" y="3241"/>
                  <a:ext cx="340" cy="204"/>
                </a:xfrm>
                <a:custGeom>
                  <a:avLst/>
                  <a:gdLst>
                    <a:gd name="T0" fmla="*/ 0 w 21761"/>
                    <a:gd name="T1" fmla="*/ 0 h 21600"/>
                    <a:gd name="T2" fmla="*/ 0 w 21761"/>
                    <a:gd name="T3" fmla="*/ 0 h 21600"/>
                    <a:gd name="T4" fmla="*/ 0 w 21761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21761"/>
                    <a:gd name="T10" fmla="*/ 0 h 21600"/>
                    <a:gd name="T11" fmla="*/ 21761 w 21761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1761" h="21600" fill="none" extrusionOk="0">
                      <a:moveTo>
                        <a:pt x="-1" y="42"/>
                      </a:moveTo>
                      <a:cubicBezTo>
                        <a:pt x="452" y="14"/>
                        <a:pt x="905" y="-1"/>
                        <a:pt x="1359" y="0"/>
                      </a:cubicBezTo>
                      <a:cubicBezTo>
                        <a:pt x="10553" y="0"/>
                        <a:pt x="18741" y="5821"/>
                        <a:pt x="21760" y="14506"/>
                      </a:cubicBezTo>
                    </a:path>
                    <a:path w="21761" h="21600" stroke="0" extrusionOk="0">
                      <a:moveTo>
                        <a:pt x="-1" y="42"/>
                      </a:moveTo>
                      <a:cubicBezTo>
                        <a:pt x="452" y="14"/>
                        <a:pt x="905" y="-1"/>
                        <a:pt x="1359" y="0"/>
                      </a:cubicBezTo>
                      <a:cubicBezTo>
                        <a:pt x="10553" y="0"/>
                        <a:pt x="18741" y="5821"/>
                        <a:pt x="21760" y="14506"/>
                      </a:cubicBezTo>
                      <a:lnTo>
                        <a:pt x="1359" y="21600"/>
                      </a:lnTo>
                      <a:lnTo>
                        <a:pt x="-1" y="42"/>
                      </a:lnTo>
                      <a:close/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499" name="Line 42"/>
                <p:cNvSpPr>
                  <a:spLocks noChangeShapeType="1"/>
                </p:cNvSpPr>
                <p:nvPr/>
              </p:nvSpPr>
              <p:spPr bwMode="auto">
                <a:xfrm>
                  <a:off x="2688" y="3520"/>
                  <a:ext cx="816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500" name="Line 43"/>
                <p:cNvSpPr>
                  <a:spLocks noChangeShapeType="1"/>
                </p:cNvSpPr>
                <p:nvPr/>
              </p:nvSpPr>
              <p:spPr bwMode="auto">
                <a:xfrm>
                  <a:off x="2952" y="3208"/>
                  <a:ext cx="752" cy="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19496" name="Object 44"/>
              <p:cNvGraphicFramePr>
                <a:graphicFrameLocks noChangeAspect="1"/>
              </p:cNvGraphicFramePr>
              <p:nvPr/>
            </p:nvGraphicFramePr>
            <p:xfrm>
              <a:off x="3312" y="3216"/>
              <a:ext cx="144" cy="1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3" imgW="317225" imgH="291847" progId="Equation.3">
                      <p:embed/>
                    </p:oleObj>
                  </mc:Choice>
                  <mc:Fallback>
                    <p:oleObj name="公式" r:id="rId13" imgW="317225" imgH="29184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312" y="3216"/>
                            <a:ext cx="144" cy="13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9" name="Group 45"/>
          <p:cNvGrpSpPr>
            <a:grpSpLocks/>
          </p:cNvGrpSpPr>
          <p:nvPr/>
        </p:nvGrpSpPr>
        <p:grpSpPr bwMode="auto">
          <a:xfrm>
            <a:off x="8047044" y="2938465"/>
            <a:ext cx="736601" cy="1209676"/>
            <a:chOff x="2957" y="1877"/>
            <a:chExt cx="464" cy="762"/>
          </a:xfrm>
        </p:grpSpPr>
        <p:graphicFrame>
          <p:nvGraphicFramePr>
            <p:cNvPr id="19486" name="Object 46"/>
            <p:cNvGraphicFramePr>
              <a:graphicFrameLocks noChangeAspect="1"/>
            </p:cNvGraphicFramePr>
            <p:nvPr/>
          </p:nvGraphicFramePr>
          <p:xfrm>
            <a:off x="2957" y="2360"/>
            <a:ext cx="187" cy="27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79400" imgH="419100" progId="Equation.3">
                    <p:embed/>
                  </p:oleObj>
                </mc:Choice>
                <mc:Fallback>
                  <p:oleObj name="公式" r:id="rId15" imgW="279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57" y="2360"/>
                          <a:ext cx="187" cy="27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7" name="Object 47"/>
            <p:cNvGraphicFramePr>
              <a:graphicFrameLocks noChangeAspect="1"/>
            </p:cNvGraphicFramePr>
            <p:nvPr/>
          </p:nvGraphicFramePr>
          <p:xfrm>
            <a:off x="3235" y="1877"/>
            <a:ext cx="186" cy="2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304668" imgH="418918" progId="Equation.3">
                    <p:embed/>
                  </p:oleObj>
                </mc:Choice>
                <mc:Fallback>
                  <p:oleObj name="公式" r:id="rId17" imgW="304668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35" y="1877"/>
                          <a:ext cx="186" cy="2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0" name="Group 48"/>
          <p:cNvGrpSpPr>
            <a:grpSpLocks/>
          </p:cNvGrpSpPr>
          <p:nvPr/>
        </p:nvGrpSpPr>
        <p:grpSpPr bwMode="auto">
          <a:xfrm>
            <a:off x="8615367" y="2954652"/>
            <a:ext cx="596553" cy="1251583"/>
            <a:chOff x="3315" y="1920"/>
            <a:chExt cx="269" cy="754"/>
          </a:xfrm>
        </p:grpSpPr>
        <p:graphicFrame>
          <p:nvGraphicFramePr>
            <p:cNvPr id="19484" name="Object 49"/>
            <p:cNvGraphicFramePr>
              <a:graphicFrameLocks noChangeAspect="1"/>
            </p:cNvGraphicFramePr>
            <p:nvPr/>
          </p:nvGraphicFramePr>
          <p:xfrm>
            <a:off x="3394" y="1920"/>
            <a:ext cx="190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368300" imgH="419100" progId="Equation.3">
                    <p:embed/>
                  </p:oleObj>
                </mc:Choice>
                <mc:Fallback>
                  <p:oleObj name="公式" r:id="rId19" imgW="3683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4" y="1920"/>
                          <a:ext cx="190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5" name="Object 50"/>
            <p:cNvGraphicFramePr>
              <a:graphicFrameLocks noChangeAspect="1"/>
            </p:cNvGraphicFramePr>
            <p:nvPr/>
          </p:nvGraphicFramePr>
          <p:xfrm>
            <a:off x="3315" y="2448"/>
            <a:ext cx="190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1" imgW="355446" imgH="418918" progId="Equation.3">
                    <p:embed/>
                  </p:oleObj>
                </mc:Choice>
                <mc:Fallback>
                  <p:oleObj name="公式" r:id="rId21" imgW="355446" imgH="4189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15" y="2448"/>
                          <a:ext cx="190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51"/>
          <p:cNvGrpSpPr>
            <a:grpSpLocks/>
          </p:cNvGrpSpPr>
          <p:nvPr/>
        </p:nvGrpSpPr>
        <p:grpSpPr bwMode="auto">
          <a:xfrm>
            <a:off x="8458198" y="2509203"/>
            <a:ext cx="2002128" cy="2205279"/>
            <a:chOff x="3216" y="1612"/>
            <a:chExt cx="1049" cy="1323"/>
          </a:xfrm>
        </p:grpSpPr>
        <p:graphicFrame>
          <p:nvGraphicFramePr>
            <p:cNvPr id="19482" name="Object 52"/>
            <p:cNvGraphicFramePr>
              <a:graphicFrameLocks noChangeAspect="1"/>
            </p:cNvGraphicFramePr>
            <p:nvPr/>
          </p:nvGraphicFramePr>
          <p:xfrm>
            <a:off x="3216" y="2696"/>
            <a:ext cx="958" cy="23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663700" imgH="419100" progId="Equation.3">
                    <p:embed/>
                  </p:oleObj>
                </mc:Choice>
                <mc:Fallback>
                  <p:oleObj name="公式" r:id="rId23" imgW="16637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2696"/>
                          <a:ext cx="958" cy="23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3" name="Object 53"/>
            <p:cNvGraphicFramePr>
              <a:graphicFrameLocks noChangeAspect="1"/>
            </p:cNvGraphicFramePr>
            <p:nvPr/>
          </p:nvGraphicFramePr>
          <p:xfrm>
            <a:off x="3244" y="1612"/>
            <a:ext cx="1021" cy="25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689100" imgH="419100" progId="Equation.3">
                    <p:embed/>
                  </p:oleObj>
                </mc:Choice>
                <mc:Fallback>
                  <p:oleObj name="公式" r:id="rId25" imgW="16891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4" y="1612"/>
                          <a:ext cx="1021" cy="25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2" name="Group 54"/>
          <p:cNvGrpSpPr>
            <a:grpSpLocks/>
          </p:cNvGrpSpPr>
          <p:nvPr/>
        </p:nvGrpSpPr>
        <p:grpSpPr bwMode="auto">
          <a:xfrm>
            <a:off x="6015039" y="4835526"/>
            <a:ext cx="1985963" cy="722312"/>
            <a:chOff x="2829" y="3046"/>
            <a:chExt cx="1251" cy="455"/>
          </a:xfrm>
        </p:grpSpPr>
        <p:sp>
          <p:nvSpPr>
            <p:cNvPr id="19478" name="Line 55"/>
            <p:cNvSpPr>
              <a:spLocks noChangeShapeType="1"/>
            </p:cNvSpPr>
            <p:nvPr/>
          </p:nvSpPr>
          <p:spPr bwMode="auto">
            <a:xfrm flipH="1">
              <a:off x="2976" y="3478"/>
              <a:ext cx="86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9" name="Line 56"/>
            <p:cNvSpPr>
              <a:spLocks noChangeShapeType="1"/>
            </p:cNvSpPr>
            <p:nvPr/>
          </p:nvSpPr>
          <p:spPr bwMode="auto">
            <a:xfrm flipH="1">
              <a:off x="3264" y="3190"/>
              <a:ext cx="81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80" name="Object 57"/>
            <p:cNvGraphicFramePr>
              <a:graphicFrameLocks noChangeAspect="1"/>
            </p:cNvGraphicFramePr>
            <p:nvPr/>
          </p:nvGraphicFramePr>
          <p:xfrm>
            <a:off x="3091" y="3046"/>
            <a:ext cx="173" cy="1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7" imgW="228600" imgH="241300" progId="Equation.3">
                    <p:embed/>
                  </p:oleObj>
                </mc:Choice>
                <mc:Fallback>
                  <p:oleObj name="公式" r:id="rId27" imgW="228600" imgH="2413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91" y="3046"/>
                          <a:ext cx="173" cy="1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81" name="Object 58"/>
            <p:cNvGraphicFramePr>
              <a:graphicFrameLocks noChangeAspect="1"/>
            </p:cNvGraphicFramePr>
            <p:nvPr/>
          </p:nvGraphicFramePr>
          <p:xfrm>
            <a:off x="2829" y="3303"/>
            <a:ext cx="135" cy="19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9" imgW="215619" imgH="317087" progId="Equation.3">
                    <p:embed/>
                  </p:oleObj>
                </mc:Choice>
                <mc:Fallback>
                  <p:oleObj name="公式" r:id="rId29" imgW="215619" imgH="31708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29" y="3303"/>
                          <a:ext cx="135" cy="19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" name="Group 59"/>
          <p:cNvGrpSpPr>
            <a:grpSpLocks/>
          </p:cNvGrpSpPr>
          <p:nvPr/>
        </p:nvGrpSpPr>
        <p:grpSpPr bwMode="auto">
          <a:xfrm>
            <a:off x="7670797" y="5292727"/>
            <a:ext cx="1261910" cy="950120"/>
            <a:chOff x="2720" y="3360"/>
            <a:chExt cx="546" cy="399"/>
          </a:xfrm>
        </p:grpSpPr>
        <p:sp>
          <p:nvSpPr>
            <p:cNvPr id="19476" name="Arc 60"/>
            <p:cNvSpPr>
              <a:spLocks/>
            </p:cNvSpPr>
            <p:nvPr/>
          </p:nvSpPr>
          <p:spPr bwMode="auto">
            <a:xfrm rot="20086826" flipV="1">
              <a:off x="2720" y="3360"/>
              <a:ext cx="112" cy="267"/>
            </a:xfrm>
            <a:custGeom>
              <a:avLst/>
              <a:gdLst>
                <a:gd name="T0" fmla="*/ 0 w 21600"/>
                <a:gd name="T1" fmla="*/ 0 h 20043"/>
                <a:gd name="T2" fmla="*/ 0 w 21600"/>
                <a:gd name="T3" fmla="*/ 0 h 20043"/>
                <a:gd name="T4" fmla="*/ 0 w 21600"/>
                <a:gd name="T5" fmla="*/ 0 h 20043"/>
                <a:gd name="T6" fmla="*/ 0 60000 65536"/>
                <a:gd name="T7" fmla="*/ 0 60000 65536"/>
                <a:gd name="T8" fmla="*/ 0 60000 65536"/>
                <a:gd name="T9" fmla="*/ 0 w 21600"/>
                <a:gd name="T10" fmla="*/ 0 h 20043"/>
                <a:gd name="T11" fmla="*/ 21600 w 21600"/>
                <a:gd name="T12" fmla="*/ 20043 h 2004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0043" fill="none" extrusionOk="0">
                  <a:moveTo>
                    <a:pt x="8052" y="0"/>
                  </a:moveTo>
                  <a:cubicBezTo>
                    <a:pt x="16237" y="3288"/>
                    <a:pt x="21600" y="11222"/>
                    <a:pt x="21600" y="20043"/>
                  </a:cubicBezTo>
                </a:path>
                <a:path w="21600" h="20043" stroke="0" extrusionOk="0">
                  <a:moveTo>
                    <a:pt x="8052" y="0"/>
                  </a:moveTo>
                  <a:cubicBezTo>
                    <a:pt x="16237" y="3288"/>
                    <a:pt x="21600" y="11222"/>
                    <a:pt x="21600" y="20043"/>
                  </a:cubicBezTo>
                  <a:lnTo>
                    <a:pt x="0" y="20043"/>
                  </a:lnTo>
                  <a:lnTo>
                    <a:pt x="8052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 type="triangle" w="sm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9477" name="Object 61"/>
            <p:cNvGraphicFramePr>
              <a:graphicFrameLocks noChangeAspect="1"/>
            </p:cNvGraphicFramePr>
            <p:nvPr/>
          </p:nvGraphicFramePr>
          <p:xfrm>
            <a:off x="2723" y="3600"/>
            <a:ext cx="543" cy="1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1" imgW="1422400" imgH="419100" progId="Equation.3">
                    <p:embed/>
                  </p:oleObj>
                </mc:Choice>
                <mc:Fallback>
                  <p:oleObj name="公式" r:id="rId31" imgW="1422400" imgH="4191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723" y="3600"/>
                          <a:ext cx="543" cy="1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55038" name="Object 62"/>
          <p:cNvGraphicFramePr>
            <a:graphicFrameLocks noChangeAspect="1"/>
          </p:cNvGraphicFramePr>
          <p:nvPr/>
        </p:nvGraphicFramePr>
        <p:xfrm>
          <a:off x="9286220" y="5278873"/>
          <a:ext cx="1386154" cy="397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1447800" imgH="419100" progId="Equation.3">
                  <p:embed/>
                </p:oleObj>
              </mc:Choice>
              <mc:Fallback>
                <p:oleObj name="公式" r:id="rId33" imgW="1447800" imgH="419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220" y="5278873"/>
                        <a:ext cx="1386154" cy="39762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63"/>
          <p:cNvGrpSpPr>
            <a:grpSpLocks/>
          </p:cNvGrpSpPr>
          <p:nvPr/>
        </p:nvGrpSpPr>
        <p:grpSpPr bwMode="auto">
          <a:xfrm>
            <a:off x="8398993" y="5300726"/>
            <a:ext cx="762008" cy="346310"/>
            <a:chOff x="3168" y="3360"/>
            <a:chExt cx="413" cy="168"/>
          </a:xfrm>
        </p:grpSpPr>
        <p:sp>
          <p:nvSpPr>
            <p:cNvPr id="19474" name="Oval 64"/>
            <p:cNvSpPr>
              <a:spLocks noChangeArrowheads="1"/>
            </p:cNvSpPr>
            <p:nvPr/>
          </p:nvSpPr>
          <p:spPr bwMode="auto">
            <a:xfrm>
              <a:off x="3168" y="3360"/>
              <a:ext cx="48" cy="48"/>
            </a:xfrm>
            <a:prstGeom prst="ellipse">
              <a:avLst/>
            </a:prstGeom>
            <a:solidFill>
              <a:schemeClr val="tx1"/>
            </a:solidFill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19475" name="Object 65"/>
            <p:cNvGraphicFramePr>
              <a:graphicFrameLocks noChangeAspect="1"/>
            </p:cNvGraphicFramePr>
            <p:nvPr/>
          </p:nvGraphicFramePr>
          <p:xfrm>
            <a:off x="3216" y="3360"/>
            <a:ext cx="365" cy="16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35" imgW="837836" imgH="393529" progId="Equation.3">
                    <p:embed/>
                  </p:oleObj>
                </mc:Choice>
                <mc:Fallback>
                  <p:oleObj name="公式" r:id="rId35" imgW="837836" imgH="39352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16" y="3360"/>
                          <a:ext cx="365" cy="16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5042" name="Text Box 66"/>
          <p:cNvSpPr txBox="1">
            <a:spLocks noChangeArrowheads="1"/>
          </p:cNvSpPr>
          <p:nvPr/>
        </p:nvSpPr>
        <p:spPr bwMode="auto">
          <a:xfrm>
            <a:off x="1487488" y="1945051"/>
            <a:ext cx="12954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如图，</a:t>
            </a:r>
          </a:p>
        </p:txBody>
      </p:sp>
      <p:graphicFrame>
        <p:nvGraphicFramePr>
          <p:cNvPr id="255043" name="Object 6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31474030"/>
              </p:ext>
            </p:extLst>
          </p:nvPr>
        </p:nvGraphicFramePr>
        <p:xfrm>
          <a:off x="1484820" y="2006965"/>
          <a:ext cx="3768725" cy="1060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7" imgW="1625400" imgH="457200" progId="Equation.DSMT4">
                  <p:embed/>
                </p:oleObj>
              </mc:Choice>
              <mc:Fallback>
                <p:oleObj name="Equation" r:id="rId37" imgW="1625400" imgH="4572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84820" y="2006965"/>
                        <a:ext cx="3768725" cy="1060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4" name="Object 68"/>
          <p:cNvGraphicFramePr>
            <a:graphicFrameLocks noChangeAspect="1"/>
          </p:cNvGraphicFramePr>
          <p:nvPr/>
        </p:nvGraphicFramePr>
        <p:xfrm>
          <a:off x="1268415" y="3180848"/>
          <a:ext cx="4319587" cy="1085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9" imgW="1816100" imgH="457200" progId="Equation.3">
                  <p:embed/>
                </p:oleObj>
              </mc:Choice>
              <mc:Fallback>
                <p:oleObj name="公式" r:id="rId39" imgW="18161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5" y="3180848"/>
                        <a:ext cx="4319587" cy="1085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5" name="Object 69"/>
          <p:cNvGraphicFramePr>
            <a:graphicFrameLocks noChangeAspect="1"/>
          </p:cNvGraphicFramePr>
          <p:nvPr/>
        </p:nvGraphicFramePr>
        <p:xfrm>
          <a:off x="1443038" y="4344988"/>
          <a:ext cx="3444875" cy="488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1" imgW="1523880" imgH="215640" progId="Equation.DSMT4">
                  <p:embed/>
                </p:oleObj>
              </mc:Choice>
              <mc:Fallback>
                <p:oleObj name="Equation" r:id="rId41" imgW="152388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3038" y="4344988"/>
                        <a:ext cx="3444875" cy="488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5046" name="Object 70"/>
          <p:cNvGraphicFramePr>
            <a:graphicFrameLocks noChangeAspect="1"/>
          </p:cNvGraphicFramePr>
          <p:nvPr/>
        </p:nvGraphicFramePr>
        <p:xfrm>
          <a:off x="1469559" y="5018234"/>
          <a:ext cx="3517900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3" imgW="3517900" imgH="431800" progId="Equation.3">
                  <p:embed/>
                </p:oleObj>
              </mc:Choice>
              <mc:Fallback>
                <p:oleObj name="公式" r:id="rId43" imgW="3517900" imgH="4318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9559" y="5018234"/>
                        <a:ext cx="3517900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449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549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50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50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550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550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55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5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4978" grpId="0" autoUpdateAnimBg="0"/>
      <p:bldP spid="255042" grpId="0" autoUpdateAnimBg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8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14518084"/>
              </p:ext>
            </p:extLst>
          </p:nvPr>
        </p:nvGraphicFramePr>
        <p:xfrm>
          <a:off x="1902775" y="855588"/>
          <a:ext cx="7963221" cy="115455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238200" imgH="469800" progId="Equation.DSMT4">
                  <p:embed/>
                </p:oleObj>
              </mc:Choice>
              <mc:Fallback>
                <p:oleObj name="Equation" r:id="rId2" imgW="3238200" imgH="4698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2775" y="855588"/>
                        <a:ext cx="7963221" cy="115455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752851"/>
              </p:ext>
            </p:extLst>
          </p:nvPr>
        </p:nvGraphicFramePr>
        <p:xfrm>
          <a:off x="3631656" y="2095277"/>
          <a:ext cx="4140200" cy="736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4140200" imgH="736600" progId="Equation.3">
                  <p:embed/>
                </p:oleObj>
              </mc:Choice>
              <mc:Fallback>
                <p:oleObj name="公式" r:id="rId4" imgW="4140200" imgH="736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1656" y="2095277"/>
                        <a:ext cx="4140200" cy="736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4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2159675"/>
              </p:ext>
            </p:extLst>
          </p:nvPr>
        </p:nvGraphicFramePr>
        <p:xfrm>
          <a:off x="1833019" y="2917008"/>
          <a:ext cx="77374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73320" imgH="215640" progId="Equation.DSMT4">
                  <p:embed/>
                </p:oleObj>
              </mc:Choice>
              <mc:Fallback>
                <p:oleObj name="Equation" r:id="rId6" imgW="30733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019" y="2917008"/>
                        <a:ext cx="77374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20715630"/>
              </p:ext>
            </p:extLst>
          </p:nvPr>
        </p:nvGraphicFramePr>
        <p:xfrm>
          <a:off x="1959293" y="3584507"/>
          <a:ext cx="785018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720960" imgH="406080" progId="Equation.DSMT4">
                  <p:embed/>
                </p:oleObj>
              </mc:Choice>
              <mc:Fallback>
                <p:oleObj name="Equation" r:id="rId8" imgW="372096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9293" y="3584507"/>
                        <a:ext cx="7850187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9794621"/>
              </p:ext>
            </p:extLst>
          </p:nvPr>
        </p:nvGraphicFramePr>
        <p:xfrm>
          <a:off x="1833019" y="4402651"/>
          <a:ext cx="6626225" cy="601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14600" imgH="228600" progId="Equation.DSMT4">
                  <p:embed/>
                </p:oleObj>
              </mc:Choice>
              <mc:Fallback>
                <p:oleObj name="Equation" r:id="rId10" imgW="25146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3019" y="4402651"/>
                        <a:ext cx="6626225" cy="6016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07" name="Text Box 7"/>
          <p:cNvSpPr txBox="1">
            <a:spLocks noChangeArrowheads="1"/>
          </p:cNvSpPr>
          <p:nvPr/>
        </p:nvSpPr>
        <p:spPr bwMode="auto">
          <a:xfrm>
            <a:off x="8774063" y="4485201"/>
            <a:ext cx="61061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则</a:t>
            </a:r>
          </a:p>
        </p:txBody>
      </p:sp>
      <p:graphicFrame>
        <p:nvGraphicFramePr>
          <p:cNvPr id="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6780983"/>
              </p:ext>
            </p:extLst>
          </p:nvPr>
        </p:nvGraphicFramePr>
        <p:xfrm>
          <a:off x="1954212" y="5263501"/>
          <a:ext cx="230346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066680" imgH="380880" progId="Equation.DSMT4">
                  <p:embed/>
                </p:oleObj>
              </mc:Choice>
              <mc:Fallback>
                <p:oleObj name="Equation" r:id="rId13" imgW="10666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54212" y="5263501"/>
                        <a:ext cx="230346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2443811"/>
              </p:ext>
            </p:extLst>
          </p:nvPr>
        </p:nvGraphicFramePr>
        <p:xfrm>
          <a:off x="4257675" y="5263501"/>
          <a:ext cx="4920960" cy="812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158920" imgH="355320" progId="Equation.DSMT4">
                  <p:embed/>
                </p:oleObj>
              </mc:Choice>
              <mc:Fallback>
                <p:oleObj name="Equation" r:id="rId15" imgW="2158920" imgH="3553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675" y="5263501"/>
                        <a:ext cx="4920960" cy="81233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7402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0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60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56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60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560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1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07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028" name="Text Box 4"/>
          <p:cNvSpPr txBox="1">
            <a:spLocks noChangeArrowheads="1"/>
          </p:cNvSpPr>
          <p:nvPr/>
        </p:nvSpPr>
        <p:spPr bwMode="auto">
          <a:xfrm>
            <a:off x="1747519" y="767197"/>
            <a:ext cx="1524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accent2"/>
                </a:solidFill>
                <a:ea typeface="黑体" panose="02010609060101010101" pitchFamily="49" charset="-122"/>
              </a:rPr>
              <a:t>注意</a:t>
            </a:r>
          </a:p>
        </p:txBody>
      </p:sp>
      <p:graphicFrame>
        <p:nvGraphicFramePr>
          <p:cNvPr id="257029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75800104"/>
              </p:ext>
            </p:extLst>
          </p:nvPr>
        </p:nvGraphicFramePr>
        <p:xfrm>
          <a:off x="1747520" y="1432121"/>
          <a:ext cx="9136063" cy="1631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911400" imgH="698400" progId="Equation.DSMT4">
                  <p:embed/>
                </p:oleObj>
              </mc:Choice>
              <mc:Fallback>
                <p:oleObj name="Equation" r:id="rId3" imgW="3911400" imgH="698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47520" y="1432121"/>
                        <a:ext cx="9136063" cy="1631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107046" y="3739433"/>
            <a:ext cx="3098959" cy="222083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>
            <a:off x="2121806" y="3688084"/>
            <a:ext cx="3188889" cy="2413462"/>
          </a:xfrm>
          <a:prstGeom prst="rect">
            <a:avLst/>
          </a:prstGeom>
        </p:spPr>
      </p:pic>
      <p:sp>
        <p:nvSpPr>
          <p:cNvPr id="5" name="右箭头 4"/>
          <p:cNvSpPr/>
          <p:nvPr/>
        </p:nvSpPr>
        <p:spPr>
          <a:xfrm>
            <a:off x="5975701" y="4664363"/>
            <a:ext cx="739135" cy="304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3089582"/>
              </p:ext>
            </p:extLst>
          </p:nvPr>
        </p:nvGraphicFramePr>
        <p:xfrm>
          <a:off x="4654118" y="203350"/>
          <a:ext cx="6726237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187440" imgH="406080" progId="Equation.DSMT4">
                  <p:embed/>
                </p:oleObj>
              </mc:Choice>
              <mc:Fallback>
                <p:oleObj name="Equation" r:id="rId7" imgW="31874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54118" y="203350"/>
                        <a:ext cx="6726237" cy="857250"/>
                      </a:xfrm>
                      <a:prstGeom prst="rect">
                        <a:avLst/>
                      </a:prstGeom>
                      <a:solidFill>
                        <a:srgbClr val="FF9900"/>
                      </a:solidFill>
                      <a:ln w="19050">
                        <a:solidFill>
                          <a:srgbClr val="FF0000"/>
                        </a:solidFill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352589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7028" grpId="0" autoUpdateAnimBg="0"/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Text Box 2"/>
          <p:cNvSpPr txBox="1">
            <a:spLocks noChangeArrowheads="1"/>
          </p:cNvSpPr>
          <p:nvPr/>
        </p:nvSpPr>
        <p:spPr bwMode="auto">
          <a:xfrm>
            <a:off x="1992313" y="196851"/>
            <a:ext cx="8424862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设有一物体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Ω=[0,1;0,1;0,1](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即长方体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它在点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x,y,z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处的密度为点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P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到原点距离的平方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求物体的质量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M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03107" name="Object 3"/>
          <p:cNvGraphicFramePr>
            <a:graphicFrameLocks/>
          </p:cNvGraphicFramePr>
          <p:nvPr/>
        </p:nvGraphicFramePr>
        <p:xfrm>
          <a:off x="2293938" y="2298700"/>
          <a:ext cx="8259762" cy="895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593880" imgH="406080" progId="Equation.DSMT4">
                  <p:embed/>
                </p:oleObj>
              </mc:Choice>
              <mc:Fallback>
                <p:oleObj name="Equation" r:id="rId3" imgW="359388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3938" y="2298700"/>
                        <a:ext cx="8259762" cy="895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09" name="Object 5"/>
          <p:cNvGraphicFramePr>
            <a:graphicFrameLocks/>
          </p:cNvGraphicFramePr>
          <p:nvPr/>
        </p:nvGraphicFramePr>
        <p:xfrm>
          <a:off x="2898775" y="3254375"/>
          <a:ext cx="6799263" cy="100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958840" imgH="457200" progId="Equation.DSMT4">
                  <p:embed/>
                </p:oleObj>
              </mc:Choice>
              <mc:Fallback>
                <p:oleObj name="Equation" r:id="rId5" imgW="295884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8775" y="3254375"/>
                        <a:ext cx="6799263" cy="1006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3110" name="Object 6"/>
          <p:cNvGraphicFramePr>
            <a:graphicFrameLocks noChangeAspect="1"/>
          </p:cNvGraphicFramePr>
          <p:nvPr/>
        </p:nvGraphicFramePr>
        <p:xfrm>
          <a:off x="2927350" y="4221164"/>
          <a:ext cx="5494338" cy="1017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235200" imgH="469900" progId="Equation.3">
                  <p:embed/>
                </p:oleObj>
              </mc:Choice>
              <mc:Fallback>
                <p:oleObj name="公式" r:id="rId7" imgW="2235200" imgH="469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7350" y="4221164"/>
                        <a:ext cx="5494338" cy="1017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3111" name="Text Box 7"/>
          <p:cNvSpPr txBox="1">
            <a:spLocks noChangeArrowheads="1"/>
          </p:cNvSpPr>
          <p:nvPr/>
        </p:nvSpPr>
        <p:spPr bwMode="auto">
          <a:xfrm>
            <a:off x="1774825" y="2349501"/>
            <a:ext cx="78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303112" name="Object 8"/>
          <p:cNvGraphicFramePr>
            <a:graphicFrameLocks noChangeAspect="1"/>
          </p:cNvGraphicFramePr>
          <p:nvPr/>
        </p:nvGraphicFramePr>
        <p:xfrm>
          <a:off x="2903538" y="5575300"/>
          <a:ext cx="42449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726920" imgH="215640" progId="Equation.DSMT4">
                  <p:embed/>
                </p:oleObj>
              </mc:Choice>
              <mc:Fallback>
                <p:oleObj name="Equation" r:id="rId9" imgW="172692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03538" y="5575300"/>
                        <a:ext cx="42449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4245446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3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3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3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3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3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3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3106" grpId="0" build="p" autoUpdateAnimBg="0"/>
      <p:bldP spid="303111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4130" name="Object 2"/>
          <p:cNvGraphicFramePr>
            <a:graphicFrameLocks/>
          </p:cNvGraphicFramePr>
          <p:nvPr/>
        </p:nvGraphicFramePr>
        <p:xfrm>
          <a:off x="2973388" y="1916114"/>
          <a:ext cx="5643562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679700" imgH="406400" progId="Equation.3">
                  <p:embed/>
                </p:oleObj>
              </mc:Choice>
              <mc:Fallback>
                <p:oleObj name="公式" r:id="rId2" imgW="2679700" imgH="40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3388" y="1916114"/>
                        <a:ext cx="5643562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1" name="Text Box 3"/>
          <p:cNvSpPr txBox="1">
            <a:spLocks noChangeArrowheads="1"/>
          </p:cNvSpPr>
          <p:nvPr/>
        </p:nvSpPr>
        <p:spPr bwMode="auto">
          <a:xfrm>
            <a:off x="2208213" y="5546724"/>
            <a:ext cx="71294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即把一个三重积分化为三个定积分的积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</a:p>
        </p:txBody>
      </p:sp>
      <p:graphicFrame>
        <p:nvGraphicFramePr>
          <p:cNvPr id="304136" name="Object 8"/>
          <p:cNvGraphicFramePr>
            <a:graphicFrameLocks/>
          </p:cNvGraphicFramePr>
          <p:nvPr/>
        </p:nvGraphicFramePr>
        <p:xfrm>
          <a:off x="2366963" y="2965450"/>
          <a:ext cx="5297487" cy="1081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08160" imgH="457200" progId="Equation.DSMT4">
                  <p:embed/>
                </p:oleObj>
              </mc:Choice>
              <mc:Fallback>
                <p:oleObj name="Equation" r:id="rId5" imgW="2108160" imgH="4572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6963" y="2965450"/>
                        <a:ext cx="5297487" cy="1081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4137" name="Object 9"/>
          <p:cNvGraphicFramePr>
            <a:graphicFrameLocks/>
          </p:cNvGraphicFramePr>
          <p:nvPr/>
        </p:nvGraphicFramePr>
        <p:xfrm>
          <a:off x="2566989" y="4352925"/>
          <a:ext cx="656272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00400" imgH="406400" progId="Equation.DSMT4">
                  <p:embed/>
                </p:oleObj>
              </mc:Choice>
              <mc:Fallback>
                <p:oleObj name="Equation" r:id="rId7" imgW="3200400" imgH="40640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66989" y="4352925"/>
                        <a:ext cx="656272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4138" name="Text Box 10"/>
          <p:cNvSpPr txBox="1">
            <a:spLocks noChangeArrowheads="1"/>
          </p:cNvSpPr>
          <p:nvPr/>
        </p:nvSpPr>
        <p:spPr bwMode="auto">
          <a:xfrm>
            <a:off x="2208213" y="455614"/>
            <a:ext cx="7848600" cy="137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当积分区域是长方体的时候</a:t>
            </a:r>
            <a:r>
              <a:rPr lang="en-US" altLang="zh-CN" b="1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三重积分的积分限最容易安排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4778328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41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4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4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4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41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4131" grpId="0" build="p" autoUpdateAnimBg="0"/>
      <p:bldP spid="304138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4" name="Text Box 4"/>
          <p:cNvSpPr txBox="1">
            <a:spLocks noChangeArrowheads="1"/>
          </p:cNvSpPr>
          <p:nvPr/>
        </p:nvSpPr>
        <p:spPr bwMode="auto">
          <a:xfrm>
            <a:off x="1705111" y="771657"/>
            <a:ext cx="334803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计算三重积分</a:t>
            </a:r>
          </a:p>
        </p:txBody>
      </p:sp>
      <p:graphicFrame>
        <p:nvGraphicFramePr>
          <p:cNvPr id="307205" name="Object 5"/>
          <p:cNvGraphicFramePr>
            <a:graphicFrameLocks/>
          </p:cNvGraphicFramePr>
          <p:nvPr/>
        </p:nvGraphicFramePr>
        <p:xfrm>
          <a:off x="4662814" y="670822"/>
          <a:ext cx="1938337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480" imgH="380880" progId="Equation.DSMT4">
                  <p:embed/>
                </p:oleObj>
              </mc:Choice>
              <mc:Fallback>
                <p:oleObj name="Equation" r:id="rId3" imgW="825480" imgH="3808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62814" y="670822"/>
                        <a:ext cx="1938337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06" name="Text Box 6"/>
          <p:cNvSpPr txBox="1">
            <a:spLocks noChangeArrowheads="1"/>
          </p:cNvSpPr>
          <p:nvPr/>
        </p:nvSpPr>
        <p:spPr bwMode="auto">
          <a:xfrm>
            <a:off x="6601151" y="771657"/>
            <a:ext cx="3887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其中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为三个坐标面及</a:t>
            </a:r>
          </a:p>
        </p:txBody>
      </p:sp>
      <p:sp>
        <p:nvSpPr>
          <p:cNvPr id="307207" name="Text Box 7"/>
          <p:cNvSpPr txBox="1">
            <a:spLocks noChangeArrowheads="1"/>
          </p:cNvSpPr>
          <p:nvPr/>
        </p:nvSpPr>
        <p:spPr bwMode="auto">
          <a:xfrm>
            <a:off x="2208213" y="1485508"/>
            <a:ext cx="5181600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+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=1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所围成的闭区域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endParaRPr lang="en-US" altLang="zh-CN" dirty="0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dirty="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sp>
        <p:nvSpPr>
          <p:cNvPr id="307211" name="Text Box 11"/>
          <p:cNvSpPr txBox="1">
            <a:spLocks noChangeArrowheads="1"/>
          </p:cNvSpPr>
          <p:nvPr/>
        </p:nvSpPr>
        <p:spPr bwMode="auto">
          <a:xfrm>
            <a:off x="1790203" y="2284099"/>
            <a:ext cx="9139054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ea typeface="宋体" panose="02010600030101010101" pitchFamily="2" charset="-122"/>
              </a:rPr>
              <a:t>解</a:t>
            </a:r>
            <a:r>
              <a:rPr lang="en-US" altLang="zh-CN" b="1" dirty="0">
                <a:solidFill>
                  <a:srgbClr val="FF0000"/>
                </a:solidFill>
                <a:ea typeface="宋体" panose="02010600030101010101" pitchFamily="2" charset="-122"/>
              </a:rPr>
              <a:t>: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作闭区域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如图示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   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把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Ω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投影到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xoy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平面上，得到区域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三角形闭区域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OAB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直线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OA,AB,OB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的方程依次为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=0, 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x+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2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y=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,x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=0.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所以</a:t>
            </a:r>
          </a:p>
        </p:txBody>
      </p:sp>
      <p:sp>
        <p:nvSpPr>
          <p:cNvPr id="307212" name="Text Box 12"/>
          <p:cNvSpPr txBox="1">
            <a:spLocks noChangeArrowheads="1"/>
          </p:cNvSpPr>
          <p:nvPr/>
        </p:nvSpPr>
        <p:spPr bwMode="auto">
          <a:xfrm>
            <a:off x="6854825" y="5246688"/>
            <a:ext cx="1989138" cy="1160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  <a:p>
            <a:pPr eaLnBrk="1" hangingPunct="1">
              <a:spcBef>
                <a:spcPct val="50000"/>
              </a:spcBef>
              <a:buFontTx/>
              <a:buNone/>
            </a:pPr>
            <a:endParaRPr lang="en-US" altLang="zh-CN" b="1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7904650" y="3871888"/>
            <a:ext cx="3068953" cy="2403008"/>
            <a:chOff x="0" y="0"/>
            <a:chExt cx="1851" cy="1325"/>
          </a:xfrm>
        </p:grpSpPr>
        <p:sp>
          <p:nvSpPr>
            <p:cNvPr id="24587" name="Freeform 14"/>
            <p:cNvSpPr>
              <a:spLocks/>
            </p:cNvSpPr>
            <p:nvPr/>
          </p:nvSpPr>
          <p:spPr bwMode="auto">
            <a:xfrm>
              <a:off x="288" y="288"/>
              <a:ext cx="1056" cy="816"/>
            </a:xfrm>
            <a:custGeom>
              <a:avLst/>
              <a:gdLst>
                <a:gd name="T0" fmla="*/ 672 w 1056"/>
                <a:gd name="T1" fmla="*/ 0 h 816"/>
                <a:gd name="T2" fmla="*/ 1056 w 1056"/>
                <a:gd name="T3" fmla="*/ 480 h 816"/>
                <a:gd name="T4" fmla="*/ 0 w 1056"/>
                <a:gd name="T5" fmla="*/ 816 h 816"/>
                <a:gd name="T6" fmla="*/ 672 w 1056"/>
                <a:gd name="T7" fmla="*/ 0 h 81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56"/>
                <a:gd name="T13" fmla="*/ 0 h 816"/>
                <a:gd name="T14" fmla="*/ 1056 w 1056"/>
                <a:gd name="T15" fmla="*/ 816 h 81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56" h="816">
                  <a:moveTo>
                    <a:pt x="672" y="0"/>
                  </a:moveTo>
                  <a:lnTo>
                    <a:pt x="1056" y="480"/>
                  </a:lnTo>
                  <a:lnTo>
                    <a:pt x="0" y="816"/>
                  </a:lnTo>
                  <a:lnTo>
                    <a:pt x="672" y="0"/>
                  </a:lnTo>
                  <a:close/>
                </a:path>
              </a:pathLst>
            </a:custGeom>
            <a:gradFill rotWithShape="0">
              <a:gsLst>
                <a:gs pos="0">
                  <a:srgbClr val="FF0000"/>
                </a:gs>
                <a:gs pos="100000">
                  <a:srgbClr val="FFCCCC"/>
                </a:gs>
              </a:gsLst>
              <a:lin ang="2700000" scaled="1"/>
            </a:gradFill>
            <a:ln w="38100" cmpd="sng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8" name="Line 15"/>
            <p:cNvSpPr>
              <a:spLocks noChangeShapeType="1"/>
            </p:cNvSpPr>
            <p:nvPr/>
          </p:nvSpPr>
          <p:spPr bwMode="auto">
            <a:xfrm>
              <a:off x="960" y="768"/>
              <a:ext cx="864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89" name="Line 16"/>
            <p:cNvSpPr>
              <a:spLocks noChangeShapeType="1"/>
            </p:cNvSpPr>
            <p:nvPr/>
          </p:nvSpPr>
          <p:spPr bwMode="auto">
            <a:xfrm flipV="1">
              <a:off x="960" y="48"/>
              <a:ext cx="0" cy="72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0" name="Line 17"/>
            <p:cNvSpPr>
              <a:spLocks noChangeShapeType="1"/>
            </p:cNvSpPr>
            <p:nvPr/>
          </p:nvSpPr>
          <p:spPr bwMode="auto">
            <a:xfrm flipH="1">
              <a:off x="0" y="768"/>
              <a:ext cx="960" cy="48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1" name="Line 18"/>
            <p:cNvSpPr>
              <a:spLocks noChangeShapeType="1"/>
            </p:cNvSpPr>
            <p:nvPr/>
          </p:nvSpPr>
          <p:spPr bwMode="auto">
            <a:xfrm flipV="1">
              <a:off x="1056" y="576"/>
              <a:ext cx="0" cy="24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592" name="Text Box 19"/>
            <p:cNvSpPr txBox="1">
              <a:spLocks noChangeArrowheads="1"/>
            </p:cNvSpPr>
            <p:nvPr/>
          </p:nvSpPr>
          <p:spPr bwMode="auto">
            <a:xfrm>
              <a:off x="768" y="576"/>
              <a:ext cx="20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dirty="0">
                  <a:solidFill>
                    <a:schemeClr val="bg1"/>
                  </a:solidFill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24593" name="Text Box 20"/>
            <p:cNvSpPr txBox="1">
              <a:spLocks noChangeArrowheads="1"/>
            </p:cNvSpPr>
            <p:nvPr/>
          </p:nvSpPr>
          <p:spPr bwMode="auto">
            <a:xfrm>
              <a:off x="48" y="960"/>
              <a:ext cx="20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24594" name="Text Box 21"/>
            <p:cNvSpPr txBox="1">
              <a:spLocks noChangeArrowheads="1"/>
            </p:cNvSpPr>
            <p:nvPr/>
          </p:nvSpPr>
          <p:spPr bwMode="auto">
            <a:xfrm>
              <a:off x="1536" y="576"/>
              <a:ext cx="19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24595" name="Text Box 22"/>
            <p:cNvSpPr txBox="1">
              <a:spLocks noChangeArrowheads="1"/>
            </p:cNvSpPr>
            <p:nvPr/>
          </p:nvSpPr>
          <p:spPr bwMode="auto">
            <a:xfrm>
              <a:off x="1008" y="0"/>
              <a:ext cx="184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400" b="1" i="1" dirty="0">
                  <a:solidFill>
                    <a:schemeClr val="tx1"/>
                  </a:solidFill>
                  <a:ea typeface="宋体" panose="02010600030101010101" pitchFamily="2" charset="-122"/>
                </a:rPr>
                <a:t>z</a:t>
              </a:r>
            </a:p>
          </p:txBody>
        </p:sp>
        <p:sp>
          <p:nvSpPr>
            <p:cNvPr id="24596" name="Text Box 23"/>
            <p:cNvSpPr txBox="1">
              <a:spLocks noChangeArrowheads="1"/>
            </p:cNvSpPr>
            <p:nvPr/>
          </p:nvSpPr>
          <p:spPr bwMode="auto">
            <a:xfrm>
              <a:off x="1008" y="192"/>
              <a:ext cx="63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C(0,0,1)</a:t>
              </a:r>
            </a:p>
          </p:txBody>
        </p:sp>
        <p:sp>
          <p:nvSpPr>
            <p:cNvPr id="24597" name="Text Box 24"/>
            <p:cNvSpPr txBox="1">
              <a:spLocks noChangeArrowheads="1"/>
            </p:cNvSpPr>
            <p:nvPr/>
          </p:nvSpPr>
          <p:spPr bwMode="auto">
            <a:xfrm>
              <a:off x="1104" y="816"/>
              <a:ext cx="747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B(0,1/2,0)</a:t>
              </a:r>
            </a:p>
          </p:txBody>
        </p:sp>
        <p:sp>
          <p:nvSpPr>
            <p:cNvPr id="24598" name="Text Box 25"/>
            <p:cNvSpPr txBox="1">
              <a:spLocks noChangeArrowheads="1"/>
            </p:cNvSpPr>
            <p:nvPr/>
          </p:nvSpPr>
          <p:spPr bwMode="auto">
            <a:xfrm>
              <a:off x="240" y="1104"/>
              <a:ext cx="635" cy="2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Blip>
                  <a:blip r:embed="rId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en-US" altLang="zh-CN" sz="2000" b="1">
                  <a:solidFill>
                    <a:schemeClr val="tx1"/>
                  </a:solidFill>
                  <a:ea typeface="宋体" panose="02010600030101010101" pitchFamily="2" charset="-122"/>
                </a:rPr>
                <a:t>A(1,0,0)</a:t>
              </a:r>
            </a:p>
          </p:txBody>
        </p:sp>
      </p:grpSp>
      <p:graphicFrame>
        <p:nvGraphicFramePr>
          <p:cNvPr id="307226" name="Object 26"/>
          <p:cNvGraphicFramePr>
            <a:graphicFrameLocks noGrp="1"/>
          </p:cNvGraphicFramePr>
          <p:nvPr>
            <p:ph/>
          </p:nvPr>
        </p:nvGraphicFramePr>
        <p:xfrm>
          <a:off x="2007915" y="4473520"/>
          <a:ext cx="5184775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184120" imgH="406080" progId="Equation.DSMT4">
                  <p:embed/>
                </p:oleObj>
              </mc:Choice>
              <mc:Fallback>
                <p:oleObj name="Equation" r:id="rId5" imgW="2184120" imgH="40608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7915" y="4473520"/>
                        <a:ext cx="5184775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AE14F49-929D-4F05-89E8-66031DDD0962}" type="slidenum">
              <a:rPr lang="en-US" altLang="zh-CN" smtClean="0"/>
              <a:pPr>
                <a:defRPr/>
              </a:pPr>
              <a:t>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5560513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72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2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7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2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072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04" grpId="0" build="p" autoUpdateAnimBg="0"/>
      <p:bldP spid="307206" grpId="0" build="p" autoUpdateAnimBg="0"/>
      <p:bldP spid="307207" grpId="0" build="p" autoUpdateAnimBg="0"/>
      <p:bldP spid="307211" grpId="0" build="p" autoUpdateAnimBg="0"/>
      <p:bldP spid="307212" grpId="0" build="p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Text Box 2"/>
          <p:cNvSpPr txBox="1">
            <a:spLocks noChangeArrowheads="1"/>
          </p:cNvSpPr>
          <p:nvPr/>
        </p:nvSpPr>
        <p:spPr bwMode="auto">
          <a:xfrm>
            <a:off x="1701301" y="813466"/>
            <a:ext cx="8522561" cy="14280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55000"/>
              </a:lnSpc>
              <a:spcBef>
                <a:spcPct val="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在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D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内任意取一点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(</a:t>
            </a:r>
            <a:r>
              <a:rPr lang="en-US" altLang="zh-CN" b="1" i="1" dirty="0" err="1">
                <a:solidFill>
                  <a:schemeClr val="tx1"/>
                </a:solidFill>
                <a:ea typeface="宋体" panose="02010600030101010101" pitchFamily="2" charset="-122"/>
              </a:rPr>
              <a:t>x,y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),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过此点作平行于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轴的直线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该直线先通过平面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0,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再通过平面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z=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1</a:t>
            </a:r>
            <a:r>
              <a:rPr lang="en-US" altLang="zh-CN" b="1" i="1" dirty="0">
                <a:solidFill>
                  <a:schemeClr val="tx1"/>
                </a:solidFill>
                <a:ea typeface="宋体" panose="02010600030101010101" pitchFamily="2" charset="-122"/>
              </a:rPr>
              <a:t>-x-2y</a:t>
            </a:r>
            <a:r>
              <a:rPr lang="en-US" altLang="zh-CN" b="1" dirty="0">
                <a:solidFill>
                  <a:schemeClr val="tx1"/>
                </a:solidFill>
                <a:ea typeface="宋体" panose="02010600030101010101" pitchFamily="2" charset="-122"/>
              </a:rPr>
              <a:t>.</a:t>
            </a:r>
            <a:r>
              <a:rPr lang="zh-CN" altLang="en-US" b="1" dirty="0">
                <a:solidFill>
                  <a:schemeClr val="tx1"/>
                </a:solidFill>
                <a:ea typeface="宋体" panose="02010600030101010101" pitchFamily="2" charset="-122"/>
              </a:rPr>
              <a:t>于是</a:t>
            </a:r>
          </a:p>
        </p:txBody>
      </p:sp>
      <p:graphicFrame>
        <p:nvGraphicFramePr>
          <p:cNvPr id="306179" name="Object 3"/>
          <p:cNvGraphicFramePr>
            <a:graphicFrameLocks/>
          </p:cNvGraphicFramePr>
          <p:nvPr/>
        </p:nvGraphicFramePr>
        <p:xfrm>
          <a:off x="2279650" y="2611438"/>
          <a:ext cx="7813675" cy="1958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3492360" imgH="812520" progId="Equation.DSMT4">
                  <p:embed/>
                </p:oleObj>
              </mc:Choice>
              <mc:Fallback>
                <p:oleObj name="Equation" r:id="rId3" imgW="3492360" imgH="812520" progId="Equation.DSMT4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79650" y="2611438"/>
                        <a:ext cx="7813675" cy="1958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1" name="Object 5"/>
          <p:cNvGraphicFramePr>
            <a:graphicFrameLocks/>
          </p:cNvGraphicFramePr>
          <p:nvPr/>
        </p:nvGraphicFramePr>
        <p:xfrm>
          <a:off x="6096001" y="3213101"/>
          <a:ext cx="3586163" cy="1452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714500" imgH="622300" progId="Equation.3">
                  <p:embed/>
                </p:oleObj>
              </mc:Choice>
              <mc:Fallback>
                <p:oleObj name="公式" r:id="rId5" imgW="1714500" imgH="6223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1" y="3213101"/>
                        <a:ext cx="3586163" cy="1452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2" name="Object 6"/>
          <p:cNvGraphicFramePr>
            <a:graphicFrameLocks/>
          </p:cNvGraphicFramePr>
          <p:nvPr/>
        </p:nvGraphicFramePr>
        <p:xfrm>
          <a:off x="5448301" y="5013325"/>
          <a:ext cx="3744913" cy="1079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1689100" imgH="419100" progId="Equation.3">
                  <p:embed/>
                </p:oleObj>
              </mc:Choice>
              <mc:Fallback>
                <p:oleObj name="公式" r:id="rId7" imgW="1689100" imgH="4191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48301" y="5013325"/>
                        <a:ext cx="3744913" cy="1079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6183" name="Object 7"/>
          <p:cNvGraphicFramePr>
            <a:graphicFrameLocks/>
          </p:cNvGraphicFramePr>
          <p:nvPr/>
        </p:nvGraphicFramePr>
        <p:xfrm>
          <a:off x="2208214" y="5084764"/>
          <a:ext cx="3081337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473200" imgH="406400" progId="Equation.3">
                  <p:embed/>
                </p:oleObj>
              </mc:Choice>
              <mc:Fallback>
                <p:oleObj name="公式" r:id="rId9" imgW="1473200" imgH="406400" progId="Equation.3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8214" y="5084764"/>
                        <a:ext cx="3081337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99604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61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6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6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06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6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17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ChangeArrowheads="1"/>
          </p:cNvSpPr>
          <p:nvPr/>
        </p:nvSpPr>
        <p:spPr bwMode="auto">
          <a:xfrm>
            <a:off x="2239963" y="822373"/>
            <a:ext cx="19288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900" b="1" dirty="0">
                <a:solidFill>
                  <a:schemeClr val="tx1"/>
                </a:solidFill>
                <a:latin typeface="+mn-ea"/>
                <a:ea typeface="+mn-ea"/>
              </a:rPr>
              <a:t>立体体积</a:t>
            </a:r>
            <a:r>
              <a:rPr lang="zh-CN" altLang="en-US" sz="2900" dirty="0">
                <a:solidFill>
                  <a:schemeClr val="tx2"/>
                </a:solidFill>
                <a:latin typeface="+mn-ea"/>
                <a:ea typeface="+mn-ea"/>
              </a:rPr>
              <a:t> </a:t>
            </a:r>
            <a:endParaRPr lang="zh-CN" altLang="en-US" sz="4200" dirty="0">
              <a:solidFill>
                <a:schemeClr val="tx2"/>
              </a:solidFill>
              <a:latin typeface="+mn-ea"/>
              <a:ea typeface="+mn-ea"/>
            </a:endParaRPr>
          </a:p>
        </p:txBody>
      </p:sp>
      <p:sp>
        <p:nvSpPr>
          <p:cNvPr id="313347" name="Text Box 3"/>
          <p:cNvSpPr txBox="1">
            <a:spLocks noChangeArrowheads="1"/>
          </p:cNvSpPr>
          <p:nvPr/>
        </p:nvSpPr>
        <p:spPr bwMode="auto">
          <a:xfrm>
            <a:off x="2198689" y="1685979"/>
            <a:ext cx="43259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曲顶柱体的顶为连续曲面</a:t>
            </a:r>
            <a:endParaRPr lang="zh-CN" altLang="en-US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1334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6965516"/>
              </p:ext>
            </p:extLst>
          </p:nvPr>
        </p:nvGraphicFramePr>
        <p:xfrm>
          <a:off x="3189742" y="2268951"/>
          <a:ext cx="2141538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723990" imgH="133337" progId="Equation.3">
                  <p:embed/>
                </p:oleObj>
              </mc:Choice>
              <mc:Fallback>
                <p:oleObj name="公式" r:id="rId3" imgW="723990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9742" y="2268951"/>
                        <a:ext cx="2141538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49" name="Text Box 5"/>
          <p:cNvSpPr txBox="1">
            <a:spLocks noChangeArrowheads="1"/>
          </p:cNvSpPr>
          <p:nvPr/>
        </p:nvSpPr>
        <p:spPr bwMode="auto">
          <a:xfrm>
            <a:off x="2198689" y="2910765"/>
            <a:ext cx="19700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则其体积为</a:t>
            </a:r>
            <a:endParaRPr lang="zh-CN" altLang="en-US" sz="2000" b="1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graphicFrame>
        <p:nvGraphicFramePr>
          <p:cNvPr id="313350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4410166"/>
              </p:ext>
            </p:extLst>
          </p:nvPr>
        </p:nvGraphicFramePr>
        <p:xfrm>
          <a:off x="3941652" y="3429878"/>
          <a:ext cx="3522526" cy="10286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320480" imgH="380880" progId="Equation.DSMT4">
                  <p:embed/>
                </p:oleObj>
              </mc:Choice>
              <mc:Fallback>
                <p:oleObj name="Equation" r:id="rId5" imgW="13204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652" y="3429878"/>
                        <a:ext cx="3522526" cy="102865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3351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570939"/>
              </p:ext>
            </p:extLst>
          </p:nvPr>
        </p:nvGraphicFramePr>
        <p:xfrm>
          <a:off x="5507832" y="2268951"/>
          <a:ext cx="2033587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85979" imgH="133337" progId="Equation.3">
                  <p:embed/>
                </p:oleObj>
              </mc:Choice>
              <mc:Fallback>
                <p:oleObj name="公式" r:id="rId7" imgW="685979" imgH="13333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grayscl/>
                        <a:biLevel thresh="50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7832" y="2268951"/>
                        <a:ext cx="2033587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352" name="Text Box 8"/>
          <p:cNvSpPr txBox="1">
            <a:spLocks noChangeArrowheads="1"/>
          </p:cNvSpPr>
          <p:nvPr/>
        </p:nvSpPr>
        <p:spPr bwMode="auto">
          <a:xfrm>
            <a:off x="2239963" y="4493382"/>
            <a:ext cx="6096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Char char="•"/>
            </a:pPr>
            <a:r>
              <a:rPr lang="en-US" altLang="zh-CN" dirty="0">
                <a:solidFill>
                  <a:schemeClr val="tx2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占有空间有界域 </a:t>
            </a:r>
            <a:r>
              <a:rPr lang="en-US" altLang="zh-CN" b="1" i="1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V</a:t>
            </a:r>
            <a:r>
              <a:rPr lang="en-US" altLang="zh-CN" b="1" dirty="0">
                <a:solidFill>
                  <a:schemeClr val="tx1"/>
                </a:solidFill>
                <a:ea typeface="楷体_GB2312" pitchFamily="49" charset="-122"/>
              </a:rPr>
              <a:t> </a:t>
            </a:r>
            <a:r>
              <a:rPr lang="zh-CN" altLang="en-US" b="1" dirty="0">
                <a:solidFill>
                  <a:schemeClr val="tx1"/>
                </a:solidFill>
                <a:latin typeface="+mn-ea"/>
                <a:ea typeface="+mn-ea"/>
              </a:rPr>
              <a:t>的立体的体积为</a:t>
            </a:r>
            <a:endParaRPr lang="zh-CN" altLang="en-US" b="1" dirty="0">
              <a:solidFill>
                <a:schemeClr val="tx1"/>
              </a:solidFill>
              <a:latin typeface="+mn-ea"/>
              <a:ea typeface="+mn-ea"/>
              <a:sym typeface="Symbol" panose="05050102010706020507" pitchFamily="18" charset="2"/>
            </a:endParaRPr>
          </a:p>
        </p:txBody>
      </p:sp>
      <p:graphicFrame>
        <p:nvGraphicFramePr>
          <p:cNvPr id="313353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37886035"/>
              </p:ext>
            </p:extLst>
          </p:nvPr>
        </p:nvGraphicFramePr>
        <p:xfrm>
          <a:off x="3974376" y="5082200"/>
          <a:ext cx="2713808" cy="98570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54080" imgH="380880" progId="Equation.DSMT4">
                  <p:embed/>
                </p:oleObj>
              </mc:Choice>
              <mc:Fallback>
                <p:oleObj name="Equation" r:id="rId9" imgW="10540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74376" y="5082200"/>
                        <a:ext cx="2713808" cy="98570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565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3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3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3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133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13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133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313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347" grpId="0" build="p" autoUpdateAnimBg="0"/>
      <p:bldP spid="313349" grpId="0" build="p" autoUpdateAnimBg="0"/>
      <p:bldP spid="313352" grpId="0" build="p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65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021969"/>
              </p:ext>
            </p:extLst>
          </p:nvPr>
        </p:nvGraphicFramePr>
        <p:xfrm>
          <a:off x="2140166" y="943817"/>
          <a:ext cx="9038503" cy="12378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128972" imgH="1254236" progId="Word.Document.8">
                  <p:embed/>
                </p:oleObj>
              </mc:Choice>
              <mc:Fallback>
                <p:oleObj name="Document" r:id="rId2" imgW="9128972" imgH="1254236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0166" y="943817"/>
                        <a:ext cx="9038503" cy="123786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8051" name="Text Box 3"/>
          <p:cNvSpPr txBox="1">
            <a:spLocks noChangeArrowheads="1"/>
          </p:cNvSpPr>
          <p:nvPr/>
        </p:nvSpPr>
        <p:spPr bwMode="auto">
          <a:xfrm>
            <a:off x="2290808" y="2567385"/>
            <a:ext cx="7810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graphicFrame>
        <p:nvGraphicFramePr>
          <p:cNvPr id="258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825657"/>
              </p:ext>
            </p:extLst>
          </p:nvPr>
        </p:nvGraphicFramePr>
        <p:xfrm>
          <a:off x="3200401" y="2278062"/>
          <a:ext cx="3459017" cy="12455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5" imgW="3388360" imgH="1234440" progId="Word.Document.8">
                  <p:embed/>
                </p:oleObj>
              </mc:Choice>
              <mc:Fallback>
                <p:oleObj name="文档" r:id="rId5" imgW="3388360" imgH="12344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1" y="2278062"/>
                        <a:ext cx="3459017" cy="124552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5107682"/>
              </p:ext>
            </p:extLst>
          </p:nvPr>
        </p:nvGraphicFramePr>
        <p:xfrm>
          <a:off x="2290808" y="3657202"/>
          <a:ext cx="3093992" cy="48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7" imgW="2687320" imgH="426720" progId="Word.Document.8">
                  <p:embed/>
                </p:oleObj>
              </mc:Choice>
              <mc:Fallback>
                <p:oleObj name="文档" r:id="rId7" imgW="2687320" imgH="42672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808" y="3657202"/>
                        <a:ext cx="3093992" cy="48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8054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1095065"/>
              </p:ext>
            </p:extLst>
          </p:nvPr>
        </p:nvGraphicFramePr>
        <p:xfrm>
          <a:off x="5194639" y="3619890"/>
          <a:ext cx="1951038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1816100" imgH="482600" progId="Equation.3">
                  <p:embed/>
                </p:oleObj>
              </mc:Choice>
              <mc:Fallback>
                <p:oleObj name="公式" r:id="rId9" imgW="1816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94639" y="3619890"/>
                        <a:ext cx="1951038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Rectangle 10"/>
          <p:cNvSpPr>
            <a:spLocks noChangeArrowheads="1"/>
          </p:cNvSpPr>
          <p:nvPr/>
        </p:nvSpPr>
        <p:spPr bwMode="auto">
          <a:xfrm>
            <a:off x="1524001" y="2909858"/>
            <a:ext cx="18473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58057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55797584"/>
              </p:ext>
            </p:extLst>
          </p:nvPr>
        </p:nvGraphicFramePr>
        <p:xfrm>
          <a:off x="2244270" y="4385527"/>
          <a:ext cx="7851775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3162240" imgH="228600" progId="Equation.DSMT4">
                  <p:embed/>
                </p:oleObj>
              </mc:Choice>
              <mc:Fallback>
                <p:oleObj name="Equation" r:id="rId11" imgW="31622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270" y="4385527"/>
                        <a:ext cx="7851775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矩形 1"/>
          <p:cNvSpPr/>
          <p:nvPr/>
        </p:nvSpPr>
        <p:spPr>
          <a:xfrm>
            <a:off x="2330541" y="943817"/>
            <a:ext cx="8146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3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9</a:t>
            </a:fld>
            <a:endParaRPr lang="zh-CN" altLang="en-US"/>
          </a:p>
        </p:txBody>
      </p:sp>
      <p:graphicFrame>
        <p:nvGraphicFramePr>
          <p:cNvPr id="11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7395986"/>
              </p:ext>
            </p:extLst>
          </p:nvPr>
        </p:nvGraphicFramePr>
        <p:xfrm>
          <a:off x="2290808" y="5234917"/>
          <a:ext cx="4667250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79560" imgH="228600" progId="Equation.DSMT4">
                  <p:embed/>
                </p:oleObj>
              </mc:Choice>
              <mc:Fallback>
                <p:oleObj name="Equation" r:id="rId13" imgW="187956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808" y="5234917"/>
                        <a:ext cx="4667250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29025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8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8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80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58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8051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907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590509"/>
              </p:ext>
            </p:extLst>
          </p:nvPr>
        </p:nvGraphicFramePr>
        <p:xfrm>
          <a:off x="2416175" y="534988"/>
          <a:ext cx="4367213" cy="969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380880" progId="Equation.DSMT4">
                  <p:embed/>
                </p:oleObj>
              </mc:Choice>
              <mc:Fallback>
                <p:oleObj name="Equation" r:id="rId2" imgW="17143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6175" y="534988"/>
                        <a:ext cx="4367213" cy="969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6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9639017"/>
              </p:ext>
            </p:extLst>
          </p:nvPr>
        </p:nvGraphicFramePr>
        <p:xfrm>
          <a:off x="4257358" y="1485969"/>
          <a:ext cx="2978150" cy="1100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168200" imgH="431640" progId="Equation.DSMT4">
                  <p:embed/>
                </p:oleObj>
              </mc:Choice>
              <mc:Fallback>
                <p:oleObj name="Equation" r:id="rId4" imgW="116820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1485969"/>
                        <a:ext cx="2978150" cy="1100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17164432"/>
              </p:ext>
            </p:extLst>
          </p:nvPr>
        </p:nvGraphicFramePr>
        <p:xfrm>
          <a:off x="4257358" y="2720174"/>
          <a:ext cx="3981450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62040" imgH="380880" progId="Equation.DSMT4">
                  <p:embed/>
                </p:oleObj>
              </mc:Choice>
              <mc:Fallback>
                <p:oleObj name="Equation" r:id="rId6" imgW="156204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2720174"/>
                        <a:ext cx="3981450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79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01493304"/>
              </p:ext>
            </p:extLst>
          </p:nvPr>
        </p:nvGraphicFramePr>
        <p:xfrm>
          <a:off x="4257358" y="3771501"/>
          <a:ext cx="3625850" cy="839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22400" imgH="330200" progId="Equation.3">
                  <p:embed/>
                </p:oleObj>
              </mc:Choice>
              <mc:Fallback>
                <p:oleObj name="公式" r:id="rId8" imgW="1422400" imgH="330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3771501"/>
                        <a:ext cx="3625850" cy="839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90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1290381"/>
              </p:ext>
            </p:extLst>
          </p:nvPr>
        </p:nvGraphicFramePr>
        <p:xfrm>
          <a:off x="4257358" y="4692652"/>
          <a:ext cx="4564062" cy="1227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790640" imgH="482400" progId="Equation.DSMT4">
                  <p:embed/>
                </p:oleObj>
              </mc:Choice>
              <mc:Fallback>
                <p:oleObj name="Equation" r:id="rId10" imgW="1790640" imgH="482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57358" y="4692652"/>
                        <a:ext cx="4564062" cy="1227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966773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9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59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90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590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9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352619" y="3380762"/>
            <a:ext cx="7147505" cy="914400"/>
          </a:xfrm>
          <a:prstGeom prst="rect">
            <a:avLst/>
          </a:prstGeom>
          <a:solidFill>
            <a:srgbClr val="FF99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631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54197381"/>
              </p:ext>
            </p:extLst>
          </p:nvPr>
        </p:nvGraphicFramePr>
        <p:xfrm>
          <a:off x="1500682" y="983272"/>
          <a:ext cx="7063736" cy="22789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499069" imgH="2419857" progId="Word.Document.8">
                  <p:embed/>
                </p:oleObj>
              </mc:Choice>
              <mc:Fallback>
                <p:oleObj name="Document" r:id="rId2" imgW="7499069" imgH="2419857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682" y="983272"/>
                        <a:ext cx="7063736" cy="227891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3175" name="Text Box 7"/>
          <p:cNvSpPr txBox="1">
            <a:spLocks noChangeArrowheads="1"/>
          </p:cNvSpPr>
          <p:nvPr/>
        </p:nvSpPr>
        <p:spPr bwMode="auto">
          <a:xfrm>
            <a:off x="1199141" y="472389"/>
            <a:ext cx="639473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Blip>
                <a:blip r:embed="rId4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4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4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方法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：“先二后一”法 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</a:rPr>
              <a:t>(</a:t>
            </a:r>
            <a:r>
              <a:rPr lang="zh-CN" altLang="en-US" b="1" dirty="0">
                <a:solidFill>
                  <a:srgbClr val="0000FF"/>
                </a:solidFill>
                <a:ea typeface="宋体" panose="02010600030101010101" pitchFamily="2" charset="-122"/>
              </a:rPr>
              <a:t>或称截面法</a:t>
            </a:r>
            <a:r>
              <a:rPr lang="en-US" altLang="zh-CN" b="1" dirty="0">
                <a:solidFill>
                  <a:srgbClr val="0000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en-US" sz="2000" b="1" dirty="0">
              <a:solidFill>
                <a:srgbClr val="0000FF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63176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37848"/>
              </p:ext>
            </p:extLst>
          </p:nvPr>
        </p:nvGraphicFramePr>
        <p:xfrm>
          <a:off x="1462652" y="3380762"/>
          <a:ext cx="330041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295280" imgH="380880" progId="Equation.DSMT4">
                  <p:embed/>
                </p:oleObj>
              </mc:Choice>
              <mc:Fallback>
                <p:oleObj name="Equation" r:id="rId5" imgW="129528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2652" y="3380762"/>
                        <a:ext cx="330041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8897793" y="668555"/>
            <a:ext cx="2700338" cy="3530600"/>
            <a:chOff x="3923" y="1915"/>
            <a:chExt cx="1701" cy="2224"/>
          </a:xfrm>
        </p:grpSpPr>
        <p:sp>
          <p:nvSpPr>
            <p:cNvPr id="29703" name="Freeform 10"/>
            <p:cNvSpPr>
              <a:spLocks/>
            </p:cNvSpPr>
            <p:nvPr/>
          </p:nvSpPr>
          <p:spPr bwMode="auto">
            <a:xfrm>
              <a:off x="4336" y="2158"/>
              <a:ext cx="1288" cy="1327"/>
            </a:xfrm>
            <a:custGeom>
              <a:avLst/>
              <a:gdLst>
                <a:gd name="T0" fmla="*/ 0 w 1131"/>
                <a:gd name="T1" fmla="*/ 848 h 1311"/>
                <a:gd name="T2" fmla="*/ 144 w 1131"/>
                <a:gd name="T3" fmla="*/ 257 h 1311"/>
                <a:gd name="T4" fmla="*/ 346 w 1131"/>
                <a:gd name="T5" fmla="*/ 56 h 1311"/>
                <a:gd name="T6" fmla="*/ 821 w 1131"/>
                <a:gd name="T7" fmla="*/ 41 h 1311"/>
                <a:gd name="T8" fmla="*/ 1109 w 1131"/>
                <a:gd name="T9" fmla="*/ 300 h 1311"/>
                <a:gd name="T10" fmla="*/ 951 w 1131"/>
                <a:gd name="T11" fmla="*/ 1092 h 1311"/>
                <a:gd name="T12" fmla="*/ 591 w 1131"/>
                <a:gd name="T13" fmla="*/ 1294 h 1311"/>
                <a:gd name="T14" fmla="*/ 130 w 1131"/>
                <a:gd name="T15" fmla="*/ 1193 h 1311"/>
                <a:gd name="T16" fmla="*/ 0 w 1131"/>
                <a:gd name="T17" fmla="*/ 848 h 13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131"/>
                <a:gd name="T28" fmla="*/ 0 h 1311"/>
                <a:gd name="T29" fmla="*/ 1131 w 1131"/>
                <a:gd name="T30" fmla="*/ 1311 h 1311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131" h="1311">
                  <a:moveTo>
                    <a:pt x="0" y="848"/>
                  </a:moveTo>
                  <a:cubicBezTo>
                    <a:pt x="2" y="685"/>
                    <a:pt x="86" y="389"/>
                    <a:pt x="144" y="257"/>
                  </a:cubicBezTo>
                  <a:cubicBezTo>
                    <a:pt x="202" y="125"/>
                    <a:pt x="233" y="92"/>
                    <a:pt x="346" y="56"/>
                  </a:cubicBezTo>
                  <a:cubicBezTo>
                    <a:pt x="459" y="20"/>
                    <a:pt x="694" y="0"/>
                    <a:pt x="821" y="41"/>
                  </a:cubicBezTo>
                  <a:cubicBezTo>
                    <a:pt x="948" y="82"/>
                    <a:pt x="1087" y="125"/>
                    <a:pt x="1109" y="300"/>
                  </a:cubicBezTo>
                  <a:cubicBezTo>
                    <a:pt x="1131" y="475"/>
                    <a:pt x="1037" y="926"/>
                    <a:pt x="951" y="1092"/>
                  </a:cubicBezTo>
                  <a:cubicBezTo>
                    <a:pt x="865" y="1258"/>
                    <a:pt x="728" y="1277"/>
                    <a:pt x="591" y="1294"/>
                  </a:cubicBezTo>
                  <a:cubicBezTo>
                    <a:pt x="454" y="1311"/>
                    <a:pt x="228" y="1267"/>
                    <a:pt x="130" y="1193"/>
                  </a:cubicBezTo>
                  <a:cubicBezTo>
                    <a:pt x="32" y="1119"/>
                    <a:pt x="27" y="920"/>
                    <a:pt x="0" y="848"/>
                  </a:cubicBezTo>
                  <a:close/>
                </a:path>
              </a:pathLst>
            </a:custGeom>
            <a:noFill/>
            <a:ln w="254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7" name="Oval 12"/>
            <p:cNvSpPr>
              <a:spLocks noChangeArrowheads="1"/>
            </p:cNvSpPr>
            <p:nvPr/>
          </p:nvSpPr>
          <p:spPr bwMode="auto">
            <a:xfrm>
              <a:off x="4336" y="2713"/>
              <a:ext cx="1224" cy="387"/>
            </a:xfrm>
            <a:prstGeom prst="ellipse">
              <a:avLst/>
            </a:prstGeom>
            <a:solidFill>
              <a:schemeClr val="accent1"/>
            </a:solidFill>
            <a:ln w="25400" algn="ctr">
              <a:solidFill>
                <a:schemeClr val="tx1"/>
              </a:solidFill>
              <a:prstDash val="dash"/>
              <a:round/>
              <a:headEnd/>
              <a:tailEnd/>
            </a:ln>
          </p:spPr>
          <p:txBody>
            <a:bodyPr wrap="square" anchor="ctr">
              <a:spAutoFit/>
            </a:bodyPr>
            <a:lstStyle>
              <a:lvl1pPr>
                <a:spcBef>
                  <a:spcPct val="20000"/>
                </a:spcBef>
                <a:buBlip>
                  <a:blip r:embed="rId4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4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4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29705" name="Object 14"/>
            <p:cNvGraphicFramePr>
              <a:graphicFrameLocks noChangeAspect="1"/>
            </p:cNvGraphicFramePr>
            <p:nvPr/>
          </p:nvGraphicFramePr>
          <p:xfrm>
            <a:off x="4791" y="2723"/>
            <a:ext cx="266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7" imgW="203112" imgH="228501" progId="Equation.3">
                    <p:embed/>
                  </p:oleObj>
                </mc:Choice>
                <mc:Fallback>
                  <p:oleObj name="公式" r:id="rId7" imgW="203112" imgH="228501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1" y="2723"/>
                          <a:ext cx="266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06" name="Line 15"/>
            <p:cNvSpPr>
              <a:spLocks noChangeShapeType="1"/>
            </p:cNvSpPr>
            <p:nvPr/>
          </p:nvSpPr>
          <p:spPr bwMode="auto">
            <a:xfrm>
              <a:off x="4241" y="3702"/>
              <a:ext cx="1383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7" name="Line 16"/>
            <p:cNvSpPr>
              <a:spLocks noChangeShapeType="1"/>
            </p:cNvSpPr>
            <p:nvPr/>
          </p:nvSpPr>
          <p:spPr bwMode="auto">
            <a:xfrm flipV="1">
              <a:off x="4241" y="1933"/>
              <a:ext cx="0" cy="17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9708" name="Line 17"/>
            <p:cNvSpPr>
              <a:spLocks noChangeShapeType="1"/>
            </p:cNvSpPr>
            <p:nvPr/>
          </p:nvSpPr>
          <p:spPr bwMode="auto">
            <a:xfrm flipH="1">
              <a:off x="3923" y="3702"/>
              <a:ext cx="318" cy="40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9709" name="Object 18"/>
            <p:cNvGraphicFramePr>
              <a:graphicFrameLocks noChangeAspect="1"/>
            </p:cNvGraphicFramePr>
            <p:nvPr/>
          </p:nvGraphicFramePr>
          <p:xfrm>
            <a:off x="5378" y="3762"/>
            <a:ext cx="182" cy="21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139579" imgH="164957" progId="Equation.3">
                    <p:embed/>
                  </p:oleObj>
                </mc:Choice>
                <mc:Fallback>
                  <p:oleObj name="公式" r:id="rId9" imgW="139579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78" y="3762"/>
                          <a:ext cx="182" cy="21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0" name="Object 19"/>
            <p:cNvGraphicFramePr>
              <a:graphicFrameLocks noChangeAspect="1"/>
            </p:cNvGraphicFramePr>
            <p:nvPr/>
          </p:nvGraphicFramePr>
          <p:xfrm>
            <a:off x="4059" y="3956"/>
            <a:ext cx="18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139700" imgH="139700" progId="Equation.3">
                    <p:embed/>
                  </p:oleObj>
                </mc:Choice>
                <mc:Fallback>
                  <p:oleObj name="公式" r:id="rId11" imgW="139700" imgH="1397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3956"/>
                          <a:ext cx="182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1" name="Object 20"/>
            <p:cNvGraphicFramePr>
              <a:graphicFrameLocks noChangeAspect="1"/>
            </p:cNvGraphicFramePr>
            <p:nvPr/>
          </p:nvGraphicFramePr>
          <p:xfrm>
            <a:off x="4179" y="3705"/>
            <a:ext cx="215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164814" imgH="177492" progId="Equation.3">
                    <p:embed/>
                  </p:oleObj>
                </mc:Choice>
                <mc:Fallback>
                  <p:oleObj name="公式" r:id="rId13" imgW="164814" imgH="177492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9" y="3705"/>
                          <a:ext cx="215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2" name="Object 21"/>
            <p:cNvGraphicFramePr>
              <a:graphicFrameLocks noChangeAspect="1"/>
            </p:cNvGraphicFramePr>
            <p:nvPr/>
          </p:nvGraphicFramePr>
          <p:xfrm>
            <a:off x="4347" y="1915"/>
            <a:ext cx="149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114201" imgH="139579" progId="Equation.3">
                    <p:embed/>
                  </p:oleObj>
                </mc:Choice>
                <mc:Fallback>
                  <p:oleObj name="公式" r:id="rId15" imgW="114201" imgH="139579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47" y="1915"/>
                          <a:ext cx="149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9713" name="Line 22"/>
            <p:cNvSpPr>
              <a:spLocks noChangeShapeType="1"/>
            </p:cNvSpPr>
            <p:nvPr/>
          </p:nvSpPr>
          <p:spPr bwMode="auto">
            <a:xfrm>
              <a:off x="4241" y="3475"/>
              <a:ext cx="771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9714" name="Line 23"/>
            <p:cNvSpPr>
              <a:spLocks noChangeShapeType="1"/>
            </p:cNvSpPr>
            <p:nvPr/>
          </p:nvSpPr>
          <p:spPr bwMode="auto">
            <a:xfrm>
              <a:off x="4216" y="2177"/>
              <a:ext cx="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graphicFrame>
          <p:nvGraphicFramePr>
            <p:cNvPr id="29715" name="Object 24"/>
            <p:cNvGraphicFramePr>
              <a:graphicFrameLocks noChangeAspect="1"/>
            </p:cNvGraphicFramePr>
            <p:nvPr/>
          </p:nvGraphicFramePr>
          <p:xfrm>
            <a:off x="4067" y="3446"/>
            <a:ext cx="165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7" imgW="126835" imgH="139518" progId="Equation.3">
                    <p:embed/>
                  </p:oleObj>
                </mc:Choice>
                <mc:Fallback>
                  <p:oleObj name="公式" r:id="rId17" imgW="126835" imgH="13951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67" y="3446"/>
                          <a:ext cx="165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16" name="Object 25"/>
            <p:cNvGraphicFramePr>
              <a:graphicFrameLocks noChangeAspect="1"/>
            </p:cNvGraphicFramePr>
            <p:nvPr/>
          </p:nvGraphicFramePr>
          <p:xfrm>
            <a:off x="4059" y="2088"/>
            <a:ext cx="165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9" imgW="126725" imgH="177415" progId="Equation.3">
                    <p:embed/>
                  </p:oleObj>
                </mc:Choice>
                <mc:Fallback>
                  <p:oleObj name="公式" r:id="rId19" imgW="126725" imgH="177415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59" y="2088"/>
                          <a:ext cx="165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63194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1291315"/>
              </p:ext>
            </p:extLst>
          </p:nvPr>
        </p:nvGraphicFramePr>
        <p:xfrm>
          <a:off x="4674959" y="3369535"/>
          <a:ext cx="3716121" cy="10272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562040" imgH="431640" progId="Equation.DSMT4">
                  <p:embed/>
                </p:oleObj>
              </mc:Choice>
              <mc:Fallback>
                <p:oleObj name="Equation" r:id="rId21" imgW="15620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74959" y="3369535"/>
                        <a:ext cx="3716121" cy="10272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1" name="图片 20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 rot="16200000">
            <a:off x="2331238" y="4689338"/>
            <a:ext cx="2428098" cy="1773568"/>
          </a:xfrm>
          <a:prstGeom prst="rect">
            <a:avLst/>
          </a:prstGeom>
        </p:spPr>
      </p:pic>
      <p:sp>
        <p:nvSpPr>
          <p:cNvPr id="22" name="右箭头 21"/>
          <p:cNvSpPr/>
          <p:nvPr/>
        </p:nvSpPr>
        <p:spPr>
          <a:xfrm>
            <a:off x="4913947" y="5407636"/>
            <a:ext cx="739135" cy="304800"/>
          </a:xfrm>
          <a:prstGeom prst="rightArrow">
            <a:avLst/>
          </a:prstGeom>
          <a:solidFill>
            <a:srgbClr val="C0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 rot="5400000">
            <a:off x="5811210" y="4685819"/>
            <a:ext cx="2428098" cy="1780605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496592"/>
      </p:ext>
    </p:extLst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"/>
                                        <p:tgtEl>
                                          <p:spTgt spid="263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263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63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63175" grpId="0" autoUpdateAnimBg="0"/>
      <p:bldP spid="22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32227610"/>
              </p:ext>
            </p:extLst>
          </p:nvPr>
        </p:nvGraphicFramePr>
        <p:xfrm>
          <a:off x="2435225" y="989013"/>
          <a:ext cx="7681913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7724437" imgH="1468402" progId="Word.Document.8">
                  <p:embed/>
                </p:oleObj>
              </mc:Choice>
              <mc:Fallback>
                <p:oleObj name="Document" r:id="rId2" imgW="7724437" imgH="146840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5225" y="989013"/>
                        <a:ext cx="7681913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6" name="Object 4"/>
          <p:cNvGraphicFramePr>
            <a:graphicFrameLocks noChangeAspect="1"/>
          </p:cNvGraphicFramePr>
          <p:nvPr/>
        </p:nvGraphicFramePr>
        <p:xfrm>
          <a:off x="3810000" y="2570164"/>
          <a:ext cx="1676400" cy="750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726451" imgH="774364" progId="Equation.3">
                  <p:embed/>
                </p:oleObj>
              </mc:Choice>
              <mc:Fallback>
                <p:oleObj name="公式" r:id="rId4" imgW="1726451" imgH="774364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570164"/>
                        <a:ext cx="1676400" cy="750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7" name="Object 5"/>
          <p:cNvGraphicFramePr>
            <a:graphicFrameLocks noChangeAspect="1"/>
          </p:cNvGraphicFramePr>
          <p:nvPr/>
        </p:nvGraphicFramePr>
        <p:xfrm>
          <a:off x="5573714" y="2438400"/>
          <a:ext cx="2198687" cy="896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73300" imgH="927100" progId="Equation.3">
                  <p:embed/>
                </p:oleObj>
              </mc:Choice>
              <mc:Fallback>
                <p:oleObj name="公式" r:id="rId6" imgW="22733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73714" y="2438400"/>
                        <a:ext cx="2198687" cy="896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8" name="Object 6"/>
          <p:cNvGraphicFramePr>
            <a:graphicFrameLocks noChangeAspect="1"/>
          </p:cNvGraphicFramePr>
          <p:nvPr/>
        </p:nvGraphicFramePr>
        <p:xfrm>
          <a:off x="2819401" y="3495676"/>
          <a:ext cx="3978275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102100" imgH="482600" progId="Equation.3">
                  <p:embed/>
                </p:oleObj>
              </mc:Choice>
              <mc:Fallback>
                <p:oleObj name="公式" r:id="rId8" imgW="4102100" imgH="482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1" y="3495676"/>
                        <a:ext cx="3978275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199" name="Object 7"/>
          <p:cNvGraphicFramePr>
            <a:graphicFrameLocks noChangeAspect="1"/>
          </p:cNvGraphicFramePr>
          <p:nvPr/>
        </p:nvGraphicFramePr>
        <p:xfrm>
          <a:off x="3048000" y="4084638"/>
          <a:ext cx="3505200" cy="1020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619500" imgH="1054100" progId="Equation.3">
                  <p:embed/>
                </p:oleObj>
              </mc:Choice>
              <mc:Fallback>
                <p:oleObj name="公式" r:id="rId10" imgW="3619500" imgH="1054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4084638"/>
                        <a:ext cx="3505200" cy="1020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4200" name="Object 8"/>
          <p:cNvGraphicFramePr>
            <a:graphicFrameLocks noChangeAspect="1"/>
          </p:cNvGraphicFramePr>
          <p:nvPr/>
        </p:nvGraphicFramePr>
        <p:xfrm>
          <a:off x="2895600" y="5008564"/>
          <a:ext cx="5467350" cy="1163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2" imgW="5486400" imgH="1168400" progId="Word.Document.8">
                  <p:embed/>
                </p:oleObj>
              </mc:Choice>
              <mc:Fallback>
                <p:oleObj name="文档" r:id="rId12" imgW="5486400" imgH="11684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5008564"/>
                        <a:ext cx="5467350" cy="1163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9"/>
          <p:cNvGrpSpPr>
            <a:grpSpLocks/>
          </p:cNvGrpSpPr>
          <p:nvPr/>
        </p:nvGrpSpPr>
        <p:grpSpPr bwMode="auto">
          <a:xfrm>
            <a:off x="7315200" y="2743200"/>
            <a:ext cx="2819400" cy="2286000"/>
            <a:chOff x="1344" y="1728"/>
            <a:chExt cx="1584" cy="1240"/>
          </a:xfrm>
        </p:grpSpPr>
        <p:sp>
          <p:nvSpPr>
            <p:cNvPr id="30735" name="Line 10"/>
            <p:cNvSpPr>
              <a:spLocks noChangeShapeType="1"/>
            </p:cNvSpPr>
            <p:nvPr/>
          </p:nvSpPr>
          <p:spPr bwMode="auto">
            <a:xfrm rot="8483042">
              <a:off x="1344" y="2677"/>
              <a:ext cx="650" cy="9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6" name="Line 11"/>
            <p:cNvSpPr>
              <a:spLocks noChangeShapeType="1"/>
            </p:cNvSpPr>
            <p:nvPr/>
          </p:nvSpPr>
          <p:spPr bwMode="auto">
            <a:xfrm flipV="1">
              <a:off x="1923" y="1728"/>
              <a:ext cx="0" cy="7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30737" name="Line 12"/>
            <p:cNvSpPr>
              <a:spLocks noChangeShapeType="1"/>
            </p:cNvSpPr>
            <p:nvPr/>
          </p:nvSpPr>
          <p:spPr bwMode="auto">
            <a:xfrm>
              <a:off x="1923" y="2503"/>
              <a:ext cx="90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30738" name="Object 13"/>
            <p:cNvGraphicFramePr>
              <a:graphicFrameLocks noChangeAspect="1"/>
            </p:cNvGraphicFramePr>
            <p:nvPr/>
          </p:nvGraphicFramePr>
          <p:xfrm>
            <a:off x="1442" y="2892"/>
            <a:ext cx="75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4" imgW="152268" imgH="164957" progId="Equation.3">
                    <p:embed/>
                  </p:oleObj>
                </mc:Choice>
                <mc:Fallback>
                  <p:oleObj name="公式" r:id="rId14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2" y="2892"/>
                          <a:ext cx="75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9" name="Object 14"/>
            <p:cNvGraphicFramePr>
              <a:graphicFrameLocks noChangeAspect="1"/>
            </p:cNvGraphicFramePr>
            <p:nvPr/>
          </p:nvGraphicFramePr>
          <p:xfrm>
            <a:off x="1903" y="2521"/>
            <a:ext cx="76" cy="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6" imgW="152268" imgH="164957" progId="Equation.3">
                    <p:embed/>
                  </p:oleObj>
                </mc:Choice>
                <mc:Fallback>
                  <p:oleObj name="公式" r:id="rId16" imgW="152268" imgH="1649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903" y="2521"/>
                          <a:ext cx="76" cy="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0" name="Object 15"/>
            <p:cNvGraphicFramePr>
              <a:graphicFrameLocks noChangeAspect="1"/>
            </p:cNvGraphicFramePr>
            <p:nvPr/>
          </p:nvGraphicFramePr>
          <p:xfrm>
            <a:off x="1806" y="1728"/>
            <a:ext cx="75" cy="7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8" imgW="152268" imgH="152268" progId="Equation.3">
                    <p:embed/>
                  </p:oleObj>
                </mc:Choice>
                <mc:Fallback>
                  <p:oleObj name="公式" r:id="rId18" imgW="152268" imgH="152268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06" y="1728"/>
                          <a:ext cx="75" cy="7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41" name="Object 16"/>
            <p:cNvGraphicFramePr>
              <a:graphicFrameLocks noChangeAspect="1"/>
            </p:cNvGraphicFramePr>
            <p:nvPr/>
          </p:nvGraphicFramePr>
          <p:xfrm>
            <a:off x="2846" y="2466"/>
            <a:ext cx="82" cy="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0" imgW="164957" imgH="203024" progId="Equation.3">
                    <p:embed/>
                  </p:oleObj>
                </mc:Choice>
                <mc:Fallback>
                  <p:oleObj name="公式" r:id="rId20" imgW="164957" imgH="20302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46" y="2466"/>
                          <a:ext cx="82" cy="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7540626" y="2895601"/>
            <a:ext cx="1984375" cy="1979613"/>
            <a:chOff x="3790" y="1824"/>
            <a:chExt cx="1250" cy="1247"/>
          </a:xfrm>
        </p:grpSpPr>
        <p:sp>
          <p:nvSpPr>
            <p:cNvPr id="30731" name="AutoShape 18"/>
            <p:cNvSpPr>
              <a:spLocks noChangeArrowheads="1"/>
            </p:cNvSpPr>
            <p:nvPr/>
          </p:nvSpPr>
          <p:spPr bwMode="auto">
            <a:xfrm rot="20696700">
              <a:off x="3790" y="1932"/>
              <a:ext cx="1082" cy="851"/>
            </a:xfrm>
            <a:prstGeom prst="triangle">
              <a:avLst>
                <a:gd name="adj" fmla="val 57412"/>
              </a:avLst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22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22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22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0732" name="Object 19"/>
            <p:cNvGraphicFramePr>
              <a:graphicFrameLocks noChangeAspect="1"/>
            </p:cNvGraphicFramePr>
            <p:nvPr/>
          </p:nvGraphicFramePr>
          <p:xfrm>
            <a:off x="4957" y="2652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3" imgW="177569" imgH="304404" progId="Equation.3">
                    <p:embed/>
                  </p:oleObj>
                </mc:Choice>
                <mc:Fallback>
                  <p:oleObj name="公式" r:id="rId23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57" y="2652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3" name="Object 20"/>
            <p:cNvGraphicFramePr>
              <a:graphicFrameLocks noChangeAspect="1"/>
            </p:cNvGraphicFramePr>
            <p:nvPr/>
          </p:nvGraphicFramePr>
          <p:xfrm>
            <a:off x="4368" y="1824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5" imgW="177569" imgH="304404" progId="Equation.3">
                    <p:embed/>
                  </p:oleObj>
                </mc:Choice>
                <mc:Fallback>
                  <p:oleObj name="公式" r:id="rId25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68" y="1824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0734" name="Object 21"/>
            <p:cNvGraphicFramePr>
              <a:graphicFrameLocks noChangeAspect="1"/>
            </p:cNvGraphicFramePr>
            <p:nvPr/>
          </p:nvGraphicFramePr>
          <p:xfrm>
            <a:off x="3936" y="2928"/>
            <a:ext cx="83" cy="14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26" imgW="177569" imgH="304404" progId="Equation.3">
                    <p:embed/>
                  </p:oleObj>
                </mc:Choice>
                <mc:Fallback>
                  <p:oleObj name="公式" r:id="rId26" imgW="177569" imgH="304404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36" y="2928"/>
                          <a:ext cx="83" cy="14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4" name="矩形 3"/>
          <p:cNvSpPr/>
          <p:nvPr/>
        </p:nvSpPr>
        <p:spPr>
          <a:xfrm>
            <a:off x="2321519" y="1021417"/>
            <a:ext cx="72648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CN" altLang="en-US" sz="2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422453" y="2605545"/>
            <a:ext cx="11464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一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825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4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64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4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64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2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17638210"/>
              </p:ext>
            </p:extLst>
          </p:nvPr>
        </p:nvGraphicFramePr>
        <p:xfrm>
          <a:off x="2667001" y="2057400"/>
          <a:ext cx="2290763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2527029" imgH="895352" progId="Word.Document.8">
                  <p:embed/>
                </p:oleObj>
              </mc:Choice>
              <mc:Fallback>
                <p:oleObj name="Document" r:id="rId2" imgW="2527029" imgH="89535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1" y="2057400"/>
                        <a:ext cx="2290763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9967382"/>
              </p:ext>
            </p:extLst>
          </p:nvPr>
        </p:nvGraphicFramePr>
        <p:xfrm>
          <a:off x="4491551" y="1911684"/>
          <a:ext cx="3187457" cy="7361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4960" imgH="330120" progId="Equation.DSMT4">
                  <p:embed/>
                </p:oleObj>
              </mc:Choice>
              <mc:Fallback>
                <p:oleObj name="Equation" r:id="rId4" imgW="143496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1551" y="1911684"/>
                        <a:ext cx="3187457" cy="73612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1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64614453"/>
              </p:ext>
            </p:extLst>
          </p:nvPr>
        </p:nvGraphicFramePr>
        <p:xfrm>
          <a:off x="2913691" y="3091610"/>
          <a:ext cx="3513235" cy="758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536480" imgH="330120" progId="Equation.DSMT4">
                  <p:embed/>
                </p:oleObj>
              </mc:Choice>
              <mc:Fallback>
                <p:oleObj name="Equation" r:id="rId6" imgW="1536480" imgH="33012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3691" y="3091610"/>
                        <a:ext cx="3513235" cy="758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522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3236672"/>
              </p:ext>
            </p:extLst>
          </p:nvPr>
        </p:nvGraphicFramePr>
        <p:xfrm>
          <a:off x="2890838" y="3995739"/>
          <a:ext cx="3814762" cy="1082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8" imgW="4124108" imgH="1176522" progId="Word.Document.8">
                  <p:embed/>
                </p:oleObj>
              </mc:Choice>
              <mc:Fallback>
                <p:oleObj name="Document" r:id="rId8" imgW="4124108" imgH="1176522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0838" y="3995739"/>
                        <a:ext cx="3814762" cy="1082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51" name="Group 7"/>
          <p:cNvGrpSpPr>
            <a:grpSpLocks/>
          </p:cNvGrpSpPr>
          <p:nvPr/>
        </p:nvGrpSpPr>
        <p:grpSpPr bwMode="auto">
          <a:xfrm>
            <a:off x="8009370" y="1428750"/>
            <a:ext cx="2990850" cy="2657475"/>
            <a:chOff x="3546" y="1128"/>
            <a:chExt cx="1884" cy="1674"/>
          </a:xfrm>
        </p:grpSpPr>
        <p:grpSp>
          <p:nvGrpSpPr>
            <p:cNvPr id="31752" name="Group 8"/>
            <p:cNvGrpSpPr>
              <a:grpSpLocks/>
            </p:cNvGrpSpPr>
            <p:nvPr/>
          </p:nvGrpSpPr>
          <p:grpSpPr bwMode="auto">
            <a:xfrm>
              <a:off x="3546" y="1128"/>
              <a:ext cx="1884" cy="1674"/>
              <a:chOff x="1339" y="1624"/>
              <a:chExt cx="1681" cy="1441"/>
            </a:xfrm>
          </p:grpSpPr>
          <p:sp>
            <p:nvSpPr>
              <p:cNvPr id="31757" name="Line 9"/>
              <p:cNvSpPr>
                <a:spLocks noChangeShapeType="1"/>
              </p:cNvSpPr>
              <p:nvPr/>
            </p:nvSpPr>
            <p:spPr bwMode="auto">
              <a:xfrm rot="8483042">
                <a:off x="1344" y="2677"/>
                <a:ext cx="650" cy="9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8" name="Line 10"/>
              <p:cNvSpPr>
                <a:spLocks noChangeShapeType="1"/>
              </p:cNvSpPr>
              <p:nvPr/>
            </p:nvSpPr>
            <p:spPr bwMode="auto">
              <a:xfrm flipV="1">
                <a:off x="1923" y="1728"/>
                <a:ext cx="0" cy="78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1759" name="Line 11"/>
              <p:cNvSpPr>
                <a:spLocks noChangeShapeType="1"/>
              </p:cNvSpPr>
              <p:nvPr/>
            </p:nvSpPr>
            <p:spPr bwMode="auto">
              <a:xfrm>
                <a:off x="1923" y="2503"/>
                <a:ext cx="90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31760" name="Object 12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516327950"/>
                  </p:ext>
                </p:extLst>
              </p:nvPr>
            </p:nvGraphicFramePr>
            <p:xfrm>
              <a:off x="1339" y="2906"/>
              <a:ext cx="170" cy="15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0" imgW="139680" imgH="139680" progId="Equation.DSMT4">
                      <p:embed/>
                    </p:oleObj>
                  </mc:Choice>
                  <mc:Fallback>
                    <p:oleObj name="Equation" r:id="rId10" imgW="13968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1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339" y="2906"/>
                            <a:ext cx="170" cy="159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1" name="Object 13"/>
              <p:cNvGraphicFramePr>
                <a:graphicFrameLocks noChangeAspect="1"/>
              </p:cNvGraphicFramePr>
              <p:nvPr/>
            </p:nvGraphicFramePr>
            <p:xfrm>
              <a:off x="1903" y="2521"/>
              <a:ext cx="76" cy="7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2" imgW="152268" imgH="164957" progId="Equation.3">
                      <p:embed/>
                    </p:oleObj>
                  </mc:Choice>
                  <mc:Fallback>
                    <p:oleObj name="公式" r:id="rId12" imgW="152268" imgH="164957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903" y="2521"/>
                            <a:ext cx="76" cy="7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2" name="Object 1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87238255"/>
                  </p:ext>
                </p:extLst>
              </p:nvPr>
            </p:nvGraphicFramePr>
            <p:xfrm>
              <a:off x="1710" y="1624"/>
              <a:ext cx="146" cy="16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4" imgW="114120" imgH="139680" progId="Equation.DSMT4">
                      <p:embed/>
                    </p:oleObj>
                  </mc:Choice>
                  <mc:Fallback>
                    <p:oleObj name="Equation" r:id="rId14" imgW="114120" imgH="1396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710" y="1624"/>
                            <a:ext cx="146" cy="16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31763" name="Object 15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1540810"/>
                  </p:ext>
                </p:extLst>
              </p:nvPr>
            </p:nvGraphicFramePr>
            <p:xfrm>
              <a:off x="2826" y="2482"/>
              <a:ext cx="194" cy="21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6" imgW="139680" imgH="164880" progId="Equation.DSMT4">
                      <p:embed/>
                    </p:oleObj>
                  </mc:Choice>
                  <mc:Fallback>
                    <p:oleObj name="Equation" r:id="rId16" imgW="139680" imgH="16488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7"/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26" y="2482"/>
                            <a:ext cx="194" cy="21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31753" name="AutoShape 16"/>
            <p:cNvSpPr>
              <a:spLocks noChangeArrowheads="1"/>
            </p:cNvSpPr>
            <p:nvPr/>
          </p:nvSpPr>
          <p:spPr bwMode="auto">
            <a:xfrm rot="20696700">
              <a:off x="3674" y="1468"/>
              <a:ext cx="1082" cy="851"/>
            </a:xfrm>
            <a:prstGeom prst="triangle">
              <a:avLst>
                <a:gd name="adj" fmla="val 57412"/>
              </a:avLst>
            </a:prstGeom>
            <a:solidFill>
              <a:schemeClr val="accent1">
                <a:alpha val="50195"/>
              </a:schemeClr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1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1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1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aphicFrame>
          <p:nvGraphicFramePr>
            <p:cNvPr id="31754" name="Object 17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4255074"/>
                </p:ext>
              </p:extLst>
            </p:nvPr>
          </p:nvGraphicFramePr>
          <p:xfrm>
            <a:off x="4799" y="2183"/>
            <a:ext cx="128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9" imgW="114120" imgH="164880" progId="Equation.DSMT4">
                    <p:embed/>
                  </p:oleObj>
                </mc:Choice>
                <mc:Fallback>
                  <p:oleObj name="Equation" r:id="rId19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99" y="2183"/>
                          <a:ext cx="128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5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832918638"/>
                </p:ext>
              </p:extLst>
            </p:nvPr>
          </p:nvGraphicFramePr>
          <p:xfrm>
            <a:off x="4306" y="1342"/>
            <a:ext cx="139" cy="20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14120" imgH="164880" progId="Equation.DSMT4">
                    <p:embed/>
                  </p:oleObj>
                </mc:Choice>
                <mc:Fallback>
                  <p:oleObj name="Equation" r:id="rId21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06" y="1342"/>
                          <a:ext cx="139" cy="20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1756" name="Object 19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914004328"/>
                </p:ext>
              </p:extLst>
            </p:nvPr>
          </p:nvGraphicFramePr>
          <p:xfrm>
            <a:off x="3807" y="2445"/>
            <a:ext cx="143" cy="20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114120" imgH="164880" progId="Equation.DSMT4">
                    <p:embed/>
                  </p:oleObj>
                </mc:Choice>
                <mc:Fallback>
                  <p:oleObj name="Equation" r:id="rId23" imgW="114120" imgH="16488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4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07" y="2445"/>
                          <a:ext cx="143" cy="20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矩形 1"/>
          <p:cNvSpPr/>
          <p:nvPr/>
        </p:nvSpPr>
        <p:spPr>
          <a:xfrm>
            <a:off x="2740838" y="1043543"/>
            <a:ext cx="12073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r>
              <a:rPr lang="en-US" altLang="zh-CN" sz="2800" b="1" dirty="0">
                <a:solidFill>
                  <a:srgbClr val="FF0000"/>
                </a:solidFill>
                <a:latin typeface="+mn-ea"/>
              </a:rPr>
              <a:t>(</a:t>
            </a:r>
            <a:r>
              <a:rPr lang="zh-CN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二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)</a:t>
            </a:r>
            <a:endParaRPr lang="zh-CN" altLang="zh-CN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83322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5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65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5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5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770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1697614"/>
              </p:ext>
            </p:extLst>
          </p:nvPr>
        </p:nvGraphicFramePr>
        <p:xfrm>
          <a:off x="1695450" y="773113"/>
          <a:ext cx="9210675" cy="1844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9176110" imgH="1847285" progId="Word.Document.8">
                  <p:embed/>
                </p:oleObj>
              </mc:Choice>
              <mc:Fallback>
                <p:oleObj name="Document" r:id="rId2" imgW="9176110" imgH="1847285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5450" y="773113"/>
                        <a:ext cx="9210675" cy="1844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3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6839794"/>
              </p:ext>
            </p:extLst>
          </p:nvPr>
        </p:nvGraphicFramePr>
        <p:xfrm>
          <a:off x="2926196" y="3072030"/>
          <a:ext cx="4591050" cy="1466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4" imgW="4800600" imgH="1534160" progId="Word.Document.8">
                  <p:embed/>
                </p:oleObj>
              </mc:Choice>
              <mc:Fallback>
                <p:oleObj name="文档" r:id="rId4" imgW="4800600" imgH="153416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26196" y="3072030"/>
                        <a:ext cx="4591050" cy="1466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44" name="Object 4"/>
          <p:cNvGraphicFramePr>
            <a:graphicFrameLocks noChangeAspect="1"/>
          </p:cNvGraphicFramePr>
          <p:nvPr/>
        </p:nvGraphicFramePr>
        <p:xfrm>
          <a:off x="2570018" y="4870450"/>
          <a:ext cx="3943350" cy="1352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6" imgW="3657600" imgH="1259840" progId="Word.Document.8">
                  <p:embed/>
                </p:oleObj>
              </mc:Choice>
              <mc:Fallback>
                <p:oleObj name="文档" r:id="rId6" imgW="3657600" imgH="125984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0018" y="4870450"/>
                        <a:ext cx="3943350" cy="1352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8749146" y="3249037"/>
            <a:ext cx="2719388" cy="2043112"/>
            <a:chOff x="3840" y="2352"/>
            <a:chExt cx="1713" cy="1287"/>
          </a:xfrm>
        </p:grpSpPr>
        <p:sp>
          <p:nvSpPr>
            <p:cNvPr id="32775" name="Oval 6"/>
            <p:cNvSpPr>
              <a:spLocks noChangeArrowheads="1"/>
            </p:cNvSpPr>
            <p:nvPr/>
          </p:nvSpPr>
          <p:spPr bwMode="auto">
            <a:xfrm>
              <a:off x="3888" y="2592"/>
              <a:ext cx="1392" cy="864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776" name="Oval 7"/>
            <p:cNvSpPr>
              <a:spLocks noChangeArrowheads="1"/>
            </p:cNvSpPr>
            <p:nvPr/>
          </p:nvSpPr>
          <p:spPr bwMode="auto">
            <a:xfrm>
              <a:off x="3888" y="2928"/>
              <a:ext cx="1392" cy="240"/>
            </a:xfrm>
            <a:prstGeom prst="ellipse">
              <a:avLst/>
            </a:prstGeom>
            <a:solidFill>
              <a:srgbClr val="66FFCC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32777" name="Oval 8"/>
            <p:cNvSpPr>
              <a:spLocks noChangeArrowheads="1"/>
            </p:cNvSpPr>
            <p:nvPr/>
          </p:nvSpPr>
          <p:spPr bwMode="auto">
            <a:xfrm>
              <a:off x="4032" y="2688"/>
              <a:ext cx="1104" cy="192"/>
            </a:xfrm>
            <a:prstGeom prst="ellipse">
              <a:avLst/>
            </a:prstGeom>
            <a:solidFill>
              <a:srgbClr val="FFCCFF"/>
            </a:soli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Blip>
                  <a:blip r:embed="rId8"/>
                </a:buBlip>
                <a:defRPr kumimoji="1" sz="28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Blip>
                  <a:blip r:embed="rId8"/>
                </a:buBlip>
                <a:defRPr kumimoji="1" sz="24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Blip>
                  <a:blip r:embed="rId8"/>
                </a:buBlip>
                <a:defRPr kumimoji="1" sz="2000">
                  <a:solidFill>
                    <a:srgbClr val="000099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2000">
                <a:solidFill>
                  <a:schemeClr val="tx1"/>
                </a:solidFill>
                <a:ea typeface="宋体" panose="02010600030101010101" pitchFamily="2" charset="-122"/>
              </a:endParaRPr>
            </a:p>
          </p:txBody>
        </p:sp>
        <p:grpSp>
          <p:nvGrpSpPr>
            <p:cNvPr id="32778" name="Group 9"/>
            <p:cNvGrpSpPr>
              <a:grpSpLocks/>
            </p:cNvGrpSpPr>
            <p:nvPr/>
          </p:nvGrpSpPr>
          <p:grpSpPr bwMode="auto">
            <a:xfrm>
              <a:off x="3888" y="2400"/>
              <a:ext cx="1632" cy="1056"/>
              <a:chOff x="3888" y="2400"/>
              <a:chExt cx="1632" cy="1056"/>
            </a:xfrm>
          </p:grpSpPr>
          <p:grpSp>
            <p:nvGrpSpPr>
              <p:cNvPr id="32786" name="Group 10"/>
              <p:cNvGrpSpPr>
                <a:grpSpLocks/>
              </p:cNvGrpSpPr>
              <p:nvPr/>
            </p:nvGrpSpPr>
            <p:grpSpPr bwMode="auto">
              <a:xfrm>
                <a:off x="4560" y="2400"/>
                <a:ext cx="0" cy="624"/>
                <a:chOff x="4560" y="2400"/>
                <a:chExt cx="0" cy="624"/>
              </a:xfrm>
            </p:grpSpPr>
            <p:sp>
              <p:nvSpPr>
                <p:cNvPr id="32789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4560" y="2400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790" name="Line 12"/>
                <p:cNvSpPr>
                  <a:spLocks noChangeShapeType="1"/>
                </p:cNvSpPr>
                <p:nvPr/>
              </p:nvSpPr>
              <p:spPr bwMode="auto">
                <a:xfrm flipV="1">
                  <a:off x="4560" y="2880"/>
                  <a:ext cx="0" cy="144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sp>
            <p:nvSpPr>
              <p:cNvPr id="32787" name="Line 13"/>
              <p:cNvSpPr>
                <a:spLocks noChangeShapeType="1"/>
              </p:cNvSpPr>
              <p:nvPr/>
            </p:nvSpPr>
            <p:spPr bwMode="auto">
              <a:xfrm>
                <a:off x="4560" y="3024"/>
                <a:ext cx="96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32788" name="Line 14"/>
              <p:cNvSpPr>
                <a:spLocks noChangeShapeType="1"/>
              </p:cNvSpPr>
              <p:nvPr/>
            </p:nvSpPr>
            <p:spPr bwMode="auto">
              <a:xfrm flipH="1">
                <a:off x="3888" y="3024"/>
                <a:ext cx="672" cy="432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aphicFrame>
          <p:nvGraphicFramePr>
            <p:cNvPr id="32779" name="Object 15"/>
            <p:cNvGraphicFramePr>
              <a:graphicFrameLocks noChangeAspect="1"/>
            </p:cNvGraphicFramePr>
            <p:nvPr/>
          </p:nvGraphicFramePr>
          <p:xfrm>
            <a:off x="3840" y="3456"/>
            <a:ext cx="192" cy="1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66469" imgH="253780" progId="Equation.3">
                    <p:embed/>
                  </p:oleObj>
                </mc:Choice>
                <mc:Fallback>
                  <p:oleObj name="公式" r:id="rId9" imgW="266469" imgH="25378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840" y="3456"/>
                          <a:ext cx="192" cy="1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0" name="Object 16"/>
            <p:cNvGraphicFramePr>
              <a:graphicFrameLocks noChangeAspect="1"/>
            </p:cNvGraphicFramePr>
            <p:nvPr/>
          </p:nvGraphicFramePr>
          <p:xfrm>
            <a:off x="5404" y="3072"/>
            <a:ext cx="149" cy="1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1" imgW="266584" imgH="330057" progId="Equation.3">
                    <p:embed/>
                  </p:oleObj>
                </mc:Choice>
                <mc:Fallback>
                  <p:oleObj name="公式" r:id="rId11" imgW="266584" imgH="330057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404" y="3072"/>
                          <a:ext cx="149" cy="1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1" name="Object 17"/>
            <p:cNvGraphicFramePr>
              <a:graphicFrameLocks noChangeAspect="1"/>
            </p:cNvGraphicFramePr>
            <p:nvPr/>
          </p:nvGraphicFramePr>
          <p:xfrm>
            <a:off x="4608" y="2352"/>
            <a:ext cx="144" cy="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3" imgW="215619" imgH="266353" progId="Equation.3">
                    <p:embed/>
                  </p:oleObj>
                </mc:Choice>
                <mc:Fallback>
                  <p:oleObj name="公式" r:id="rId13" imgW="215619" imgH="266353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08" y="2352"/>
                          <a:ext cx="144" cy="1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32782" name="Object 18"/>
            <p:cNvGraphicFramePr>
              <a:graphicFrameLocks noChangeAspect="1"/>
            </p:cNvGraphicFramePr>
            <p:nvPr/>
          </p:nvGraphicFramePr>
          <p:xfrm>
            <a:off x="4512" y="3041"/>
            <a:ext cx="115" cy="12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28501" imgH="253890" progId="Equation.3">
                    <p:embed/>
                  </p:oleObj>
                </mc:Choice>
                <mc:Fallback>
                  <p:oleObj name="公式" r:id="rId15" imgW="228501" imgH="25389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3041"/>
                          <a:ext cx="115" cy="12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2783" name="Group 19"/>
            <p:cNvGrpSpPr>
              <a:grpSpLocks/>
            </p:cNvGrpSpPr>
            <p:nvPr/>
          </p:nvGrpSpPr>
          <p:grpSpPr bwMode="auto">
            <a:xfrm>
              <a:off x="4800" y="2448"/>
              <a:ext cx="672" cy="336"/>
              <a:chOff x="4800" y="2448"/>
              <a:chExt cx="672" cy="336"/>
            </a:xfrm>
          </p:grpSpPr>
          <p:graphicFrame>
            <p:nvGraphicFramePr>
              <p:cNvPr id="32784" name="Object 20"/>
              <p:cNvGraphicFramePr>
                <a:graphicFrameLocks noChangeAspect="1"/>
              </p:cNvGraphicFramePr>
              <p:nvPr/>
            </p:nvGraphicFramePr>
            <p:xfrm>
              <a:off x="5248" y="2448"/>
              <a:ext cx="224" cy="2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公式" r:id="rId17" imgW="361816" imgH="400010" progId="Equation.3">
                      <p:embed/>
                    </p:oleObj>
                  </mc:Choice>
                  <mc:Fallback>
                    <p:oleObj name="公式" r:id="rId17" imgW="361816" imgH="400010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248" y="2448"/>
                            <a:ext cx="224" cy="2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785" name="Line 21"/>
              <p:cNvSpPr>
                <a:spLocks noChangeShapeType="1"/>
              </p:cNvSpPr>
              <p:nvPr/>
            </p:nvSpPr>
            <p:spPr bwMode="auto">
              <a:xfrm flipH="1">
                <a:off x="4800" y="2544"/>
                <a:ext cx="432" cy="240"/>
              </a:xfrm>
              <a:prstGeom prst="line">
                <a:avLst/>
              </a:prstGeom>
              <a:noFill/>
              <a:ln w="19050">
                <a:solidFill>
                  <a:srgbClr val="3366FF"/>
                </a:solidFill>
                <a:round/>
                <a:headEnd/>
                <a:tailEnd type="arrow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266262" name="Text Box 22"/>
          <p:cNvSpPr txBox="1">
            <a:spLocks noChangeArrowheads="1"/>
          </p:cNvSpPr>
          <p:nvPr/>
        </p:nvSpPr>
        <p:spPr bwMode="auto">
          <a:xfrm>
            <a:off x="1694296" y="3001242"/>
            <a:ext cx="609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8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8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8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解</a:t>
            </a:r>
          </a:p>
        </p:txBody>
      </p:sp>
      <p:sp>
        <p:nvSpPr>
          <p:cNvPr id="3" name="矩形 2"/>
          <p:cNvSpPr/>
          <p:nvPr/>
        </p:nvSpPr>
        <p:spPr>
          <a:xfrm>
            <a:off x="1694296" y="865476"/>
            <a:ext cx="7825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2800" b="1" dirty="0">
                <a:solidFill>
                  <a:srgbClr val="FF0000"/>
                </a:solidFill>
                <a:latin typeface="+mn-ea"/>
                <a:cs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5</a:t>
            </a:r>
            <a:r>
              <a:rPr lang="en-US" altLang="zh-CN" b="1" dirty="0">
                <a:solidFill>
                  <a:srgbClr val="FF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endParaRPr lang="zh-CN" alt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731480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266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66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66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266" name="Object 2"/>
          <p:cNvGraphicFramePr>
            <a:graphicFrameLocks noChangeAspect="1"/>
          </p:cNvGraphicFramePr>
          <p:nvPr/>
        </p:nvGraphicFramePr>
        <p:xfrm>
          <a:off x="2524126" y="2435225"/>
          <a:ext cx="5954713" cy="1157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5816600" imgH="1130300" progId="Equation.3">
                  <p:embed/>
                </p:oleObj>
              </mc:Choice>
              <mc:Fallback>
                <p:oleObj name="公式" r:id="rId2" imgW="5816600" imgH="11303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24126" y="2435225"/>
                        <a:ext cx="5954713" cy="1157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7" name="Object 3"/>
          <p:cNvGraphicFramePr>
            <a:graphicFrameLocks noChangeAspect="1"/>
          </p:cNvGraphicFramePr>
          <p:nvPr/>
        </p:nvGraphicFramePr>
        <p:xfrm>
          <a:off x="3887789" y="3668713"/>
          <a:ext cx="2236787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171700" imgH="927100" progId="Equation.3">
                  <p:embed/>
                </p:oleObj>
              </mc:Choice>
              <mc:Fallback>
                <p:oleObj name="公式" r:id="rId4" imgW="21717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9" y="3668713"/>
                        <a:ext cx="2236787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3527425" y="4773613"/>
          <a:ext cx="32400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3149600" imgH="927100" progId="Equation.3">
                  <p:embed/>
                </p:oleObj>
              </mc:Choice>
              <mc:Fallback>
                <p:oleObj name="公式" r:id="rId6" imgW="3149600" imgH="9271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27425" y="4773613"/>
                        <a:ext cx="32400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6840539" y="4784725"/>
          <a:ext cx="18430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90700" imgH="889000" progId="Equation.3">
                  <p:embed/>
                </p:oleObj>
              </mc:Choice>
              <mc:Fallback>
                <p:oleObj name="公式" r:id="rId8" imgW="1790700" imgH="8890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0539" y="4784725"/>
                        <a:ext cx="18430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/>
        </p:nvGraphicFramePr>
        <p:xfrm>
          <a:off x="2492375" y="1050925"/>
          <a:ext cx="5562600" cy="1104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档" r:id="rId10" imgW="5486400" imgH="1092200" progId="Word.Document.8">
                  <p:embed/>
                </p:oleObj>
              </mc:Choice>
              <mc:Fallback>
                <p:oleObj name="文档" r:id="rId10" imgW="5486400" imgH="1092200" progId="Word.Documen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2375" y="1050925"/>
                        <a:ext cx="5562600" cy="1104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1" name="Text Box 7"/>
          <p:cNvSpPr txBox="1">
            <a:spLocks noChangeArrowheads="1"/>
          </p:cNvSpPr>
          <p:nvPr/>
        </p:nvSpPr>
        <p:spPr bwMode="auto">
          <a:xfrm>
            <a:off x="2682875" y="4994276"/>
            <a:ext cx="1828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Blip>
                <a:blip r:embed="rId12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12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12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b="1">
                <a:solidFill>
                  <a:schemeClr val="tx1"/>
                </a:solidFill>
                <a:ea typeface="宋体" panose="02010600030101010101" pitchFamily="2" charset="-122"/>
              </a:rPr>
              <a:t>原式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645122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7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7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75"/>
                                        <p:tgtEl>
                                          <p:spTgt spid="267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67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67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1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utoShape 2"/>
          <p:cNvSpPr>
            <a:spLocks noChangeArrowheads="1"/>
          </p:cNvSpPr>
          <p:nvPr/>
        </p:nvSpPr>
        <p:spPr bwMode="auto">
          <a:xfrm>
            <a:off x="1532708" y="958372"/>
            <a:ext cx="8551818" cy="4720046"/>
          </a:xfrm>
          <a:prstGeom prst="horizontalScroll">
            <a:avLst>
              <a:gd name="adj" fmla="val 5606"/>
            </a:avLst>
          </a:prstGeom>
          <a:gradFill rotWithShape="0">
            <a:gsLst>
              <a:gs pos="0">
                <a:srgbClr val="767647"/>
              </a:gs>
              <a:gs pos="50000">
                <a:srgbClr val="FFFF99"/>
              </a:gs>
              <a:gs pos="100000">
                <a:srgbClr val="767647"/>
              </a:gs>
            </a:gsLst>
            <a:lin ang="5400000" scaled="1"/>
          </a:gradFill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Blip>
                <a:blip r:embed="rId3"/>
              </a:buBlip>
              <a:defRPr kumimoji="1" sz="28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Blip>
                <a:blip r:embed="rId3"/>
              </a:buBlip>
              <a:defRPr kumimoji="1" sz="24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Blip>
                <a:blip r:embed="rId3"/>
              </a:buBlip>
              <a:defRPr kumimoji="1" sz="2000">
                <a:solidFill>
                  <a:srgbClr val="00009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000">
              <a:solidFill>
                <a:schemeClr val="tx1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31437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7893798"/>
              </p:ext>
            </p:extLst>
          </p:nvPr>
        </p:nvGraphicFramePr>
        <p:xfrm>
          <a:off x="2219279" y="3055664"/>
          <a:ext cx="6985000" cy="525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95480" imgH="228600" progId="Equation.DSMT4">
                  <p:embed/>
                </p:oleObj>
              </mc:Choice>
              <mc:Fallback>
                <p:oleObj name="Equation" r:id="rId4" imgW="289548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3055664"/>
                        <a:ext cx="6985000" cy="525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4380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96600150"/>
              </p:ext>
            </p:extLst>
          </p:nvPr>
        </p:nvGraphicFramePr>
        <p:xfrm>
          <a:off x="2219279" y="3741067"/>
          <a:ext cx="4710113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273040" imgH="215640" progId="Equation.DSMT4">
                  <p:embed/>
                </p:oleObj>
              </mc:Choice>
              <mc:Fallback>
                <p:oleObj name="Equation" r:id="rId6" imgW="2273040" imgH="215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grayscl/>
                        <a:biLevel thresh="50000"/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3741067"/>
                        <a:ext cx="4710113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16</a:t>
            </a:fld>
            <a:endParaRPr lang="zh-CN" altLang="en-US"/>
          </a:p>
        </p:txBody>
      </p:sp>
      <p:graphicFrame>
        <p:nvGraphicFramePr>
          <p:cNvPr id="8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657021"/>
              </p:ext>
            </p:extLst>
          </p:nvPr>
        </p:nvGraphicFramePr>
        <p:xfrm>
          <a:off x="2323782" y="1571747"/>
          <a:ext cx="4694237" cy="827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58920" imgH="380880" progId="Equation.DSMT4">
                  <p:embed/>
                </p:oleObj>
              </mc:Choice>
              <mc:Fallback>
                <p:oleObj name="Equation" r:id="rId8" imgW="2158920" imgH="3808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3782" y="1571747"/>
                        <a:ext cx="4694237" cy="827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3705911"/>
              </p:ext>
            </p:extLst>
          </p:nvPr>
        </p:nvGraphicFramePr>
        <p:xfrm>
          <a:off x="2451847" y="4300882"/>
          <a:ext cx="6519863" cy="835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390840" imgH="431640" progId="Equation.DSMT4">
                  <p:embed/>
                </p:oleObj>
              </mc:Choice>
              <mc:Fallback>
                <p:oleObj name="Equation" r:id="rId10" imgW="3390840" imgH="4316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1847" y="4300882"/>
                        <a:ext cx="6519863" cy="835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49479564"/>
              </p:ext>
            </p:extLst>
          </p:nvPr>
        </p:nvGraphicFramePr>
        <p:xfrm>
          <a:off x="2219279" y="2398835"/>
          <a:ext cx="54117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89040" imgH="228600" progId="Equation.DSMT4">
                  <p:embed/>
                </p:oleObj>
              </mc:Choice>
              <mc:Fallback>
                <p:oleObj name="Equation" r:id="rId12" imgW="248904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19279" y="2398835"/>
                        <a:ext cx="5411787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710656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4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14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88" name="Freeform 20"/>
          <p:cNvSpPr>
            <a:spLocks/>
          </p:cNvSpPr>
          <p:nvPr/>
        </p:nvSpPr>
        <p:spPr bwMode="auto">
          <a:xfrm>
            <a:off x="1318189" y="2743201"/>
            <a:ext cx="1795603" cy="2825554"/>
          </a:xfrm>
          <a:custGeom>
            <a:avLst/>
            <a:gdLst>
              <a:gd name="T0" fmla="*/ 546 w 1320"/>
              <a:gd name="T1" fmla="*/ 0 h 2054"/>
              <a:gd name="T2" fmla="*/ 0 w 1320"/>
              <a:gd name="T3" fmla="*/ 2054 h 2054"/>
              <a:gd name="T4" fmla="*/ 1320 w 1320"/>
              <a:gd name="T5" fmla="*/ 1510 h 2054"/>
              <a:gd name="T6" fmla="*/ 546 w 1320"/>
              <a:gd name="T7" fmla="*/ 0 h 20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320" h="2054">
                <a:moveTo>
                  <a:pt x="546" y="0"/>
                </a:moveTo>
                <a:lnTo>
                  <a:pt x="0" y="2054"/>
                </a:lnTo>
                <a:lnTo>
                  <a:pt x="1320" y="1510"/>
                </a:lnTo>
                <a:lnTo>
                  <a:pt x="546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28575" cap="flat" cmpd="sng">
            <a:solidFill>
              <a:srgbClr val="009900"/>
            </a:solidFill>
            <a:prstDash val="solid"/>
            <a:round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grpSp>
        <p:nvGrpSpPr>
          <p:cNvPr id="135190" name="Group 22"/>
          <p:cNvGrpSpPr>
            <a:grpSpLocks/>
          </p:cNvGrpSpPr>
          <p:nvPr/>
        </p:nvGrpSpPr>
        <p:grpSpPr bwMode="auto">
          <a:xfrm>
            <a:off x="531860" y="1706308"/>
            <a:ext cx="3783013" cy="4362450"/>
            <a:chOff x="336" y="1217"/>
            <a:chExt cx="2383" cy="2748"/>
          </a:xfrm>
        </p:grpSpPr>
        <p:grpSp>
          <p:nvGrpSpPr>
            <p:cNvPr id="135191" name="Group 23"/>
            <p:cNvGrpSpPr>
              <a:grpSpLocks/>
            </p:cNvGrpSpPr>
            <p:nvPr/>
          </p:nvGrpSpPr>
          <p:grpSpPr bwMode="auto">
            <a:xfrm>
              <a:off x="336" y="1217"/>
              <a:ext cx="2383" cy="2748"/>
              <a:chOff x="336" y="1217"/>
              <a:chExt cx="2383" cy="2748"/>
            </a:xfrm>
          </p:grpSpPr>
          <p:sp>
            <p:nvSpPr>
              <p:cNvPr id="135192" name="Text Box 24"/>
              <p:cNvSpPr txBox="1">
                <a:spLocks noChangeArrowheads="1"/>
              </p:cNvSpPr>
              <p:nvPr/>
            </p:nvSpPr>
            <p:spPr bwMode="auto">
              <a:xfrm>
                <a:off x="336" y="3674"/>
                <a:ext cx="247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3" name="Text Box 25"/>
              <p:cNvSpPr txBox="1">
                <a:spLocks noChangeArrowheads="1"/>
              </p:cNvSpPr>
              <p:nvPr/>
            </p:nvSpPr>
            <p:spPr bwMode="auto">
              <a:xfrm>
                <a:off x="1008" y="2999"/>
                <a:ext cx="293" cy="2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anchor="ctr">
                <a:spAutoFit/>
              </a:bodyPr>
              <a:lstStyle/>
              <a:p>
                <a:r>
                  <a:rPr lang="en-US" altLang="zh-CN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endPara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4" name="Line 26"/>
              <p:cNvSpPr>
                <a:spLocks noChangeShapeType="1"/>
              </p:cNvSpPr>
              <p:nvPr/>
            </p:nvSpPr>
            <p:spPr bwMode="auto">
              <a:xfrm flipV="1">
                <a:off x="1300" y="3153"/>
                <a:ext cx="1305" cy="6"/>
              </a:xfrm>
              <a:prstGeom prst="line">
                <a:avLst/>
              </a:prstGeom>
              <a:noFill/>
              <a:ln w="38100" cap="rnd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5195" name="Text Box 27"/>
              <p:cNvSpPr txBox="1">
                <a:spLocks noChangeArrowheads="1"/>
              </p:cNvSpPr>
              <p:nvPr/>
            </p:nvSpPr>
            <p:spPr bwMode="auto">
              <a:xfrm>
                <a:off x="1002" y="1217"/>
                <a:ext cx="260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</a:t>
                </a:r>
                <a:r>
                  <a:rPr lang="en-US" altLang="zh-CN" dirty="0"/>
                  <a:t> </a:t>
                </a:r>
              </a:p>
            </p:txBody>
          </p:sp>
          <p:sp>
            <p:nvSpPr>
              <p:cNvPr id="135196" name="Text Box 28"/>
              <p:cNvSpPr txBox="1">
                <a:spLocks noChangeArrowheads="1"/>
              </p:cNvSpPr>
              <p:nvPr/>
            </p:nvSpPr>
            <p:spPr bwMode="auto">
              <a:xfrm>
                <a:off x="2543" y="3153"/>
                <a:ext cx="176" cy="29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dashDot"/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r"/>
                <a:r>
                  <a:rPr lang="en-US" altLang="zh-CN" sz="24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y</a:t>
                </a:r>
                <a:endParaRPr lang="en-US" altLang="zh-CN" sz="24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35197" name="Freeform 29"/>
              <p:cNvSpPr>
                <a:spLocks/>
              </p:cNvSpPr>
              <p:nvPr/>
            </p:nvSpPr>
            <p:spPr bwMode="auto">
              <a:xfrm>
                <a:off x="1280" y="1259"/>
                <a:ext cx="29" cy="1908"/>
              </a:xfrm>
              <a:custGeom>
                <a:avLst/>
                <a:gdLst>
                  <a:gd name="T0" fmla="*/ 0 w 1"/>
                  <a:gd name="T1" fmla="*/ 1926 h 1926"/>
                  <a:gd name="T2" fmla="*/ 1 w 1"/>
                  <a:gd name="T3" fmla="*/ 0 h 19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1" h="1926">
                    <a:moveTo>
                      <a:pt x="0" y="1926"/>
                    </a:moveTo>
                    <a:lnTo>
                      <a:pt x="1" y="0"/>
                    </a:lnTo>
                  </a:path>
                </a:pathLst>
              </a:custGeom>
              <a:noFill/>
              <a:ln w="38100" cap="rnd" cmpd="sng">
                <a:solidFill>
                  <a:schemeClr val="tx1"/>
                </a:solidFill>
                <a:prstDash val="sysDot"/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35198" name="Line 30"/>
            <p:cNvSpPr>
              <a:spLocks noChangeShapeType="1"/>
            </p:cNvSpPr>
            <p:nvPr/>
          </p:nvSpPr>
          <p:spPr bwMode="auto">
            <a:xfrm flipH="1">
              <a:off x="535" y="3162"/>
              <a:ext cx="773" cy="773"/>
            </a:xfrm>
            <a:prstGeom prst="line">
              <a:avLst/>
            </a:prstGeom>
            <a:noFill/>
            <a:ln w="38100" cap="rnd">
              <a:solidFill>
                <a:schemeClr val="tx1"/>
              </a:solidFill>
              <a:prstDash val="sysDot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135199" name="Text Box 31"/>
          <p:cNvSpPr txBox="1">
            <a:spLocks noChangeArrowheads="1"/>
          </p:cNvSpPr>
          <p:nvPr/>
        </p:nvSpPr>
        <p:spPr bwMode="auto">
          <a:xfrm>
            <a:off x="2182130" y="252247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35200" name="Text Box 32"/>
          <p:cNvSpPr txBox="1">
            <a:spLocks noChangeArrowheads="1"/>
          </p:cNvSpPr>
          <p:nvPr/>
        </p:nvSpPr>
        <p:spPr bwMode="auto">
          <a:xfrm>
            <a:off x="1373289" y="5502049"/>
            <a:ext cx="31451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graphicFrame>
        <p:nvGraphicFramePr>
          <p:cNvPr id="135201" name="Object 33"/>
          <p:cNvGraphicFramePr>
            <a:graphicFrameLocks noChangeAspect="1"/>
          </p:cNvGraphicFramePr>
          <p:nvPr/>
        </p:nvGraphicFramePr>
        <p:xfrm>
          <a:off x="3234442" y="4868991"/>
          <a:ext cx="151082" cy="2504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77480" imgH="291960" progId="Equation.3">
                  <p:embed/>
                </p:oleObj>
              </mc:Choice>
              <mc:Fallback>
                <p:oleObj name="公式" r:id="rId3" imgW="177480" imgH="29196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4442" y="4868991"/>
                        <a:ext cx="151082" cy="2504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03" name="Text Box 35"/>
          <p:cNvSpPr txBox="1">
            <a:spLocks noChangeArrowheads="1"/>
          </p:cNvSpPr>
          <p:nvPr/>
        </p:nvSpPr>
        <p:spPr bwMode="auto">
          <a:xfrm>
            <a:off x="2231177" y="4188188"/>
            <a:ext cx="5969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99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r>
              <a:rPr lang="en-US" altLang="zh-CN" sz="20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sz="1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yz</a:t>
            </a:r>
            <a:endParaRPr lang="en-US" altLang="zh-CN" sz="1600" b="1" i="1" dirty="0">
              <a:solidFill>
                <a:srgbClr val="FF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35212" name="Object 4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32729700"/>
              </p:ext>
            </p:extLst>
          </p:nvPr>
        </p:nvGraphicFramePr>
        <p:xfrm>
          <a:off x="5073650" y="4434374"/>
          <a:ext cx="4881563" cy="6837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336760" imgH="266400" progId="Equation.DSMT4">
                  <p:embed/>
                </p:oleObj>
              </mc:Choice>
              <mc:Fallback>
                <p:oleObj name="Equation" r:id="rId5" imgW="2336760" imgH="2664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4434374"/>
                        <a:ext cx="4881563" cy="68373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13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33670372"/>
              </p:ext>
            </p:extLst>
          </p:nvPr>
        </p:nvGraphicFramePr>
        <p:xfrm>
          <a:off x="8698865" y="5335255"/>
          <a:ext cx="6508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698400" imgH="838080" progId="Equation.3">
                  <p:embed/>
                </p:oleObj>
              </mc:Choice>
              <mc:Fallback>
                <p:oleObj name="公式" r:id="rId7" imgW="698400" imgH="8380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8865" y="5335255"/>
                        <a:ext cx="6508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14" name="Text Box 46"/>
          <p:cNvSpPr txBox="1">
            <a:spLocks noChangeArrowheads="1"/>
          </p:cNvSpPr>
          <p:nvPr/>
        </p:nvSpPr>
        <p:spPr bwMode="auto">
          <a:xfrm>
            <a:off x="10183813" y="25257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5" name="Text Box 47"/>
          <p:cNvSpPr txBox="1">
            <a:spLocks noChangeArrowheads="1"/>
          </p:cNvSpPr>
          <p:nvPr/>
        </p:nvSpPr>
        <p:spPr bwMode="auto">
          <a:xfrm>
            <a:off x="10336213" y="26781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6" name="Text Box 48"/>
          <p:cNvSpPr txBox="1">
            <a:spLocks noChangeArrowheads="1"/>
          </p:cNvSpPr>
          <p:nvPr/>
        </p:nvSpPr>
        <p:spPr bwMode="auto">
          <a:xfrm>
            <a:off x="10456863" y="2830514"/>
            <a:ext cx="2159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/>
            <a:r>
              <a:rPr lang="en-US" altLang="zh-CN" sz="1000">
                <a:solidFill>
                  <a:schemeClr val="bg1"/>
                </a:solidFill>
              </a:rPr>
              <a:t>.</a:t>
            </a:r>
            <a:endParaRPr lang="en-US" altLang="zh-CN" sz="2000">
              <a:solidFill>
                <a:srgbClr val="FF00FF"/>
              </a:solidFill>
            </a:endParaRPr>
          </a:p>
        </p:txBody>
      </p:sp>
      <p:sp>
        <p:nvSpPr>
          <p:cNvPr id="135217" name="Rectangle 49"/>
          <p:cNvSpPr>
            <a:spLocks noGrp="1" noChangeArrowheads="1"/>
          </p:cNvSpPr>
          <p:nvPr>
            <p:ph type="title" idx="4294967295"/>
          </p:nvPr>
        </p:nvSpPr>
        <p:spPr>
          <a:xfrm>
            <a:off x="2081213" y="367138"/>
            <a:ext cx="1585913" cy="533400"/>
          </a:xfrm>
        </p:spPr>
        <p:txBody>
          <a:bodyPr/>
          <a:lstStyle/>
          <a:p>
            <a:pPr algn="l"/>
            <a:r>
              <a:rPr lang="zh-CN" altLang="en-US" sz="3200" b="1" dirty="0">
                <a:solidFill>
                  <a:srgbClr val="FF0000"/>
                </a:solidFill>
                <a:latin typeface="+mn-ea"/>
                <a:ea typeface="+mn-ea"/>
              </a:rPr>
              <a:t>例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135219" name="Text Box 51"/>
          <p:cNvSpPr txBox="1">
            <a:spLocks noChangeArrowheads="1"/>
          </p:cNvSpPr>
          <p:nvPr/>
        </p:nvSpPr>
        <p:spPr bwMode="auto">
          <a:xfrm>
            <a:off x="2614206" y="3074989"/>
            <a:ext cx="223043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l"/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</a:t>
            </a:r>
            <a:r>
              <a:rPr lang="en-US" altLang="zh-CN" sz="24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z </a:t>
            </a:r>
            <a:r>
              <a:rPr lang="en-US" altLang="zh-CN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</a:t>
            </a:r>
          </a:p>
        </p:txBody>
      </p:sp>
      <p:graphicFrame>
        <p:nvGraphicFramePr>
          <p:cNvPr id="135221" name="Object 53"/>
          <p:cNvGraphicFramePr>
            <a:graphicFrameLocks noChangeAspect="1"/>
          </p:cNvGraphicFramePr>
          <p:nvPr/>
        </p:nvGraphicFramePr>
        <p:xfrm>
          <a:off x="2636135" y="371901"/>
          <a:ext cx="5187859" cy="1336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501640" imgH="622080" progId="Equation.DSMT4">
                  <p:embed/>
                </p:oleObj>
              </mc:Choice>
              <mc:Fallback>
                <p:oleObj name="Equation" r:id="rId9" imgW="2501640" imgH="622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36135" y="371901"/>
                        <a:ext cx="5187859" cy="1336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22" name="Object 5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0193941"/>
              </p:ext>
            </p:extLst>
          </p:nvPr>
        </p:nvGraphicFramePr>
        <p:xfrm>
          <a:off x="5697207" y="2439799"/>
          <a:ext cx="4324778" cy="10622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942920" imgH="444240" progId="Equation.DSMT4">
                  <p:embed/>
                </p:oleObj>
              </mc:Choice>
              <mc:Fallback>
                <p:oleObj name="Equation" r:id="rId11" imgW="1942920" imgH="44424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97207" y="2439799"/>
                        <a:ext cx="4324778" cy="106222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5223" name="Text Box 55"/>
          <p:cNvSpPr txBox="1">
            <a:spLocks noChangeArrowheads="1"/>
          </p:cNvSpPr>
          <p:nvPr/>
        </p:nvSpPr>
        <p:spPr bwMode="auto">
          <a:xfrm>
            <a:off x="4841471" y="2597502"/>
            <a:ext cx="795411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2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</a:t>
            </a:r>
            <a:r>
              <a:rPr lang="en-US" altLang="zh-CN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</a:p>
        </p:txBody>
      </p:sp>
      <p:sp>
        <p:nvSpPr>
          <p:cNvPr id="135225" name="Text Box 57"/>
          <p:cNvSpPr txBox="1">
            <a:spLocks noChangeArrowheads="1"/>
          </p:cNvSpPr>
          <p:nvPr/>
        </p:nvSpPr>
        <p:spPr bwMode="auto">
          <a:xfrm>
            <a:off x="3667126" y="1973264"/>
            <a:ext cx="9906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 dirty="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  <a:r>
              <a:rPr lang="zh-CN" altLang="zh-CN" sz="2800" b="1" dirty="0">
                <a:solidFill>
                  <a:srgbClr val="FF0000"/>
                </a:solidFill>
                <a:latin typeface="+mn-ea"/>
              </a:rPr>
              <a:t>解</a:t>
            </a:r>
            <a:endParaRPr lang="zh-CN" altLang="en-US" sz="2800" b="1" dirty="0">
              <a:solidFill>
                <a:srgbClr val="FF0000"/>
              </a:solidFill>
              <a:latin typeface="+mn-ea"/>
            </a:endParaRPr>
          </a:p>
        </p:txBody>
      </p:sp>
      <p:sp>
        <p:nvSpPr>
          <p:cNvPr id="135229" name="Text Box 61"/>
          <p:cNvSpPr txBox="1">
            <a:spLocks noChangeArrowheads="1"/>
          </p:cNvSpPr>
          <p:nvPr/>
        </p:nvSpPr>
        <p:spPr bwMode="auto">
          <a:xfrm>
            <a:off x="2286000" y="2743201"/>
            <a:ext cx="9906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spcBef>
                <a:spcPct val="50000"/>
              </a:spcBef>
            </a:pPr>
            <a:r>
              <a:rPr lang="en-US" altLang="zh-CN" sz="2800">
                <a:solidFill>
                  <a:srgbClr val="006600"/>
                </a:solidFill>
                <a:ea typeface="黑体" panose="02010609060101010101" pitchFamily="49" charset="-122"/>
              </a:rPr>
              <a:t> </a:t>
            </a:r>
          </a:p>
        </p:txBody>
      </p:sp>
      <p:sp>
        <p:nvSpPr>
          <p:cNvPr id="135231" name="Text Box 63"/>
          <p:cNvSpPr txBox="1">
            <a:spLocks noChangeArrowheads="1"/>
          </p:cNvSpPr>
          <p:nvPr/>
        </p:nvSpPr>
        <p:spPr bwMode="auto">
          <a:xfrm>
            <a:off x="4708525" y="1936751"/>
            <a:ext cx="57086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/>
            <a:r>
              <a:rPr lang="zh-CN" altLang="en-US" sz="2800" b="1" dirty="0">
                <a:latin typeface="Arial" panose="020B0604020202020204" pitchFamily="34" charset="0"/>
              </a:rPr>
              <a:t>直接积分困难，考虑改变积分次序</a:t>
            </a:r>
          </a:p>
        </p:txBody>
      </p:sp>
      <p:graphicFrame>
        <p:nvGraphicFramePr>
          <p:cNvPr id="135232" name="Object 6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9082561"/>
              </p:ext>
            </p:extLst>
          </p:nvPr>
        </p:nvGraphicFramePr>
        <p:xfrm>
          <a:off x="5127625" y="3502025"/>
          <a:ext cx="4870450" cy="698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5232240" imgH="698400" progId="Equation.3">
                  <p:embed/>
                </p:oleObj>
              </mc:Choice>
              <mc:Fallback>
                <p:oleObj name="公式" r:id="rId13" imgW="5232240" imgH="698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27625" y="3502025"/>
                        <a:ext cx="4870450" cy="698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5233" name="Object 6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1923750"/>
              </p:ext>
            </p:extLst>
          </p:nvPr>
        </p:nvGraphicFramePr>
        <p:xfrm>
          <a:off x="5073650" y="5335255"/>
          <a:ext cx="3482975" cy="955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587240" imgH="406080" progId="Equation.DSMT4">
                  <p:embed/>
                </p:oleObj>
              </mc:Choice>
              <mc:Fallback>
                <p:oleObj name="Equation" r:id="rId15" imgW="1587240" imgH="40608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3650" y="5335255"/>
                        <a:ext cx="3482975" cy="955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5362F1-D990-4209-94F7-E0FFBC9CF807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7003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5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35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52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4" dur="500"/>
                                        <p:tgtEl>
                                          <p:spTgt spid="135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6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8" dur="500"/>
                                        <p:tgtEl>
                                          <p:spTgt spid="135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0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32" dur="500"/>
                                        <p:tgtEl>
                                          <p:spTgt spid="135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35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53" dur="500"/>
                                        <p:tgtEl>
                                          <p:spTgt spid="135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522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2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523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3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521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12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352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3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5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521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35213"/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FF0000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88" grpId="0" animBg="1"/>
      <p:bldP spid="135199" grpId="0" autoUpdateAnimBg="0"/>
      <p:bldP spid="135200" grpId="0" autoUpdateAnimBg="0"/>
      <p:bldP spid="135203" grpId="0" autoUpdateAnimBg="0"/>
      <p:bldP spid="135219" grpId="0" autoUpdateAnimBg="0"/>
      <p:bldP spid="135223" grpId="0" autoUpdateAnimBg="0"/>
      <p:bldP spid="135225" grpId="0" autoUpdateAnimBg="0"/>
      <p:bldP spid="135229" grpId="0" autoUpdateAnimBg="0"/>
      <p:bldP spid="135231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3985</TotalTime>
  <Words>341</Words>
  <Application>Microsoft Office PowerPoint</Application>
  <PresentationFormat>宽屏</PresentationFormat>
  <Paragraphs>69</Paragraphs>
  <Slides>17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黑体</vt:lpstr>
      <vt:lpstr>楷体_GB2312</vt:lpstr>
      <vt:lpstr>宋体</vt:lpstr>
      <vt:lpstr>Arial</vt:lpstr>
      <vt:lpstr>Calibri</vt:lpstr>
      <vt:lpstr>Calibri Light</vt:lpstr>
      <vt:lpstr>Times New Roman</vt:lpstr>
      <vt:lpstr>Office 主题</vt:lpstr>
      <vt:lpstr>公式</vt:lpstr>
      <vt:lpstr>Equation</vt:lpstr>
      <vt:lpstr>Document</vt:lpstr>
      <vt:lpstr>文档</vt:lpstr>
      <vt:lpstr>2.2、在直角坐标系下计算三重积分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例6：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dell</dc:creator>
  <cp:lastModifiedBy>尔里德 李</cp:lastModifiedBy>
  <cp:revision>40</cp:revision>
  <dcterms:created xsi:type="dcterms:W3CDTF">2020-02-28T15:41:19Z</dcterms:created>
  <dcterms:modified xsi:type="dcterms:W3CDTF">2024-04-04T07:49:53Z</dcterms:modified>
</cp:coreProperties>
</file>