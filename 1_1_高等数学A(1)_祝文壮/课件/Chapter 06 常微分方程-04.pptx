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2" r:id="rId29"/>
    <p:sldId id="309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2023/12/16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9B83735-B3F4-4D00-9450-BFFD953B4900}" type="slidenum">
              <a:rPr lang="en-US" altLang="zh-CN" sz="1200"/>
              <a:pPr/>
              <a:t>9</a:t>
            </a:fld>
            <a:endParaRPr lang="en-US" altLang="zh-CN" sz="120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03854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44AFF4-53A4-439C-B31E-A3FDC57AA69C}" type="slidenum">
              <a:rPr lang="en-US" altLang="zh-CN" sz="1200"/>
              <a:pPr/>
              <a:t>10</a:t>
            </a:fld>
            <a:endParaRPr lang="en-US" altLang="zh-CN" sz="12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91651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6445DE7-B6DE-46A0-854F-11351F41E70C}" type="slidenum">
              <a:rPr lang="en-US" altLang="zh-CN" sz="1200"/>
              <a:pPr/>
              <a:t>11</a:t>
            </a:fld>
            <a:endParaRPr lang="en-US" altLang="zh-CN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41136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25E64B-9A4B-48BB-91FB-326BB57FA7B8}" type="slidenum">
              <a:rPr lang="en-US" altLang="zh-CN" sz="1200"/>
              <a:pPr/>
              <a:t>12</a:t>
            </a:fld>
            <a:endParaRPr lang="en-US" altLang="zh-CN" sz="12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46984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3C8DC14-0881-426A-BDB9-F9FB12DA2FE9}" type="slidenum">
              <a:rPr lang="en-US" altLang="zh-CN" sz="1200"/>
              <a:pPr/>
              <a:t>13</a:t>
            </a:fld>
            <a:endParaRPr lang="en-US" altLang="zh-CN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61077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04261C3-398A-4B1B-A5B6-2FB3F9F36521}" type="slidenum">
              <a:rPr lang="en-US" altLang="zh-CN" sz="1200"/>
              <a:pPr/>
              <a:t>14</a:t>
            </a:fld>
            <a:endParaRPr lang="en-US" altLang="zh-CN" sz="12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70807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F440550-EFA8-4BB4-8332-7FB708EB1E03}" type="slidenum">
              <a:rPr lang="en-US" altLang="zh-CN" sz="1200"/>
              <a:pPr/>
              <a:t>15</a:t>
            </a:fld>
            <a:endParaRPr lang="en-US" altLang="zh-CN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58206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E8EB7BE-E598-4617-AAE7-AB9A9647DE27}" type="slidenum">
              <a:rPr lang="en-US" altLang="zh-CN" sz="1200"/>
              <a:pPr/>
              <a:t>16</a:t>
            </a:fld>
            <a:endParaRPr lang="en-US" altLang="zh-CN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35527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436DAC7-5BF8-4FCF-9CD5-6F192013A470}" type="slidenum">
              <a:rPr lang="en-US" altLang="zh-CN" sz="1200"/>
              <a:pPr/>
              <a:t>17</a:t>
            </a:fld>
            <a:endParaRPr lang="en-US" altLang="zh-CN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68762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7B7D9E7-5847-48B0-A2E9-4952750FD723}" type="slidenum">
              <a:rPr lang="en-US" altLang="zh-CN" sz="1200"/>
              <a:pPr/>
              <a:t>18</a:t>
            </a:fld>
            <a:endParaRPr lang="en-US" altLang="zh-CN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2206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96EA403-3B67-4372-93FE-D4AA737D80E6}" type="slidenum">
              <a:rPr lang="en-US" altLang="zh-CN" sz="1200"/>
              <a:pPr/>
              <a:t>19</a:t>
            </a:fld>
            <a:endParaRPr lang="en-US" altLang="zh-CN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29856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BD0C95B-EA08-49F6-BB0D-A27FD7A3D1AD}" type="slidenum">
              <a:rPr lang="en-US" altLang="zh-CN" sz="1200"/>
              <a:pPr/>
              <a:t>20</a:t>
            </a:fld>
            <a:endParaRPr lang="en-US" altLang="zh-CN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62338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832983E-4AAC-4362-8EFD-089B186BFCEB}" type="slidenum">
              <a:rPr lang="en-US" altLang="zh-CN" sz="1200"/>
              <a:pPr/>
              <a:t>21</a:t>
            </a:fld>
            <a:endParaRPr lang="en-US" altLang="zh-CN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334410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8768FA-6851-4FA6-A076-45EBCBC110C2}" type="slidenum">
              <a:rPr lang="en-US" altLang="zh-CN" sz="1200"/>
              <a:pPr/>
              <a:t>22</a:t>
            </a:fld>
            <a:endParaRPr lang="en-US" altLang="zh-CN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288766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0D8E520-CAA5-4DDE-852B-028442CF9671}" type="slidenum">
              <a:rPr lang="en-US" altLang="zh-CN" sz="1200"/>
              <a:pPr/>
              <a:t>30</a:t>
            </a:fld>
            <a:endParaRPr lang="en-US" altLang="zh-CN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08805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6019C85-2BE7-4A21-B3E1-0C2B38EB0964}" type="slidenum">
              <a:rPr lang="en-US" altLang="zh-CN" sz="1200"/>
              <a:pPr/>
              <a:t>31</a:t>
            </a:fld>
            <a:endParaRPr lang="en-US" altLang="zh-CN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34911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64622A-27C3-4317-A83E-CC1717AA081A}" type="slidenum">
              <a:rPr lang="en-US" altLang="zh-CN" sz="1200"/>
              <a:pPr/>
              <a:t>32</a:t>
            </a:fld>
            <a:endParaRPr lang="en-US" altLang="zh-CN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722146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35AB7D-1E7C-4F22-8F7B-110AC1464AB3}" type="slidenum">
              <a:rPr lang="en-US" altLang="zh-CN" sz="1200"/>
              <a:pPr/>
              <a:t>41</a:t>
            </a:fld>
            <a:endParaRPr lang="en-US" altLang="zh-CN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78698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0C2EFB-E6F0-4526-A71E-3BEE9C081B90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9545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949CE6-0A52-454A-BF6D-51E65C434E36}" type="datetime1">
              <a:rPr lang="zh-CN" altLang="en-US" smtClean="0"/>
              <a:t>2023/12/16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518594-A3B6-463C-A97A-9BF0606F83F8}" type="datetime1">
              <a:rPr lang="zh-CN" altLang="en-US" smtClean="0"/>
              <a:t>2023/12/16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CF4226-A9B6-491A-A3F2-154771DF2985}" type="datetime1">
              <a:rPr lang="zh-CN" altLang="en-US" smtClean="0"/>
              <a:t>2023/12/16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EF50D-8A6F-4E71-BDE8-4AAF8CF3A76E}" type="datetime1">
              <a:rPr lang="zh-CN" altLang="en-US" smtClean="0"/>
              <a:t>2023/12/16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B37A8-9002-42CB-8B06-CC019F68E0E5}" type="datetime1">
              <a:rPr lang="zh-CN" altLang="en-US" smtClean="0"/>
              <a:t>2023/12/16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975EE-F60D-4EB7-830B-5729BF55D895}" type="datetime1">
              <a:rPr lang="zh-CN" altLang="en-US" smtClean="0"/>
              <a:t>2023/12/16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2FA52-B275-43FC-BE1E-34A53C741B86}" type="datetime1">
              <a:rPr lang="zh-CN" altLang="en-US" smtClean="0"/>
              <a:t>2023/12/16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73F758-0F8C-4642-AF99-6EFD5690A41A}" type="datetime1">
              <a:rPr lang="zh-CN" altLang="en-US" smtClean="0"/>
              <a:t>2023/12/16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F48C3-4014-4FC0-8154-A2861D6824A0}" type="datetime1">
              <a:rPr lang="zh-CN" altLang="en-US" smtClean="0"/>
              <a:t>2023/12/16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1D019-522A-45E5-AA1B-8650ED1EFA5B}" type="datetime1">
              <a:rPr lang="zh-CN" altLang="en-US" smtClean="0"/>
              <a:t>2023/12/16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46C003-9762-43AD-8DD0-1BD716B98D42}" type="datetime1">
              <a:rPr lang="zh-CN" altLang="en-US" smtClean="0"/>
              <a:t>2023/12/16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AA04E93-789B-4294-8542-34D2F3CA0931}" type="datetime1">
              <a:rPr lang="zh-CN" altLang="en-US" smtClean="0"/>
              <a:t>2023/12/16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1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8.wmf"/><Relationship Id="rId17" Type="http://schemas.openxmlformats.org/officeDocument/2006/relationships/oleObject" Target="../embeddings/oleObject40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0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6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55.wmf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2.wmf"/><Relationship Id="rId17" Type="http://schemas.openxmlformats.org/officeDocument/2006/relationships/oleObject" Target="../embeddings/oleObject54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4.wmf"/><Relationship Id="rId20" Type="http://schemas.openxmlformats.org/officeDocument/2006/relationships/image" Target="../media/image5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51.w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48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3.wmf"/><Relationship Id="rId22" Type="http://schemas.openxmlformats.org/officeDocument/2006/relationships/image" Target="../media/image5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65.wmf"/><Relationship Id="rId3" Type="http://schemas.openxmlformats.org/officeDocument/2006/relationships/oleObject" Target="../embeddings/oleObject57.bin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64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4.wmf"/><Relationship Id="rId20" Type="http://schemas.openxmlformats.org/officeDocument/2006/relationships/image" Target="../media/image6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1.bin"/><Relationship Id="rId24" Type="http://schemas.openxmlformats.org/officeDocument/2006/relationships/image" Target="../media/image68.wmf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23" Type="http://schemas.openxmlformats.org/officeDocument/2006/relationships/oleObject" Target="../embeddings/oleObject67.bin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3.wmf"/><Relationship Id="rId22" Type="http://schemas.openxmlformats.org/officeDocument/2006/relationships/image" Target="../media/image6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emf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72.e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7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7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82.bin"/><Relationship Id="rId18" Type="http://schemas.openxmlformats.org/officeDocument/2006/relationships/image" Target="../media/image85.wmf"/><Relationship Id="rId3" Type="http://schemas.openxmlformats.org/officeDocument/2006/relationships/oleObject" Target="../embeddings/oleObject77.bin"/><Relationship Id="rId21" Type="http://schemas.openxmlformats.org/officeDocument/2006/relationships/oleObject" Target="../embeddings/oleObject86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82.wmf"/><Relationship Id="rId17" Type="http://schemas.openxmlformats.org/officeDocument/2006/relationships/oleObject" Target="../embeddings/oleObject84.bin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4.wmf"/><Relationship Id="rId20" Type="http://schemas.openxmlformats.org/officeDocument/2006/relationships/image" Target="../media/image8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81.bin"/><Relationship Id="rId24" Type="http://schemas.openxmlformats.org/officeDocument/2006/relationships/image" Target="../media/image88.wmf"/><Relationship Id="rId5" Type="http://schemas.openxmlformats.org/officeDocument/2006/relationships/oleObject" Target="../embeddings/oleObject78.bin"/><Relationship Id="rId15" Type="http://schemas.openxmlformats.org/officeDocument/2006/relationships/oleObject" Target="../embeddings/oleObject83.bin"/><Relationship Id="rId23" Type="http://schemas.openxmlformats.org/officeDocument/2006/relationships/oleObject" Target="../embeddings/oleObject87.bin"/><Relationship Id="rId10" Type="http://schemas.openxmlformats.org/officeDocument/2006/relationships/image" Target="../media/image81.wmf"/><Relationship Id="rId19" Type="http://schemas.openxmlformats.org/officeDocument/2006/relationships/oleObject" Target="../embeddings/oleObject85.bin"/><Relationship Id="rId4" Type="http://schemas.openxmlformats.org/officeDocument/2006/relationships/image" Target="../media/image78.wmf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83.wmf"/><Relationship Id="rId22" Type="http://schemas.openxmlformats.org/officeDocument/2006/relationships/image" Target="../media/image8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93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0" Type="http://schemas.openxmlformats.org/officeDocument/2006/relationships/image" Target="../media/image92.wmf"/><Relationship Id="rId4" Type="http://schemas.openxmlformats.org/officeDocument/2006/relationships/image" Target="../media/image89.emf"/><Relationship Id="rId9" Type="http://schemas.openxmlformats.org/officeDocument/2006/relationships/oleObject" Target="../embeddings/oleObject9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e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94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01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100.w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9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09.wmf"/><Relationship Id="rId26" Type="http://schemas.openxmlformats.org/officeDocument/2006/relationships/image" Target="../media/image113.wmf"/><Relationship Id="rId3" Type="http://schemas.openxmlformats.org/officeDocument/2006/relationships/oleObject" Target="../embeddings/oleObject101.bin"/><Relationship Id="rId21" Type="http://schemas.openxmlformats.org/officeDocument/2006/relationships/oleObject" Target="../embeddings/oleObject110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06.wmf"/><Relationship Id="rId17" Type="http://schemas.openxmlformats.org/officeDocument/2006/relationships/oleObject" Target="../embeddings/oleObject108.bin"/><Relationship Id="rId25" Type="http://schemas.openxmlformats.org/officeDocument/2006/relationships/oleObject" Target="../embeddings/oleObject112.bin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08.wmf"/><Relationship Id="rId20" Type="http://schemas.openxmlformats.org/officeDocument/2006/relationships/image" Target="../media/image11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05.bin"/><Relationship Id="rId24" Type="http://schemas.openxmlformats.org/officeDocument/2006/relationships/image" Target="../media/image112.wmf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23" Type="http://schemas.openxmlformats.org/officeDocument/2006/relationships/oleObject" Target="../embeddings/oleObject111.bin"/><Relationship Id="rId10" Type="http://schemas.openxmlformats.org/officeDocument/2006/relationships/image" Target="../media/image105.wmf"/><Relationship Id="rId19" Type="http://schemas.openxmlformats.org/officeDocument/2006/relationships/oleObject" Target="../embeddings/oleObject109.bin"/><Relationship Id="rId4" Type="http://schemas.openxmlformats.org/officeDocument/2006/relationships/image" Target="../media/image102.e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7.wmf"/><Relationship Id="rId22" Type="http://schemas.openxmlformats.org/officeDocument/2006/relationships/image" Target="../media/image111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18.bin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18.wmf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2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4.bin"/><Relationship Id="rId15" Type="http://schemas.openxmlformats.org/officeDocument/2006/relationships/oleObject" Target="../embeddings/oleObject119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1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28.wmf"/><Relationship Id="rId3" Type="http://schemas.openxmlformats.org/officeDocument/2006/relationships/oleObject" Target="../embeddings/oleObject120.bin"/><Relationship Id="rId21" Type="http://schemas.openxmlformats.org/officeDocument/2006/relationships/oleObject" Target="../embeddings/oleObject129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25.wmf"/><Relationship Id="rId17" Type="http://schemas.openxmlformats.org/officeDocument/2006/relationships/oleObject" Target="../embeddings/oleObject127.bin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27.wmf"/><Relationship Id="rId20" Type="http://schemas.openxmlformats.org/officeDocument/2006/relationships/image" Target="../media/image12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131.wmf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10" Type="http://schemas.openxmlformats.org/officeDocument/2006/relationships/image" Target="../media/image124.wmf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121.e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26.emf"/><Relationship Id="rId22" Type="http://schemas.openxmlformats.org/officeDocument/2006/relationships/image" Target="../media/image130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13" Type="http://schemas.openxmlformats.org/officeDocument/2006/relationships/image" Target="../media/image137.wmf"/><Relationship Id="rId3" Type="http://schemas.openxmlformats.org/officeDocument/2006/relationships/image" Target="../media/image132.wmf"/><Relationship Id="rId7" Type="http://schemas.openxmlformats.org/officeDocument/2006/relationships/image" Target="../media/image134.wmf"/><Relationship Id="rId12" Type="http://schemas.openxmlformats.org/officeDocument/2006/relationships/oleObject" Target="../embeddings/oleObject136.bin"/><Relationship Id="rId17" Type="http://schemas.openxmlformats.org/officeDocument/2006/relationships/image" Target="../media/image139.wmf"/><Relationship Id="rId2" Type="http://schemas.openxmlformats.org/officeDocument/2006/relationships/oleObject" Target="../embeddings/oleObject131.bin"/><Relationship Id="rId16" Type="http://schemas.openxmlformats.org/officeDocument/2006/relationships/oleObject" Target="../embeddings/oleObject1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3.bin"/><Relationship Id="rId11" Type="http://schemas.openxmlformats.org/officeDocument/2006/relationships/image" Target="../media/image136.wmf"/><Relationship Id="rId5" Type="http://schemas.openxmlformats.org/officeDocument/2006/relationships/image" Target="../media/image133.wmf"/><Relationship Id="rId15" Type="http://schemas.openxmlformats.org/officeDocument/2006/relationships/image" Target="../media/image138.wmf"/><Relationship Id="rId10" Type="http://schemas.openxmlformats.org/officeDocument/2006/relationships/oleObject" Target="../embeddings/oleObject135.bin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135.wmf"/><Relationship Id="rId14" Type="http://schemas.openxmlformats.org/officeDocument/2006/relationships/oleObject" Target="../embeddings/oleObject13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image" Target="../media/image145.wmf"/><Relationship Id="rId3" Type="http://schemas.openxmlformats.org/officeDocument/2006/relationships/image" Target="../media/image140.wmf"/><Relationship Id="rId7" Type="http://schemas.openxmlformats.org/officeDocument/2006/relationships/image" Target="../media/image142.wmf"/><Relationship Id="rId12" Type="http://schemas.openxmlformats.org/officeDocument/2006/relationships/oleObject" Target="../embeddings/oleObject144.bin"/><Relationship Id="rId17" Type="http://schemas.openxmlformats.org/officeDocument/2006/relationships/image" Target="../media/image147.wmf"/><Relationship Id="rId2" Type="http://schemas.openxmlformats.org/officeDocument/2006/relationships/oleObject" Target="../embeddings/oleObject139.bin"/><Relationship Id="rId16" Type="http://schemas.openxmlformats.org/officeDocument/2006/relationships/oleObject" Target="../embeddings/oleObject1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1.bin"/><Relationship Id="rId11" Type="http://schemas.openxmlformats.org/officeDocument/2006/relationships/image" Target="../media/image144.wmf"/><Relationship Id="rId5" Type="http://schemas.openxmlformats.org/officeDocument/2006/relationships/image" Target="../media/image141.wmf"/><Relationship Id="rId15" Type="http://schemas.openxmlformats.org/officeDocument/2006/relationships/image" Target="../media/image146.wmf"/><Relationship Id="rId10" Type="http://schemas.openxmlformats.org/officeDocument/2006/relationships/oleObject" Target="../embeddings/oleObject143.bin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43.wmf"/><Relationship Id="rId14" Type="http://schemas.openxmlformats.org/officeDocument/2006/relationships/oleObject" Target="../embeddings/oleObject145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13" Type="http://schemas.openxmlformats.org/officeDocument/2006/relationships/image" Target="../media/image153.wmf"/><Relationship Id="rId3" Type="http://schemas.openxmlformats.org/officeDocument/2006/relationships/image" Target="../media/image148.wmf"/><Relationship Id="rId7" Type="http://schemas.openxmlformats.org/officeDocument/2006/relationships/image" Target="../media/image150.wmf"/><Relationship Id="rId12" Type="http://schemas.openxmlformats.org/officeDocument/2006/relationships/oleObject" Target="../embeddings/oleObject152.bin"/><Relationship Id="rId17" Type="http://schemas.openxmlformats.org/officeDocument/2006/relationships/image" Target="../media/image155.wmf"/><Relationship Id="rId2" Type="http://schemas.openxmlformats.org/officeDocument/2006/relationships/oleObject" Target="../embeddings/oleObject147.bin"/><Relationship Id="rId16" Type="http://schemas.openxmlformats.org/officeDocument/2006/relationships/oleObject" Target="../embeddings/oleObject1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9.bin"/><Relationship Id="rId11" Type="http://schemas.openxmlformats.org/officeDocument/2006/relationships/image" Target="../media/image152.wmf"/><Relationship Id="rId5" Type="http://schemas.openxmlformats.org/officeDocument/2006/relationships/image" Target="../media/image149.wmf"/><Relationship Id="rId15" Type="http://schemas.openxmlformats.org/officeDocument/2006/relationships/image" Target="../media/image154.wmf"/><Relationship Id="rId10" Type="http://schemas.openxmlformats.org/officeDocument/2006/relationships/oleObject" Target="../embeddings/oleObject151.bin"/><Relationship Id="rId4" Type="http://schemas.openxmlformats.org/officeDocument/2006/relationships/oleObject" Target="../embeddings/oleObject148.bin"/><Relationship Id="rId9" Type="http://schemas.openxmlformats.org/officeDocument/2006/relationships/image" Target="../media/image151.wmf"/><Relationship Id="rId14" Type="http://schemas.openxmlformats.org/officeDocument/2006/relationships/oleObject" Target="../embeddings/oleObject15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3" Type="http://schemas.openxmlformats.org/officeDocument/2006/relationships/image" Target="../media/image156.wmf"/><Relationship Id="rId7" Type="http://schemas.openxmlformats.org/officeDocument/2006/relationships/image" Target="../media/image158.wmf"/><Relationship Id="rId2" Type="http://schemas.openxmlformats.org/officeDocument/2006/relationships/oleObject" Target="../embeddings/oleObject1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7.bin"/><Relationship Id="rId5" Type="http://schemas.openxmlformats.org/officeDocument/2006/relationships/image" Target="../media/image157.wmf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59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13" Type="http://schemas.openxmlformats.org/officeDocument/2006/relationships/image" Target="../media/image165.wmf"/><Relationship Id="rId3" Type="http://schemas.openxmlformats.org/officeDocument/2006/relationships/image" Target="../media/image160.wmf"/><Relationship Id="rId7" Type="http://schemas.openxmlformats.org/officeDocument/2006/relationships/image" Target="../media/image162.wmf"/><Relationship Id="rId12" Type="http://schemas.openxmlformats.org/officeDocument/2006/relationships/oleObject" Target="../embeddings/oleObject164.bin"/><Relationship Id="rId17" Type="http://schemas.openxmlformats.org/officeDocument/2006/relationships/image" Target="../media/image167.wmf"/><Relationship Id="rId2" Type="http://schemas.openxmlformats.org/officeDocument/2006/relationships/oleObject" Target="../embeddings/oleObject159.bin"/><Relationship Id="rId16" Type="http://schemas.openxmlformats.org/officeDocument/2006/relationships/oleObject" Target="../embeddings/oleObject16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1.bin"/><Relationship Id="rId11" Type="http://schemas.openxmlformats.org/officeDocument/2006/relationships/image" Target="../media/image164.wmf"/><Relationship Id="rId5" Type="http://schemas.openxmlformats.org/officeDocument/2006/relationships/image" Target="../media/image161.wmf"/><Relationship Id="rId15" Type="http://schemas.openxmlformats.org/officeDocument/2006/relationships/image" Target="../media/image166.wmf"/><Relationship Id="rId10" Type="http://schemas.openxmlformats.org/officeDocument/2006/relationships/oleObject" Target="../embeddings/oleObject163.bin"/><Relationship Id="rId4" Type="http://schemas.openxmlformats.org/officeDocument/2006/relationships/oleObject" Target="../embeddings/oleObject160.bin"/><Relationship Id="rId9" Type="http://schemas.openxmlformats.org/officeDocument/2006/relationships/image" Target="../media/image163.wmf"/><Relationship Id="rId14" Type="http://schemas.openxmlformats.org/officeDocument/2006/relationships/oleObject" Target="../embeddings/oleObject16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0.bin"/><Relationship Id="rId13" Type="http://schemas.openxmlformats.org/officeDocument/2006/relationships/image" Target="../media/image173.wmf"/><Relationship Id="rId18" Type="http://schemas.openxmlformats.org/officeDocument/2006/relationships/oleObject" Target="../embeddings/oleObject175.bin"/><Relationship Id="rId26" Type="http://schemas.openxmlformats.org/officeDocument/2006/relationships/oleObject" Target="../embeddings/oleObject179.bin"/><Relationship Id="rId3" Type="http://schemas.openxmlformats.org/officeDocument/2006/relationships/image" Target="../media/image168.wmf"/><Relationship Id="rId21" Type="http://schemas.openxmlformats.org/officeDocument/2006/relationships/image" Target="../media/image177.wmf"/><Relationship Id="rId7" Type="http://schemas.openxmlformats.org/officeDocument/2006/relationships/image" Target="../media/image170.wmf"/><Relationship Id="rId12" Type="http://schemas.openxmlformats.org/officeDocument/2006/relationships/oleObject" Target="../embeddings/oleObject172.bin"/><Relationship Id="rId17" Type="http://schemas.openxmlformats.org/officeDocument/2006/relationships/image" Target="../media/image175.wmf"/><Relationship Id="rId25" Type="http://schemas.openxmlformats.org/officeDocument/2006/relationships/image" Target="../media/image179.wmf"/><Relationship Id="rId2" Type="http://schemas.openxmlformats.org/officeDocument/2006/relationships/oleObject" Target="../embeddings/oleObject167.bin"/><Relationship Id="rId16" Type="http://schemas.openxmlformats.org/officeDocument/2006/relationships/oleObject" Target="../embeddings/oleObject174.bin"/><Relationship Id="rId20" Type="http://schemas.openxmlformats.org/officeDocument/2006/relationships/oleObject" Target="../embeddings/oleObject176.bin"/><Relationship Id="rId29" Type="http://schemas.openxmlformats.org/officeDocument/2006/relationships/image" Target="../media/image18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9.bin"/><Relationship Id="rId11" Type="http://schemas.openxmlformats.org/officeDocument/2006/relationships/image" Target="../media/image172.wmf"/><Relationship Id="rId24" Type="http://schemas.openxmlformats.org/officeDocument/2006/relationships/oleObject" Target="../embeddings/oleObject178.bin"/><Relationship Id="rId5" Type="http://schemas.openxmlformats.org/officeDocument/2006/relationships/image" Target="../media/image169.wmf"/><Relationship Id="rId15" Type="http://schemas.openxmlformats.org/officeDocument/2006/relationships/image" Target="../media/image174.wmf"/><Relationship Id="rId23" Type="http://schemas.openxmlformats.org/officeDocument/2006/relationships/image" Target="../media/image178.wmf"/><Relationship Id="rId28" Type="http://schemas.openxmlformats.org/officeDocument/2006/relationships/oleObject" Target="../embeddings/oleObject180.bin"/><Relationship Id="rId10" Type="http://schemas.openxmlformats.org/officeDocument/2006/relationships/oleObject" Target="../embeddings/oleObject171.bin"/><Relationship Id="rId19" Type="http://schemas.openxmlformats.org/officeDocument/2006/relationships/image" Target="../media/image176.wmf"/><Relationship Id="rId31" Type="http://schemas.openxmlformats.org/officeDocument/2006/relationships/image" Target="../media/image182.wmf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171.wmf"/><Relationship Id="rId14" Type="http://schemas.openxmlformats.org/officeDocument/2006/relationships/oleObject" Target="../embeddings/oleObject173.bin"/><Relationship Id="rId22" Type="http://schemas.openxmlformats.org/officeDocument/2006/relationships/oleObject" Target="../embeddings/oleObject177.bin"/><Relationship Id="rId27" Type="http://schemas.openxmlformats.org/officeDocument/2006/relationships/image" Target="../media/image180.wmf"/><Relationship Id="rId30" Type="http://schemas.openxmlformats.org/officeDocument/2006/relationships/oleObject" Target="../embeddings/oleObject181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8.wmf"/><Relationship Id="rId18" Type="http://schemas.openxmlformats.org/officeDocument/2006/relationships/oleObject" Target="../embeddings/oleObject190.bin"/><Relationship Id="rId26" Type="http://schemas.openxmlformats.org/officeDocument/2006/relationships/oleObject" Target="../embeddings/oleObject194.bin"/><Relationship Id="rId39" Type="http://schemas.openxmlformats.org/officeDocument/2006/relationships/image" Target="../media/image198.wmf"/><Relationship Id="rId21" Type="http://schemas.openxmlformats.org/officeDocument/2006/relationships/image" Target="../media/image192.wmf"/><Relationship Id="rId34" Type="http://schemas.openxmlformats.org/officeDocument/2006/relationships/oleObject" Target="../embeddings/oleObject198.bin"/><Relationship Id="rId42" Type="http://schemas.openxmlformats.org/officeDocument/2006/relationships/oleObject" Target="../embeddings/oleObject202.bin"/><Relationship Id="rId7" Type="http://schemas.openxmlformats.org/officeDocument/2006/relationships/image" Target="../media/image185.wmf"/><Relationship Id="rId2" Type="http://schemas.openxmlformats.org/officeDocument/2006/relationships/oleObject" Target="../embeddings/oleObject182.bin"/><Relationship Id="rId16" Type="http://schemas.openxmlformats.org/officeDocument/2006/relationships/oleObject" Target="../embeddings/oleObject189.bin"/><Relationship Id="rId20" Type="http://schemas.openxmlformats.org/officeDocument/2006/relationships/oleObject" Target="../embeddings/oleObject191.bin"/><Relationship Id="rId29" Type="http://schemas.openxmlformats.org/officeDocument/2006/relationships/image" Target="../media/image193.wmf"/><Relationship Id="rId41" Type="http://schemas.openxmlformats.org/officeDocument/2006/relationships/image" Target="../media/image19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187.wmf"/><Relationship Id="rId24" Type="http://schemas.openxmlformats.org/officeDocument/2006/relationships/oleObject" Target="../embeddings/oleObject193.bin"/><Relationship Id="rId32" Type="http://schemas.openxmlformats.org/officeDocument/2006/relationships/oleObject" Target="../embeddings/oleObject197.bin"/><Relationship Id="rId37" Type="http://schemas.openxmlformats.org/officeDocument/2006/relationships/image" Target="../media/image197.wmf"/><Relationship Id="rId40" Type="http://schemas.openxmlformats.org/officeDocument/2006/relationships/oleObject" Target="../embeddings/oleObject201.bin"/><Relationship Id="rId5" Type="http://schemas.openxmlformats.org/officeDocument/2006/relationships/image" Target="../media/image184.wmf"/><Relationship Id="rId15" Type="http://schemas.openxmlformats.org/officeDocument/2006/relationships/image" Target="../media/image189.wmf"/><Relationship Id="rId23" Type="http://schemas.openxmlformats.org/officeDocument/2006/relationships/image" Target="../media/image134.wmf"/><Relationship Id="rId28" Type="http://schemas.openxmlformats.org/officeDocument/2006/relationships/oleObject" Target="../embeddings/oleObject195.bin"/><Relationship Id="rId36" Type="http://schemas.openxmlformats.org/officeDocument/2006/relationships/oleObject" Target="../embeddings/oleObject199.bin"/><Relationship Id="rId10" Type="http://schemas.openxmlformats.org/officeDocument/2006/relationships/oleObject" Target="../embeddings/oleObject186.bin"/><Relationship Id="rId19" Type="http://schemas.openxmlformats.org/officeDocument/2006/relationships/image" Target="../media/image191.wmf"/><Relationship Id="rId31" Type="http://schemas.openxmlformats.org/officeDocument/2006/relationships/image" Target="../media/image194.wmf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186.wmf"/><Relationship Id="rId14" Type="http://schemas.openxmlformats.org/officeDocument/2006/relationships/oleObject" Target="../embeddings/oleObject188.bin"/><Relationship Id="rId22" Type="http://schemas.openxmlformats.org/officeDocument/2006/relationships/oleObject" Target="../embeddings/oleObject192.bin"/><Relationship Id="rId27" Type="http://schemas.openxmlformats.org/officeDocument/2006/relationships/image" Target="../media/image136.wmf"/><Relationship Id="rId30" Type="http://schemas.openxmlformats.org/officeDocument/2006/relationships/oleObject" Target="../embeddings/oleObject196.bin"/><Relationship Id="rId35" Type="http://schemas.openxmlformats.org/officeDocument/2006/relationships/image" Target="../media/image196.wmf"/><Relationship Id="rId43" Type="http://schemas.openxmlformats.org/officeDocument/2006/relationships/image" Target="../media/image200.wmf"/><Relationship Id="rId8" Type="http://schemas.openxmlformats.org/officeDocument/2006/relationships/oleObject" Target="../embeddings/oleObject185.bin"/><Relationship Id="rId3" Type="http://schemas.openxmlformats.org/officeDocument/2006/relationships/image" Target="../media/image183.wmf"/><Relationship Id="rId12" Type="http://schemas.openxmlformats.org/officeDocument/2006/relationships/oleObject" Target="../embeddings/oleObject187.bin"/><Relationship Id="rId17" Type="http://schemas.openxmlformats.org/officeDocument/2006/relationships/image" Target="../media/image190.wmf"/><Relationship Id="rId25" Type="http://schemas.openxmlformats.org/officeDocument/2006/relationships/image" Target="../media/image135.wmf"/><Relationship Id="rId33" Type="http://schemas.openxmlformats.org/officeDocument/2006/relationships/image" Target="../media/image195.wmf"/><Relationship Id="rId38" Type="http://schemas.openxmlformats.org/officeDocument/2006/relationships/oleObject" Target="../embeddings/oleObject200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oleObject" Target="../embeddings/oleObject208.bin"/><Relationship Id="rId3" Type="http://schemas.openxmlformats.org/officeDocument/2006/relationships/oleObject" Target="../embeddings/oleObject203.bin"/><Relationship Id="rId7" Type="http://schemas.openxmlformats.org/officeDocument/2006/relationships/oleObject" Target="../embeddings/oleObject205.bin"/><Relationship Id="rId12" Type="http://schemas.openxmlformats.org/officeDocument/2006/relationships/image" Target="../media/image205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2.wmf"/><Relationship Id="rId11" Type="http://schemas.openxmlformats.org/officeDocument/2006/relationships/oleObject" Target="../embeddings/oleObject207.bin"/><Relationship Id="rId5" Type="http://schemas.openxmlformats.org/officeDocument/2006/relationships/oleObject" Target="../embeddings/oleObject204.bin"/><Relationship Id="rId10" Type="http://schemas.openxmlformats.org/officeDocument/2006/relationships/image" Target="../media/image204.wmf"/><Relationship Id="rId4" Type="http://schemas.openxmlformats.org/officeDocument/2006/relationships/image" Target="../media/image201.wmf"/><Relationship Id="rId9" Type="http://schemas.openxmlformats.org/officeDocument/2006/relationships/oleObject" Target="../embeddings/oleObject206.bin"/><Relationship Id="rId14" Type="http://schemas.openxmlformats.org/officeDocument/2006/relationships/image" Target="../media/image206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13" Type="http://schemas.openxmlformats.org/officeDocument/2006/relationships/oleObject" Target="../embeddings/oleObject214.bin"/><Relationship Id="rId18" Type="http://schemas.openxmlformats.org/officeDocument/2006/relationships/image" Target="../media/image214.wmf"/><Relationship Id="rId3" Type="http://schemas.openxmlformats.org/officeDocument/2006/relationships/oleObject" Target="../embeddings/oleObject209.bin"/><Relationship Id="rId21" Type="http://schemas.openxmlformats.org/officeDocument/2006/relationships/oleObject" Target="../embeddings/oleObject218.bin"/><Relationship Id="rId7" Type="http://schemas.openxmlformats.org/officeDocument/2006/relationships/oleObject" Target="../embeddings/oleObject211.bin"/><Relationship Id="rId12" Type="http://schemas.openxmlformats.org/officeDocument/2006/relationships/image" Target="../media/image211.wmf"/><Relationship Id="rId17" Type="http://schemas.openxmlformats.org/officeDocument/2006/relationships/oleObject" Target="../embeddings/oleObject216.bin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13.wmf"/><Relationship Id="rId20" Type="http://schemas.openxmlformats.org/officeDocument/2006/relationships/image" Target="../media/image21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8.wmf"/><Relationship Id="rId11" Type="http://schemas.openxmlformats.org/officeDocument/2006/relationships/oleObject" Target="../embeddings/oleObject213.bin"/><Relationship Id="rId5" Type="http://schemas.openxmlformats.org/officeDocument/2006/relationships/oleObject" Target="../embeddings/oleObject210.bin"/><Relationship Id="rId15" Type="http://schemas.openxmlformats.org/officeDocument/2006/relationships/oleObject" Target="../embeddings/oleObject215.bin"/><Relationship Id="rId10" Type="http://schemas.openxmlformats.org/officeDocument/2006/relationships/image" Target="../media/image210.wmf"/><Relationship Id="rId19" Type="http://schemas.openxmlformats.org/officeDocument/2006/relationships/oleObject" Target="../embeddings/oleObject217.bin"/><Relationship Id="rId4" Type="http://schemas.openxmlformats.org/officeDocument/2006/relationships/image" Target="../media/image207.emf"/><Relationship Id="rId9" Type="http://schemas.openxmlformats.org/officeDocument/2006/relationships/oleObject" Target="../embeddings/oleObject212.bin"/><Relationship Id="rId14" Type="http://schemas.openxmlformats.org/officeDocument/2006/relationships/image" Target="../media/image212.wmf"/><Relationship Id="rId22" Type="http://schemas.openxmlformats.org/officeDocument/2006/relationships/image" Target="../media/image21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13" Type="http://schemas.openxmlformats.org/officeDocument/2006/relationships/oleObject" Target="../embeddings/oleObject224.bin"/><Relationship Id="rId18" Type="http://schemas.openxmlformats.org/officeDocument/2006/relationships/image" Target="../media/image224.wmf"/><Relationship Id="rId3" Type="http://schemas.openxmlformats.org/officeDocument/2006/relationships/oleObject" Target="../embeddings/oleObject219.bin"/><Relationship Id="rId21" Type="http://schemas.openxmlformats.org/officeDocument/2006/relationships/oleObject" Target="../embeddings/oleObject228.bin"/><Relationship Id="rId7" Type="http://schemas.openxmlformats.org/officeDocument/2006/relationships/oleObject" Target="../embeddings/oleObject221.bin"/><Relationship Id="rId12" Type="http://schemas.openxmlformats.org/officeDocument/2006/relationships/image" Target="../media/image221.wmf"/><Relationship Id="rId17" Type="http://schemas.openxmlformats.org/officeDocument/2006/relationships/oleObject" Target="../embeddings/oleObject226.bin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23.wmf"/><Relationship Id="rId20" Type="http://schemas.openxmlformats.org/officeDocument/2006/relationships/image" Target="../media/image22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8.wmf"/><Relationship Id="rId11" Type="http://schemas.openxmlformats.org/officeDocument/2006/relationships/oleObject" Target="../embeddings/oleObject223.bin"/><Relationship Id="rId5" Type="http://schemas.openxmlformats.org/officeDocument/2006/relationships/oleObject" Target="../embeddings/oleObject220.bin"/><Relationship Id="rId15" Type="http://schemas.openxmlformats.org/officeDocument/2006/relationships/oleObject" Target="../embeddings/oleObject225.bin"/><Relationship Id="rId10" Type="http://schemas.openxmlformats.org/officeDocument/2006/relationships/image" Target="../media/image220.wmf"/><Relationship Id="rId19" Type="http://schemas.openxmlformats.org/officeDocument/2006/relationships/oleObject" Target="../embeddings/oleObject227.bin"/><Relationship Id="rId4" Type="http://schemas.openxmlformats.org/officeDocument/2006/relationships/image" Target="../media/image217.wmf"/><Relationship Id="rId9" Type="http://schemas.openxmlformats.org/officeDocument/2006/relationships/oleObject" Target="../embeddings/oleObject222.bin"/><Relationship Id="rId14" Type="http://schemas.openxmlformats.org/officeDocument/2006/relationships/image" Target="../media/image222.wmf"/><Relationship Id="rId22" Type="http://schemas.openxmlformats.org/officeDocument/2006/relationships/image" Target="../media/image22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2.bin"/><Relationship Id="rId13" Type="http://schemas.openxmlformats.org/officeDocument/2006/relationships/image" Target="../media/image232.wmf"/><Relationship Id="rId18" Type="http://schemas.openxmlformats.org/officeDocument/2006/relationships/oleObject" Target="../embeddings/oleObject237.bin"/><Relationship Id="rId3" Type="http://schemas.openxmlformats.org/officeDocument/2006/relationships/image" Target="../media/image227.wmf"/><Relationship Id="rId21" Type="http://schemas.openxmlformats.org/officeDocument/2006/relationships/image" Target="../media/image236.wmf"/><Relationship Id="rId7" Type="http://schemas.openxmlformats.org/officeDocument/2006/relationships/image" Target="../media/image229.wmf"/><Relationship Id="rId12" Type="http://schemas.openxmlformats.org/officeDocument/2006/relationships/oleObject" Target="../embeddings/oleObject234.bin"/><Relationship Id="rId17" Type="http://schemas.openxmlformats.org/officeDocument/2006/relationships/image" Target="../media/image234.wmf"/><Relationship Id="rId2" Type="http://schemas.openxmlformats.org/officeDocument/2006/relationships/oleObject" Target="../embeddings/oleObject229.bin"/><Relationship Id="rId16" Type="http://schemas.openxmlformats.org/officeDocument/2006/relationships/oleObject" Target="../embeddings/oleObject236.bin"/><Relationship Id="rId20" Type="http://schemas.openxmlformats.org/officeDocument/2006/relationships/oleObject" Target="../embeddings/oleObject2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1.bin"/><Relationship Id="rId11" Type="http://schemas.openxmlformats.org/officeDocument/2006/relationships/image" Target="../media/image231.wmf"/><Relationship Id="rId5" Type="http://schemas.openxmlformats.org/officeDocument/2006/relationships/image" Target="../media/image228.wmf"/><Relationship Id="rId15" Type="http://schemas.openxmlformats.org/officeDocument/2006/relationships/image" Target="../media/image233.wmf"/><Relationship Id="rId23" Type="http://schemas.openxmlformats.org/officeDocument/2006/relationships/image" Target="../media/image237.wmf"/><Relationship Id="rId10" Type="http://schemas.openxmlformats.org/officeDocument/2006/relationships/oleObject" Target="../embeddings/oleObject233.bin"/><Relationship Id="rId19" Type="http://schemas.openxmlformats.org/officeDocument/2006/relationships/image" Target="../media/image235.wmf"/><Relationship Id="rId4" Type="http://schemas.openxmlformats.org/officeDocument/2006/relationships/oleObject" Target="../embeddings/oleObject230.bin"/><Relationship Id="rId9" Type="http://schemas.openxmlformats.org/officeDocument/2006/relationships/image" Target="../media/image230.wmf"/><Relationship Id="rId14" Type="http://schemas.openxmlformats.org/officeDocument/2006/relationships/oleObject" Target="../embeddings/oleObject235.bin"/><Relationship Id="rId22" Type="http://schemas.openxmlformats.org/officeDocument/2006/relationships/oleObject" Target="../embeddings/oleObject23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3.bin"/><Relationship Id="rId13" Type="http://schemas.openxmlformats.org/officeDocument/2006/relationships/image" Target="../media/image243.wmf"/><Relationship Id="rId18" Type="http://schemas.openxmlformats.org/officeDocument/2006/relationships/oleObject" Target="../embeddings/oleObject248.bin"/><Relationship Id="rId3" Type="http://schemas.openxmlformats.org/officeDocument/2006/relationships/image" Target="../media/image238.wmf"/><Relationship Id="rId21" Type="http://schemas.openxmlformats.org/officeDocument/2006/relationships/image" Target="../media/image247.wmf"/><Relationship Id="rId7" Type="http://schemas.openxmlformats.org/officeDocument/2006/relationships/image" Target="../media/image240.wmf"/><Relationship Id="rId12" Type="http://schemas.openxmlformats.org/officeDocument/2006/relationships/oleObject" Target="../embeddings/oleObject245.bin"/><Relationship Id="rId17" Type="http://schemas.openxmlformats.org/officeDocument/2006/relationships/image" Target="../media/image245.wmf"/><Relationship Id="rId25" Type="http://schemas.openxmlformats.org/officeDocument/2006/relationships/image" Target="../media/image249.wmf"/><Relationship Id="rId2" Type="http://schemas.openxmlformats.org/officeDocument/2006/relationships/oleObject" Target="../embeddings/oleObject240.bin"/><Relationship Id="rId16" Type="http://schemas.openxmlformats.org/officeDocument/2006/relationships/oleObject" Target="../embeddings/oleObject247.bin"/><Relationship Id="rId20" Type="http://schemas.openxmlformats.org/officeDocument/2006/relationships/oleObject" Target="../embeddings/oleObject2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2.bin"/><Relationship Id="rId11" Type="http://schemas.openxmlformats.org/officeDocument/2006/relationships/image" Target="../media/image242.wmf"/><Relationship Id="rId24" Type="http://schemas.openxmlformats.org/officeDocument/2006/relationships/oleObject" Target="../embeddings/oleObject251.bin"/><Relationship Id="rId5" Type="http://schemas.openxmlformats.org/officeDocument/2006/relationships/image" Target="../media/image239.wmf"/><Relationship Id="rId15" Type="http://schemas.openxmlformats.org/officeDocument/2006/relationships/image" Target="../media/image244.wmf"/><Relationship Id="rId23" Type="http://schemas.openxmlformats.org/officeDocument/2006/relationships/image" Target="../media/image248.wmf"/><Relationship Id="rId10" Type="http://schemas.openxmlformats.org/officeDocument/2006/relationships/oleObject" Target="../embeddings/oleObject244.bin"/><Relationship Id="rId19" Type="http://schemas.openxmlformats.org/officeDocument/2006/relationships/image" Target="../media/image246.wmf"/><Relationship Id="rId4" Type="http://schemas.openxmlformats.org/officeDocument/2006/relationships/oleObject" Target="../embeddings/oleObject241.bin"/><Relationship Id="rId9" Type="http://schemas.openxmlformats.org/officeDocument/2006/relationships/image" Target="../media/image241.wmf"/><Relationship Id="rId14" Type="http://schemas.openxmlformats.org/officeDocument/2006/relationships/oleObject" Target="../embeddings/oleObject246.bin"/><Relationship Id="rId22" Type="http://schemas.openxmlformats.org/officeDocument/2006/relationships/oleObject" Target="../embeddings/oleObject250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5.bin"/><Relationship Id="rId13" Type="http://schemas.openxmlformats.org/officeDocument/2006/relationships/image" Target="../media/image255.wmf"/><Relationship Id="rId3" Type="http://schemas.openxmlformats.org/officeDocument/2006/relationships/image" Target="../media/image250.wmf"/><Relationship Id="rId7" Type="http://schemas.openxmlformats.org/officeDocument/2006/relationships/image" Target="../media/image252.wmf"/><Relationship Id="rId12" Type="http://schemas.openxmlformats.org/officeDocument/2006/relationships/oleObject" Target="../embeddings/oleObject257.bin"/><Relationship Id="rId2" Type="http://schemas.openxmlformats.org/officeDocument/2006/relationships/oleObject" Target="../embeddings/oleObject25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4.bin"/><Relationship Id="rId11" Type="http://schemas.openxmlformats.org/officeDocument/2006/relationships/image" Target="../media/image254.wmf"/><Relationship Id="rId5" Type="http://schemas.openxmlformats.org/officeDocument/2006/relationships/image" Target="../media/image251.wmf"/><Relationship Id="rId15" Type="http://schemas.openxmlformats.org/officeDocument/2006/relationships/image" Target="../media/image256.wmf"/><Relationship Id="rId10" Type="http://schemas.openxmlformats.org/officeDocument/2006/relationships/oleObject" Target="../embeddings/oleObject256.bin"/><Relationship Id="rId4" Type="http://schemas.openxmlformats.org/officeDocument/2006/relationships/oleObject" Target="../embeddings/oleObject253.bin"/><Relationship Id="rId9" Type="http://schemas.openxmlformats.org/officeDocument/2006/relationships/image" Target="../media/image253.wmf"/><Relationship Id="rId14" Type="http://schemas.openxmlformats.org/officeDocument/2006/relationships/oleObject" Target="../embeddings/oleObject25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2.bin"/><Relationship Id="rId13" Type="http://schemas.openxmlformats.org/officeDocument/2006/relationships/image" Target="../media/image262.wmf"/><Relationship Id="rId18" Type="http://schemas.openxmlformats.org/officeDocument/2006/relationships/oleObject" Target="../embeddings/oleObject267.bin"/><Relationship Id="rId3" Type="http://schemas.openxmlformats.org/officeDocument/2006/relationships/image" Target="../media/image257.wmf"/><Relationship Id="rId21" Type="http://schemas.openxmlformats.org/officeDocument/2006/relationships/image" Target="../media/image266.wmf"/><Relationship Id="rId7" Type="http://schemas.openxmlformats.org/officeDocument/2006/relationships/image" Target="../media/image259.wmf"/><Relationship Id="rId12" Type="http://schemas.openxmlformats.org/officeDocument/2006/relationships/oleObject" Target="../embeddings/oleObject264.bin"/><Relationship Id="rId17" Type="http://schemas.openxmlformats.org/officeDocument/2006/relationships/image" Target="../media/image264.wmf"/><Relationship Id="rId25" Type="http://schemas.openxmlformats.org/officeDocument/2006/relationships/image" Target="../media/image268.wmf"/><Relationship Id="rId2" Type="http://schemas.openxmlformats.org/officeDocument/2006/relationships/oleObject" Target="../embeddings/oleObject259.bin"/><Relationship Id="rId16" Type="http://schemas.openxmlformats.org/officeDocument/2006/relationships/oleObject" Target="../embeddings/oleObject266.bin"/><Relationship Id="rId20" Type="http://schemas.openxmlformats.org/officeDocument/2006/relationships/oleObject" Target="../embeddings/oleObject2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1.bin"/><Relationship Id="rId11" Type="http://schemas.openxmlformats.org/officeDocument/2006/relationships/image" Target="../media/image261.wmf"/><Relationship Id="rId24" Type="http://schemas.openxmlformats.org/officeDocument/2006/relationships/oleObject" Target="../embeddings/oleObject270.bin"/><Relationship Id="rId5" Type="http://schemas.openxmlformats.org/officeDocument/2006/relationships/image" Target="../media/image258.wmf"/><Relationship Id="rId15" Type="http://schemas.openxmlformats.org/officeDocument/2006/relationships/image" Target="../media/image263.wmf"/><Relationship Id="rId23" Type="http://schemas.openxmlformats.org/officeDocument/2006/relationships/image" Target="../media/image267.wmf"/><Relationship Id="rId10" Type="http://schemas.openxmlformats.org/officeDocument/2006/relationships/oleObject" Target="../embeddings/oleObject263.bin"/><Relationship Id="rId19" Type="http://schemas.openxmlformats.org/officeDocument/2006/relationships/image" Target="../media/image265.wmf"/><Relationship Id="rId4" Type="http://schemas.openxmlformats.org/officeDocument/2006/relationships/oleObject" Target="../embeddings/oleObject260.bin"/><Relationship Id="rId9" Type="http://schemas.openxmlformats.org/officeDocument/2006/relationships/image" Target="../media/image260.wmf"/><Relationship Id="rId14" Type="http://schemas.openxmlformats.org/officeDocument/2006/relationships/oleObject" Target="../embeddings/oleObject265.bin"/><Relationship Id="rId22" Type="http://schemas.openxmlformats.org/officeDocument/2006/relationships/oleObject" Target="../embeddings/oleObject269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4.bin"/><Relationship Id="rId13" Type="http://schemas.openxmlformats.org/officeDocument/2006/relationships/image" Target="../media/image274.wmf"/><Relationship Id="rId18" Type="http://schemas.openxmlformats.org/officeDocument/2006/relationships/oleObject" Target="../embeddings/oleObject279.bin"/><Relationship Id="rId3" Type="http://schemas.openxmlformats.org/officeDocument/2006/relationships/image" Target="../media/image269.wmf"/><Relationship Id="rId21" Type="http://schemas.openxmlformats.org/officeDocument/2006/relationships/image" Target="../media/image278.wmf"/><Relationship Id="rId7" Type="http://schemas.openxmlformats.org/officeDocument/2006/relationships/image" Target="../media/image271.wmf"/><Relationship Id="rId12" Type="http://schemas.openxmlformats.org/officeDocument/2006/relationships/oleObject" Target="../embeddings/oleObject276.bin"/><Relationship Id="rId17" Type="http://schemas.openxmlformats.org/officeDocument/2006/relationships/image" Target="../media/image276.wmf"/><Relationship Id="rId2" Type="http://schemas.openxmlformats.org/officeDocument/2006/relationships/oleObject" Target="../embeddings/oleObject271.bin"/><Relationship Id="rId16" Type="http://schemas.openxmlformats.org/officeDocument/2006/relationships/oleObject" Target="../embeddings/oleObject278.bin"/><Relationship Id="rId20" Type="http://schemas.openxmlformats.org/officeDocument/2006/relationships/oleObject" Target="../embeddings/oleObject28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3.bin"/><Relationship Id="rId11" Type="http://schemas.openxmlformats.org/officeDocument/2006/relationships/image" Target="../media/image273.wmf"/><Relationship Id="rId5" Type="http://schemas.openxmlformats.org/officeDocument/2006/relationships/image" Target="../media/image270.wmf"/><Relationship Id="rId15" Type="http://schemas.openxmlformats.org/officeDocument/2006/relationships/image" Target="../media/image275.wmf"/><Relationship Id="rId10" Type="http://schemas.openxmlformats.org/officeDocument/2006/relationships/oleObject" Target="../embeddings/oleObject275.bin"/><Relationship Id="rId19" Type="http://schemas.openxmlformats.org/officeDocument/2006/relationships/image" Target="../media/image277.wmf"/><Relationship Id="rId4" Type="http://schemas.openxmlformats.org/officeDocument/2006/relationships/oleObject" Target="../embeddings/oleObject272.bin"/><Relationship Id="rId9" Type="http://schemas.openxmlformats.org/officeDocument/2006/relationships/image" Target="../media/image272.wmf"/><Relationship Id="rId14" Type="http://schemas.openxmlformats.org/officeDocument/2006/relationships/oleObject" Target="../embeddings/oleObject277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4.bin"/><Relationship Id="rId13" Type="http://schemas.openxmlformats.org/officeDocument/2006/relationships/image" Target="../media/image284.wmf"/><Relationship Id="rId18" Type="http://schemas.openxmlformats.org/officeDocument/2006/relationships/oleObject" Target="../embeddings/oleObject289.bin"/><Relationship Id="rId3" Type="http://schemas.openxmlformats.org/officeDocument/2006/relationships/image" Target="../media/image279.wmf"/><Relationship Id="rId21" Type="http://schemas.openxmlformats.org/officeDocument/2006/relationships/image" Target="../media/image288.wmf"/><Relationship Id="rId7" Type="http://schemas.openxmlformats.org/officeDocument/2006/relationships/image" Target="../media/image281.wmf"/><Relationship Id="rId12" Type="http://schemas.openxmlformats.org/officeDocument/2006/relationships/oleObject" Target="../embeddings/oleObject286.bin"/><Relationship Id="rId17" Type="http://schemas.openxmlformats.org/officeDocument/2006/relationships/image" Target="../media/image286.wmf"/><Relationship Id="rId2" Type="http://schemas.openxmlformats.org/officeDocument/2006/relationships/oleObject" Target="../embeddings/oleObject281.bin"/><Relationship Id="rId16" Type="http://schemas.openxmlformats.org/officeDocument/2006/relationships/oleObject" Target="../embeddings/oleObject288.bin"/><Relationship Id="rId20" Type="http://schemas.openxmlformats.org/officeDocument/2006/relationships/oleObject" Target="../embeddings/oleObject2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3.bin"/><Relationship Id="rId11" Type="http://schemas.openxmlformats.org/officeDocument/2006/relationships/image" Target="../media/image283.wmf"/><Relationship Id="rId5" Type="http://schemas.openxmlformats.org/officeDocument/2006/relationships/image" Target="../media/image280.wmf"/><Relationship Id="rId15" Type="http://schemas.openxmlformats.org/officeDocument/2006/relationships/image" Target="../media/image285.wmf"/><Relationship Id="rId10" Type="http://schemas.openxmlformats.org/officeDocument/2006/relationships/oleObject" Target="../embeddings/oleObject285.bin"/><Relationship Id="rId19" Type="http://schemas.openxmlformats.org/officeDocument/2006/relationships/image" Target="../media/image287.wmf"/><Relationship Id="rId4" Type="http://schemas.openxmlformats.org/officeDocument/2006/relationships/oleObject" Target="../embeddings/oleObject282.bin"/><Relationship Id="rId9" Type="http://schemas.openxmlformats.org/officeDocument/2006/relationships/image" Target="../media/image282.wmf"/><Relationship Id="rId14" Type="http://schemas.openxmlformats.org/officeDocument/2006/relationships/oleObject" Target="../embeddings/oleObject287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4.bin"/><Relationship Id="rId3" Type="http://schemas.openxmlformats.org/officeDocument/2006/relationships/image" Target="../media/image289.wmf"/><Relationship Id="rId7" Type="http://schemas.openxmlformats.org/officeDocument/2006/relationships/image" Target="../media/image291.wmf"/><Relationship Id="rId2" Type="http://schemas.openxmlformats.org/officeDocument/2006/relationships/oleObject" Target="../embeddings/oleObject2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3.bin"/><Relationship Id="rId5" Type="http://schemas.openxmlformats.org/officeDocument/2006/relationships/image" Target="../media/image290.wmf"/><Relationship Id="rId4" Type="http://schemas.openxmlformats.org/officeDocument/2006/relationships/oleObject" Target="../embeddings/oleObject292.bin"/><Relationship Id="rId9" Type="http://schemas.openxmlformats.org/officeDocument/2006/relationships/image" Target="../media/image292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8.bin"/><Relationship Id="rId13" Type="http://schemas.openxmlformats.org/officeDocument/2006/relationships/image" Target="../media/image298.wmf"/><Relationship Id="rId3" Type="http://schemas.openxmlformats.org/officeDocument/2006/relationships/image" Target="../media/image293.wmf"/><Relationship Id="rId7" Type="http://schemas.openxmlformats.org/officeDocument/2006/relationships/image" Target="../media/image295.wmf"/><Relationship Id="rId12" Type="http://schemas.openxmlformats.org/officeDocument/2006/relationships/oleObject" Target="../embeddings/oleObject300.bin"/><Relationship Id="rId2" Type="http://schemas.openxmlformats.org/officeDocument/2006/relationships/oleObject" Target="../embeddings/oleObject2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7.bin"/><Relationship Id="rId11" Type="http://schemas.openxmlformats.org/officeDocument/2006/relationships/image" Target="../media/image297.wmf"/><Relationship Id="rId5" Type="http://schemas.openxmlformats.org/officeDocument/2006/relationships/image" Target="../media/image294.wmf"/><Relationship Id="rId10" Type="http://schemas.openxmlformats.org/officeDocument/2006/relationships/oleObject" Target="../embeddings/oleObject299.bin"/><Relationship Id="rId4" Type="http://schemas.openxmlformats.org/officeDocument/2006/relationships/oleObject" Target="../embeddings/oleObject296.bin"/><Relationship Id="rId9" Type="http://schemas.openxmlformats.org/officeDocument/2006/relationships/image" Target="../media/image296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wmf"/><Relationship Id="rId3" Type="http://schemas.openxmlformats.org/officeDocument/2006/relationships/oleObject" Target="../embeddings/oleObject301.bin"/><Relationship Id="rId7" Type="http://schemas.openxmlformats.org/officeDocument/2006/relationships/oleObject" Target="../embeddings/oleObject303.bin"/><Relationship Id="rId12" Type="http://schemas.openxmlformats.org/officeDocument/2006/relationships/image" Target="../media/image303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wmf"/><Relationship Id="rId11" Type="http://schemas.openxmlformats.org/officeDocument/2006/relationships/oleObject" Target="../embeddings/oleObject305.bin"/><Relationship Id="rId5" Type="http://schemas.openxmlformats.org/officeDocument/2006/relationships/oleObject" Target="../embeddings/oleObject302.bin"/><Relationship Id="rId10" Type="http://schemas.openxmlformats.org/officeDocument/2006/relationships/image" Target="../media/image302.wmf"/><Relationship Id="rId4" Type="http://schemas.openxmlformats.org/officeDocument/2006/relationships/image" Target="../media/image299.wmf"/><Relationship Id="rId9" Type="http://schemas.openxmlformats.org/officeDocument/2006/relationships/oleObject" Target="../embeddings/oleObject304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wmf"/><Relationship Id="rId3" Type="http://schemas.openxmlformats.org/officeDocument/2006/relationships/oleObject" Target="../embeddings/oleObject306.bin"/><Relationship Id="rId7" Type="http://schemas.openxmlformats.org/officeDocument/2006/relationships/oleObject" Target="../embeddings/oleObject308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5.wmf"/><Relationship Id="rId5" Type="http://schemas.openxmlformats.org/officeDocument/2006/relationships/oleObject" Target="../embeddings/oleObject307.bin"/><Relationship Id="rId4" Type="http://schemas.openxmlformats.org/officeDocument/2006/relationships/image" Target="../media/image304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2.bin"/><Relationship Id="rId13" Type="http://schemas.openxmlformats.org/officeDocument/2006/relationships/image" Target="../media/image312.wmf"/><Relationship Id="rId18" Type="http://schemas.openxmlformats.org/officeDocument/2006/relationships/oleObject" Target="../embeddings/oleObject317.bin"/><Relationship Id="rId3" Type="http://schemas.openxmlformats.org/officeDocument/2006/relationships/image" Target="../media/image307.wmf"/><Relationship Id="rId21" Type="http://schemas.openxmlformats.org/officeDocument/2006/relationships/image" Target="../media/image316.wmf"/><Relationship Id="rId7" Type="http://schemas.openxmlformats.org/officeDocument/2006/relationships/image" Target="../media/image309.wmf"/><Relationship Id="rId12" Type="http://schemas.openxmlformats.org/officeDocument/2006/relationships/oleObject" Target="../embeddings/oleObject314.bin"/><Relationship Id="rId17" Type="http://schemas.openxmlformats.org/officeDocument/2006/relationships/image" Target="../media/image314.wmf"/><Relationship Id="rId2" Type="http://schemas.openxmlformats.org/officeDocument/2006/relationships/oleObject" Target="../embeddings/oleObject309.bin"/><Relationship Id="rId16" Type="http://schemas.openxmlformats.org/officeDocument/2006/relationships/oleObject" Target="../embeddings/oleObject316.bin"/><Relationship Id="rId20" Type="http://schemas.openxmlformats.org/officeDocument/2006/relationships/oleObject" Target="../embeddings/oleObject3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1.bin"/><Relationship Id="rId11" Type="http://schemas.openxmlformats.org/officeDocument/2006/relationships/image" Target="../media/image311.wmf"/><Relationship Id="rId5" Type="http://schemas.openxmlformats.org/officeDocument/2006/relationships/image" Target="../media/image308.wmf"/><Relationship Id="rId15" Type="http://schemas.openxmlformats.org/officeDocument/2006/relationships/image" Target="../media/image313.wmf"/><Relationship Id="rId23" Type="http://schemas.openxmlformats.org/officeDocument/2006/relationships/image" Target="../media/image317.wmf"/><Relationship Id="rId10" Type="http://schemas.openxmlformats.org/officeDocument/2006/relationships/oleObject" Target="../embeddings/oleObject313.bin"/><Relationship Id="rId19" Type="http://schemas.openxmlformats.org/officeDocument/2006/relationships/image" Target="../media/image315.wmf"/><Relationship Id="rId4" Type="http://schemas.openxmlformats.org/officeDocument/2006/relationships/oleObject" Target="../embeddings/oleObject310.bin"/><Relationship Id="rId9" Type="http://schemas.openxmlformats.org/officeDocument/2006/relationships/image" Target="../media/image310.wmf"/><Relationship Id="rId14" Type="http://schemas.openxmlformats.org/officeDocument/2006/relationships/oleObject" Target="../embeddings/oleObject315.bin"/><Relationship Id="rId22" Type="http://schemas.openxmlformats.org/officeDocument/2006/relationships/oleObject" Target="../embeddings/oleObject319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3.bin"/><Relationship Id="rId13" Type="http://schemas.openxmlformats.org/officeDocument/2006/relationships/image" Target="../media/image323.wmf"/><Relationship Id="rId3" Type="http://schemas.openxmlformats.org/officeDocument/2006/relationships/image" Target="../media/image318.wmf"/><Relationship Id="rId7" Type="http://schemas.openxmlformats.org/officeDocument/2006/relationships/image" Target="../media/image320.wmf"/><Relationship Id="rId12" Type="http://schemas.openxmlformats.org/officeDocument/2006/relationships/oleObject" Target="../embeddings/oleObject325.bin"/><Relationship Id="rId2" Type="http://schemas.openxmlformats.org/officeDocument/2006/relationships/oleObject" Target="../embeddings/oleObject3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2.bin"/><Relationship Id="rId11" Type="http://schemas.openxmlformats.org/officeDocument/2006/relationships/image" Target="../media/image322.wmf"/><Relationship Id="rId5" Type="http://schemas.openxmlformats.org/officeDocument/2006/relationships/image" Target="../media/image319.wmf"/><Relationship Id="rId15" Type="http://schemas.openxmlformats.org/officeDocument/2006/relationships/image" Target="../media/image324.wmf"/><Relationship Id="rId10" Type="http://schemas.openxmlformats.org/officeDocument/2006/relationships/oleObject" Target="../embeddings/oleObject324.bin"/><Relationship Id="rId4" Type="http://schemas.openxmlformats.org/officeDocument/2006/relationships/oleObject" Target="../embeddings/oleObject321.bin"/><Relationship Id="rId9" Type="http://schemas.openxmlformats.org/officeDocument/2006/relationships/image" Target="../media/image321.wmf"/><Relationship Id="rId14" Type="http://schemas.openxmlformats.org/officeDocument/2006/relationships/oleObject" Target="../embeddings/oleObject326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0.bin"/><Relationship Id="rId13" Type="http://schemas.openxmlformats.org/officeDocument/2006/relationships/image" Target="../media/image330.wmf"/><Relationship Id="rId3" Type="http://schemas.openxmlformats.org/officeDocument/2006/relationships/image" Target="../media/image325.wmf"/><Relationship Id="rId7" Type="http://schemas.openxmlformats.org/officeDocument/2006/relationships/image" Target="../media/image327.wmf"/><Relationship Id="rId12" Type="http://schemas.openxmlformats.org/officeDocument/2006/relationships/oleObject" Target="../embeddings/oleObject332.bin"/><Relationship Id="rId2" Type="http://schemas.openxmlformats.org/officeDocument/2006/relationships/oleObject" Target="../embeddings/oleObject3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9.bin"/><Relationship Id="rId11" Type="http://schemas.openxmlformats.org/officeDocument/2006/relationships/image" Target="../media/image329.wmf"/><Relationship Id="rId5" Type="http://schemas.openxmlformats.org/officeDocument/2006/relationships/image" Target="../media/image326.wmf"/><Relationship Id="rId15" Type="http://schemas.openxmlformats.org/officeDocument/2006/relationships/image" Target="../media/image331.wmf"/><Relationship Id="rId10" Type="http://schemas.openxmlformats.org/officeDocument/2006/relationships/oleObject" Target="../embeddings/oleObject331.bin"/><Relationship Id="rId4" Type="http://schemas.openxmlformats.org/officeDocument/2006/relationships/oleObject" Target="../embeddings/oleObject328.bin"/><Relationship Id="rId9" Type="http://schemas.openxmlformats.org/officeDocument/2006/relationships/image" Target="../media/image328.wmf"/><Relationship Id="rId14" Type="http://schemas.openxmlformats.org/officeDocument/2006/relationships/oleObject" Target="../embeddings/oleObject333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7.bin"/><Relationship Id="rId13" Type="http://schemas.openxmlformats.org/officeDocument/2006/relationships/image" Target="../media/image336.wmf"/><Relationship Id="rId18" Type="http://schemas.openxmlformats.org/officeDocument/2006/relationships/oleObject" Target="../embeddings/oleObject342.bin"/><Relationship Id="rId26" Type="http://schemas.openxmlformats.org/officeDocument/2006/relationships/oleObject" Target="../embeddings/oleObject346.bin"/><Relationship Id="rId3" Type="http://schemas.openxmlformats.org/officeDocument/2006/relationships/image" Target="../media/image332.wmf"/><Relationship Id="rId21" Type="http://schemas.openxmlformats.org/officeDocument/2006/relationships/image" Target="../media/image340.wmf"/><Relationship Id="rId7" Type="http://schemas.openxmlformats.org/officeDocument/2006/relationships/image" Target="../media/image333.wmf"/><Relationship Id="rId12" Type="http://schemas.openxmlformats.org/officeDocument/2006/relationships/oleObject" Target="../embeddings/oleObject339.bin"/><Relationship Id="rId17" Type="http://schemas.openxmlformats.org/officeDocument/2006/relationships/image" Target="../media/image338.wmf"/><Relationship Id="rId25" Type="http://schemas.openxmlformats.org/officeDocument/2006/relationships/image" Target="../media/image342.wmf"/><Relationship Id="rId2" Type="http://schemas.openxmlformats.org/officeDocument/2006/relationships/oleObject" Target="../embeddings/oleObject334.bin"/><Relationship Id="rId16" Type="http://schemas.openxmlformats.org/officeDocument/2006/relationships/oleObject" Target="../embeddings/oleObject341.bin"/><Relationship Id="rId20" Type="http://schemas.openxmlformats.org/officeDocument/2006/relationships/oleObject" Target="../embeddings/oleObject343.bin"/><Relationship Id="rId29" Type="http://schemas.openxmlformats.org/officeDocument/2006/relationships/image" Target="../media/image34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6.bin"/><Relationship Id="rId11" Type="http://schemas.openxmlformats.org/officeDocument/2006/relationships/image" Target="../media/image335.wmf"/><Relationship Id="rId24" Type="http://schemas.openxmlformats.org/officeDocument/2006/relationships/oleObject" Target="../embeddings/oleObject345.bin"/><Relationship Id="rId5" Type="http://schemas.openxmlformats.org/officeDocument/2006/relationships/image" Target="../media/image319.wmf"/><Relationship Id="rId15" Type="http://schemas.openxmlformats.org/officeDocument/2006/relationships/image" Target="../media/image337.wmf"/><Relationship Id="rId23" Type="http://schemas.openxmlformats.org/officeDocument/2006/relationships/image" Target="../media/image341.wmf"/><Relationship Id="rId28" Type="http://schemas.openxmlformats.org/officeDocument/2006/relationships/oleObject" Target="../embeddings/oleObject347.bin"/><Relationship Id="rId10" Type="http://schemas.openxmlformats.org/officeDocument/2006/relationships/oleObject" Target="../embeddings/oleObject338.bin"/><Relationship Id="rId19" Type="http://schemas.openxmlformats.org/officeDocument/2006/relationships/image" Target="../media/image339.wmf"/><Relationship Id="rId31" Type="http://schemas.openxmlformats.org/officeDocument/2006/relationships/image" Target="../media/image345.wmf"/><Relationship Id="rId4" Type="http://schemas.openxmlformats.org/officeDocument/2006/relationships/oleObject" Target="../embeddings/oleObject335.bin"/><Relationship Id="rId9" Type="http://schemas.openxmlformats.org/officeDocument/2006/relationships/image" Target="../media/image334.wmf"/><Relationship Id="rId14" Type="http://schemas.openxmlformats.org/officeDocument/2006/relationships/oleObject" Target="../embeddings/oleObject340.bin"/><Relationship Id="rId22" Type="http://schemas.openxmlformats.org/officeDocument/2006/relationships/oleObject" Target="../embeddings/oleObject344.bin"/><Relationship Id="rId27" Type="http://schemas.openxmlformats.org/officeDocument/2006/relationships/image" Target="../media/image343.wmf"/><Relationship Id="rId30" Type="http://schemas.openxmlformats.org/officeDocument/2006/relationships/oleObject" Target="../embeddings/oleObject34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2301384" y="803906"/>
            <a:ext cx="650182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二阶线性微分方程的通解结构</a:t>
            </a:r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614170"/>
              </p:ext>
            </p:extLst>
          </p:nvPr>
        </p:nvGraphicFramePr>
        <p:xfrm>
          <a:off x="2359278" y="1519531"/>
          <a:ext cx="5303838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680" imgH="215640" progId="Equation.DSMT4">
                  <p:embed/>
                </p:oleObj>
              </mc:Choice>
              <mc:Fallback>
                <p:oleObj name="Equation" r:id="rId2" imgW="2209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278" y="1519531"/>
                        <a:ext cx="5303838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2207"/>
              </p:ext>
            </p:extLst>
          </p:nvPr>
        </p:nvGraphicFramePr>
        <p:xfrm>
          <a:off x="2855640" y="2088640"/>
          <a:ext cx="62007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1960" imgH="203040" progId="Equation.DSMT4">
                  <p:embed/>
                </p:oleObj>
              </mc:Choice>
              <mc:Fallback>
                <p:oleObj name="Equation" r:id="rId4" imgW="2361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2088640"/>
                        <a:ext cx="62007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220583"/>
              </p:ext>
            </p:extLst>
          </p:nvPr>
        </p:nvGraphicFramePr>
        <p:xfrm>
          <a:off x="2335036" y="2727420"/>
          <a:ext cx="7433372" cy="511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86100" imgH="215900" progId="Equation.DSMT4">
                  <p:embed/>
                </p:oleObj>
              </mc:Choice>
              <mc:Fallback>
                <p:oleObj name="Equation" r:id="rId6" imgW="30861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036" y="2727420"/>
                        <a:ext cx="7433372" cy="511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196283"/>
              </p:ext>
            </p:extLst>
          </p:nvPr>
        </p:nvGraphicFramePr>
        <p:xfrm>
          <a:off x="2395264" y="3374874"/>
          <a:ext cx="4673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81080" imgH="215640" progId="Equation.DSMT4">
                  <p:embed/>
                </p:oleObj>
              </mc:Choice>
              <mc:Fallback>
                <p:oleObj name="Equation" r:id="rId8" imgW="1981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264" y="3374874"/>
                        <a:ext cx="4673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BF7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7A77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2395264" y="4638215"/>
            <a:ext cx="46121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称为二阶齐次线性微分方程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269649"/>
              </p:ext>
            </p:extLst>
          </p:nvPr>
        </p:nvGraphicFramePr>
        <p:xfrm>
          <a:off x="3235844" y="3999435"/>
          <a:ext cx="556736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20760" imgH="203040" progId="Equation.DSMT4">
                  <p:embed/>
                </p:oleObj>
              </mc:Choice>
              <mc:Fallback>
                <p:oleObj name="Equation" r:id="rId10" imgW="2120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844" y="3999435"/>
                        <a:ext cx="5567363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329624"/>
              </p:ext>
            </p:extLst>
          </p:nvPr>
        </p:nvGraphicFramePr>
        <p:xfrm>
          <a:off x="2395264" y="5231275"/>
          <a:ext cx="72485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73320" imgH="431640" progId="Equation.DSMT4">
                  <p:embed/>
                </p:oleObj>
              </mc:Choice>
              <mc:Fallback>
                <p:oleObj name="Equation" r:id="rId12" imgW="3073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264" y="5231275"/>
                        <a:ext cx="724852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BF7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7A77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350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47504" y="1284718"/>
            <a:ext cx="4311996" cy="548627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解的存在唯一性定理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1247504" y="2143339"/>
            <a:ext cx="15215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7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7A77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0C0C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</a:t>
            </a:r>
          </a:p>
        </p:txBody>
      </p:sp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1247504" y="2214700"/>
          <a:ext cx="9490955" cy="1850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81280" imgH="698400" progId="Equation.DSMT4">
                  <p:embed/>
                </p:oleObj>
              </mc:Choice>
              <mc:Fallback>
                <p:oleObj name="Equation" r:id="rId2" imgW="35812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504" y="2214700"/>
                        <a:ext cx="9490955" cy="1850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对象 2"/>
          <p:cNvGraphicFramePr>
            <a:graphicFrameLocks noChangeAspect="1"/>
          </p:cNvGraphicFramePr>
          <p:nvPr/>
        </p:nvGraphicFramePr>
        <p:xfrm>
          <a:off x="3108708" y="4136572"/>
          <a:ext cx="4267452" cy="1101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640" imgH="406080" progId="Equation.DSMT4">
                  <p:embed/>
                </p:oleObj>
              </mc:Choice>
              <mc:Fallback>
                <p:oleObj name="Equation" r:id="rId4" imgW="1574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708" y="4136572"/>
                        <a:ext cx="4267452" cy="11012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346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883497" y="1046192"/>
            <a:ext cx="5902234" cy="975995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线性相关与线性无关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20483" name="对象 2"/>
          <p:cNvGraphicFramePr>
            <a:graphicFrameLocks noChangeAspect="1"/>
          </p:cNvGraphicFramePr>
          <p:nvPr/>
        </p:nvGraphicFramePr>
        <p:xfrm>
          <a:off x="1883497" y="2022187"/>
          <a:ext cx="8322685" cy="2977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63760" imgH="1168200" progId="Equation.DSMT4">
                  <p:embed/>
                </p:oleObj>
              </mc:Choice>
              <mc:Fallback>
                <p:oleObj name="Equation" r:id="rId2" imgW="3263760" imgH="116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497" y="2022187"/>
                        <a:ext cx="8322685" cy="29775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505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1436111" y="2080568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7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7A77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0C0C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定义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1436111" y="1292198"/>
            <a:ext cx="4425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7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7A77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0C0C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伏朗斯基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Wronsky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</a:rPr>
              <a:t>行列式</a:t>
            </a:r>
            <a:endParaRPr lang="zh-CN" altLang="en-US" sz="1800" b="1" dirty="0"/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1436111" y="2080568"/>
          <a:ext cx="854233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54200" imgH="444240" progId="Equation.DSMT4">
                  <p:embed/>
                </p:oleObj>
              </mc:Choice>
              <mc:Fallback>
                <p:oleObj name="Equation" r:id="rId2" imgW="34542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111" y="2080568"/>
                        <a:ext cx="8542337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2508250" y="3557452"/>
          <a:ext cx="370363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400" imgH="228600" progId="Equation.DSMT4">
                  <p:embed/>
                </p:oleObj>
              </mc:Choice>
              <mc:Fallback>
                <p:oleObj name="Equation" r:id="rId4" imgW="1549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3557452"/>
                        <a:ext cx="370363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BF7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7A77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6211888" y="3247096"/>
          <a:ext cx="25527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54080" imgH="482400" progId="Equation.DSMT4">
                  <p:embed/>
                </p:oleObj>
              </mc:Choice>
              <mc:Fallback>
                <p:oleObj name="Equation" r:id="rId6" imgW="10540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1888" y="3247096"/>
                        <a:ext cx="25527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BF7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7A77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7"/>
          <p:cNvGraphicFramePr>
            <a:graphicFrameLocks noChangeAspect="1"/>
          </p:cNvGraphicFramePr>
          <p:nvPr/>
        </p:nvGraphicFramePr>
        <p:xfrm>
          <a:off x="1436111" y="4830715"/>
          <a:ext cx="794702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14520" imgH="228600" progId="Equation.DSMT4">
                  <p:embed/>
                </p:oleObj>
              </mc:Choice>
              <mc:Fallback>
                <p:oleObj name="Equation" r:id="rId8" imgW="3314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111" y="4830715"/>
                        <a:ext cx="7947025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202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>
            <a:grpSpLocks/>
          </p:cNvGrpSpPr>
          <p:nvPr/>
        </p:nvGrpSpPr>
        <p:grpSpPr bwMode="auto">
          <a:xfrm>
            <a:off x="911896" y="2795167"/>
            <a:ext cx="9935649" cy="1137807"/>
            <a:chOff x="635" y="277"/>
            <a:chExt cx="4956" cy="4667"/>
          </a:xfrm>
        </p:grpSpPr>
        <p:sp>
          <p:nvSpPr>
            <p:cNvPr id="24" name="Rectangle 3"/>
            <p:cNvSpPr>
              <a:spLocks noChangeArrowheads="1"/>
            </p:cNvSpPr>
            <p:nvPr/>
          </p:nvSpPr>
          <p:spPr bwMode="auto">
            <a:xfrm>
              <a:off x="635" y="277"/>
              <a:ext cx="4956" cy="4667"/>
            </a:xfrm>
            <a:prstGeom prst="rect">
              <a:avLst/>
            </a:prstGeom>
            <a:gradFill rotWithShape="0">
              <a:gsLst>
                <a:gs pos="92000">
                  <a:schemeClr val="accent6">
                    <a:lumMod val="60000"/>
                    <a:lumOff val="40000"/>
                  </a:schemeClr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773" y="694"/>
              <a:ext cx="4683" cy="37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911424" y="1124744"/>
            <a:ext cx="9937104" cy="1463192"/>
          </a:xfrm>
          <a:prstGeom prst="rect">
            <a:avLst/>
          </a:prstGeom>
          <a:gradFill rotWithShape="0">
            <a:gsLst>
              <a:gs pos="92000">
                <a:schemeClr val="accent6">
                  <a:lumMod val="60000"/>
                  <a:lumOff val="40000"/>
                </a:schemeClr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183075" y="1278365"/>
            <a:ext cx="9393801" cy="111397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1271464" y="1894059"/>
          <a:ext cx="4685421" cy="485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19240" imgH="228600" progId="Equation.DSMT4">
                  <p:embed/>
                </p:oleObj>
              </mc:Choice>
              <mc:Fallback>
                <p:oleObj name="Equation" r:id="rId2" imgW="2019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1894059"/>
                        <a:ext cx="4685421" cy="4852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5879975" y="1849891"/>
          <a:ext cx="4418013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640" imgH="228600" progId="Equation.DSMT4">
                  <p:embed/>
                </p:oleObj>
              </mc:Choice>
              <mc:Fallback>
                <p:oleObj name="Equation" r:id="rId4" imgW="1790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9975" y="1849891"/>
                        <a:ext cx="4418013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1343472" y="1278365"/>
          <a:ext cx="36480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7240" imgH="228600" progId="Equation.DSMT4">
                  <p:embed/>
                </p:oleObj>
              </mc:Choice>
              <mc:Fallback>
                <p:oleObj name="Equation" r:id="rId6" imgW="1587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1278365"/>
                        <a:ext cx="36480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4775664"/>
              </p:ext>
            </p:extLst>
          </p:nvPr>
        </p:nvGraphicFramePr>
        <p:xfrm>
          <a:off x="1754188" y="3071814"/>
          <a:ext cx="7726188" cy="539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35160" imgH="215640" progId="Equation.DSMT4">
                  <p:embed/>
                </p:oleObj>
              </mc:Choice>
              <mc:Fallback>
                <p:oleObj name="Equation" r:id="rId8" imgW="3035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188" y="3071814"/>
                        <a:ext cx="7726188" cy="539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61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/>
          <p:cNvGrpSpPr>
            <a:grpSpLocks/>
          </p:cNvGrpSpPr>
          <p:nvPr/>
        </p:nvGrpSpPr>
        <p:grpSpPr bwMode="auto">
          <a:xfrm>
            <a:off x="917617" y="1772816"/>
            <a:ext cx="10297144" cy="3818453"/>
            <a:chOff x="469" y="480"/>
            <a:chExt cx="5341" cy="4118"/>
          </a:xfrm>
        </p:grpSpPr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92000">
                  <a:schemeClr val="accent6">
                    <a:lumMod val="60000"/>
                    <a:lumOff val="40000"/>
                  </a:schemeClr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3647728" y="944640"/>
            <a:ext cx="435407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7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7A77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0C0C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奇次方程通解的结构</a:t>
            </a: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1778395" y="2018279"/>
            <a:ext cx="15215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7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7A77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0C0C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2.6</a:t>
            </a:r>
          </a:p>
        </p:txBody>
      </p:sp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1824389" y="1998833"/>
          <a:ext cx="8483600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87440" imgH="469800" progId="Equation.DSMT4">
                  <p:embed/>
                </p:oleObj>
              </mc:Choice>
              <mc:Fallback>
                <p:oleObj name="Equation" r:id="rId2" imgW="31874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389" y="1998833"/>
                        <a:ext cx="8483600" cy="124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3791744" y="3268655"/>
          <a:ext cx="5219989" cy="680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600" imgH="228600" progId="Equation.DSMT4">
                  <p:embed/>
                </p:oleObj>
              </mc:Choice>
              <mc:Fallback>
                <p:oleObj name="Equation" r:id="rId4" imgW="1752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3268655"/>
                        <a:ext cx="5219989" cy="6808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106037"/>
              </p:ext>
            </p:extLst>
          </p:nvPr>
        </p:nvGraphicFramePr>
        <p:xfrm>
          <a:off x="1824389" y="3995736"/>
          <a:ext cx="8664449" cy="1243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97000" imgH="469800" progId="Equation.DSMT4">
                  <p:embed/>
                </p:oleObj>
              </mc:Choice>
              <mc:Fallback>
                <p:oleObj name="Equation" r:id="rId6" imgW="29970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389" y="3995736"/>
                        <a:ext cx="8664449" cy="12436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248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autoUpdateAnimBg="0"/>
      <p:bldP spid="2560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1055439" y="1412776"/>
            <a:ext cx="10081121" cy="3055856"/>
            <a:chOff x="469" y="480"/>
            <a:chExt cx="5341" cy="4118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91000">
                  <a:schemeClr val="accent6">
                    <a:lumMod val="60000"/>
                    <a:lumOff val="40000"/>
                  </a:schemeClr>
                </a:gs>
                <a:gs pos="92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677" y="694"/>
              <a:ext cx="4904" cy="37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3431704" y="630092"/>
            <a:ext cx="48173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7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7A77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0C0C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非齐次方程通解的结构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1609160" y="1903268"/>
            <a:ext cx="15696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BF7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7A77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0C0C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</a:rPr>
              <a:t>定理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2.8</a:t>
            </a:r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1631504" y="1908653"/>
          <a:ext cx="8734431" cy="1119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70200" imgH="469800" progId="Equation.DSMT4">
                  <p:embed/>
                </p:oleObj>
              </mc:Choice>
              <mc:Fallback>
                <p:oleObj name="Equation" r:id="rId2" imgW="36702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1908653"/>
                        <a:ext cx="8734431" cy="1119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2393966" y="3033686"/>
          <a:ext cx="6745437" cy="572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92080" imgH="228600" progId="Equation.DSMT4">
                  <p:embed/>
                </p:oleObj>
              </mc:Choice>
              <mc:Fallback>
                <p:oleObj name="Equation" r:id="rId4" imgW="2692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66" y="3033686"/>
                        <a:ext cx="6745437" cy="5726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/>
          <p:cNvGraphicFramePr>
            <a:graphicFrameLocks noChangeAspect="1"/>
          </p:cNvGraphicFramePr>
          <p:nvPr/>
        </p:nvGraphicFramePr>
        <p:xfrm>
          <a:off x="1447905" y="3618615"/>
          <a:ext cx="8595291" cy="549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92360" imgH="228600" progId="Equation.DSMT4">
                  <p:embed/>
                </p:oleObj>
              </mc:Choice>
              <mc:Fallback>
                <p:oleObj name="Equation" r:id="rId6" imgW="3492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905" y="3618615"/>
                        <a:ext cx="8595291" cy="549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672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623392" y="1050052"/>
            <a:ext cx="11160495" cy="5727785"/>
            <a:chOff x="469" y="480"/>
            <a:chExt cx="5341" cy="4118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7000">
                  <a:schemeClr val="accent6">
                    <a:lumMod val="40000"/>
                    <a:lumOff val="60000"/>
                  </a:schemeClr>
                </a:gs>
                <a:gs pos="100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2226" name="Text Box 4"/>
          <p:cNvSpPr txBox="1">
            <a:spLocks noChangeArrowheads="1"/>
          </p:cNvSpPr>
          <p:nvPr/>
        </p:nvSpPr>
        <p:spPr bwMode="auto">
          <a:xfrm>
            <a:off x="2639616" y="266620"/>
            <a:ext cx="6912768" cy="646331"/>
          </a:xfrm>
          <a:prstGeom prst="rect">
            <a:avLst/>
          </a:prstGeom>
          <a:solidFill>
            <a:schemeClr val="bg1"/>
          </a:solidFill>
          <a:ln w="50800" cmpd="thickTh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常数变易法求解非齐次方程步骤</a:t>
            </a:r>
          </a:p>
        </p:txBody>
      </p:sp>
      <p:graphicFrame>
        <p:nvGraphicFramePr>
          <p:cNvPr id="52233" name="Object 9"/>
          <p:cNvGraphicFramePr>
            <a:graphicFrameLocks noChangeAspect="1"/>
          </p:cNvGraphicFramePr>
          <p:nvPr/>
        </p:nvGraphicFramePr>
        <p:xfrm>
          <a:off x="1598116" y="1430418"/>
          <a:ext cx="8751842" cy="550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32040" imgH="228600" progId="Equation.DSMT4">
                  <p:embed/>
                </p:oleObj>
              </mc:Choice>
              <mc:Fallback>
                <p:oleObj name="Equation" r:id="rId2" imgW="3632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116" y="1430418"/>
                        <a:ext cx="8751842" cy="5507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10"/>
          <p:cNvGraphicFramePr>
            <a:graphicFrameLocks noChangeAspect="1"/>
          </p:cNvGraphicFramePr>
          <p:nvPr/>
        </p:nvGraphicFramePr>
        <p:xfrm>
          <a:off x="1600201" y="1981200"/>
          <a:ext cx="603091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720" imgH="457200" progId="Equation.DSMT4">
                  <p:embed/>
                </p:oleObj>
              </mc:Choice>
              <mc:Fallback>
                <p:oleObj name="Equation" r:id="rId4" imgW="24127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1" y="1981200"/>
                        <a:ext cx="603091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5" name="Object 11"/>
          <p:cNvGraphicFramePr>
            <a:graphicFrameLocks noChangeAspect="1"/>
          </p:cNvGraphicFramePr>
          <p:nvPr/>
        </p:nvGraphicFramePr>
        <p:xfrm>
          <a:off x="1614488" y="3124200"/>
          <a:ext cx="6348412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92080" imgH="711000" progId="Equation.DSMT4">
                  <p:embed/>
                </p:oleObj>
              </mc:Choice>
              <mc:Fallback>
                <p:oleObj name="Equation" r:id="rId6" imgW="26920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488" y="3124200"/>
                        <a:ext cx="6348412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6" name="Object 12"/>
          <p:cNvGraphicFramePr>
            <a:graphicFrameLocks noChangeAspect="1"/>
          </p:cNvGraphicFramePr>
          <p:nvPr/>
        </p:nvGraphicFramePr>
        <p:xfrm>
          <a:off x="1647825" y="4800600"/>
          <a:ext cx="837406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43120" imgH="457200" progId="Equation.DSMT4">
                  <p:embed/>
                </p:oleObj>
              </mc:Choice>
              <mc:Fallback>
                <p:oleObj name="Equation" r:id="rId8" imgW="35431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825" y="4800600"/>
                        <a:ext cx="8374062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7" name="Object 13"/>
          <p:cNvGraphicFramePr>
            <a:graphicFrameLocks noChangeAspect="1"/>
          </p:cNvGraphicFramePr>
          <p:nvPr/>
        </p:nvGraphicFramePr>
        <p:xfrm>
          <a:off x="1647825" y="5867400"/>
          <a:ext cx="74866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00400" imgH="228600" progId="Equation.DSMT4">
                  <p:embed/>
                </p:oleObj>
              </mc:Choice>
              <mc:Fallback>
                <p:oleObj name="Equation" r:id="rId10" imgW="3200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825" y="5867400"/>
                        <a:ext cx="748665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926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36" name="Rectangle 28"/>
          <p:cNvSpPr>
            <a:spLocks noChangeArrowheads="1"/>
          </p:cNvSpPr>
          <p:nvPr/>
        </p:nvSpPr>
        <p:spPr bwMode="auto">
          <a:xfrm>
            <a:off x="4995429" y="3394179"/>
            <a:ext cx="5113338" cy="647700"/>
          </a:xfrm>
          <a:prstGeom prst="rect">
            <a:avLst/>
          </a:prstGeom>
          <a:solidFill>
            <a:srgbClr val="FFFF00">
              <a:alpha val="6196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73435" name="Rectangle 27"/>
          <p:cNvSpPr>
            <a:spLocks noChangeArrowheads="1"/>
          </p:cNvSpPr>
          <p:nvPr/>
        </p:nvSpPr>
        <p:spPr bwMode="auto">
          <a:xfrm>
            <a:off x="3922713" y="2092326"/>
            <a:ext cx="4824412" cy="647700"/>
          </a:xfrm>
          <a:prstGeom prst="rect">
            <a:avLst/>
          </a:prstGeom>
          <a:solidFill>
            <a:srgbClr val="FFFF00">
              <a:alpha val="6196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4199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814097"/>
            <a:ext cx="5765800" cy="561584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2.3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二阶常系数线性微分方程</a:t>
            </a:r>
          </a:p>
        </p:txBody>
      </p:sp>
      <p:sp>
        <p:nvSpPr>
          <p:cNvPr id="273414" name="Rectangle 6"/>
          <p:cNvSpPr>
            <a:spLocks noChangeArrowheads="1"/>
          </p:cNvSpPr>
          <p:nvPr/>
        </p:nvSpPr>
        <p:spPr bwMode="auto">
          <a:xfrm>
            <a:off x="2288382" y="1572066"/>
            <a:ext cx="93503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形如</a:t>
            </a:r>
          </a:p>
        </p:txBody>
      </p:sp>
      <p:sp>
        <p:nvSpPr>
          <p:cNvPr id="41994" name="Rectangle 16"/>
          <p:cNvSpPr>
            <a:spLocks noChangeArrowheads="1"/>
          </p:cNvSpPr>
          <p:nvPr/>
        </p:nvSpPr>
        <p:spPr bwMode="auto">
          <a:xfrm>
            <a:off x="1524001" y="2988034"/>
            <a:ext cx="184731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aphicFrame>
        <p:nvGraphicFramePr>
          <p:cNvPr id="273423" name="Object 15"/>
          <p:cNvGraphicFramePr>
            <a:graphicFrameLocks noChangeAspect="1"/>
          </p:cNvGraphicFramePr>
          <p:nvPr/>
        </p:nvGraphicFramePr>
        <p:xfrm>
          <a:off x="3223419" y="1522413"/>
          <a:ext cx="56848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82600" imgH="215640" progId="Equation.DSMT4">
                  <p:embed/>
                </p:oleObj>
              </mc:Choice>
              <mc:Fallback>
                <p:oleObj name="Equation" r:id="rId3" imgW="2082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3419" y="1522413"/>
                        <a:ext cx="56848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27" name="Rectangle 19"/>
          <p:cNvSpPr>
            <a:spLocks noChangeArrowheads="1"/>
          </p:cNvSpPr>
          <p:nvPr/>
        </p:nvSpPr>
        <p:spPr bwMode="auto">
          <a:xfrm>
            <a:off x="8904288" y="1554750"/>
            <a:ext cx="1439862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这样的</a:t>
            </a:r>
          </a:p>
        </p:txBody>
      </p:sp>
      <p:sp>
        <p:nvSpPr>
          <p:cNvPr id="273428" name="Rectangle 20"/>
          <p:cNvSpPr>
            <a:spLocks noChangeArrowheads="1"/>
          </p:cNvSpPr>
          <p:nvPr/>
        </p:nvSpPr>
        <p:spPr bwMode="auto">
          <a:xfrm>
            <a:off x="1703389" y="2183221"/>
            <a:ext cx="7981950" cy="4801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kumimoji="1" lang="zh-CN" altLang="en-US" sz="2800" b="1" dirty="0">
                <a:latin typeface="Times New Roman" pitchFamily="18" charset="0"/>
              </a:rPr>
              <a:t>微分方程称为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二阶常系数齐次线性微分方程</a:t>
            </a:r>
            <a:r>
              <a:rPr kumimoji="1" lang="zh-CN" altLang="en-US" sz="2800" b="1" dirty="0">
                <a:latin typeface="Times New Roman" pitchFamily="18" charset="0"/>
              </a:rPr>
              <a:t>．</a:t>
            </a:r>
          </a:p>
        </p:txBody>
      </p:sp>
      <p:sp>
        <p:nvSpPr>
          <p:cNvPr id="273429" name="Rectangle 21"/>
          <p:cNvSpPr>
            <a:spLocks noChangeArrowheads="1"/>
          </p:cNvSpPr>
          <p:nvPr/>
        </p:nvSpPr>
        <p:spPr bwMode="auto">
          <a:xfrm>
            <a:off x="2333625" y="2894134"/>
            <a:ext cx="93503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形如</a:t>
            </a:r>
          </a:p>
        </p:txBody>
      </p:sp>
      <p:sp>
        <p:nvSpPr>
          <p:cNvPr id="273432" name="Rectangle 24"/>
          <p:cNvSpPr>
            <a:spLocks noChangeArrowheads="1"/>
          </p:cNvSpPr>
          <p:nvPr/>
        </p:nvSpPr>
        <p:spPr bwMode="auto">
          <a:xfrm>
            <a:off x="1673225" y="3498879"/>
            <a:ext cx="8785225" cy="4801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kumimoji="1" lang="zh-CN" altLang="en-US" sz="2800" b="1" dirty="0">
                <a:latin typeface="Times New Roman" pitchFamily="18" charset="0"/>
              </a:rPr>
              <a:t>这样的微分方程称为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二阶常系数非齐次线性微分方程</a:t>
            </a:r>
            <a:r>
              <a:rPr kumimoji="1" lang="zh-CN" altLang="en-US" sz="2800" b="1" dirty="0">
                <a:latin typeface="Times New Roman" pitchFamily="18" charset="0"/>
              </a:rPr>
              <a:t>．</a:t>
            </a:r>
          </a:p>
        </p:txBody>
      </p:sp>
      <p:sp>
        <p:nvSpPr>
          <p:cNvPr id="273437" name="Text Box 29"/>
          <p:cNvSpPr txBox="1">
            <a:spLocks noChangeArrowheads="1"/>
          </p:cNvSpPr>
          <p:nvPr/>
        </p:nvSpPr>
        <p:spPr bwMode="auto">
          <a:xfrm>
            <a:off x="2341432" y="4229751"/>
            <a:ext cx="1257300" cy="4801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例如</a:t>
            </a:r>
          </a:p>
        </p:txBody>
      </p:sp>
      <p:graphicFrame>
        <p:nvGraphicFramePr>
          <p:cNvPr id="273438" name="Object 30"/>
          <p:cNvGraphicFramePr>
            <a:graphicFrameLocks noChangeAspect="1"/>
          </p:cNvGraphicFramePr>
          <p:nvPr/>
        </p:nvGraphicFramePr>
        <p:xfrm>
          <a:off x="3213100" y="4243747"/>
          <a:ext cx="26543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91880" imgH="203040" progId="Equation.DSMT4">
                  <p:embed/>
                </p:oleObj>
              </mc:Choice>
              <mc:Fallback>
                <p:oleObj name="Equation" r:id="rId5" imgW="1091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4243747"/>
                        <a:ext cx="265430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42" name="Rectangle 34"/>
          <p:cNvSpPr>
            <a:spLocks noChangeArrowheads="1"/>
          </p:cNvSpPr>
          <p:nvPr/>
        </p:nvSpPr>
        <p:spPr bwMode="auto">
          <a:xfrm>
            <a:off x="5735638" y="4291658"/>
            <a:ext cx="4608512" cy="4801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kumimoji="1" lang="zh-CN" altLang="en-US" sz="2800" b="1" dirty="0">
                <a:latin typeface="Times New Roman" pitchFamily="18" charset="0"/>
              </a:rPr>
              <a:t>是二阶常系数齐次线性微分</a:t>
            </a:r>
          </a:p>
        </p:txBody>
      </p:sp>
      <p:sp>
        <p:nvSpPr>
          <p:cNvPr id="273443" name="Rectangle 35"/>
          <p:cNvSpPr>
            <a:spLocks noChangeArrowheads="1"/>
          </p:cNvSpPr>
          <p:nvPr/>
        </p:nvSpPr>
        <p:spPr bwMode="auto">
          <a:xfrm>
            <a:off x="1752600" y="4852060"/>
            <a:ext cx="1266693" cy="48013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kumimoji="1" lang="zh-CN" altLang="en-US" sz="2800" b="1" dirty="0"/>
              <a:t>方程；</a:t>
            </a:r>
          </a:p>
        </p:txBody>
      </p:sp>
      <p:graphicFrame>
        <p:nvGraphicFramePr>
          <p:cNvPr id="273444" name="Object 36"/>
          <p:cNvGraphicFramePr>
            <a:graphicFrameLocks noChangeAspect="1"/>
          </p:cNvGraphicFramePr>
          <p:nvPr/>
        </p:nvGraphicFramePr>
        <p:xfrm>
          <a:off x="2813778" y="4812802"/>
          <a:ext cx="28384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68200" imgH="228600" progId="Equation.DSMT4">
                  <p:embed/>
                </p:oleObj>
              </mc:Choice>
              <mc:Fallback>
                <p:oleObj name="Equation" r:id="rId7" imgW="1168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778" y="4812802"/>
                        <a:ext cx="283845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45" name="Rectangle 37"/>
          <p:cNvSpPr>
            <a:spLocks noChangeArrowheads="1"/>
          </p:cNvSpPr>
          <p:nvPr/>
        </p:nvSpPr>
        <p:spPr bwMode="auto">
          <a:xfrm>
            <a:off x="5446712" y="4932978"/>
            <a:ext cx="4897438" cy="4801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kumimoji="1" lang="zh-CN" altLang="en-US" sz="2800" b="1" dirty="0">
                <a:latin typeface="Times New Roman" pitchFamily="18" charset="0"/>
              </a:rPr>
              <a:t>是二阶常系数非齐次线性微分</a:t>
            </a:r>
          </a:p>
        </p:txBody>
      </p:sp>
      <p:sp>
        <p:nvSpPr>
          <p:cNvPr id="273446" name="Rectangle 38"/>
          <p:cNvSpPr>
            <a:spLocks noChangeArrowheads="1"/>
          </p:cNvSpPr>
          <p:nvPr/>
        </p:nvSpPr>
        <p:spPr bwMode="auto">
          <a:xfrm>
            <a:off x="1752600" y="5504255"/>
            <a:ext cx="1266693" cy="48013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kumimoji="1" lang="zh-CN" altLang="en-US" sz="2800" b="1" dirty="0"/>
              <a:t>方程．</a:t>
            </a:r>
          </a:p>
        </p:txBody>
      </p:sp>
      <p:graphicFrame>
        <p:nvGraphicFramePr>
          <p:cNvPr id="41989" name="Object 22"/>
          <p:cNvGraphicFramePr>
            <a:graphicFrameLocks noChangeAspect="1"/>
          </p:cNvGraphicFramePr>
          <p:nvPr/>
        </p:nvGraphicFramePr>
        <p:xfrm>
          <a:off x="3268662" y="2834211"/>
          <a:ext cx="70754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81000" imgH="215640" progId="Equation.DSMT4">
                  <p:embed/>
                </p:oleObj>
              </mc:Choice>
              <mc:Fallback>
                <p:oleObj name="Equation" r:id="rId9" imgW="2781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8662" y="2834211"/>
                        <a:ext cx="707548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15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273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27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7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750"/>
                                        <p:tgtEl>
                                          <p:spTgt spid="27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7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7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750"/>
                                        <p:tgtEl>
                                          <p:spTgt spid="273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25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0"/>
                                        <p:tgtEl>
                                          <p:spTgt spid="27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500"/>
                                        <p:tgtEl>
                                          <p:spTgt spid="27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750"/>
                                        <p:tgtEl>
                                          <p:spTgt spid="27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25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7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36" grpId="0" animBg="1"/>
      <p:bldP spid="273435" grpId="0" animBg="1"/>
      <p:bldP spid="273414" grpId="0" autoUpdateAnimBg="0"/>
      <p:bldP spid="273427" grpId="0" autoUpdateAnimBg="0"/>
      <p:bldP spid="273428" grpId="0" autoUpdateAnimBg="0"/>
      <p:bldP spid="273429" grpId="0" autoUpdateAnimBg="0"/>
      <p:bldP spid="273432" grpId="0" autoUpdateAnimBg="0"/>
      <p:bldP spid="273437" grpId="0" autoUpdateAnimBg="0"/>
      <p:bldP spid="273442" grpId="0" autoUpdateAnimBg="0"/>
      <p:bldP spid="273443" grpId="0"/>
      <p:bldP spid="273445" grpId="0" autoUpdateAnimBg="0"/>
      <p:bldP spid="2734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68537" y="882060"/>
            <a:ext cx="7139831" cy="6477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二阶常系数齐次线性微分方程解法</a:t>
            </a:r>
          </a:p>
        </p:txBody>
      </p:sp>
      <p:graphicFrame>
        <p:nvGraphicFramePr>
          <p:cNvPr id="275477" name="Object 21"/>
          <p:cNvGraphicFramePr>
            <a:graphicFrameLocks noGrp="1" noChangeAspect="1"/>
          </p:cNvGraphicFramePr>
          <p:nvPr>
            <p:ph sz="half" idx="1"/>
          </p:nvPr>
        </p:nvGraphicFramePr>
        <p:xfrm>
          <a:off x="5334793" y="2204065"/>
          <a:ext cx="2097087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240" imgH="228600" progId="Equation.DSMT4">
                  <p:embed/>
                </p:oleObj>
              </mc:Choice>
              <mc:Fallback>
                <p:oleObj name="Equation" r:id="rId3" imgW="87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793" y="2204065"/>
                        <a:ext cx="2097087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60" name="Object 4"/>
          <p:cNvGraphicFramePr>
            <a:graphicFrameLocks noChangeAspect="1"/>
          </p:cNvGraphicFramePr>
          <p:nvPr/>
        </p:nvGraphicFramePr>
        <p:xfrm>
          <a:off x="2351088" y="2179867"/>
          <a:ext cx="2926556" cy="5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68200" imgH="228600" progId="Equation.DSMT4">
                  <p:embed/>
                </p:oleObj>
              </mc:Choice>
              <mc:Fallback>
                <p:oleObj name="Equation" r:id="rId5" imgW="1168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2179867"/>
                        <a:ext cx="2926556" cy="5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1" name="Text Box 5"/>
          <p:cNvSpPr txBox="1">
            <a:spLocks noChangeArrowheads="1"/>
          </p:cNvSpPr>
          <p:nvPr/>
        </p:nvSpPr>
        <p:spPr bwMode="auto">
          <a:xfrm>
            <a:off x="2351088" y="2916506"/>
            <a:ext cx="38481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将其代入上方程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275462" name="Object 6"/>
          <p:cNvGraphicFramePr>
            <a:graphicFrameLocks noChangeAspect="1"/>
          </p:cNvGraphicFramePr>
          <p:nvPr/>
        </p:nvGraphicFramePr>
        <p:xfrm>
          <a:off x="2436380" y="3560113"/>
          <a:ext cx="3548784" cy="602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46040" imgH="228600" progId="Equation.DSMT4">
                  <p:embed/>
                </p:oleObj>
              </mc:Choice>
              <mc:Fallback>
                <p:oleObj name="Equation" r:id="rId7" imgW="1346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380" y="3560113"/>
                        <a:ext cx="3548784" cy="602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63" name="Object 7"/>
          <p:cNvGraphicFramePr>
            <a:graphicFrameLocks noChangeAspect="1"/>
          </p:cNvGraphicFramePr>
          <p:nvPr/>
        </p:nvGraphicFramePr>
        <p:xfrm>
          <a:off x="6517301" y="3602100"/>
          <a:ext cx="1666118" cy="588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7640" imgH="228600" progId="Equation.DSMT4">
                  <p:embed/>
                </p:oleObj>
              </mc:Choice>
              <mc:Fallback>
                <p:oleObj name="Equation" r:id="rId9" imgW="647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7301" y="3602100"/>
                        <a:ext cx="1666118" cy="5880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4" name="Text Box 8"/>
          <p:cNvSpPr txBox="1">
            <a:spLocks noChangeArrowheads="1"/>
          </p:cNvSpPr>
          <p:nvPr/>
        </p:nvSpPr>
        <p:spPr bwMode="auto">
          <a:xfrm>
            <a:off x="2442766" y="4279555"/>
            <a:ext cx="1371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∴</a:t>
            </a:r>
          </a:p>
        </p:txBody>
      </p:sp>
      <p:graphicFrame>
        <p:nvGraphicFramePr>
          <p:cNvPr id="275465" name="Object 9"/>
          <p:cNvGraphicFramePr>
            <a:graphicFrameLocks noChangeAspect="1"/>
          </p:cNvGraphicFramePr>
          <p:nvPr/>
        </p:nvGraphicFramePr>
        <p:xfrm>
          <a:off x="3140797" y="4190142"/>
          <a:ext cx="2336367" cy="594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90360" imgH="228600" progId="Equation.DSMT4">
                  <p:embed/>
                </p:oleObj>
              </mc:Choice>
              <mc:Fallback>
                <p:oleObj name="Equation" r:id="rId11" imgW="990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797" y="4190142"/>
                        <a:ext cx="2336367" cy="594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6" name="AutoShape 10"/>
          <p:cNvSpPr>
            <a:spLocks noChangeArrowheads="1"/>
          </p:cNvSpPr>
          <p:nvPr/>
        </p:nvSpPr>
        <p:spPr bwMode="auto">
          <a:xfrm>
            <a:off x="7091016" y="4299586"/>
            <a:ext cx="1806575" cy="457200"/>
          </a:xfrm>
          <a:prstGeom prst="wedgeRectCallout">
            <a:avLst>
              <a:gd name="adj1" fmla="val -129176"/>
              <a:gd name="adj2" fmla="val 4514"/>
            </a:avLst>
          </a:prstGeom>
          <a:solidFill>
            <a:srgbClr val="FFCC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特征方程</a:t>
            </a:r>
          </a:p>
        </p:txBody>
      </p:sp>
      <p:graphicFrame>
        <p:nvGraphicFramePr>
          <p:cNvPr id="2754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499625"/>
              </p:ext>
            </p:extLst>
          </p:nvPr>
        </p:nvGraphicFramePr>
        <p:xfrm>
          <a:off x="3919435" y="4863303"/>
          <a:ext cx="3512445" cy="1149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800" imgH="457200" progId="Equation.DSMT4">
                  <p:embed/>
                </p:oleObj>
              </mc:Choice>
              <mc:Fallback>
                <p:oleObj name="Equation" r:id="rId13" imgW="1396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9435" y="4863303"/>
                        <a:ext cx="3512445" cy="11495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8" name="Rectangle 12"/>
          <p:cNvSpPr>
            <a:spLocks noChangeArrowheads="1"/>
          </p:cNvSpPr>
          <p:nvPr/>
        </p:nvSpPr>
        <p:spPr bwMode="auto">
          <a:xfrm>
            <a:off x="2376091" y="5301208"/>
            <a:ext cx="143827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特征根</a:t>
            </a:r>
            <a:endParaRPr kumimoji="1" lang="zh-CN" altLang="en-US" sz="36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75469" name="Object 13"/>
          <p:cNvGraphicFramePr>
            <a:graphicFrameLocks noChangeAspect="1"/>
          </p:cNvGraphicFramePr>
          <p:nvPr/>
        </p:nvGraphicFramePr>
        <p:xfrm>
          <a:off x="2442766" y="1564758"/>
          <a:ext cx="3315855" cy="545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17440" imgH="203040" progId="Equation.DSMT4">
                  <p:embed/>
                </p:oleObj>
              </mc:Choice>
              <mc:Fallback>
                <p:oleObj name="Equation" r:id="rId15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766" y="1564758"/>
                        <a:ext cx="3315855" cy="545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79" name="Object 23"/>
          <p:cNvGraphicFramePr>
            <a:graphicFrameLocks noGrp="1" noChangeAspect="1"/>
          </p:cNvGraphicFramePr>
          <p:nvPr>
            <p:ph sz="half" idx="2"/>
          </p:nvPr>
        </p:nvGraphicFramePr>
        <p:xfrm>
          <a:off x="7613218" y="2213591"/>
          <a:ext cx="1881187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99920" imgH="228600" progId="Equation.DSMT4">
                  <p:embed/>
                </p:oleObj>
              </mc:Choice>
              <mc:Fallback>
                <p:oleObj name="Equation" r:id="rId17" imgW="799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3218" y="2213591"/>
                        <a:ext cx="1881187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B45CD-C86B-48D4-829F-F0E1BCAACD99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04560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5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5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1" grpId="0" autoUpdateAnimBg="0"/>
      <p:bldP spid="275464" grpId="0" autoUpdateAnimBg="0"/>
      <p:bldP spid="275466" grpId="0" animBg="1" autoUpdateAnimBg="0"/>
      <p:bldP spid="27546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0" name="Text Box 2"/>
          <p:cNvSpPr txBox="1">
            <a:spLocks noChangeArrowheads="1"/>
          </p:cNvSpPr>
          <p:nvPr/>
        </p:nvSpPr>
        <p:spPr bwMode="auto">
          <a:xfrm>
            <a:off x="2351088" y="1196976"/>
            <a:ext cx="640920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Monotype Sorts" pitchFamily="2" charset="2"/>
              </a:rPr>
              <a:t>(1)</a:t>
            </a:r>
            <a:r>
              <a:rPr kumimoji="1" lang="zh-CN" altLang="en-US" sz="3200" b="1" dirty="0">
                <a:solidFill>
                  <a:srgbClr val="0000CC"/>
                </a:solidFill>
                <a:latin typeface="宋体" panose="02010600030101010101" pitchFamily="2" charset="-122"/>
                <a:sym typeface="Monotype Sorts" pitchFamily="2" charset="2"/>
              </a:rPr>
              <a:t>有两个不相等的实根</a:t>
            </a:r>
            <a:endParaRPr kumimoji="1" lang="zh-CN" altLang="en-US" sz="3200" b="1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77507" name="Object 3"/>
          <p:cNvGraphicFramePr>
            <a:graphicFrameLocks noChangeAspect="1"/>
          </p:cNvGraphicFramePr>
          <p:nvPr/>
        </p:nvGraphicFramePr>
        <p:xfrm>
          <a:off x="3989685" y="1859224"/>
          <a:ext cx="3029951" cy="1051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20480" imgH="457200" progId="Equation.DSMT4">
                  <p:embed/>
                </p:oleObj>
              </mc:Choice>
              <mc:Fallback>
                <p:oleObj name="Equation" r:id="rId3" imgW="13204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9685" y="1859224"/>
                        <a:ext cx="3029951" cy="10512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08" name="Object 4"/>
          <p:cNvGraphicFramePr>
            <a:graphicFrameLocks noChangeAspect="1"/>
          </p:cNvGraphicFramePr>
          <p:nvPr/>
        </p:nvGraphicFramePr>
        <p:xfrm>
          <a:off x="7265338" y="1835238"/>
          <a:ext cx="3254880" cy="1118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457200" progId="Equation.DSMT4">
                  <p:embed/>
                </p:oleObj>
              </mc:Choice>
              <mc:Fallback>
                <p:oleObj name="Equation" r:id="rId5" imgW="13334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338" y="1835238"/>
                        <a:ext cx="3254880" cy="1118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977615"/>
              </p:ext>
            </p:extLst>
          </p:nvPr>
        </p:nvGraphicFramePr>
        <p:xfrm>
          <a:off x="2733085" y="3598457"/>
          <a:ext cx="1768912" cy="700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480" imgH="241200" progId="Equation.DSMT4">
                  <p:embed/>
                </p:oleObj>
              </mc:Choice>
              <mc:Fallback>
                <p:oleObj name="Equation" r:id="rId7" imgW="609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085" y="3598457"/>
                        <a:ext cx="1768912" cy="700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927877"/>
              </p:ext>
            </p:extLst>
          </p:nvPr>
        </p:nvGraphicFramePr>
        <p:xfrm>
          <a:off x="4727848" y="3598939"/>
          <a:ext cx="1748559" cy="676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22080" imgH="241200" progId="Equation.DSMT4">
                  <p:embed/>
                </p:oleObj>
              </mc:Choice>
              <mc:Fallback>
                <p:oleObj name="Equation" r:id="rId9" imgW="622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848" y="3598939"/>
                        <a:ext cx="1748559" cy="6765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1" name="Text Box 7"/>
          <p:cNvSpPr txBox="1">
            <a:spLocks noChangeArrowheads="1"/>
          </p:cNvSpPr>
          <p:nvPr/>
        </p:nvSpPr>
        <p:spPr bwMode="auto">
          <a:xfrm>
            <a:off x="2424113" y="3068639"/>
            <a:ext cx="51054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两个线性无关的特解</a:t>
            </a:r>
            <a:endParaRPr kumimoji="1" lang="zh-CN" altLang="en-US" sz="3200" b="1">
              <a:latin typeface="Times New Roman" panose="02020603050405020304" pitchFamily="18" charset="0"/>
            </a:endParaRPr>
          </a:p>
        </p:txBody>
      </p:sp>
      <p:sp>
        <p:nvSpPr>
          <p:cNvPr id="277512" name="Text Box 8"/>
          <p:cNvSpPr txBox="1">
            <a:spLocks noChangeArrowheads="1"/>
          </p:cNvSpPr>
          <p:nvPr/>
        </p:nvSpPr>
        <p:spPr bwMode="auto">
          <a:xfrm>
            <a:off x="2424113" y="4480043"/>
            <a:ext cx="3886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得齐次方程的通解为</a:t>
            </a:r>
            <a:endParaRPr kumimoji="1" lang="zh-CN" altLang="en-US" sz="32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775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326604"/>
              </p:ext>
            </p:extLst>
          </p:nvPr>
        </p:nvGraphicFramePr>
        <p:xfrm>
          <a:off x="2757767" y="5013176"/>
          <a:ext cx="3488459" cy="662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31560" imgH="241200" progId="Equation.DSMT4">
                  <p:embed/>
                </p:oleObj>
              </mc:Choice>
              <mc:Fallback>
                <p:oleObj name="Equation" r:id="rId11" imgW="1231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767" y="5013176"/>
                        <a:ext cx="3488459" cy="662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516726"/>
              </p:ext>
            </p:extLst>
          </p:nvPr>
        </p:nvGraphicFramePr>
        <p:xfrm>
          <a:off x="6643831" y="1195633"/>
          <a:ext cx="1324377" cy="554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82400" imgH="203040" progId="Equation.DSMT4">
                  <p:embed/>
                </p:oleObj>
              </mc:Choice>
              <mc:Fallback>
                <p:oleObj name="Equation" r:id="rId13" imgW="482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831" y="1195633"/>
                        <a:ext cx="1324377" cy="5547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5" name="Text Box 11"/>
          <p:cNvSpPr txBox="1">
            <a:spLocks noChangeArrowheads="1"/>
          </p:cNvSpPr>
          <p:nvPr/>
        </p:nvSpPr>
        <p:spPr bwMode="auto">
          <a:xfrm>
            <a:off x="2351088" y="2168526"/>
            <a:ext cx="2133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特征根为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78048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7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7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7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27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"/>
                                        <p:tgtEl>
                                          <p:spTgt spid="27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7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11" grpId="0" autoUpdateAnimBg="0"/>
      <p:bldP spid="277512" grpId="0" autoUpdateAnimBg="0"/>
      <p:bldP spid="27751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8" name="Text Box 2"/>
          <p:cNvSpPr txBox="1">
            <a:spLocks noChangeArrowheads="1"/>
          </p:cNvSpPr>
          <p:nvPr/>
        </p:nvSpPr>
        <p:spPr bwMode="auto">
          <a:xfrm>
            <a:off x="2049463" y="958590"/>
            <a:ext cx="464820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Monotype Sorts" pitchFamily="2" charset="2"/>
              </a:rPr>
              <a:t>(2)</a:t>
            </a:r>
            <a:r>
              <a:rPr kumimoji="1" lang="zh-CN" altLang="en-US" sz="3200" b="1" dirty="0">
                <a:solidFill>
                  <a:srgbClr val="0000CC"/>
                </a:solidFill>
                <a:latin typeface="宋体" panose="02010600030101010101" pitchFamily="2" charset="-122"/>
                <a:sym typeface="Monotype Sorts" pitchFamily="2" charset="2"/>
              </a:rPr>
              <a:t>有两个相等的实根</a:t>
            </a:r>
            <a:endParaRPr kumimoji="1" lang="zh-CN" altLang="en-US" sz="3200" b="1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79555" name="Object 3"/>
          <p:cNvGraphicFramePr>
            <a:graphicFrameLocks noChangeAspect="1"/>
          </p:cNvGraphicFramePr>
          <p:nvPr/>
        </p:nvGraphicFramePr>
        <p:xfrm>
          <a:off x="7637463" y="1562682"/>
          <a:ext cx="1589757" cy="629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41200" progId="Equation.DSMT4">
                  <p:embed/>
                </p:oleObj>
              </mc:Choice>
              <mc:Fallback>
                <p:oleObj name="Equation" r:id="rId3" imgW="609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7463" y="1562682"/>
                        <a:ext cx="1589757" cy="629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6" name="Object 4"/>
          <p:cNvGraphicFramePr>
            <a:graphicFrameLocks noChangeAspect="1"/>
          </p:cNvGraphicFramePr>
          <p:nvPr/>
        </p:nvGraphicFramePr>
        <p:xfrm>
          <a:off x="3560079" y="1420130"/>
          <a:ext cx="2321608" cy="1018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27000" imgH="406080" progId="Equation.DSMT4">
                  <p:embed/>
                </p:oleObj>
              </mc:Choice>
              <mc:Fallback>
                <p:oleObj name="Equation" r:id="rId5" imgW="927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0079" y="1420130"/>
                        <a:ext cx="2321608" cy="1018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571158"/>
              </p:ext>
            </p:extLst>
          </p:nvPr>
        </p:nvGraphicFramePr>
        <p:xfrm>
          <a:off x="6025429" y="962580"/>
          <a:ext cx="12414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2400" imgH="203040" progId="Equation.DSMT4">
                  <p:embed/>
                </p:oleObj>
              </mc:Choice>
              <mc:Fallback>
                <p:oleObj name="Equation" r:id="rId7" imgW="482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5429" y="962580"/>
                        <a:ext cx="12414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58" name="Text Box 6"/>
          <p:cNvSpPr txBox="1">
            <a:spLocks noChangeArrowheads="1"/>
          </p:cNvSpPr>
          <p:nvPr/>
        </p:nvSpPr>
        <p:spPr bwMode="auto">
          <a:xfrm>
            <a:off x="6056336" y="1711235"/>
            <a:ext cx="20574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一特解为</a:t>
            </a:r>
          </a:p>
        </p:txBody>
      </p:sp>
      <p:sp>
        <p:nvSpPr>
          <p:cNvPr id="279559" name="Text Box 7"/>
          <p:cNvSpPr txBox="1">
            <a:spLocks noChangeArrowheads="1"/>
          </p:cNvSpPr>
          <p:nvPr/>
        </p:nvSpPr>
        <p:spPr bwMode="auto">
          <a:xfrm>
            <a:off x="2080615" y="5338554"/>
            <a:ext cx="3886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得齐次方程的通解为</a:t>
            </a:r>
            <a:endParaRPr kumimoji="1" lang="zh-CN" altLang="en-US" sz="32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79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145524"/>
              </p:ext>
            </p:extLst>
          </p:nvPr>
        </p:nvGraphicFramePr>
        <p:xfrm>
          <a:off x="5735960" y="5203806"/>
          <a:ext cx="3299126" cy="634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18960" imgH="241200" progId="Equation.DSMT4">
                  <p:embed/>
                </p:oleObj>
              </mc:Choice>
              <mc:Fallback>
                <p:oleObj name="Equation" r:id="rId9" imgW="1218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960" y="5203806"/>
                        <a:ext cx="3299126" cy="634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1" name="Object 9"/>
          <p:cNvGraphicFramePr>
            <a:graphicFrameLocks noChangeAspect="1"/>
          </p:cNvGraphicFramePr>
          <p:nvPr/>
        </p:nvGraphicFramePr>
        <p:xfrm>
          <a:off x="2107480" y="3187150"/>
          <a:ext cx="60960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6375400" imgH="520700" progId="Equation.3">
                  <p:embed/>
                </p:oleObj>
              </mc:Choice>
              <mc:Fallback>
                <p:oleObj name="公式" r:id="rId11" imgW="63754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7480" y="3187150"/>
                        <a:ext cx="60960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2" name="Object 10"/>
          <p:cNvGraphicFramePr>
            <a:graphicFrameLocks noChangeAspect="1"/>
          </p:cNvGraphicFramePr>
          <p:nvPr/>
        </p:nvGraphicFramePr>
        <p:xfrm>
          <a:off x="2228562" y="3784701"/>
          <a:ext cx="6668267" cy="678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74560" imgH="241200" progId="Equation.DSMT4">
                  <p:embed/>
                </p:oleObj>
              </mc:Choice>
              <mc:Fallback>
                <p:oleObj name="Equation" r:id="rId13" imgW="2374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562" y="3784701"/>
                        <a:ext cx="6668267" cy="678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3" name="Object 11"/>
          <p:cNvGraphicFramePr>
            <a:graphicFrameLocks noChangeAspect="1"/>
          </p:cNvGraphicFramePr>
          <p:nvPr/>
        </p:nvGraphicFramePr>
        <p:xfrm>
          <a:off x="2148034" y="4695147"/>
          <a:ext cx="16256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612900" imgH="444500" progId="Equation.3">
                  <p:embed/>
                </p:oleObj>
              </mc:Choice>
              <mc:Fallback>
                <p:oleObj name="公式" r:id="rId15" imgW="16129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8034" y="4695147"/>
                        <a:ext cx="16256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4" name="Object 12"/>
          <p:cNvGraphicFramePr>
            <a:graphicFrameLocks noChangeAspect="1"/>
          </p:cNvGraphicFramePr>
          <p:nvPr/>
        </p:nvGraphicFramePr>
        <p:xfrm>
          <a:off x="3966443" y="4655182"/>
          <a:ext cx="1971704" cy="548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50680" imgH="215640" progId="Equation.DSMT4">
                  <p:embed/>
                </p:oleObj>
              </mc:Choice>
              <mc:Fallback>
                <p:oleObj name="Equation" r:id="rId17" imgW="850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6443" y="4655182"/>
                        <a:ext cx="1971704" cy="5486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166924"/>
              </p:ext>
            </p:extLst>
          </p:nvPr>
        </p:nvGraphicFramePr>
        <p:xfrm>
          <a:off x="6130957" y="4592586"/>
          <a:ext cx="2413316" cy="627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27000" imgH="241200" progId="Equation.DSMT4">
                  <p:embed/>
                </p:oleObj>
              </mc:Choice>
              <mc:Fallback>
                <p:oleObj name="Equation" r:id="rId19" imgW="927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0957" y="4592586"/>
                        <a:ext cx="2413316" cy="627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6" name="Object 14"/>
          <p:cNvGraphicFramePr>
            <a:graphicFrameLocks noChangeAspect="1"/>
          </p:cNvGraphicFramePr>
          <p:nvPr/>
        </p:nvGraphicFramePr>
        <p:xfrm>
          <a:off x="2107480" y="2469481"/>
          <a:ext cx="4538662" cy="580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904760" imgH="241200" progId="Equation.DSMT4">
                  <p:embed/>
                </p:oleObj>
              </mc:Choice>
              <mc:Fallback>
                <p:oleObj name="Equation" r:id="rId21" imgW="1904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7480" y="2469481"/>
                        <a:ext cx="4538662" cy="580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67" name="Line 15"/>
          <p:cNvSpPr>
            <a:spLocks noChangeShapeType="1"/>
          </p:cNvSpPr>
          <p:nvPr/>
        </p:nvSpPr>
        <p:spPr bwMode="auto">
          <a:xfrm>
            <a:off x="3201700" y="4462968"/>
            <a:ext cx="1371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9568" name="Line 16"/>
          <p:cNvSpPr>
            <a:spLocks noChangeShapeType="1"/>
          </p:cNvSpPr>
          <p:nvPr/>
        </p:nvSpPr>
        <p:spPr bwMode="auto">
          <a:xfrm>
            <a:off x="5541242" y="4497172"/>
            <a:ext cx="2209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9569" name="Text Box 17"/>
          <p:cNvSpPr txBox="1">
            <a:spLocks noChangeArrowheads="1"/>
          </p:cNvSpPr>
          <p:nvPr/>
        </p:nvSpPr>
        <p:spPr bwMode="auto">
          <a:xfrm>
            <a:off x="2049463" y="1713410"/>
            <a:ext cx="2133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特征根为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00027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9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9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75"/>
                                        <p:tgtEl>
                                          <p:spTgt spid="279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9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8" grpId="0" autoUpdateAnimBg="0"/>
      <p:bldP spid="279559" grpId="0" autoUpdateAnimBg="0"/>
      <p:bldP spid="279567" grpId="0" animBg="1"/>
      <p:bldP spid="279568" grpId="0" animBg="1"/>
      <p:bldP spid="27956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2" name="Text Box 2"/>
          <p:cNvSpPr txBox="1">
            <a:spLocks noChangeArrowheads="1"/>
          </p:cNvSpPr>
          <p:nvPr/>
        </p:nvSpPr>
        <p:spPr bwMode="auto">
          <a:xfrm>
            <a:off x="2351088" y="1154114"/>
            <a:ext cx="784860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Monotype Sorts" pitchFamily="2" charset="2"/>
              </a:rPr>
              <a:t>(3)</a:t>
            </a:r>
            <a:r>
              <a:rPr kumimoji="1"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Monotype Sorts" pitchFamily="2" charset="2"/>
              </a:rPr>
              <a:t> </a:t>
            </a:r>
            <a:r>
              <a:rPr kumimoji="1" lang="zh-CN" altLang="en-US" sz="3200" b="1" dirty="0">
                <a:solidFill>
                  <a:srgbClr val="0000CC"/>
                </a:solidFill>
                <a:latin typeface="宋体" panose="02010600030101010101" pitchFamily="2" charset="-122"/>
                <a:sym typeface="Monotype Sorts" pitchFamily="2" charset="2"/>
              </a:rPr>
              <a:t>有一对共轭复根</a:t>
            </a:r>
            <a:endParaRPr kumimoji="1" lang="zh-CN" altLang="en-US" sz="3200" b="1" dirty="0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81603" name="Object 3"/>
          <p:cNvGraphicFramePr>
            <a:graphicFrameLocks noChangeAspect="1"/>
          </p:cNvGraphicFramePr>
          <p:nvPr/>
        </p:nvGraphicFramePr>
        <p:xfrm>
          <a:off x="4252826" y="1827502"/>
          <a:ext cx="2102026" cy="607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320" imgH="228600" progId="Equation.DSMT4">
                  <p:embed/>
                </p:oleObj>
              </mc:Choice>
              <mc:Fallback>
                <p:oleObj name="Equation" r:id="rId3" imgW="787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826" y="1827502"/>
                        <a:ext cx="2102026" cy="607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4" name="Object 4"/>
          <p:cNvGraphicFramePr>
            <a:graphicFrameLocks noChangeAspect="1"/>
          </p:cNvGraphicFramePr>
          <p:nvPr/>
        </p:nvGraphicFramePr>
        <p:xfrm>
          <a:off x="6565900" y="1824039"/>
          <a:ext cx="2009846" cy="582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87320" imgH="228600" progId="Equation.DSMT4">
                  <p:embed/>
                </p:oleObj>
              </mc:Choice>
              <mc:Fallback>
                <p:oleObj name="Equation" r:id="rId5" imgW="787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1824039"/>
                        <a:ext cx="2009846" cy="582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5" name="Object 5"/>
          <p:cNvGraphicFramePr>
            <a:graphicFrameLocks noChangeAspect="1"/>
          </p:cNvGraphicFramePr>
          <p:nvPr/>
        </p:nvGraphicFramePr>
        <p:xfrm>
          <a:off x="2742479" y="2488321"/>
          <a:ext cx="2430318" cy="70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25480" imgH="241200" progId="Equation.DSMT4">
                  <p:embed/>
                </p:oleObj>
              </mc:Choice>
              <mc:Fallback>
                <p:oleObj name="Equation" r:id="rId7" imgW="825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2479" y="2488321"/>
                        <a:ext cx="2430318" cy="70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6" name="Object 6"/>
          <p:cNvGraphicFramePr>
            <a:graphicFrameLocks noChangeAspect="1"/>
          </p:cNvGraphicFramePr>
          <p:nvPr/>
        </p:nvGraphicFramePr>
        <p:xfrm>
          <a:off x="5674373" y="2490060"/>
          <a:ext cx="2395540" cy="699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25480" imgH="241200" progId="Equation.DSMT4">
                  <p:embed/>
                </p:oleObj>
              </mc:Choice>
              <mc:Fallback>
                <p:oleObj name="Equation" r:id="rId9" imgW="825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4373" y="2490060"/>
                        <a:ext cx="2395540" cy="699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7" name="Object 7"/>
          <p:cNvGraphicFramePr>
            <a:graphicFrameLocks noChangeAspect="1"/>
          </p:cNvGraphicFramePr>
          <p:nvPr/>
        </p:nvGraphicFramePr>
        <p:xfrm>
          <a:off x="5983288" y="1168400"/>
          <a:ext cx="11652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82400" imgH="203040" progId="Equation.DSMT4">
                  <p:embed/>
                </p:oleObj>
              </mc:Choice>
              <mc:Fallback>
                <p:oleObj name="Equation" r:id="rId11" imgW="482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3288" y="1168400"/>
                        <a:ext cx="116522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8" name="Text Box 8"/>
          <p:cNvSpPr txBox="1">
            <a:spLocks noChangeArrowheads="1"/>
          </p:cNvSpPr>
          <p:nvPr/>
        </p:nvSpPr>
        <p:spPr bwMode="auto">
          <a:xfrm>
            <a:off x="2351088" y="3406776"/>
            <a:ext cx="20574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重新组合</a:t>
            </a:r>
          </a:p>
        </p:txBody>
      </p:sp>
      <p:graphicFrame>
        <p:nvGraphicFramePr>
          <p:cNvPr id="281609" name="Object 9"/>
          <p:cNvGraphicFramePr>
            <a:graphicFrameLocks noChangeAspect="1"/>
          </p:cNvGraphicFramePr>
          <p:nvPr/>
        </p:nvGraphicFramePr>
        <p:xfrm>
          <a:off x="3957638" y="3121025"/>
          <a:ext cx="2579964" cy="947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628900" imgH="965200" progId="Equation.3">
                  <p:embed/>
                </p:oleObj>
              </mc:Choice>
              <mc:Fallback>
                <p:oleObj name="公式" r:id="rId13" imgW="26289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638" y="3121025"/>
                        <a:ext cx="2579964" cy="9472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0" name="Object 10"/>
          <p:cNvGraphicFramePr>
            <a:graphicFrameLocks noChangeAspect="1"/>
          </p:cNvGraphicFramePr>
          <p:nvPr/>
        </p:nvGraphicFramePr>
        <p:xfrm>
          <a:off x="6499225" y="3277670"/>
          <a:ext cx="276542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63280" imgH="228600" progId="Equation.DSMT4">
                  <p:embed/>
                </p:oleObj>
              </mc:Choice>
              <mc:Fallback>
                <p:oleObj name="Equation" r:id="rId15" imgW="863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9225" y="3277670"/>
                        <a:ext cx="2765425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1" name="Object 11"/>
          <p:cNvGraphicFramePr>
            <a:graphicFrameLocks noChangeAspect="1"/>
          </p:cNvGraphicFramePr>
          <p:nvPr/>
        </p:nvGraphicFramePr>
        <p:xfrm>
          <a:off x="3876020" y="4060957"/>
          <a:ext cx="2743200" cy="1045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66680" imgH="406080" progId="Equation.DSMT4">
                  <p:embed/>
                </p:oleObj>
              </mc:Choice>
              <mc:Fallback>
                <p:oleObj name="Equation" r:id="rId17" imgW="1066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6020" y="4060957"/>
                        <a:ext cx="2743200" cy="10455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2" name="Object 12"/>
          <p:cNvGraphicFramePr>
            <a:graphicFrameLocks noChangeAspect="1"/>
          </p:cNvGraphicFramePr>
          <p:nvPr/>
        </p:nvGraphicFramePr>
        <p:xfrm>
          <a:off x="6491288" y="4313593"/>
          <a:ext cx="2773362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38080" imgH="228600" progId="Equation.DSMT4">
                  <p:embed/>
                </p:oleObj>
              </mc:Choice>
              <mc:Fallback>
                <p:oleObj name="Equation" r:id="rId19" imgW="838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288" y="4313593"/>
                        <a:ext cx="2773362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3" name="Text Box 13"/>
          <p:cNvSpPr txBox="1">
            <a:spLocks noChangeArrowheads="1"/>
          </p:cNvSpPr>
          <p:nvPr/>
        </p:nvSpPr>
        <p:spPr bwMode="auto">
          <a:xfrm>
            <a:off x="2389188" y="5106521"/>
            <a:ext cx="3886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得齐次方程的通解为</a:t>
            </a:r>
            <a:endParaRPr kumimoji="1" lang="zh-CN" altLang="en-US" sz="32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16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949028"/>
              </p:ext>
            </p:extLst>
          </p:nvPr>
        </p:nvGraphicFramePr>
        <p:xfrm>
          <a:off x="3947564" y="5562515"/>
          <a:ext cx="4701131" cy="594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981080" imgH="241200" progId="Equation.DSMT4">
                  <p:embed/>
                </p:oleObj>
              </mc:Choice>
              <mc:Fallback>
                <p:oleObj name="Equation" r:id="rId21" imgW="1981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7564" y="5562515"/>
                        <a:ext cx="4701131" cy="594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5" name="Text Box 15"/>
          <p:cNvSpPr txBox="1">
            <a:spLocks noChangeArrowheads="1"/>
          </p:cNvSpPr>
          <p:nvPr/>
        </p:nvSpPr>
        <p:spPr bwMode="auto">
          <a:xfrm>
            <a:off x="2592388" y="1881189"/>
            <a:ext cx="2133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特征根为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554927"/>
              </p:ext>
            </p:extLst>
          </p:nvPr>
        </p:nvGraphicFramePr>
        <p:xfrm>
          <a:off x="7148513" y="454788"/>
          <a:ext cx="4196260" cy="629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523880" imgH="228600" progId="Equation.DSMT4">
                  <p:embed/>
                </p:oleObj>
              </mc:Choice>
              <mc:Fallback>
                <p:oleObj name="Equation" r:id="rId23" imgW="1523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48513" y="454788"/>
                        <a:ext cx="4196260" cy="629439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 w="127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661126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28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50"/>
                                        <p:tgtEl>
                                          <p:spTgt spid="28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750"/>
                                        <p:tgtEl>
                                          <p:spTgt spid="28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8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8" grpId="0"/>
      <p:bldP spid="281613" grpId="0"/>
      <p:bldP spid="28161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4786" name="Object 2"/>
          <p:cNvGraphicFramePr>
            <a:graphicFrameLocks noChangeAspect="1"/>
          </p:cNvGraphicFramePr>
          <p:nvPr/>
        </p:nvGraphicFramePr>
        <p:xfrm>
          <a:off x="4146515" y="1345768"/>
          <a:ext cx="2881889" cy="684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228600" progId="Equation.DSMT4">
                  <p:embed/>
                </p:oleObj>
              </mc:Choice>
              <mc:Fallback>
                <p:oleObj name="Equation" r:id="rId3" imgW="1028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6515" y="1345768"/>
                        <a:ext cx="2881889" cy="684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787" name="Object 3"/>
          <p:cNvGraphicFramePr>
            <a:graphicFrameLocks noChangeAspect="1"/>
          </p:cNvGraphicFramePr>
          <p:nvPr/>
        </p:nvGraphicFramePr>
        <p:xfrm>
          <a:off x="2371075" y="825068"/>
          <a:ext cx="31337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571795" imgH="409688" progId="Equation.3">
                  <p:embed/>
                </p:oleObj>
              </mc:Choice>
              <mc:Fallback>
                <p:oleObj name="公式" r:id="rId5" imgW="2571795" imgH="4096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075" y="825068"/>
                        <a:ext cx="31337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788" name="Object 4"/>
          <p:cNvGraphicFramePr>
            <a:graphicFrameLocks noChangeAspect="1"/>
          </p:cNvGraphicFramePr>
          <p:nvPr/>
        </p:nvGraphicFramePr>
        <p:xfrm>
          <a:off x="1293236" y="2992294"/>
          <a:ext cx="9688801" cy="3207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5652422" imgH="1905188" progId="Word.Document.8">
                  <p:embed/>
                </p:oleObj>
              </mc:Choice>
              <mc:Fallback>
                <p:oleObj name="Document" r:id="rId7" imgW="5652422" imgH="19051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 l="6975"/>
                      <a:stretch>
                        <a:fillRect/>
                      </a:stretch>
                    </p:blipFill>
                    <p:spPr bwMode="auto">
                      <a:xfrm>
                        <a:off x="1293236" y="2992294"/>
                        <a:ext cx="9688801" cy="3207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789" name="Text Box 5"/>
          <p:cNvSpPr txBox="1">
            <a:spLocks noChangeArrowheads="1"/>
          </p:cNvSpPr>
          <p:nvPr/>
        </p:nvSpPr>
        <p:spPr bwMode="auto">
          <a:xfrm>
            <a:off x="5670118" y="810237"/>
            <a:ext cx="316706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3200" b="1" dirty="0"/>
              <a:t>的特征方程是</a:t>
            </a:r>
          </a:p>
        </p:txBody>
      </p:sp>
      <p:graphicFrame>
        <p:nvGraphicFramePr>
          <p:cNvPr id="374790" name="Object 6"/>
          <p:cNvGraphicFramePr>
            <a:graphicFrameLocks noChangeAspect="1"/>
          </p:cNvGraphicFramePr>
          <p:nvPr/>
        </p:nvGraphicFramePr>
        <p:xfrm>
          <a:off x="2371075" y="2077822"/>
          <a:ext cx="31337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571795" imgH="409688" progId="Equation.3">
                  <p:embed/>
                </p:oleObj>
              </mc:Choice>
              <mc:Fallback>
                <p:oleObj name="公式" r:id="rId9" imgW="2571795" imgH="4096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075" y="2077822"/>
                        <a:ext cx="31337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791" name="Text Box 7"/>
          <p:cNvSpPr txBox="1">
            <a:spLocks noChangeArrowheads="1"/>
          </p:cNvSpPr>
          <p:nvPr/>
        </p:nvSpPr>
        <p:spPr bwMode="auto">
          <a:xfrm>
            <a:off x="5696709" y="2053150"/>
            <a:ext cx="161849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3200" b="1" dirty="0"/>
              <a:t>的通解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589222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7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37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37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37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0"/>
                                        <p:tgtEl>
                                          <p:spTgt spid="37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000"/>
                                        <p:tgtEl>
                                          <p:spTgt spid="37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9" grpId="0"/>
      <p:bldP spid="37479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383049"/>
              </p:ext>
            </p:extLst>
          </p:nvPr>
        </p:nvGraphicFramePr>
        <p:xfrm>
          <a:off x="3420629" y="1251862"/>
          <a:ext cx="4691595" cy="515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95200" imgH="215640" progId="Equation.DSMT4">
                  <p:embed/>
                </p:oleObj>
              </mc:Choice>
              <mc:Fallback>
                <p:oleObj name="Equation" r:id="rId3" imgW="2095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0629" y="1251862"/>
                        <a:ext cx="4691595" cy="515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2739" name="Text Box 3"/>
          <p:cNvSpPr txBox="1">
            <a:spLocks noChangeArrowheads="1"/>
          </p:cNvSpPr>
          <p:nvPr/>
        </p:nvSpPr>
        <p:spPr bwMode="auto">
          <a:xfrm>
            <a:off x="2296680" y="2092254"/>
            <a:ext cx="6858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kumimoji="1" lang="zh-CN" altLang="en-US" sz="40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72740" name="Rectangle 4"/>
          <p:cNvSpPr>
            <a:spLocks noChangeArrowheads="1"/>
          </p:cNvSpPr>
          <p:nvPr/>
        </p:nvSpPr>
        <p:spPr bwMode="auto">
          <a:xfrm>
            <a:off x="6240464" y="2060576"/>
            <a:ext cx="302418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的特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征方程为</a:t>
            </a:r>
          </a:p>
        </p:txBody>
      </p:sp>
      <p:graphicFrame>
        <p:nvGraphicFramePr>
          <p:cNvPr id="372741" name="Object 5"/>
          <p:cNvGraphicFramePr>
            <a:graphicFrameLocks noChangeAspect="1"/>
          </p:cNvGraphicFramePr>
          <p:nvPr/>
        </p:nvGraphicFramePr>
        <p:xfrm>
          <a:off x="3842761" y="2647933"/>
          <a:ext cx="2641166" cy="595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79280" imgH="228600" progId="Equation.DSMT4">
                  <p:embed/>
                </p:oleObj>
              </mc:Choice>
              <mc:Fallback>
                <p:oleObj name="Equation" r:id="rId5" imgW="1079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2761" y="2647933"/>
                        <a:ext cx="2641166" cy="5958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2742" name="Text Box 6"/>
          <p:cNvSpPr txBox="1">
            <a:spLocks noChangeArrowheads="1"/>
          </p:cNvSpPr>
          <p:nvPr/>
        </p:nvSpPr>
        <p:spPr bwMode="auto">
          <a:xfrm>
            <a:off x="2296680" y="3355656"/>
            <a:ext cx="10668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解得</a:t>
            </a:r>
          </a:p>
        </p:txBody>
      </p:sp>
      <p:graphicFrame>
        <p:nvGraphicFramePr>
          <p:cNvPr id="372743" name="Object 7"/>
          <p:cNvGraphicFramePr>
            <a:graphicFrameLocks noChangeAspect="1"/>
          </p:cNvGraphicFramePr>
          <p:nvPr/>
        </p:nvGraphicFramePr>
        <p:xfrm>
          <a:off x="3603771" y="3314340"/>
          <a:ext cx="2390629" cy="569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5920" imgH="228600" progId="Equation.DSMT4">
                  <p:embed/>
                </p:oleObj>
              </mc:Choice>
              <mc:Fallback>
                <p:oleObj name="Equation" r:id="rId7" imgW="1015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771" y="3314340"/>
                        <a:ext cx="2390629" cy="5693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2744" name="Text Box 8"/>
          <p:cNvSpPr txBox="1">
            <a:spLocks noChangeArrowheads="1"/>
          </p:cNvSpPr>
          <p:nvPr/>
        </p:nvSpPr>
        <p:spPr bwMode="auto">
          <a:xfrm>
            <a:off x="2297114" y="4101395"/>
            <a:ext cx="536733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故所求微分方程的通解为</a:t>
            </a:r>
          </a:p>
        </p:txBody>
      </p:sp>
      <p:graphicFrame>
        <p:nvGraphicFramePr>
          <p:cNvPr id="372745" name="Object 9"/>
          <p:cNvGraphicFramePr>
            <a:graphicFrameLocks noChangeAspect="1"/>
          </p:cNvGraphicFramePr>
          <p:nvPr/>
        </p:nvGraphicFramePr>
        <p:xfrm>
          <a:off x="3269203" y="4737726"/>
          <a:ext cx="3214723" cy="662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68200" imgH="241200" progId="Equation.DSMT4">
                  <p:embed/>
                </p:oleObj>
              </mc:Choice>
              <mc:Fallback>
                <p:oleObj name="Equation" r:id="rId9" imgW="1168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9203" y="4737726"/>
                        <a:ext cx="3214723" cy="6628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9" name="Text Box 10"/>
          <p:cNvSpPr txBox="1">
            <a:spLocks noChangeArrowheads="1"/>
          </p:cNvSpPr>
          <p:nvPr/>
        </p:nvSpPr>
        <p:spPr bwMode="auto">
          <a:xfrm>
            <a:off x="2366529" y="1258059"/>
            <a:ext cx="10541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kumimoji="1" lang="en-US" altLang="zh-CN" sz="2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1524001" y="3113447"/>
            <a:ext cx="184731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aphicFrame>
        <p:nvGraphicFramePr>
          <p:cNvPr id="372747" name="Object 11"/>
          <p:cNvGraphicFramePr>
            <a:graphicFrameLocks noChangeAspect="1"/>
          </p:cNvGraphicFramePr>
          <p:nvPr/>
        </p:nvGraphicFramePr>
        <p:xfrm>
          <a:off x="3428062" y="2049736"/>
          <a:ext cx="266382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91880" imgH="203040" progId="Equation.DSMT4">
                  <p:embed/>
                </p:oleObj>
              </mc:Choice>
              <mc:Fallback>
                <p:oleObj name="Equation" r:id="rId11" imgW="1091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062" y="2049736"/>
                        <a:ext cx="266382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424272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37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37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37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37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9" grpId="0" autoUpdateAnimBg="0"/>
      <p:bldP spid="372740" grpId="0" autoUpdateAnimBg="0"/>
      <p:bldP spid="372742" grpId="0" autoUpdateAnimBg="0"/>
      <p:bldP spid="37274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5" name="Rectangle 17"/>
          <p:cNvSpPr>
            <a:spLocks noChangeArrowheads="1"/>
          </p:cNvSpPr>
          <p:nvPr/>
        </p:nvSpPr>
        <p:spPr bwMode="auto">
          <a:xfrm>
            <a:off x="1524000" y="4033297"/>
            <a:ext cx="216726" cy="21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kumimoji="1" lang="en-US" altLang="zh-CN" sz="900"/>
              <a:t> </a:t>
            </a:r>
            <a:endParaRPr kumimoji="1"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49166" name="Group 21"/>
          <p:cNvGrpSpPr>
            <a:grpSpLocks/>
          </p:cNvGrpSpPr>
          <p:nvPr/>
        </p:nvGrpSpPr>
        <p:grpSpPr bwMode="auto">
          <a:xfrm>
            <a:off x="1703388" y="536134"/>
            <a:ext cx="7666038" cy="960438"/>
            <a:chOff x="558" y="674"/>
            <a:chExt cx="4829" cy="605"/>
          </a:xfrm>
        </p:grpSpPr>
        <p:sp>
          <p:nvSpPr>
            <p:cNvPr id="49176" name="Text Box 10"/>
            <p:cNvSpPr txBox="1">
              <a:spLocks noChangeArrowheads="1"/>
            </p:cNvSpPr>
            <p:nvPr/>
          </p:nvSpPr>
          <p:spPr bwMode="auto">
            <a:xfrm>
              <a:off x="558" y="828"/>
              <a:ext cx="664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</a:p>
          </p:txBody>
        </p:sp>
        <p:graphicFrame>
          <p:nvGraphicFramePr>
            <p:cNvPr id="49163" name="Object 13"/>
            <p:cNvGraphicFramePr>
              <a:graphicFrameLocks noChangeAspect="1"/>
            </p:cNvGraphicFramePr>
            <p:nvPr/>
          </p:nvGraphicFramePr>
          <p:xfrm>
            <a:off x="2394" y="674"/>
            <a:ext cx="1940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193760" imgH="419040" progId="Equation.DSMT4">
                    <p:embed/>
                  </p:oleObj>
                </mc:Choice>
                <mc:Fallback>
                  <p:oleObj name="Equation" r:id="rId3" imgW="11937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4" y="674"/>
                          <a:ext cx="1940" cy="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64" name="Object 12"/>
            <p:cNvGraphicFramePr>
              <a:graphicFrameLocks noChangeAspect="1"/>
            </p:cNvGraphicFramePr>
            <p:nvPr/>
          </p:nvGraphicFramePr>
          <p:xfrm>
            <a:off x="4334" y="834"/>
            <a:ext cx="1053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47640" imgH="228600" progId="Equation.DSMT4">
                    <p:embed/>
                  </p:oleObj>
                </mc:Choice>
                <mc:Fallback>
                  <p:oleObj name="Equation" r:id="rId5" imgW="647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4" y="834"/>
                          <a:ext cx="1053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7" name="Rectangle 18"/>
            <p:cNvSpPr>
              <a:spLocks noChangeArrowheads="1"/>
            </p:cNvSpPr>
            <p:nvPr/>
          </p:nvSpPr>
          <p:spPr bwMode="auto">
            <a:xfrm>
              <a:off x="1098" y="843"/>
              <a:ext cx="129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求微分方程</a:t>
              </a:r>
            </a:p>
          </p:txBody>
        </p:sp>
      </p:grpSp>
      <p:grpSp>
        <p:nvGrpSpPr>
          <p:cNvPr id="49167" name="Group 22"/>
          <p:cNvGrpSpPr>
            <a:grpSpLocks/>
          </p:cNvGrpSpPr>
          <p:nvPr/>
        </p:nvGrpSpPr>
        <p:grpSpPr bwMode="auto">
          <a:xfrm>
            <a:off x="1730374" y="1382338"/>
            <a:ext cx="3541711" cy="547687"/>
            <a:chOff x="85" y="1298"/>
            <a:chExt cx="2231" cy="345"/>
          </a:xfrm>
        </p:grpSpPr>
        <p:graphicFrame>
          <p:nvGraphicFramePr>
            <p:cNvPr id="49162" name="Object 11"/>
            <p:cNvGraphicFramePr>
              <a:graphicFrameLocks noChangeAspect="1"/>
            </p:cNvGraphicFramePr>
            <p:nvPr/>
          </p:nvGraphicFramePr>
          <p:xfrm>
            <a:off x="85" y="1298"/>
            <a:ext cx="1011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672840" imgH="228600" progId="Equation.DSMT4">
                    <p:embed/>
                  </p:oleObj>
                </mc:Choice>
                <mc:Fallback>
                  <p:oleObj name="Equation" r:id="rId7" imgW="6728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" y="1298"/>
                          <a:ext cx="1011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5" name="Rectangle 19"/>
            <p:cNvSpPr>
              <a:spLocks noChangeArrowheads="1"/>
            </p:cNvSpPr>
            <p:nvPr/>
          </p:nvSpPr>
          <p:spPr bwMode="auto">
            <a:xfrm>
              <a:off x="1020" y="1298"/>
              <a:ext cx="129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的特解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376855" name="Text Box 23"/>
          <p:cNvSpPr txBox="1">
            <a:spLocks noChangeArrowheads="1"/>
          </p:cNvSpPr>
          <p:nvPr/>
        </p:nvSpPr>
        <p:spPr bwMode="auto">
          <a:xfrm>
            <a:off x="1655310" y="2179350"/>
            <a:ext cx="6858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kumimoji="1" lang="zh-CN" altLang="en-US" sz="40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76856" name="Rectangle 24"/>
          <p:cNvSpPr>
            <a:spLocks noChangeArrowheads="1"/>
          </p:cNvSpPr>
          <p:nvPr/>
        </p:nvSpPr>
        <p:spPr bwMode="auto">
          <a:xfrm>
            <a:off x="6103145" y="2168504"/>
            <a:ext cx="3024188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的特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征方程为</a:t>
            </a:r>
          </a:p>
        </p:txBody>
      </p:sp>
      <p:graphicFrame>
        <p:nvGraphicFramePr>
          <p:cNvPr id="376857" name="Object 25"/>
          <p:cNvGraphicFramePr>
            <a:graphicFrameLocks noChangeAspect="1"/>
          </p:cNvGraphicFramePr>
          <p:nvPr/>
        </p:nvGraphicFramePr>
        <p:xfrm>
          <a:off x="2316614" y="2926352"/>
          <a:ext cx="2683741" cy="613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66680" imgH="228600" progId="Equation.DSMT4">
                  <p:embed/>
                </p:oleObj>
              </mc:Choice>
              <mc:Fallback>
                <p:oleObj name="Equation" r:id="rId9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614" y="2926352"/>
                        <a:ext cx="2683741" cy="6134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58" name="Text Box 26"/>
          <p:cNvSpPr txBox="1">
            <a:spLocks noChangeArrowheads="1"/>
          </p:cNvSpPr>
          <p:nvPr/>
        </p:nvSpPr>
        <p:spPr bwMode="auto">
          <a:xfrm>
            <a:off x="5085668" y="3000131"/>
            <a:ext cx="10668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解得</a:t>
            </a:r>
          </a:p>
        </p:txBody>
      </p:sp>
      <p:graphicFrame>
        <p:nvGraphicFramePr>
          <p:cNvPr id="376859" name="Object 27"/>
          <p:cNvGraphicFramePr>
            <a:graphicFrameLocks noChangeAspect="1"/>
          </p:cNvGraphicFramePr>
          <p:nvPr/>
        </p:nvGraphicFramePr>
        <p:xfrm>
          <a:off x="5937940" y="2975028"/>
          <a:ext cx="1955367" cy="523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01440" imgH="228600" progId="Equation.DSMT4">
                  <p:embed/>
                </p:oleObj>
              </mc:Choice>
              <mc:Fallback>
                <p:oleObj name="Equation" r:id="rId11" imgW="901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940" y="2975028"/>
                        <a:ext cx="1955367" cy="523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60" name="Text Box 28"/>
          <p:cNvSpPr txBox="1">
            <a:spLocks noChangeArrowheads="1"/>
          </p:cNvSpPr>
          <p:nvPr/>
        </p:nvSpPr>
        <p:spPr bwMode="auto">
          <a:xfrm>
            <a:off x="1697903" y="3738299"/>
            <a:ext cx="392116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所求微分方程的通解为</a:t>
            </a:r>
          </a:p>
        </p:txBody>
      </p:sp>
      <p:graphicFrame>
        <p:nvGraphicFramePr>
          <p:cNvPr id="37686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74933"/>
              </p:ext>
            </p:extLst>
          </p:nvPr>
        </p:nvGraphicFramePr>
        <p:xfrm>
          <a:off x="5540375" y="3675063"/>
          <a:ext cx="2857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30040" imgH="241200" progId="Equation.DSMT4">
                  <p:embed/>
                </p:oleObj>
              </mc:Choice>
              <mc:Fallback>
                <p:oleObj name="Equation" r:id="rId13" imgW="1130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75" y="3675063"/>
                        <a:ext cx="28575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62" name="Object 30"/>
          <p:cNvGraphicFramePr>
            <a:graphicFrameLocks noChangeAspect="1"/>
          </p:cNvGraphicFramePr>
          <p:nvPr/>
        </p:nvGraphicFramePr>
        <p:xfrm>
          <a:off x="3153199" y="1944511"/>
          <a:ext cx="2929678" cy="946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68200" imgH="419040" progId="Equation.DSMT4">
                  <p:embed/>
                </p:oleObj>
              </mc:Choice>
              <mc:Fallback>
                <p:oleObj name="Equation" r:id="rId15" imgW="11682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3199" y="1944511"/>
                        <a:ext cx="2929678" cy="946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63" name="Object 31"/>
          <p:cNvGraphicFramePr>
            <a:graphicFrameLocks noChangeAspect="1"/>
          </p:cNvGraphicFramePr>
          <p:nvPr/>
        </p:nvGraphicFramePr>
        <p:xfrm>
          <a:off x="2323945" y="4203116"/>
          <a:ext cx="3858834" cy="929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23880" imgH="406080" progId="Equation.DSMT4">
                  <p:embed/>
                </p:oleObj>
              </mc:Choice>
              <mc:Fallback>
                <p:oleObj name="Equation" r:id="rId17" imgW="1523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3945" y="4203116"/>
                        <a:ext cx="3858834" cy="929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64" name="Text Box 32"/>
          <p:cNvSpPr txBox="1">
            <a:spLocks noChangeArrowheads="1"/>
          </p:cNvSpPr>
          <p:nvPr/>
        </p:nvSpPr>
        <p:spPr bwMode="auto">
          <a:xfrm>
            <a:off x="6324250" y="4458645"/>
            <a:ext cx="50482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将</a:t>
            </a:r>
          </a:p>
        </p:txBody>
      </p:sp>
      <p:graphicFrame>
        <p:nvGraphicFramePr>
          <p:cNvPr id="376865" name="Object 33"/>
          <p:cNvGraphicFramePr>
            <a:graphicFrameLocks noChangeAspect="1"/>
          </p:cNvGraphicFramePr>
          <p:nvPr/>
        </p:nvGraphicFramePr>
        <p:xfrm>
          <a:off x="6886792" y="4354961"/>
          <a:ext cx="30956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58640" imgH="228600" progId="Equation.DSMT4">
                  <p:embed/>
                </p:oleObj>
              </mc:Choice>
              <mc:Fallback>
                <p:oleObj name="Equation" r:id="rId19" imgW="1358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6792" y="4354961"/>
                        <a:ext cx="309562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66" name="Text Box 34"/>
          <p:cNvSpPr txBox="1">
            <a:spLocks noChangeArrowheads="1"/>
          </p:cNvSpPr>
          <p:nvPr/>
        </p:nvSpPr>
        <p:spPr bwMode="auto">
          <a:xfrm>
            <a:off x="1655310" y="5167697"/>
            <a:ext cx="5367338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分别代入上两式，解得</a:t>
            </a:r>
          </a:p>
        </p:txBody>
      </p:sp>
      <p:graphicFrame>
        <p:nvGraphicFramePr>
          <p:cNvPr id="376867" name="Object 35"/>
          <p:cNvGraphicFramePr>
            <a:graphicFrameLocks noChangeAspect="1"/>
          </p:cNvGraphicFramePr>
          <p:nvPr/>
        </p:nvGraphicFramePr>
        <p:xfrm>
          <a:off x="5484967" y="5153194"/>
          <a:ext cx="2183389" cy="536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27000" imgH="228600" progId="Equation.DSMT4">
                  <p:embed/>
                </p:oleObj>
              </mc:Choice>
              <mc:Fallback>
                <p:oleObj name="Equation" r:id="rId21" imgW="927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967" y="5153194"/>
                        <a:ext cx="2183389" cy="536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69" name="Text Box 37"/>
          <p:cNvSpPr txBox="1">
            <a:spLocks noChangeArrowheads="1"/>
          </p:cNvSpPr>
          <p:nvPr/>
        </p:nvSpPr>
        <p:spPr bwMode="auto">
          <a:xfrm>
            <a:off x="1674272" y="5852702"/>
            <a:ext cx="388937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所求微分方程的特解为</a:t>
            </a:r>
          </a:p>
        </p:txBody>
      </p:sp>
      <p:graphicFrame>
        <p:nvGraphicFramePr>
          <p:cNvPr id="376870" name="Object 38"/>
          <p:cNvGraphicFramePr>
            <a:graphicFrameLocks noChangeAspect="1"/>
          </p:cNvGraphicFramePr>
          <p:nvPr/>
        </p:nvGraphicFramePr>
        <p:xfrm>
          <a:off x="5486657" y="5772788"/>
          <a:ext cx="24066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52200" imgH="228600" progId="Equation.DSMT4">
                  <p:embed/>
                </p:oleObj>
              </mc:Choice>
              <mc:Fallback>
                <p:oleObj name="Equation" r:id="rId23" imgW="952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657" y="5772788"/>
                        <a:ext cx="24066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866953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76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376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6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37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376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7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376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"/>
                                        <p:tgtEl>
                                          <p:spTgt spid="376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76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55" grpId="0" autoUpdateAnimBg="0"/>
      <p:bldP spid="376856" grpId="0" autoUpdateAnimBg="0"/>
      <p:bldP spid="376858" grpId="0" autoUpdateAnimBg="0"/>
      <p:bldP spid="376860" grpId="0" autoUpdateAnimBg="0"/>
      <p:bldP spid="376864" grpId="0" autoUpdateAnimBg="0"/>
      <p:bldP spid="376866" grpId="0" autoUpdateAnimBg="0"/>
      <p:bldP spid="37686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/>
          <p:cNvGraphicFramePr>
            <a:graphicFrameLocks noChangeAspect="1"/>
          </p:cNvGraphicFramePr>
          <p:nvPr/>
        </p:nvGraphicFramePr>
        <p:xfrm>
          <a:off x="3302954" y="1429046"/>
          <a:ext cx="5057275" cy="447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152913" imgH="438004" progId="Equation.3">
                  <p:embed/>
                </p:oleObj>
              </mc:Choice>
              <mc:Fallback>
                <p:oleObj name="公式" r:id="rId3" imgW="5152913" imgH="4380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954" y="1429046"/>
                        <a:ext cx="5057275" cy="4471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699" name="Text Box 3"/>
          <p:cNvSpPr txBox="1">
            <a:spLocks noChangeArrowheads="1"/>
          </p:cNvSpPr>
          <p:nvPr/>
        </p:nvSpPr>
        <p:spPr bwMode="auto">
          <a:xfrm>
            <a:off x="2097088" y="2113860"/>
            <a:ext cx="6858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kumimoji="1" lang="zh-CN" altLang="en-US" sz="40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85700" name="Rectangle 4"/>
          <p:cNvSpPr>
            <a:spLocks noChangeArrowheads="1"/>
          </p:cNvSpPr>
          <p:nvPr/>
        </p:nvSpPr>
        <p:spPr bwMode="auto">
          <a:xfrm>
            <a:off x="5820978" y="2113860"/>
            <a:ext cx="20574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特征方程为</a:t>
            </a:r>
          </a:p>
        </p:txBody>
      </p:sp>
      <p:graphicFrame>
        <p:nvGraphicFramePr>
          <p:cNvPr id="285701" name="Object 5"/>
          <p:cNvGraphicFramePr>
            <a:graphicFrameLocks noChangeAspect="1"/>
          </p:cNvGraphicFramePr>
          <p:nvPr/>
        </p:nvGraphicFramePr>
        <p:xfrm>
          <a:off x="3127665" y="2715290"/>
          <a:ext cx="2693313" cy="592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79280" imgH="228600" progId="Equation.DSMT4">
                  <p:embed/>
                </p:oleObj>
              </mc:Choice>
              <mc:Fallback>
                <p:oleObj name="Equation" r:id="rId5" imgW="1079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665" y="2715290"/>
                        <a:ext cx="2693313" cy="592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2" name="Text Box 6"/>
          <p:cNvSpPr txBox="1">
            <a:spLocks noChangeArrowheads="1"/>
          </p:cNvSpPr>
          <p:nvPr/>
        </p:nvSpPr>
        <p:spPr bwMode="auto">
          <a:xfrm>
            <a:off x="2143307" y="3459814"/>
            <a:ext cx="10668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解得</a:t>
            </a:r>
          </a:p>
        </p:txBody>
      </p:sp>
      <p:graphicFrame>
        <p:nvGraphicFramePr>
          <p:cNvPr id="285703" name="Object 7"/>
          <p:cNvGraphicFramePr>
            <a:graphicFrameLocks noChangeAspect="1"/>
          </p:cNvGraphicFramePr>
          <p:nvPr/>
        </p:nvGraphicFramePr>
        <p:xfrm>
          <a:off x="3302954" y="3442647"/>
          <a:ext cx="2034502" cy="578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65160" imgH="228600" progId="Equation.DSMT4">
                  <p:embed/>
                </p:oleObj>
              </mc:Choice>
              <mc:Fallback>
                <p:oleObj name="Equation" r:id="rId7" imgW="96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954" y="3442647"/>
                        <a:ext cx="2034502" cy="5784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4" name="Text Box 8"/>
          <p:cNvSpPr txBox="1">
            <a:spLocks noChangeArrowheads="1"/>
          </p:cNvSpPr>
          <p:nvPr/>
        </p:nvSpPr>
        <p:spPr bwMode="auto">
          <a:xfrm>
            <a:off x="2135188" y="4228128"/>
            <a:ext cx="2743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故所求通解为</a:t>
            </a:r>
            <a:endParaRPr kumimoji="1" lang="zh-CN" altLang="en-US" sz="32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5705" name="Object 9"/>
          <p:cNvGraphicFramePr>
            <a:graphicFrameLocks noChangeAspect="1"/>
          </p:cNvGraphicFramePr>
          <p:nvPr/>
        </p:nvGraphicFramePr>
        <p:xfrm>
          <a:off x="3127665" y="4856342"/>
          <a:ext cx="5104756" cy="549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4368800" imgH="469900" progId="Equation.3">
                  <p:embed/>
                </p:oleObj>
              </mc:Choice>
              <mc:Fallback>
                <p:oleObj name="公式" r:id="rId9" imgW="43688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665" y="4856342"/>
                        <a:ext cx="5104756" cy="549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7" name="Text Box 10"/>
          <p:cNvSpPr txBox="1">
            <a:spLocks noChangeArrowheads="1"/>
          </p:cNvSpPr>
          <p:nvPr/>
        </p:nvSpPr>
        <p:spPr bwMode="auto">
          <a:xfrm>
            <a:off x="2135188" y="1429046"/>
            <a:ext cx="88261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285707" name="Object 11"/>
          <p:cNvGraphicFramePr>
            <a:graphicFrameLocks noChangeAspect="1"/>
          </p:cNvGraphicFramePr>
          <p:nvPr/>
        </p:nvGraphicFramePr>
        <p:xfrm>
          <a:off x="3017805" y="2083223"/>
          <a:ext cx="266223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91880" imgH="203040" progId="Equation.DSMT4">
                  <p:embed/>
                </p:oleObj>
              </mc:Choice>
              <mc:Fallback>
                <p:oleObj name="Equation" r:id="rId11" imgW="1091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05" y="2083223"/>
                        <a:ext cx="266223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960041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5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"/>
                                        <p:tgtEl>
                                          <p:spTgt spid="28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5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9" grpId="0" autoUpdateAnimBg="0"/>
      <p:bldP spid="285700" grpId="0" autoUpdateAnimBg="0"/>
      <p:bldP spid="285702" grpId="0" autoUpdateAnimBg="0"/>
      <p:bldP spid="28570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>
          <a:xfrm>
            <a:off x="5404942" y="584866"/>
            <a:ext cx="1080492" cy="503237"/>
          </a:xfrm>
        </p:spPr>
        <p:txBody>
          <a:bodyPr/>
          <a:lstStyle/>
          <a:p>
            <a:pPr algn="l" eaLnBrk="1" hangingPunct="1"/>
            <a:r>
              <a:rPr lang="zh-CN" altLang="en-US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小结</a:t>
            </a:r>
          </a:p>
        </p:txBody>
      </p:sp>
      <p:sp>
        <p:nvSpPr>
          <p:cNvPr id="293891" name="Text Box 3"/>
          <p:cNvSpPr txBox="1">
            <a:spLocks noChangeArrowheads="1"/>
          </p:cNvSpPr>
          <p:nvPr/>
        </p:nvSpPr>
        <p:spPr bwMode="auto">
          <a:xfrm>
            <a:off x="2279651" y="1278735"/>
            <a:ext cx="7993062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二阶常系数齐次线性微分方程求通解的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一般步骤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:</a:t>
            </a:r>
            <a:endParaRPr kumimoji="1"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293892" name="Text Box 4"/>
          <p:cNvSpPr txBox="1">
            <a:spLocks noChangeArrowheads="1"/>
          </p:cNvSpPr>
          <p:nvPr/>
        </p:nvSpPr>
        <p:spPr bwMode="auto">
          <a:xfrm>
            <a:off x="2135188" y="1619979"/>
            <a:ext cx="7620000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）写出相应的特征方程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）求出特征根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）根据特征根的不同情况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得到相应的通解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  <a:endParaRPr kumimoji="1" lang="en-US" altLang="zh-CN" sz="36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93894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1645136"/>
              </p:ext>
            </p:extLst>
          </p:nvPr>
        </p:nvGraphicFramePr>
        <p:xfrm>
          <a:off x="2015779" y="3789040"/>
          <a:ext cx="8239760" cy="2688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52422" imgH="1844346" progId="Word.Document.8">
                  <p:embed/>
                </p:oleObj>
              </mc:Choice>
              <mc:Fallback>
                <p:oleObj name="Document" r:id="rId3" imgW="5652422" imgH="18443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l="6940" b="5783"/>
                      <a:stretch>
                        <a:fillRect/>
                      </a:stretch>
                    </p:blipFill>
                    <p:spPr bwMode="auto">
                      <a:xfrm>
                        <a:off x="2015779" y="3789040"/>
                        <a:ext cx="8239760" cy="26885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6" name="Object 8"/>
          <p:cNvGraphicFramePr>
            <a:graphicFrameLocks noChangeAspect="1"/>
          </p:cNvGraphicFramePr>
          <p:nvPr/>
        </p:nvGraphicFramePr>
        <p:xfrm>
          <a:off x="5945188" y="3050520"/>
          <a:ext cx="2475345" cy="582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90360" imgH="228600" progId="Equation.DSMT4">
                  <p:embed/>
                </p:oleObj>
              </mc:Choice>
              <mc:Fallback>
                <p:oleObj name="Equation" r:id="rId5" imgW="990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188" y="3050520"/>
                        <a:ext cx="2475345" cy="582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7" name="Object 9"/>
          <p:cNvGraphicFramePr>
            <a:graphicFrameLocks noChangeAspect="1"/>
          </p:cNvGraphicFramePr>
          <p:nvPr/>
        </p:nvGraphicFramePr>
        <p:xfrm>
          <a:off x="2917248" y="3118374"/>
          <a:ext cx="266382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571795" imgH="409688" progId="Equation.3">
                  <p:embed/>
                </p:oleObj>
              </mc:Choice>
              <mc:Fallback>
                <p:oleObj name="公式" r:id="rId7" imgW="2571795" imgH="4096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248" y="3118374"/>
                        <a:ext cx="2663825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069468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9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29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9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9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3000"/>
                                        <p:tgtEl>
                                          <p:spTgt spid="29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1" grpId="0" autoUpdateAnimBg="0"/>
      <p:bldP spid="29389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02" name="Object 2"/>
          <p:cNvGraphicFramePr>
            <a:graphicFrameLocks noChangeAspect="1"/>
          </p:cNvGraphicFramePr>
          <p:nvPr/>
        </p:nvGraphicFramePr>
        <p:xfrm>
          <a:off x="2189884" y="1780421"/>
          <a:ext cx="3419764" cy="565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58640" imgH="203040" progId="Equation.DSMT4">
                  <p:embed/>
                </p:oleObj>
              </mc:Choice>
              <mc:Fallback>
                <p:oleObj name="Equation" r:id="rId3" imgW="1358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884" y="1780421"/>
                        <a:ext cx="3419764" cy="5652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03" name="Rectangle 3"/>
          <p:cNvSpPr>
            <a:spLocks noChangeArrowheads="1"/>
          </p:cNvSpPr>
          <p:nvPr/>
        </p:nvSpPr>
        <p:spPr bwMode="auto">
          <a:xfrm>
            <a:off x="5609648" y="1858868"/>
            <a:ext cx="468153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zh-CN" altLang="en-US" sz="2800" b="1" dirty="0">
                <a:latin typeface="宋体" panose="02010600030101010101" pitchFamily="2" charset="-122"/>
              </a:rPr>
              <a:t>二阶常系数非齐次线性方程</a:t>
            </a:r>
          </a:p>
        </p:txBody>
      </p:sp>
      <p:sp>
        <p:nvSpPr>
          <p:cNvPr id="307204" name="Text Box 4"/>
          <p:cNvSpPr txBox="1">
            <a:spLocks noChangeArrowheads="1"/>
          </p:cNvSpPr>
          <p:nvPr/>
        </p:nvSpPr>
        <p:spPr bwMode="auto">
          <a:xfrm>
            <a:off x="2072554" y="2502494"/>
            <a:ext cx="275272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</a:rPr>
              <a:t>对应的齐次方程</a:t>
            </a:r>
          </a:p>
        </p:txBody>
      </p:sp>
      <p:graphicFrame>
        <p:nvGraphicFramePr>
          <p:cNvPr id="307205" name="Object 5"/>
          <p:cNvGraphicFramePr>
            <a:graphicFrameLocks noChangeAspect="1"/>
          </p:cNvGraphicFramePr>
          <p:nvPr/>
        </p:nvGraphicFramePr>
        <p:xfrm>
          <a:off x="4825279" y="2477423"/>
          <a:ext cx="3070225" cy="545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55600" imgH="203040" progId="Equation.DSMT4">
                  <p:embed/>
                </p:oleObj>
              </mc:Choice>
              <mc:Fallback>
                <p:oleObj name="Equation" r:id="rId5" imgW="1155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5279" y="2477423"/>
                        <a:ext cx="3070225" cy="545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06" name="Text Box 6"/>
          <p:cNvSpPr txBox="1">
            <a:spLocks noChangeArrowheads="1"/>
          </p:cNvSpPr>
          <p:nvPr/>
        </p:nvSpPr>
        <p:spPr bwMode="auto">
          <a:xfrm>
            <a:off x="2072554" y="3133255"/>
            <a:ext cx="2133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通解结构</a:t>
            </a:r>
          </a:p>
        </p:txBody>
      </p:sp>
      <p:graphicFrame>
        <p:nvGraphicFramePr>
          <p:cNvPr id="3072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344851"/>
              </p:ext>
            </p:extLst>
          </p:nvPr>
        </p:nvGraphicFramePr>
        <p:xfrm>
          <a:off x="4025179" y="3204071"/>
          <a:ext cx="16002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600200" imgH="406400" progId="Equation.3">
                  <p:embed/>
                </p:oleObj>
              </mc:Choice>
              <mc:Fallback>
                <p:oleObj name="公式" r:id="rId7" imgW="16002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179" y="3204071"/>
                        <a:ext cx="16002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08" name="Text Box 8"/>
          <p:cNvSpPr txBox="1">
            <a:spLocks noChangeArrowheads="1"/>
          </p:cNvSpPr>
          <p:nvPr/>
        </p:nvSpPr>
        <p:spPr bwMode="auto">
          <a:xfrm>
            <a:off x="2072554" y="3774855"/>
            <a:ext cx="2133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两种类型</a:t>
            </a:r>
          </a:p>
        </p:txBody>
      </p:sp>
      <p:graphicFrame>
        <p:nvGraphicFramePr>
          <p:cNvPr id="3072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59622"/>
              </p:ext>
            </p:extLst>
          </p:nvPr>
        </p:nvGraphicFramePr>
        <p:xfrm>
          <a:off x="3961679" y="3766923"/>
          <a:ext cx="1508558" cy="48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727200" imgH="558800" progId="Equation.3">
                  <p:embed/>
                </p:oleObj>
              </mc:Choice>
              <mc:Fallback>
                <p:oleObj name="公式" r:id="rId9" imgW="1727200" imgH="55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1679" y="3766923"/>
                        <a:ext cx="1508558" cy="48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13" name="Text Box 13"/>
          <p:cNvSpPr txBox="1">
            <a:spLocks noChangeArrowheads="1"/>
          </p:cNvSpPr>
          <p:nvPr/>
        </p:nvSpPr>
        <p:spPr bwMode="auto">
          <a:xfrm>
            <a:off x="2072554" y="5120058"/>
            <a:ext cx="365442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难点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：如何求特解？</a:t>
            </a:r>
          </a:p>
        </p:txBody>
      </p:sp>
      <p:sp>
        <p:nvSpPr>
          <p:cNvPr id="307214" name="Text Box 14"/>
          <p:cNvSpPr txBox="1">
            <a:spLocks noChangeArrowheads="1"/>
          </p:cNvSpPr>
          <p:nvPr/>
        </p:nvSpPr>
        <p:spPr bwMode="auto">
          <a:xfrm>
            <a:off x="5470237" y="5120058"/>
            <a:ext cx="39624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方法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：待定系数法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2237" name="Rectangle 18"/>
          <p:cNvSpPr>
            <a:spLocks noGrp="1" noChangeArrowheads="1"/>
          </p:cNvSpPr>
          <p:nvPr>
            <p:ph type="title"/>
          </p:nvPr>
        </p:nvSpPr>
        <p:spPr>
          <a:xfrm>
            <a:off x="2072554" y="988317"/>
            <a:ext cx="7620000" cy="719137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二阶常系数非齐次线性微分方程解法</a:t>
            </a:r>
          </a:p>
        </p:txBody>
      </p:sp>
      <p:graphicFrame>
        <p:nvGraphicFramePr>
          <p:cNvPr id="307219" name="Object 19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1294869"/>
              </p:ext>
            </p:extLst>
          </p:nvPr>
        </p:nvGraphicFramePr>
        <p:xfrm>
          <a:off x="3156515" y="4454707"/>
          <a:ext cx="5140928" cy="595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82600" imgH="241200" progId="Equation.DSMT4">
                  <p:embed/>
                </p:oleObj>
              </mc:Choice>
              <mc:Fallback>
                <p:oleObj name="Equation" r:id="rId11" imgW="2082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6515" y="4454707"/>
                        <a:ext cx="5140928" cy="595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194488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30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30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307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"/>
                                        <p:tgtEl>
                                          <p:spTgt spid="307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3" grpId="0" autoUpdateAnimBg="0"/>
      <p:bldP spid="307204" grpId="0" autoUpdateAnimBg="0"/>
      <p:bldP spid="307206" grpId="0" autoUpdateAnimBg="0"/>
      <p:bldP spid="307208" grpId="0" autoUpdateAnimBg="0"/>
      <p:bldP spid="307213" grpId="0" autoUpdateAnimBg="0"/>
      <p:bldP spid="30721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2151323" y="1724409"/>
            <a:ext cx="7416800" cy="550863"/>
            <a:chOff x="476" y="1162"/>
            <a:chExt cx="4559" cy="347"/>
          </a:xfrm>
        </p:grpSpPr>
        <p:sp>
          <p:nvSpPr>
            <p:cNvPr id="53265" name="Text Box 2"/>
            <p:cNvSpPr txBox="1">
              <a:spLocks noChangeArrowheads="1"/>
            </p:cNvSpPr>
            <p:nvPr/>
          </p:nvSpPr>
          <p:spPr bwMode="auto">
            <a:xfrm>
              <a:off x="476" y="1207"/>
              <a:ext cx="2208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设非齐方程特解为</a:t>
              </a:r>
            </a:p>
          </p:txBody>
        </p:sp>
        <p:graphicFrame>
          <p:nvGraphicFramePr>
            <p:cNvPr id="53261" name="Object 3"/>
            <p:cNvGraphicFramePr>
              <a:graphicFrameLocks noChangeAspect="1"/>
            </p:cNvGraphicFramePr>
            <p:nvPr/>
          </p:nvGraphicFramePr>
          <p:xfrm>
            <a:off x="2381" y="1162"/>
            <a:ext cx="1312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066903" imgH="524028" progId="Equation.3">
                    <p:embed/>
                  </p:oleObj>
                </mc:Choice>
                <mc:Fallback>
                  <p:oleObj name="公式" r:id="rId3" imgW="2066903" imgH="52402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1" y="1162"/>
                          <a:ext cx="1312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6" name="Text Box 4"/>
            <p:cNvSpPr txBox="1">
              <a:spLocks noChangeArrowheads="1"/>
            </p:cNvSpPr>
            <p:nvPr/>
          </p:nvSpPr>
          <p:spPr bwMode="auto">
            <a:xfrm>
              <a:off x="3787" y="1207"/>
              <a:ext cx="1248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代入原方程</a:t>
              </a:r>
            </a:p>
          </p:txBody>
        </p:sp>
      </p:grpSp>
      <p:graphicFrame>
        <p:nvGraphicFramePr>
          <p:cNvPr id="309253" name="Object 5"/>
          <p:cNvGraphicFramePr>
            <a:graphicFrameLocks noChangeAspect="1"/>
          </p:cNvGraphicFramePr>
          <p:nvPr/>
        </p:nvGraphicFramePr>
        <p:xfrm>
          <a:off x="2295525" y="2294497"/>
          <a:ext cx="80327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8864600" imgH="558800" progId="Equation.3">
                  <p:embed/>
                </p:oleObj>
              </mc:Choice>
              <mc:Fallback>
                <p:oleObj name="公式" r:id="rId5" imgW="8864600" imgH="55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2294497"/>
                        <a:ext cx="80327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54" name="Object 6"/>
          <p:cNvGraphicFramePr>
            <a:graphicFrameLocks noChangeAspect="1"/>
          </p:cNvGraphicFramePr>
          <p:nvPr/>
        </p:nvGraphicFramePr>
        <p:xfrm>
          <a:off x="2295525" y="3076575"/>
          <a:ext cx="419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775200" imgH="508000" progId="Equation.3">
                  <p:embed/>
                </p:oleObj>
              </mc:Choice>
              <mc:Fallback>
                <p:oleObj name="公式" r:id="rId7" imgW="47752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3076575"/>
                        <a:ext cx="4191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55" name="Object 7"/>
          <p:cNvGraphicFramePr>
            <a:graphicFrameLocks noChangeAspect="1"/>
          </p:cNvGraphicFramePr>
          <p:nvPr/>
        </p:nvGraphicFramePr>
        <p:xfrm>
          <a:off x="6629400" y="2916238"/>
          <a:ext cx="288925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28520" imgH="228600" progId="Equation.DSMT4">
                  <p:embed/>
                </p:oleObj>
              </mc:Choice>
              <mc:Fallback>
                <p:oleObj name="Equation" r:id="rId9" imgW="1028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916238"/>
                        <a:ext cx="2889250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56" name="Object 8"/>
          <p:cNvGraphicFramePr>
            <a:graphicFrameLocks noChangeAspect="1"/>
          </p:cNvGraphicFramePr>
          <p:nvPr/>
        </p:nvGraphicFramePr>
        <p:xfrm>
          <a:off x="2782888" y="3730625"/>
          <a:ext cx="331311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946400" imgH="444500" progId="Equation.3">
                  <p:embed/>
                </p:oleObj>
              </mc:Choice>
              <mc:Fallback>
                <p:oleObj name="公式" r:id="rId11" imgW="29464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730625"/>
                        <a:ext cx="3313112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57" name="Object 9"/>
          <p:cNvGraphicFramePr>
            <a:graphicFrameLocks noChangeAspect="1"/>
          </p:cNvGraphicFramePr>
          <p:nvPr/>
        </p:nvGraphicFramePr>
        <p:xfrm>
          <a:off x="2301155" y="4398242"/>
          <a:ext cx="4246562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4826000" imgH="508000" progId="Equation.3">
                  <p:embed/>
                </p:oleObj>
              </mc:Choice>
              <mc:Fallback>
                <p:oleObj name="公式" r:id="rId13" imgW="48260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155" y="4398242"/>
                        <a:ext cx="4246562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58" name="Object 10"/>
          <p:cNvGraphicFramePr>
            <a:graphicFrameLocks noChangeAspect="1"/>
          </p:cNvGraphicFramePr>
          <p:nvPr/>
        </p:nvGraphicFramePr>
        <p:xfrm>
          <a:off x="3248626" y="4782798"/>
          <a:ext cx="2696007" cy="64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28520" imgH="228600" progId="Equation.DSMT4">
                  <p:embed/>
                </p:oleObj>
              </mc:Choice>
              <mc:Fallback>
                <p:oleObj name="Equation" r:id="rId15" imgW="1028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8626" y="4782798"/>
                        <a:ext cx="2696007" cy="64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59" name="Object 11"/>
          <p:cNvGraphicFramePr>
            <a:graphicFrameLocks noChangeAspect="1"/>
          </p:cNvGraphicFramePr>
          <p:nvPr/>
        </p:nvGraphicFramePr>
        <p:xfrm>
          <a:off x="6311900" y="4850534"/>
          <a:ext cx="1901825" cy="576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36560" imgH="203040" progId="Equation.DSMT4">
                  <p:embed/>
                </p:oleObj>
              </mc:Choice>
              <mc:Fallback>
                <p:oleObj name="Equation" r:id="rId17" imgW="736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4850534"/>
                        <a:ext cx="1901825" cy="5760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60" name="Object 12"/>
          <p:cNvGraphicFramePr>
            <a:graphicFrameLocks noChangeAspect="1"/>
          </p:cNvGraphicFramePr>
          <p:nvPr/>
        </p:nvGraphicFramePr>
        <p:xfrm>
          <a:off x="2918641" y="5575373"/>
          <a:ext cx="33559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3162300" imgH="444500" progId="Equation.3">
                  <p:embed/>
                </p:oleObj>
              </mc:Choice>
              <mc:Fallback>
                <p:oleObj name="公式" r:id="rId19" imgW="3162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8641" y="5575373"/>
                        <a:ext cx="335597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61" name="Line 13"/>
          <p:cNvSpPr>
            <a:spLocks noChangeShapeType="1"/>
          </p:cNvSpPr>
          <p:nvPr/>
        </p:nvSpPr>
        <p:spPr bwMode="auto">
          <a:xfrm>
            <a:off x="6152562" y="2897951"/>
            <a:ext cx="2030004" cy="439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62" name="Line 14"/>
          <p:cNvSpPr>
            <a:spLocks noChangeShapeType="1"/>
          </p:cNvSpPr>
          <p:nvPr/>
        </p:nvSpPr>
        <p:spPr bwMode="auto">
          <a:xfrm>
            <a:off x="3701040" y="2895076"/>
            <a:ext cx="1187450" cy="158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9263" name="Object 15"/>
          <p:cNvGraphicFramePr>
            <a:graphicFrameLocks noChangeAspect="1"/>
          </p:cNvGraphicFramePr>
          <p:nvPr/>
        </p:nvGraphicFramePr>
        <p:xfrm>
          <a:off x="6486525" y="3727161"/>
          <a:ext cx="2481984" cy="500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162287" imgH="466679" progId="Equation.3">
                  <p:embed/>
                </p:oleObj>
              </mc:Choice>
              <mc:Fallback>
                <p:oleObj name="公式" r:id="rId21" imgW="2162287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6525" y="3727161"/>
                        <a:ext cx="2481984" cy="500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64" name="Object 16"/>
          <p:cNvGraphicFramePr>
            <a:graphicFrameLocks noChangeAspect="1"/>
          </p:cNvGraphicFramePr>
          <p:nvPr/>
        </p:nvGraphicFramePr>
        <p:xfrm>
          <a:off x="6513292" y="5467351"/>
          <a:ext cx="2622405" cy="627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28520" imgH="241200" progId="Equation.DSMT4">
                  <p:embed/>
                </p:oleObj>
              </mc:Choice>
              <mc:Fallback>
                <p:oleObj name="Equation" r:id="rId23" imgW="10285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3292" y="5467351"/>
                        <a:ext cx="2622405" cy="6272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0" name="Object 17"/>
          <p:cNvGraphicFramePr>
            <a:graphicFrameLocks noChangeAspect="1"/>
          </p:cNvGraphicFramePr>
          <p:nvPr/>
        </p:nvGraphicFramePr>
        <p:xfrm>
          <a:off x="2151323" y="1012596"/>
          <a:ext cx="3689293" cy="645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523880" imgH="241200" progId="Equation.DSMT4">
                  <p:embed/>
                </p:oleObj>
              </mc:Choice>
              <mc:Fallback>
                <p:oleObj name="Equation" r:id="rId25" imgW="1523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323" y="1012596"/>
                        <a:ext cx="3689293" cy="6454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32536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61" grpId="0" animBg="1"/>
      <p:bldP spid="30926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/>
          <p:cNvGraphicFramePr>
            <a:graphicFrameLocks noChangeAspect="1"/>
          </p:cNvGraphicFramePr>
          <p:nvPr/>
        </p:nvGraphicFramePr>
        <p:xfrm>
          <a:off x="2490788" y="1176339"/>
          <a:ext cx="41386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826000" imgH="508000" progId="Equation.3">
                  <p:embed/>
                </p:oleObj>
              </mc:Choice>
              <mc:Fallback>
                <p:oleObj name="公式" r:id="rId3" imgW="48260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788" y="1176339"/>
                        <a:ext cx="4138612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299" name="Object 3"/>
          <p:cNvGraphicFramePr>
            <a:graphicFrameLocks noChangeAspect="1"/>
          </p:cNvGraphicFramePr>
          <p:nvPr/>
        </p:nvGraphicFramePr>
        <p:xfrm>
          <a:off x="2812330" y="1723150"/>
          <a:ext cx="2651413" cy="633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28520" imgH="228600" progId="Equation.DSMT4">
                  <p:embed/>
                </p:oleObj>
              </mc:Choice>
              <mc:Fallback>
                <p:oleObj name="Equation" r:id="rId5" imgW="1028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2330" y="1723150"/>
                        <a:ext cx="2651413" cy="6332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0" name="Object 4"/>
          <p:cNvGraphicFramePr>
            <a:graphicFrameLocks noChangeAspect="1"/>
          </p:cNvGraphicFramePr>
          <p:nvPr/>
        </p:nvGraphicFramePr>
        <p:xfrm>
          <a:off x="5894388" y="1799187"/>
          <a:ext cx="1882630" cy="57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36560" imgH="203040" progId="Equation.DSMT4">
                  <p:embed/>
                </p:oleObj>
              </mc:Choice>
              <mc:Fallback>
                <p:oleObj name="Equation" r:id="rId7" imgW="736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4388" y="1799187"/>
                        <a:ext cx="1882630" cy="57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1" name="Object 5"/>
          <p:cNvGraphicFramePr>
            <a:graphicFrameLocks noChangeAspect="1"/>
          </p:cNvGraphicFramePr>
          <p:nvPr/>
        </p:nvGraphicFramePr>
        <p:xfrm>
          <a:off x="2424114" y="2492375"/>
          <a:ext cx="35766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505200" imgH="482600" progId="Equation.3">
                  <p:embed/>
                </p:oleObj>
              </mc:Choice>
              <mc:Fallback>
                <p:oleObj name="公式" r:id="rId9" imgW="35052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2492375"/>
                        <a:ext cx="3576637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2" name="Text Box 6"/>
          <p:cNvSpPr txBox="1">
            <a:spLocks noChangeArrowheads="1"/>
          </p:cNvSpPr>
          <p:nvPr/>
        </p:nvSpPr>
        <p:spPr bwMode="auto">
          <a:xfrm>
            <a:off x="2319507" y="3084366"/>
            <a:ext cx="1903412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综上讨论</a:t>
            </a:r>
          </a:p>
        </p:txBody>
      </p:sp>
      <p:graphicFrame>
        <p:nvGraphicFramePr>
          <p:cNvPr id="311303" name="Object 7"/>
          <p:cNvGraphicFramePr>
            <a:graphicFrameLocks noChangeAspect="1"/>
          </p:cNvGraphicFramePr>
          <p:nvPr/>
        </p:nvGraphicFramePr>
        <p:xfrm>
          <a:off x="2728039" y="3667538"/>
          <a:ext cx="2735704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30040" imgH="241200" progId="Equation.DSMT4">
                  <p:embed/>
                </p:oleObj>
              </mc:Choice>
              <mc:Fallback>
                <p:oleObj name="Equation" r:id="rId11" imgW="1130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039" y="3667538"/>
                        <a:ext cx="2735704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4" name="Object 8"/>
          <p:cNvGraphicFramePr>
            <a:graphicFrameLocks noChangeAspect="1"/>
          </p:cNvGraphicFramePr>
          <p:nvPr/>
        </p:nvGraphicFramePr>
        <p:xfrm>
          <a:off x="3171180" y="4471828"/>
          <a:ext cx="3380409" cy="172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800" imgH="711000" progId="Equation.DSMT4">
                  <p:embed/>
                </p:oleObj>
              </mc:Choice>
              <mc:Fallback>
                <p:oleObj name="Equation" r:id="rId13" imgW="13968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180" y="4471828"/>
                        <a:ext cx="3380409" cy="17254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7" name="Object 11"/>
          <p:cNvGraphicFramePr>
            <a:graphicFrameLocks noChangeAspect="1"/>
          </p:cNvGraphicFramePr>
          <p:nvPr/>
        </p:nvGraphicFramePr>
        <p:xfrm>
          <a:off x="6240463" y="2420938"/>
          <a:ext cx="28829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419395" imgH="466679" progId="Equation.3">
                  <p:embed/>
                </p:oleObj>
              </mc:Choice>
              <mc:Fallback>
                <p:oleObj name="公式" r:id="rId15" imgW="2419395" imgH="4666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2420938"/>
                        <a:ext cx="288290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8" name="Text Box 12"/>
          <p:cNvSpPr txBox="1">
            <a:spLocks noChangeArrowheads="1"/>
          </p:cNvSpPr>
          <p:nvPr/>
        </p:nvSpPr>
        <p:spPr bwMode="auto">
          <a:xfrm>
            <a:off x="2319507" y="3787489"/>
            <a:ext cx="50482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</a:rPr>
              <a:t>设</a:t>
            </a:r>
          </a:p>
        </p:txBody>
      </p:sp>
      <p:sp>
        <p:nvSpPr>
          <p:cNvPr id="311309" name="Text Box 13"/>
          <p:cNvSpPr txBox="1">
            <a:spLocks noChangeArrowheads="1"/>
          </p:cNvSpPr>
          <p:nvPr/>
        </p:nvSpPr>
        <p:spPr bwMode="auto">
          <a:xfrm>
            <a:off x="5348742" y="3787909"/>
            <a:ext cx="374491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</a:rPr>
              <a:t>是非齐次方程的解，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29340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3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"/>
                                        <p:tgtEl>
                                          <p:spTgt spid="3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75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"/>
                                        <p:tgtEl>
                                          <p:spTgt spid="3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2" grpId="0" autoUpdateAnimBg="0"/>
      <p:bldP spid="311308" grpId="0" autoUpdateAnimBg="0"/>
      <p:bldP spid="31130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3209131" y="930257"/>
          <a:ext cx="557688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657805" imgH="447682" progId="Equation.3">
                  <p:embed/>
                </p:oleObj>
              </mc:Choice>
              <mc:Fallback>
                <p:oleObj name="公式" r:id="rId3" imgW="5657805" imgH="4476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9131" y="930257"/>
                        <a:ext cx="557688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395" name="Text Box 3"/>
          <p:cNvSpPr txBox="1">
            <a:spLocks noChangeArrowheads="1"/>
          </p:cNvSpPr>
          <p:nvPr/>
        </p:nvSpPr>
        <p:spPr bwMode="auto">
          <a:xfrm>
            <a:off x="2286000" y="1685926"/>
            <a:ext cx="6858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kumimoji="1" lang="zh-CN" altLang="en-US" sz="40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15396" name="Text Box 4"/>
          <p:cNvSpPr txBox="1">
            <a:spLocks noChangeArrowheads="1"/>
          </p:cNvSpPr>
          <p:nvPr/>
        </p:nvSpPr>
        <p:spPr bwMode="auto">
          <a:xfrm>
            <a:off x="2279650" y="2924176"/>
            <a:ext cx="3887788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对应齐次方程的通解</a:t>
            </a:r>
          </a:p>
        </p:txBody>
      </p:sp>
      <p:sp>
        <p:nvSpPr>
          <p:cNvPr id="315397" name="Text Box 5"/>
          <p:cNvSpPr txBox="1">
            <a:spLocks noChangeArrowheads="1"/>
          </p:cNvSpPr>
          <p:nvPr/>
        </p:nvSpPr>
        <p:spPr bwMode="auto">
          <a:xfrm>
            <a:off x="3124200" y="1681164"/>
            <a:ext cx="19050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特征方程</a:t>
            </a:r>
          </a:p>
        </p:txBody>
      </p:sp>
      <p:graphicFrame>
        <p:nvGraphicFramePr>
          <p:cNvPr id="315398" name="Object 6"/>
          <p:cNvGraphicFramePr>
            <a:graphicFrameLocks noChangeAspect="1"/>
          </p:cNvGraphicFramePr>
          <p:nvPr/>
        </p:nvGraphicFramePr>
        <p:xfrm>
          <a:off x="4800600" y="1636886"/>
          <a:ext cx="2514600" cy="565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5920" imgH="228600" progId="Equation.DSMT4">
                  <p:embed/>
                </p:oleObj>
              </mc:Choice>
              <mc:Fallback>
                <p:oleObj name="Equation" r:id="rId5" imgW="1015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636886"/>
                        <a:ext cx="2514600" cy="565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399" name="Text Box 7"/>
          <p:cNvSpPr txBox="1">
            <a:spLocks noChangeArrowheads="1"/>
          </p:cNvSpPr>
          <p:nvPr/>
        </p:nvSpPr>
        <p:spPr bwMode="auto">
          <a:xfrm>
            <a:off x="3143250" y="2276476"/>
            <a:ext cx="19050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特征根</a:t>
            </a:r>
          </a:p>
        </p:txBody>
      </p:sp>
      <p:graphicFrame>
        <p:nvGraphicFramePr>
          <p:cNvPr id="315400" name="Object 8"/>
          <p:cNvGraphicFramePr>
            <a:graphicFrameLocks noChangeAspect="1"/>
          </p:cNvGraphicFramePr>
          <p:nvPr/>
        </p:nvGraphicFramePr>
        <p:xfrm>
          <a:off x="4511676" y="2192401"/>
          <a:ext cx="2338652" cy="56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39600" imgH="228600" progId="Equation.DSMT4">
                  <p:embed/>
                </p:oleObj>
              </mc:Choice>
              <mc:Fallback>
                <p:oleObj name="Equation" r:id="rId7" imgW="939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2192401"/>
                        <a:ext cx="2338652" cy="56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01" name="Object 9"/>
          <p:cNvGraphicFramePr>
            <a:graphicFrameLocks noChangeAspect="1"/>
          </p:cNvGraphicFramePr>
          <p:nvPr/>
        </p:nvGraphicFramePr>
        <p:xfrm>
          <a:off x="5788025" y="2970213"/>
          <a:ext cx="26035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603500" imgH="469900" progId="Equation.3">
                  <p:embed/>
                </p:oleObj>
              </mc:Choice>
              <mc:Fallback>
                <p:oleObj name="公式" r:id="rId9" imgW="2603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8025" y="2970213"/>
                        <a:ext cx="26035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02" name="Object 10"/>
          <p:cNvGraphicFramePr>
            <a:graphicFrameLocks noChangeAspect="1"/>
          </p:cNvGraphicFramePr>
          <p:nvPr/>
        </p:nvGraphicFramePr>
        <p:xfrm>
          <a:off x="2307407" y="3628598"/>
          <a:ext cx="2532881" cy="462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49500" imgH="431800" progId="Equation.DSMT4">
                  <p:embed/>
                </p:oleObj>
              </mc:Choice>
              <mc:Fallback>
                <p:oleObj name="Equation" r:id="rId11" imgW="23495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407" y="3628598"/>
                        <a:ext cx="2532881" cy="462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03" name="Object 11"/>
          <p:cNvGraphicFramePr>
            <a:graphicFrameLocks noChangeAspect="1"/>
          </p:cNvGraphicFramePr>
          <p:nvPr/>
        </p:nvGraphicFramePr>
        <p:xfrm>
          <a:off x="6821488" y="3562351"/>
          <a:ext cx="331946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514882" imgH="447682" progId="Equation.DSMT4">
                  <p:embed/>
                </p:oleObj>
              </mc:Choice>
              <mc:Fallback>
                <p:oleObj name="Equation" r:id="rId13" imgW="3514882" imgH="44768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488" y="3562351"/>
                        <a:ext cx="331946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4" name="Text Box 12"/>
          <p:cNvSpPr txBox="1">
            <a:spLocks noChangeArrowheads="1"/>
          </p:cNvSpPr>
          <p:nvPr/>
        </p:nvSpPr>
        <p:spPr bwMode="auto">
          <a:xfrm>
            <a:off x="2286000" y="4419468"/>
            <a:ext cx="24765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代入方程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315405" name="Object 13"/>
          <p:cNvGraphicFramePr>
            <a:graphicFrameLocks noChangeAspect="1"/>
          </p:cNvGraphicFramePr>
          <p:nvPr/>
        </p:nvGraphicFramePr>
        <p:xfrm>
          <a:off x="4514850" y="4500563"/>
          <a:ext cx="30988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098800" imgH="355600" progId="Equation.3">
                  <p:embed/>
                </p:oleObj>
              </mc:Choice>
              <mc:Fallback>
                <p:oleObj name="公式" r:id="rId15" imgW="3098800" imgH="35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4500563"/>
                        <a:ext cx="309880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06" name="Object 14"/>
          <p:cNvGraphicFramePr>
            <a:graphicFrameLocks noChangeAspect="1"/>
          </p:cNvGraphicFramePr>
          <p:nvPr/>
        </p:nvGraphicFramePr>
        <p:xfrm>
          <a:off x="7896226" y="4005264"/>
          <a:ext cx="1622425" cy="140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701800" imgH="1473200" progId="Equation.3">
                  <p:embed/>
                </p:oleObj>
              </mc:Choice>
              <mc:Fallback>
                <p:oleObj name="公式" r:id="rId17" imgW="1701800" imgH="147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6" y="4005264"/>
                        <a:ext cx="1622425" cy="1404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07" name="Object 15"/>
          <p:cNvGraphicFramePr>
            <a:graphicFrameLocks noChangeAspect="1"/>
          </p:cNvGraphicFramePr>
          <p:nvPr/>
        </p:nvGraphicFramePr>
        <p:xfrm>
          <a:off x="2212831" y="4935031"/>
          <a:ext cx="371792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3457508" imgH="809698" progId="Equation.3">
                  <p:embed/>
                </p:oleObj>
              </mc:Choice>
              <mc:Fallback>
                <p:oleObj name="公式" r:id="rId19" imgW="3457508" imgH="80969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831" y="4935031"/>
                        <a:ext cx="3717925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8" name="Text Box 16"/>
          <p:cNvSpPr txBox="1">
            <a:spLocks noChangeArrowheads="1"/>
          </p:cNvSpPr>
          <p:nvPr/>
        </p:nvSpPr>
        <p:spPr bwMode="auto">
          <a:xfrm>
            <a:off x="2212831" y="5884292"/>
            <a:ext cx="2362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原方程通解为</a:t>
            </a:r>
          </a:p>
        </p:txBody>
      </p:sp>
      <p:graphicFrame>
        <p:nvGraphicFramePr>
          <p:cNvPr id="315409" name="Object 17"/>
          <p:cNvGraphicFramePr>
            <a:graphicFrameLocks noChangeAspect="1"/>
          </p:cNvGraphicFramePr>
          <p:nvPr/>
        </p:nvGraphicFramePr>
        <p:xfrm>
          <a:off x="4511676" y="5661025"/>
          <a:ext cx="4962525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4819784" imgH="809698" progId="Equation.3">
                  <p:embed/>
                </p:oleObj>
              </mc:Choice>
              <mc:Fallback>
                <p:oleObj name="公式" r:id="rId21" imgW="4819784" imgH="80969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5661025"/>
                        <a:ext cx="4962525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5" name="Text Box 18"/>
          <p:cNvSpPr txBox="1">
            <a:spLocks noChangeArrowheads="1"/>
          </p:cNvSpPr>
          <p:nvPr/>
        </p:nvSpPr>
        <p:spPr bwMode="auto">
          <a:xfrm>
            <a:off x="2212831" y="934245"/>
            <a:ext cx="911369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315428" name="Object 36"/>
          <p:cNvGraphicFramePr>
            <a:graphicFrameLocks noChangeAspect="1"/>
          </p:cNvGraphicFramePr>
          <p:nvPr/>
        </p:nvGraphicFramePr>
        <p:xfrm>
          <a:off x="4968369" y="3542594"/>
          <a:ext cx="1639311" cy="518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34680" imgH="203040" progId="Equation.DSMT4">
                  <p:embed/>
                </p:oleObj>
              </mc:Choice>
              <mc:Fallback>
                <p:oleObj name="Equation" r:id="rId23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369" y="3542594"/>
                        <a:ext cx="1639311" cy="518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042474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5"/>
                                        <p:tgtEl>
                                          <p:spTgt spid="3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75"/>
                                        <p:tgtEl>
                                          <p:spTgt spid="31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5" grpId="0" autoUpdateAnimBg="0"/>
      <p:bldP spid="315396" grpId="0" autoUpdateAnimBg="0"/>
      <p:bldP spid="315397" grpId="0" autoUpdateAnimBg="0"/>
      <p:bldP spid="315399" grpId="0" autoUpdateAnimBg="0"/>
      <p:bldP spid="315404" grpId="0" autoUpdateAnimBg="0"/>
      <p:bldP spid="31540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2781299" y="4384171"/>
            <a:ext cx="2243953" cy="609600"/>
          </a:xfrm>
          <a:prstGeom prst="rect">
            <a:avLst/>
          </a:prstGeom>
          <a:solidFill>
            <a:srgbClr val="FF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3535655" y="1687143"/>
            <a:ext cx="1066800" cy="457200"/>
          </a:xfrm>
          <a:prstGeom prst="rect">
            <a:avLst/>
          </a:prstGeom>
          <a:solidFill>
            <a:srgbClr val="FF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56332" name="Text Box 10"/>
          <p:cNvSpPr txBox="1">
            <a:spLocks noChangeArrowheads="1"/>
          </p:cNvSpPr>
          <p:nvPr/>
        </p:nvSpPr>
        <p:spPr bwMode="auto">
          <a:xfrm>
            <a:off x="1593820" y="996737"/>
            <a:ext cx="107632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800" dirty="0">
                <a:latin typeface="楷体_GB231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_GB231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6268" name="Object 12"/>
          <p:cNvGraphicFramePr>
            <a:graphicFrameLocks noChangeAspect="1"/>
          </p:cNvGraphicFramePr>
          <p:nvPr/>
        </p:nvGraphicFramePr>
        <p:xfrm>
          <a:off x="2735226" y="942937"/>
          <a:ext cx="4893483" cy="53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28600" progId="Equation.DSMT4">
                  <p:embed/>
                </p:oleObj>
              </mc:Choice>
              <mc:Fallback>
                <p:oleObj name="Equation" r:id="rId2" imgW="2095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26" y="942937"/>
                        <a:ext cx="4893483" cy="53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9" name="Object 13"/>
          <p:cNvGraphicFramePr>
            <a:graphicFrameLocks noChangeAspect="1"/>
          </p:cNvGraphicFramePr>
          <p:nvPr/>
        </p:nvGraphicFramePr>
        <p:xfrm>
          <a:off x="2433638" y="1617663"/>
          <a:ext cx="82962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17560" imgH="241200" progId="Equation.DSMT4">
                  <p:embed/>
                </p:oleObj>
              </mc:Choice>
              <mc:Fallback>
                <p:oleObj name="Equation" r:id="rId4" imgW="3517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1617663"/>
                        <a:ext cx="82962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0" name="Text Box 14"/>
          <p:cNvSpPr txBox="1">
            <a:spLocks noChangeArrowheads="1"/>
          </p:cNvSpPr>
          <p:nvPr/>
        </p:nvSpPr>
        <p:spPr bwMode="auto">
          <a:xfrm>
            <a:off x="1790700" y="2310235"/>
            <a:ext cx="5029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对应的齐方程的特征方程为</a:t>
            </a:r>
          </a:p>
        </p:txBody>
      </p:sp>
      <p:graphicFrame>
        <p:nvGraphicFramePr>
          <p:cNvPr id="96271" name="Object 15"/>
          <p:cNvGraphicFramePr>
            <a:graphicFrameLocks noChangeAspect="1"/>
          </p:cNvGraphicFramePr>
          <p:nvPr/>
        </p:nvGraphicFramePr>
        <p:xfrm>
          <a:off x="6198553" y="2294169"/>
          <a:ext cx="2104159" cy="474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440" imgH="203040" progId="Equation.DSMT4">
                  <p:embed/>
                </p:oleObj>
              </mc:Choice>
              <mc:Fallback>
                <p:oleObj name="Equation" r:id="rId6" imgW="901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8553" y="2294169"/>
                        <a:ext cx="2104159" cy="474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2" name="Text Box 16"/>
          <p:cNvSpPr txBox="1">
            <a:spLocks noChangeArrowheads="1"/>
          </p:cNvSpPr>
          <p:nvPr/>
        </p:nvSpPr>
        <p:spPr bwMode="auto">
          <a:xfrm>
            <a:off x="3226320" y="2844322"/>
            <a:ext cx="1981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特征根为</a:t>
            </a:r>
          </a:p>
        </p:txBody>
      </p:sp>
      <p:graphicFrame>
        <p:nvGraphicFramePr>
          <p:cNvPr id="96273" name="Object 17"/>
          <p:cNvGraphicFramePr>
            <a:graphicFrameLocks noChangeAspect="1"/>
          </p:cNvGraphicFramePr>
          <p:nvPr/>
        </p:nvGraphicFramePr>
        <p:xfrm>
          <a:off x="5025253" y="2815144"/>
          <a:ext cx="14319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7640" imgH="241200" progId="Equation.DSMT4">
                  <p:embed/>
                </p:oleObj>
              </mc:Choice>
              <mc:Fallback>
                <p:oleObj name="Equation" r:id="rId8" imgW="647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5253" y="2815144"/>
                        <a:ext cx="1431925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4" name="Text Box 18"/>
          <p:cNvSpPr txBox="1">
            <a:spLocks noChangeArrowheads="1"/>
          </p:cNvSpPr>
          <p:nvPr/>
        </p:nvSpPr>
        <p:spPr bwMode="auto">
          <a:xfrm>
            <a:off x="1790700" y="3347203"/>
            <a:ext cx="43434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对应的齐方程的通解为</a:t>
            </a:r>
          </a:p>
        </p:txBody>
      </p:sp>
      <p:graphicFrame>
        <p:nvGraphicFramePr>
          <p:cNvPr id="96275" name="Object 19"/>
          <p:cNvGraphicFramePr>
            <a:graphicFrameLocks noChangeAspect="1"/>
          </p:cNvGraphicFramePr>
          <p:nvPr/>
        </p:nvGraphicFramePr>
        <p:xfrm>
          <a:off x="4512308" y="3811089"/>
          <a:ext cx="3646533" cy="551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11280" imgH="228600" progId="Equation.DSMT4">
                  <p:embed/>
                </p:oleObj>
              </mc:Choice>
              <mc:Fallback>
                <p:oleObj name="Equation" r:id="rId10" imgW="1511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2308" y="3811089"/>
                        <a:ext cx="3646533" cy="5512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85548"/>
              </p:ext>
            </p:extLst>
          </p:nvPr>
        </p:nvGraphicFramePr>
        <p:xfrm>
          <a:off x="1857397" y="4427256"/>
          <a:ext cx="8114067" cy="473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79760" imgH="203040" progId="Equation.DSMT4">
                  <p:embed/>
                </p:oleObj>
              </mc:Choice>
              <mc:Fallback>
                <p:oleObj name="Equation" r:id="rId12" imgW="3479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97" y="4427256"/>
                        <a:ext cx="8114067" cy="4738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58754"/>
              </p:ext>
            </p:extLst>
          </p:nvPr>
        </p:nvGraphicFramePr>
        <p:xfrm>
          <a:off x="1857397" y="5041994"/>
          <a:ext cx="36496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22360" imgH="241200" progId="Equation.DSMT4">
                  <p:embed/>
                </p:oleObj>
              </mc:Choice>
              <mc:Fallback>
                <p:oleObj name="Equation" r:id="rId14" imgW="1422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97" y="5041994"/>
                        <a:ext cx="3649662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8" name="Text Box 22"/>
          <p:cNvSpPr txBox="1">
            <a:spLocks noChangeArrowheads="1"/>
          </p:cNvSpPr>
          <p:nvPr/>
        </p:nvSpPr>
        <p:spPr bwMode="auto">
          <a:xfrm>
            <a:off x="5303912" y="5128631"/>
            <a:ext cx="4038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将它代入原方程，得</a:t>
            </a:r>
          </a:p>
        </p:txBody>
      </p:sp>
      <p:graphicFrame>
        <p:nvGraphicFramePr>
          <p:cNvPr id="9627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188097"/>
              </p:ext>
            </p:extLst>
          </p:nvPr>
        </p:nvGraphicFramePr>
        <p:xfrm>
          <a:off x="3535655" y="5685156"/>
          <a:ext cx="5380157" cy="615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08160" imgH="241200" progId="Equation.DSMT4">
                  <p:embed/>
                </p:oleObj>
              </mc:Choice>
              <mc:Fallback>
                <p:oleObj name="Equation" r:id="rId16" imgW="2108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655" y="5685156"/>
                        <a:ext cx="5380157" cy="6158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7" name="矩形 1"/>
          <p:cNvSpPr>
            <a:spLocks noChangeArrowheads="1"/>
          </p:cNvSpPr>
          <p:nvPr/>
        </p:nvSpPr>
        <p:spPr bwMode="auto">
          <a:xfrm>
            <a:off x="1790700" y="1669407"/>
            <a:ext cx="5334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30971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 animBg="1"/>
      <p:bldP spid="96259" grpId="0" animBg="1"/>
      <p:bldP spid="96270" grpId="0" autoUpdateAnimBg="0"/>
      <p:bldP spid="96272" grpId="0" autoUpdateAnimBg="0"/>
      <p:bldP spid="96274" grpId="0" autoUpdateAnimBg="0"/>
      <p:bldP spid="96278" grpId="0" autoUpdateAnimBg="0"/>
      <p:bldP spid="5633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1904999" y="970495"/>
            <a:ext cx="4800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比较两边同类项的系数，得</a:t>
            </a:r>
          </a:p>
        </p:txBody>
      </p:sp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3312295" y="1370630"/>
          <a:ext cx="1677648" cy="616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228600" progId="Equation.DSMT4">
                  <p:embed/>
                </p:oleObj>
              </mc:Choice>
              <mc:Fallback>
                <p:oleObj name="Equation" r:id="rId2" imgW="622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2295" y="1370630"/>
                        <a:ext cx="1677648" cy="6162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3312295" y="1941741"/>
          <a:ext cx="1677647" cy="637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241200" progId="Equation.DSMT4">
                  <p:embed/>
                </p:oleObj>
              </mc:Choice>
              <mc:Fallback>
                <p:oleObj name="Equation" r:id="rId4" imgW="634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2295" y="1941741"/>
                        <a:ext cx="1677647" cy="6375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3312295" y="2575834"/>
          <a:ext cx="2468167" cy="576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760" imgH="228600" progId="Equation.DSMT4">
                  <p:embed/>
                </p:oleObj>
              </mc:Choice>
              <mc:Fallback>
                <p:oleObj name="Equation" r:id="rId6" imgW="977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2295" y="2575834"/>
                        <a:ext cx="2468167" cy="576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AutoShape 6"/>
          <p:cNvSpPr>
            <a:spLocks/>
          </p:cNvSpPr>
          <p:nvPr/>
        </p:nvSpPr>
        <p:spPr bwMode="auto">
          <a:xfrm>
            <a:off x="3012187" y="1503517"/>
            <a:ext cx="188912" cy="1442306"/>
          </a:xfrm>
          <a:prstGeom prst="leftBrace">
            <a:avLst>
              <a:gd name="adj1" fmla="val 108333"/>
              <a:gd name="adj2" fmla="val 50000"/>
            </a:avLst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46087" name="AutoShape 7"/>
          <p:cNvSpPr>
            <a:spLocks noChangeArrowheads="1"/>
          </p:cNvSpPr>
          <p:nvPr/>
        </p:nvSpPr>
        <p:spPr bwMode="auto">
          <a:xfrm>
            <a:off x="5452384" y="2157638"/>
            <a:ext cx="1219200" cy="228600"/>
          </a:xfrm>
          <a:prstGeom prst="rightArrow">
            <a:avLst>
              <a:gd name="adj1" fmla="val 50000"/>
              <a:gd name="adj2" fmla="val 133333"/>
            </a:avLst>
          </a:prstGeom>
          <a:solidFill>
            <a:srgbClr val="FF99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aphicFrame>
        <p:nvGraphicFramePr>
          <p:cNvPr id="46088" name="Object 8"/>
          <p:cNvGraphicFramePr>
            <a:graphicFrameLocks noChangeAspect="1"/>
          </p:cNvGraphicFramePr>
          <p:nvPr/>
        </p:nvGraphicFramePr>
        <p:xfrm>
          <a:off x="7173099" y="1370630"/>
          <a:ext cx="1660236" cy="609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228600" progId="Equation.DSMT4">
                  <p:embed/>
                </p:oleObj>
              </mc:Choice>
              <mc:Fallback>
                <p:oleObj name="Equation" r:id="rId8" imgW="622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3099" y="1370630"/>
                        <a:ext cx="1660236" cy="6098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9" name="Object 9"/>
          <p:cNvGraphicFramePr>
            <a:graphicFrameLocks noChangeAspect="1"/>
          </p:cNvGraphicFramePr>
          <p:nvPr/>
        </p:nvGraphicFramePr>
        <p:xfrm>
          <a:off x="7140332" y="1941741"/>
          <a:ext cx="1725770" cy="609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47640" imgH="228600" progId="Equation.DSMT4">
                  <p:embed/>
                </p:oleObj>
              </mc:Choice>
              <mc:Fallback>
                <p:oleObj name="Equation" r:id="rId10" imgW="647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0332" y="1941741"/>
                        <a:ext cx="1725770" cy="6090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0" name="Object 10"/>
          <p:cNvGraphicFramePr>
            <a:graphicFrameLocks noChangeAspect="1"/>
          </p:cNvGraphicFramePr>
          <p:nvPr/>
        </p:nvGraphicFramePr>
        <p:xfrm>
          <a:off x="7134028" y="2540623"/>
          <a:ext cx="2074628" cy="61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0" imgH="228600" progId="Equation.DSMT4">
                  <p:embed/>
                </p:oleObj>
              </mc:Choice>
              <mc:Fallback>
                <p:oleObj name="Equation" r:id="rId12" imgW="774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4028" y="2540623"/>
                        <a:ext cx="2074628" cy="612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1" name="Text Box 11"/>
          <p:cNvSpPr txBox="1">
            <a:spLocks noChangeArrowheads="1"/>
          </p:cNvSpPr>
          <p:nvPr/>
        </p:nvSpPr>
        <p:spPr bwMode="auto">
          <a:xfrm>
            <a:off x="1904999" y="3169005"/>
            <a:ext cx="3657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故原方程有一特解为</a:t>
            </a:r>
          </a:p>
        </p:txBody>
      </p:sp>
      <p:graphicFrame>
        <p:nvGraphicFramePr>
          <p:cNvPr id="4609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68159"/>
              </p:ext>
            </p:extLst>
          </p:nvPr>
        </p:nvGraphicFramePr>
        <p:xfrm>
          <a:off x="4774385" y="3622595"/>
          <a:ext cx="2689768" cy="611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02960" imgH="228600" progId="Equation.DSMT4">
                  <p:embed/>
                </p:oleObj>
              </mc:Choice>
              <mc:Fallback>
                <p:oleObj name="Equation" r:id="rId14" imgW="1002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4385" y="3622595"/>
                        <a:ext cx="2689768" cy="611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3" name="Text Box 13"/>
          <p:cNvSpPr txBox="1">
            <a:spLocks noChangeArrowheads="1"/>
          </p:cNvSpPr>
          <p:nvPr/>
        </p:nvSpPr>
        <p:spPr bwMode="auto">
          <a:xfrm>
            <a:off x="1904999" y="4363696"/>
            <a:ext cx="4800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综上所述，原方程的通解为</a:t>
            </a:r>
          </a:p>
        </p:txBody>
      </p:sp>
      <p:graphicFrame>
        <p:nvGraphicFramePr>
          <p:cNvPr id="460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334622"/>
              </p:ext>
            </p:extLst>
          </p:nvPr>
        </p:nvGraphicFramePr>
        <p:xfrm>
          <a:off x="2664619" y="4970111"/>
          <a:ext cx="7535837" cy="63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69920" imgH="241200" progId="Equation.DSMT4">
                  <p:embed/>
                </p:oleObj>
              </mc:Choice>
              <mc:Fallback>
                <p:oleObj name="Equation" r:id="rId16" imgW="28699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4619" y="4970111"/>
                        <a:ext cx="7535837" cy="63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225425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" grpId="0" animBg="1"/>
      <p:bldP spid="46087" grpId="0" animBg="1"/>
      <p:bldP spid="46091" grpId="0" autoUpdateAnimBg="0"/>
      <p:bldP spid="4609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ChangeArrowheads="1"/>
          </p:cNvSpPr>
          <p:nvPr/>
        </p:nvSpPr>
        <p:spPr bwMode="auto">
          <a:xfrm>
            <a:off x="5089209" y="2800564"/>
            <a:ext cx="1132187" cy="457200"/>
          </a:xfrm>
          <a:prstGeom prst="rect">
            <a:avLst/>
          </a:prstGeom>
          <a:solidFill>
            <a:srgbClr val="FF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97283" name="Rectangle 3"/>
          <p:cNvSpPr>
            <a:spLocks noChangeArrowheads="1"/>
          </p:cNvSpPr>
          <p:nvPr/>
        </p:nvSpPr>
        <p:spPr bwMode="auto">
          <a:xfrm>
            <a:off x="2934789" y="4009600"/>
            <a:ext cx="2357647" cy="609600"/>
          </a:xfrm>
          <a:prstGeom prst="rect">
            <a:avLst/>
          </a:prstGeom>
          <a:solidFill>
            <a:srgbClr val="FF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4759036" y="1575265"/>
            <a:ext cx="1066800" cy="457200"/>
          </a:xfrm>
          <a:prstGeom prst="rect">
            <a:avLst/>
          </a:prstGeom>
          <a:solidFill>
            <a:srgbClr val="FF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58381" name="Text Box 11"/>
          <p:cNvSpPr txBox="1">
            <a:spLocks noChangeArrowheads="1"/>
          </p:cNvSpPr>
          <p:nvPr/>
        </p:nvSpPr>
        <p:spPr bwMode="auto">
          <a:xfrm>
            <a:off x="1871952" y="832222"/>
            <a:ext cx="1162050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800" dirty="0">
                <a:latin typeface="楷体_GB231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_GB231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7293" name="Object 13"/>
          <p:cNvGraphicFramePr>
            <a:graphicFrameLocks noChangeAspect="1"/>
          </p:cNvGraphicFramePr>
          <p:nvPr/>
        </p:nvGraphicFramePr>
        <p:xfrm>
          <a:off x="3198669" y="809266"/>
          <a:ext cx="5753678" cy="528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89040" imgH="228600" progId="Equation.DSMT4">
                  <p:embed/>
                </p:oleObj>
              </mc:Choice>
              <mc:Fallback>
                <p:oleObj name="Equation" r:id="rId2" imgW="248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8669" y="809266"/>
                        <a:ext cx="5753678" cy="528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4" name="Object 14"/>
          <p:cNvGraphicFramePr>
            <a:graphicFrameLocks noChangeAspect="1"/>
          </p:cNvGraphicFramePr>
          <p:nvPr/>
        </p:nvGraphicFramePr>
        <p:xfrm>
          <a:off x="2600156" y="1553005"/>
          <a:ext cx="8354435" cy="587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9000" imgH="241200" progId="Equation.DSMT4">
                  <p:embed/>
                </p:oleObj>
              </mc:Choice>
              <mc:Fallback>
                <p:oleObj name="Equation" r:id="rId4" imgW="3429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156" y="1553005"/>
                        <a:ext cx="8354435" cy="5879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5" name="Text Box 15"/>
          <p:cNvSpPr txBox="1">
            <a:spLocks noChangeArrowheads="1"/>
          </p:cNvSpPr>
          <p:nvPr/>
        </p:nvSpPr>
        <p:spPr bwMode="auto">
          <a:xfrm>
            <a:off x="2057400" y="2234678"/>
            <a:ext cx="5029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对应的齐方程的特征方程为</a:t>
            </a:r>
          </a:p>
        </p:txBody>
      </p:sp>
      <p:graphicFrame>
        <p:nvGraphicFramePr>
          <p:cNvPr id="97296" name="Object 16"/>
          <p:cNvGraphicFramePr>
            <a:graphicFrameLocks noChangeAspect="1"/>
          </p:cNvGraphicFramePr>
          <p:nvPr/>
        </p:nvGraphicFramePr>
        <p:xfrm>
          <a:off x="6656289" y="2183737"/>
          <a:ext cx="2941882" cy="485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203040" progId="Equation.DSMT4">
                  <p:embed/>
                </p:oleObj>
              </mc:Choice>
              <mc:Fallback>
                <p:oleObj name="Equation" r:id="rId6" imgW="1231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6289" y="2183737"/>
                        <a:ext cx="2941882" cy="4852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7" name="Text Box 17"/>
          <p:cNvSpPr txBox="1">
            <a:spLocks noChangeArrowheads="1"/>
          </p:cNvSpPr>
          <p:nvPr/>
        </p:nvSpPr>
        <p:spPr bwMode="auto">
          <a:xfrm>
            <a:off x="2075008" y="2820746"/>
            <a:ext cx="1981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特征根为</a:t>
            </a:r>
          </a:p>
        </p:txBody>
      </p:sp>
      <p:graphicFrame>
        <p:nvGraphicFramePr>
          <p:cNvPr id="97298" name="Object 18"/>
          <p:cNvGraphicFramePr>
            <a:graphicFrameLocks noChangeAspect="1"/>
          </p:cNvGraphicFramePr>
          <p:nvPr/>
        </p:nvGraphicFramePr>
        <p:xfrm>
          <a:off x="3656495" y="2836923"/>
          <a:ext cx="28638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57120" imgH="228600" progId="Equation.DSMT4">
                  <p:embed/>
                </p:oleObj>
              </mc:Choice>
              <mc:Fallback>
                <p:oleObj name="Equation" r:id="rId8" imgW="1257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6495" y="2836923"/>
                        <a:ext cx="28638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99" name="Text Box 19"/>
          <p:cNvSpPr txBox="1">
            <a:spLocks noChangeArrowheads="1"/>
          </p:cNvSpPr>
          <p:nvPr/>
        </p:nvSpPr>
        <p:spPr bwMode="auto">
          <a:xfrm>
            <a:off x="6402977" y="2820746"/>
            <a:ext cx="3820886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对应的齐方程的通解为</a:t>
            </a:r>
          </a:p>
        </p:txBody>
      </p:sp>
      <p:graphicFrame>
        <p:nvGraphicFramePr>
          <p:cNvPr id="97300" name="Object 20"/>
          <p:cNvGraphicFramePr>
            <a:graphicFrameLocks noChangeAspect="1"/>
          </p:cNvGraphicFramePr>
          <p:nvPr/>
        </p:nvGraphicFramePr>
        <p:xfrm>
          <a:off x="4589198" y="3358392"/>
          <a:ext cx="33782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33440" imgH="241200" progId="Equation.DSMT4">
                  <p:embed/>
                </p:oleObj>
              </mc:Choice>
              <mc:Fallback>
                <p:oleObj name="Equation" r:id="rId10" imgW="1333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9198" y="3358392"/>
                        <a:ext cx="33782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01" name="Object 21"/>
          <p:cNvGraphicFramePr>
            <a:graphicFrameLocks noChangeAspect="1"/>
          </p:cNvGraphicFramePr>
          <p:nvPr/>
        </p:nvGraphicFramePr>
        <p:xfrm>
          <a:off x="2075008" y="4070728"/>
          <a:ext cx="8184521" cy="479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66800" imgH="203040" progId="Equation.DSMT4">
                  <p:embed/>
                </p:oleObj>
              </mc:Choice>
              <mc:Fallback>
                <p:oleObj name="Equation" r:id="rId12" imgW="3466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5008" y="4070728"/>
                        <a:ext cx="8184521" cy="479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02" name="Object 22"/>
          <p:cNvGraphicFramePr>
            <a:graphicFrameLocks noChangeAspect="1"/>
          </p:cNvGraphicFramePr>
          <p:nvPr/>
        </p:nvGraphicFramePr>
        <p:xfrm>
          <a:off x="5292436" y="4591302"/>
          <a:ext cx="255905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77760" imgH="241200" progId="Equation.DSMT4">
                  <p:embed/>
                </p:oleObj>
              </mc:Choice>
              <mc:Fallback>
                <p:oleObj name="Equation" r:id="rId14" imgW="977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436" y="4591302"/>
                        <a:ext cx="255905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03" name="Text Box 23"/>
          <p:cNvSpPr txBox="1">
            <a:spLocks noChangeArrowheads="1"/>
          </p:cNvSpPr>
          <p:nvPr/>
        </p:nvSpPr>
        <p:spPr bwMode="auto">
          <a:xfrm>
            <a:off x="2036908" y="5087857"/>
            <a:ext cx="4038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将它代入原方程，得</a:t>
            </a:r>
          </a:p>
        </p:txBody>
      </p:sp>
      <p:graphicFrame>
        <p:nvGraphicFramePr>
          <p:cNvPr id="97304" name="Object 24"/>
          <p:cNvGraphicFramePr>
            <a:graphicFrameLocks noChangeAspect="1"/>
          </p:cNvGraphicFramePr>
          <p:nvPr/>
        </p:nvGraphicFramePr>
        <p:xfrm>
          <a:off x="3111188" y="5505679"/>
          <a:ext cx="6818313" cy="599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43200" imgH="241200" progId="Equation.DSMT4">
                  <p:embed/>
                </p:oleObj>
              </mc:Choice>
              <mc:Fallback>
                <p:oleObj name="Equation" r:id="rId16" imgW="2743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188" y="5505679"/>
                        <a:ext cx="6818313" cy="5997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6" name="矩形 1"/>
          <p:cNvSpPr>
            <a:spLocks noChangeArrowheads="1"/>
          </p:cNvSpPr>
          <p:nvPr/>
        </p:nvSpPr>
        <p:spPr bwMode="auto">
          <a:xfrm>
            <a:off x="2036908" y="1644818"/>
            <a:ext cx="545342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3584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animBg="1"/>
      <p:bldP spid="97283" grpId="0" animBg="1"/>
      <p:bldP spid="97284" grpId="0" animBg="1"/>
      <p:bldP spid="97295" grpId="0" autoUpdateAnimBg="0"/>
      <p:bldP spid="97297" grpId="0" autoUpdateAnimBg="0"/>
      <p:bldP spid="97299" grpId="0" autoUpdateAnimBg="0"/>
      <p:bldP spid="97303" grpId="0" autoUpdateAnimBg="0"/>
      <p:bldP spid="5838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2104845" y="1029203"/>
            <a:ext cx="18288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上式即</a:t>
            </a:r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3226791" y="1567307"/>
          <a:ext cx="2121118" cy="587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480" imgH="228600" progId="Equation.DSMT4">
                  <p:embed/>
                </p:oleObj>
              </mc:Choice>
              <mc:Fallback>
                <p:oleObj name="Equation" r:id="rId2" imgW="82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6791" y="1567307"/>
                        <a:ext cx="2121118" cy="5873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AutoShape 4"/>
          <p:cNvSpPr>
            <a:spLocks noChangeArrowheads="1"/>
          </p:cNvSpPr>
          <p:nvPr/>
        </p:nvSpPr>
        <p:spPr bwMode="auto">
          <a:xfrm>
            <a:off x="5152845" y="1789806"/>
            <a:ext cx="1219200" cy="228600"/>
          </a:xfrm>
          <a:prstGeom prst="rightArrow">
            <a:avLst>
              <a:gd name="adj1" fmla="val 50000"/>
              <a:gd name="adj2" fmla="val 133333"/>
            </a:avLst>
          </a:prstGeom>
          <a:solidFill>
            <a:srgbClr val="FF33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6714760" y="1377195"/>
          <a:ext cx="1947478" cy="1021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406080" progId="Equation.DSMT4">
                  <p:embed/>
                </p:oleObj>
              </mc:Choice>
              <mc:Fallback>
                <p:oleObj name="Equation" r:id="rId4" imgW="774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4760" y="1377195"/>
                        <a:ext cx="1947478" cy="1021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2104845" y="2401894"/>
            <a:ext cx="3657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故原方程有一特解为</a:t>
            </a:r>
          </a:p>
        </p:txBody>
      </p:sp>
      <p:graphicFrame>
        <p:nvGraphicFramePr>
          <p:cNvPr id="48135" name="Object 7"/>
          <p:cNvGraphicFramePr>
            <a:graphicFrameLocks noChangeAspect="1"/>
          </p:cNvGraphicFramePr>
          <p:nvPr/>
        </p:nvGraphicFramePr>
        <p:xfrm>
          <a:off x="4781596" y="2897861"/>
          <a:ext cx="259397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54080" imgH="406080" progId="Equation.DSMT4">
                  <p:embed/>
                </p:oleObj>
              </mc:Choice>
              <mc:Fallback>
                <p:oleObj name="Equation" r:id="rId6" imgW="1054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1596" y="2897861"/>
                        <a:ext cx="2593975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2104845" y="3992247"/>
            <a:ext cx="4800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综上所述，原方程的通解为</a:t>
            </a:r>
          </a:p>
        </p:txBody>
      </p:sp>
      <p:graphicFrame>
        <p:nvGraphicFramePr>
          <p:cNvPr id="48137" name="Object 9"/>
          <p:cNvGraphicFramePr>
            <a:graphicFrameLocks noChangeAspect="1"/>
          </p:cNvGraphicFramePr>
          <p:nvPr/>
        </p:nvGraphicFramePr>
        <p:xfrm>
          <a:off x="2792413" y="4664075"/>
          <a:ext cx="607377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36760" imgH="406080" progId="Equation.DSMT4">
                  <p:embed/>
                </p:oleObj>
              </mc:Choice>
              <mc:Fallback>
                <p:oleObj name="Equation" r:id="rId8" imgW="2336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4664075"/>
                        <a:ext cx="6073775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72760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32" grpId="0" animBg="1"/>
      <p:bldP spid="48134" grpId="0" autoUpdateAnimBg="0"/>
      <p:bldP spid="4813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6" name="Text Box 9"/>
          <p:cNvSpPr txBox="1">
            <a:spLocks noChangeArrowheads="1"/>
          </p:cNvSpPr>
          <p:nvPr/>
        </p:nvSpPr>
        <p:spPr bwMode="auto">
          <a:xfrm>
            <a:off x="1613992" y="1044806"/>
            <a:ext cx="101196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800" dirty="0">
                <a:latin typeface="楷体_GB231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_GB231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8315" name="Object 11"/>
          <p:cNvGraphicFramePr>
            <a:graphicFrameLocks noChangeAspect="1"/>
          </p:cNvGraphicFramePr>
          <p:nvPr/>
        </p:nvGraphicFramePr>
        <p:xfrm>
          <a:off x="2848554" y="980264"/>
          <a:ext cx="6849403" cy="550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44720" imgH="228600" progId="Equation.DSMT4">
                  <p:embed/>
                </p:oleObj>
              </mc:Choice>
              <mc:Fallback>
                <p:oleObj name="Equation" r:id="rId2" imgW="2844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8554" y="980264"/>
                        <a:ext cx="6849403" cy="550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6" name="Object 12"/>
          <p:cNvGraphicFramePr>
            <a:graphicFrameLocks noChangeAspect="1"/>
          </p:cNvGraphicFramePr>
          <p:nvPr/>
        </p:nvGraphicFramePr>
        <p:xfrm>
          <a:off x="1847305" y="2535588"/>
          <a:ext cx="5006000" cy="588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42920" imgH="228600" progId="Equation.DSMT4">
                  <p:embed/>
                </p:oleObj>
              </mc:Choice>
              <mc:Fallback>
                <p:oleObj name="Equation" r:id="rId4" imgW="1942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305" y="2535588"/>
                        <a:ext cx="5006000" cy="5889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7" name="Line 13"/>
          <p:cNvSpPr>
            <a:spLocks noChangeShapeType="1"/>
          </p:cNvSpPr>
          <p:nvPr/>
        </p:nvSpPr>
        <p:spPr bwMode="auto">
          <a:xfrm flipV="1">
            <a:off x="6444673" y="2151881"/>
            <a:ext cx="2286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18" name="Line 14"/>
          <p:cNvSpPr>
            <a:spLocks noChangeShapeType="1"/>
          </p:cNvSpPr>
          <p:nvPr/>
        </p:nvSpPr>
        <p:spPr bwMode="auto">
          <a:xfrm>
            <a:off x="6444673" y="2837681"/>
            <a:ext cx="2286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8319" name="Object 15"/>
          <p:cNvGraphicFramePr>
            <a:graphicFrameLocks noChangeAspect="1"/>
          </p:cNvGraphicFramePr>
          <p:nvPr/>
        </p:nvGraphicFramePr>
        <p:xfrm>
          <a:off x="6673273" y="1712604"/>
          <a:ext cx="3319318" cy="597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720" imgH="228600" progId="Equation.DSMT4">
                  <p:embed/>
                </p:oleObj>
              </mc:Choice>
              <mc:Fallback>
                <p:oleObj name="Equation" r:id="rId6" imgW="1269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3273" y="1712604"/>
                        <a:ext cx="3319318" cy="597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0" name="Object 16"/>
          <p:cNvGraphicFramePr>
            <a:graphicFrameLocks noChangeAspect="1"/>
          </p:cNvGraphicFramePr>
          <p:nvPr/>
        </p:nvGraphicFramePr>
        <p:xfrm>
          <a:off x="6698228" y="3266854"/>
          <a:ext cx="3636241" cy="497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85720" imgH="203040" progId="Equation.DSMT4">
                  <p:embed/>
                </p:oleObj>
              </mc:Choice>
              <mc:Fallback>
                <p:oleObj name="Equation" r:id="rId8" imgW="1485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8228" y="3266854"/>
                        <a:ext cx="3636241" cy="497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1" name="Object 17"/>
          <p:cNvGraphicFramePr>
            <a:graphicFrameLocks noChangeAspect="1"/>
          </p:cNvGraphicFramePr>
          <p:nvPr/>
        </p:nvGraphicFramePr>
        <p:xfrm>
          <a:off x="8665004" y="2160693"/>
          <a:ext cx="2376488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39600" imgH="406080" progId="Equation.DSMT4">
                  <p:embed/>
                </p:oleObj>
              </mc:Choice>
              <mc:Fallback>
                <p:oleObj name="Equation" r:id="rId10" imgW="939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5004" y="2160693"/>
                        <a:ext cx="2376488" cy="102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2" name="Object 18"/>
          <p:cNvGraphicFramePr>
            <a:graphicFrameLocks noChangeAspect="1"/>
          </p:cNvGraphicFramePr>
          <p:nvPr/>
        </p:nvGraphicFramePr>
        <p:xfrm>
          <a:off x="8614409" y="3629098"/>
          <a:ext cx="1979613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87320" imgH="406080" progId="Equation.DSMT4">
                  <p:embed/>
                </p:oleObj>
              </mc:Choice>
              <mc:Fallback>
                <p:oleObj name="Equation" r:id="rId12" imgW="787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4409" y="3629098"/>
                        <a:ext cx="1979613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9" name="Text Box 22"/>
          <p:cNvSpPr txBox="1">
            <a:spLocks noChangeArrowheads="1"/>
          </p:cNvSpPr>
          <p:nvPr/>
        </p:nvSpPr>
        <p:spPr bwMode="auto">
          <a:xfrm>
            <a:off x="1758373" y="3673788"/>
            <a:ext cx="414655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对应的齐方程的通解为</a:t>
            </a:r>
          </a:p>
        </p:txBody>
      </p:sp>
      <p:graphicFrame>
        <p:nvGraphicFramePr>
          <p:cNvPr id="60424" name="Object 23"/>
          <p:cNvGraphicFramePr>
            <a:graphicFrameLocks noChangeAspect="1"/>
          </p:cNvGraphicFramePr>
          <p:nvPr/>
        </p:nvGraphicFramePr>
        <p:xfrm>
          <a:off x="3831648" y="4152078"/>
          <a:ext cx="2948295" cy="558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58640" imgH="241200" progId="Equation.DSMT4">
                  <p:embed/>
                </p:oleObj>
              </mc:Choice>
              <mc:Fallback>
                <p:oleObj name="Equation" r:id="rId14" imgW="1358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1648" y="4152078"/>
                        <a:ext cx="2948295" cy="558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28" name="Text Box 24"/>
          <p:cNvSpPr txBox="1">
            <a:spLocks noChangeArrowheads="1"/>
          </p:cNvSpPr>
          <p:nvPr/>
        </p:nvSpPr>
        <p:spPr bwMode="auto">
          <a:xfrm>
            <a:off x="1758373" y="4721536"/>
            <a:ext cx="4800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综上所述，原方程的通解为</a:t>
            </a:r>
          </a:p>
        </p:txBody>
      </p:sp>
      <p:graphicFrame>
        <p:nvGraphicFramePr>
          <p:cNvPr id="98329" name="Object 25"/>
          <p:cNvGraphicFramePr>
            <a:graphicFrameLocks noChangeAspect="1"/>
          </p:cNvGraphicFramePr>
          <p:nvPr/>
        </p:nvGraphicFramePr>
        <p:xfrm>
          <a:off x="2608182" y="5080153"/>
          <a:ext cx="708977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58840" imgH="406080" progId="Equation.DSMT4">
                  <p:embed/>
                </p:oleObj>
              </mc:Choice>
              <mc:Fallback>
                <p:oleObj name="Equation" r:id="rId16" imgW="2958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182" y="5080153"/>
                        <a:ext cx="708977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1" name="矩形 1"/>
          <p:cNvSpPr>
            <a:spLocks noChangeArrowheads="1"/>
          </p:cNvSpPr>
          <p:nvPr/>
        </p:nvSpPr>
        <p:spPr bwMode="auto">
          <a:xfrm>
            <a:off x="1847305" y="1636985"/>
            <a:ext cx="545342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587242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9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7" grpId="0" animBg="1"/>
      <p:bldP spid="98318" grpId="0" animBg="1"/>
      <p:bldP spid="60429" grpId="0"/>
      <p:bldP spid="98328" grpId="0" autoUpdateAnimBg="0"/>
      <p:bldP spid="604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05579" y="1056880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51788" y="1104188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(2010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年考研高数一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935431" y="1087199"/>
          <a:ext cx="6016357" cy="518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54280" imgH="228600" progId="Equation.DSMT4">
                  <p:embed/>
                </p:oleObj>
              </mc:Choice>
              <mc:Fallback>
                <p:oleObj name="Equation" r:id="rId2" imgW="2654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35431" y="1087199"/>
                        <a:ext cx="6016357" cy="518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43665" y="156585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675598" y="1633144"/>
          <a:ext cx="8564563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71720" imgH="215640" progId="Equation.DSMT4">
                  <p:embed/>
                </p:oleObj>
              </mc:Choice>
              <mc:Fallback>
                <p:oleObj name="Equation" r:id="rId4" imgW="3771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75598" y="1633144"/>
                        <a:ext cx="8564563" cy="490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043666" y="2074583"/>
          <a:ext cx="24352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203040" progId="Equation.DSMT4">
                  <p:embed/>
                </p:oleObj>
              </mc:Choice>
              <mc:Fallback>
                <p:oleObj name="Equation" r:id="rId6" imgW="10159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3666" y="2074583"/>
                        <a:ext cx="2435225" cy="487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896720" y="2063852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解得，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221331" y="2066246"/>
          <a:ext cx="215265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228600" progId="Equation.DSMT4">
                  <p:embed/>
                </p:oleObj>
              </mc:Choice>
              <mc:Fallback>
                <p:oleObj name="Equation" r:id="rId8" imgW="914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21331" y="2066246"/>
                        <a:ext cx="2152650" cy="538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926470" y="2589429"/>
          <a:ext cx="4025704" cy="470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39880" imgH="203040" progId="Equation.DSMT4">
                  <p:embed/>
                </p:oleObj>
              </mc:Choice>
              <mc:Fallback>
                <p:oleObj name="Equation" r:id="rId10" imgW="1739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26470" y="2589429"/>
                        <a:ext cx="4025704" cy="470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950994" y="2562544"/>
          <a:ext cx="2669646" cy="569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30040" imgH="241200" progId="Equation.DSMT4">
                  <p:embed/>
                </p:oleObj>
              </mc:Choice>
              <mc:Fallback>
                <p:oleObj name="Equation" r:id="rId12" imgW="11300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950994" y="2562544"/>
                        <a:ext cx="2669646" cy="5699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927649" y="3124358"/>
          <a:ext cx="6599964" cy="544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68400" imgH="228600" progId="Equation.DSMT4">
                  <p:embed/>
                </p:oleObj>
              </mc:Choice>
              <mc:Fallback>
                <p:oleObj name="Equation" r:id="rId14" imgW="2768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27649" y="3124358"/>
                        <a:ext cx="6599964" cy="5449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487745" y="3083473"/>
          <a:ext cx="2616200" cy="560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66680" imgH="228600" progId="Equation.DSMT4">
                  <p:embed/>
                </p:oleObj>
              </mc:Choice>
              <mc:Fallback>
                <p:oleObj name="Equation" r:id="rId16" imgW="1066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487745" y="3083473"/>
                        <a:ext cx="2616200" cy="5606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976942" y="386735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818449" y="3811955"/>
          <a:ext cx="4094162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39880" imgH="228600" progId="Equation.DSMT4">
                  <p:embed/>
                </p:oleObj>
              </mc:Choice>
              <mc:Fallback>
                <p:oleObj name="Equation" r:id="rId18" imgW="1739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818449" y="3811955"/>
                        <a:ext cx="4094162" cy="538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964409" y="3774726"/>
          <a:ext cx="4632541" cy="508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82600" imgH="228600" progId="Equation.DSMT4">
                  <p:embed/>
                </p:oleObj>
              </mc:Choice>
              <mc:Fallback>
                <p:oleObj name="Equation" r:id="rId20" imgW="2082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964409" y="3774726"/>
                        <a:ext cx="4632541" cy="508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976942" y="4507540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代入原方程解得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575086" y="4513745"/>
          <a:ext cx="2382793" cy="501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65160" imgH="203040" progId="Equation.DSMT4">
                  <p:embed/>
                </p:oleObj>
              </mc:Choice>
              <mc:Fallback>
                <p:oleObj name="Equation" r:id="rId22" imgW="965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575086" y="4513745"/>
                        <a:ext cx="2382793" cy="5016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5999683" y="450295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故特解为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566255" y="4424611"/>
          <a:ext cx="2678112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91880" imgH="228600" progId="Equation.DSMT4">
                  <p:embed/>
                </p:oleObj>
              </mc:Choice>
              <mc:Fallback>
                <p:oleObj name="Equation" r:id="rId24" imgW="1091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566255" y="4424611"/>
                        <a:ext cx="2678112" cy="560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068715" y="5108495"/>
          <a:ext cx="33210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434960" imgH="203040" progId="Equation.DSMT4">
                  <p:embed/>
                </p:oleObj>
              </mc:Choice>
              <mc:Fallback>
                <p:oleObj name="Equation" r:id="rId26" imgW="1434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68715" y="5108495"/>
                        <a:ext cx="332105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423983" y="5578395"/>
          <a:ext cx="1498397" cy="4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34680" imgH="203040" progId="Equation.DSMT4">
                  <p:embed/>
                </p:oleObj>
              </mc:Choice>
              <mc:Fallback>
                <p:oleObj name="Equation" r:id="rId28" imgW="634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423983" y="5578395"/>
                        <a:ext cx="1498397" cy="479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922380" y="5572240"/>
          <a:ext cx="4419682" cy="575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854000" imgH="241200" progId="Equation.DSMT4">
                  <p:embed/>
                </p:oleObj>
              </mc:Choice>
              <mc:Fallback>
                <p:oleObj name="Equation" r:id="rId30" imgW="1854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922380" y="5572240"/>
                        <a:ext cx="4419682" cy="5751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362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14" grpId="0"/>
      <p:bldP spid="17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前凸带形 24"/>
          <p:cNvSpPr/>
          <p:nvPr/>
        </p:nvSpPr>
        <p:spPr>
          <a:xfrm>
            <a:off x="3918852" y="232637"/>
            <a:ext cx="3745740" cy="612648"/>
          </a:xfrm>
          <a:prstGeom prst="ribbon">
            <a:avLst/>
          </a:prstGeom>
          <a:solidFill>
            <a:schemeClr val="bg1"/>
          </a:solidFill>
          <a:ln w="15875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29</a:t>
            </a:fld>
            <a:endParaRPr lang="en-US" altLang="zh-CN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497129"/>
              </p:ext>
            </p:extLst>
          </p:nvPr>
        </p:nvGraphicFramePr>
        <p:xfrm>
          <a:off x="2782616" y="2197057"/>
          <a:ext cx="2994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228600" progId="Equation.DSMT4">
                  <p:embed/>
                </p:oleObj>
              </mc:Choice>
              <mc:Fallback>
                <p:oleObj name="Equation" r:id="rId2" imgW="130788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616" y="2197057"/>
                        <a:ext cx="2994025" cy="506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472990"/>
              </p:ext>
            </p:extLst>
          </p:nvPr>
        </p:nvGraphicFramePr>
        <p:xfrm>
          <a:off x="9053360" y="5608854"/>
          <a:ext cx="1038426" cy="760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406080" progId="Equation.DSMT4">
                  <p:embed/>
                </p:oleObj>
              </mc:Choice>
              <mc:Fallback>
                <p:oleObj name="Equation" r:id="rId4" imgW="545760" imgH="4060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3360" y="5608854"/>
                        <a:ext cx="1038426" cy="7607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34978"/>
              </p:ext>
            </p:extLst>
          </p:nvPr>
        </p:nvGraphicFramePr>
        <p:xfrm>
          <a:off x="1114055" y="1503442"/>
          <a:ext cx="1247345" cy="42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6880" imgH="203040" progId="Equation.DSMT4">
                  <p:embed/>
                </p:oleObj>
              </mc:Choice>
              <mc:Fallback>
                <p:oleObj name="Equation" r:id="rId6" imgW="59688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055" y="1503442"/>
                        <a:ext cx="1247345" cy="4224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314058"/>
              </p:ext>
            </p:extLst>
          </p:nvPr>
        </p:nvGraphicFramePr>
        <p:xfrm>
          <a:off x="2914651" y="1303338"/>
          <a:ext cx="2853336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34960" imgH="431640" progId="Equation.DSMT4">
                  <p:embed/>
                </p:oleObj>
              </mc:Choice>
              <mc:Fallback>
                <p:oleObj name="Equation" r:id="rId8" imgW="1434960" imgH="431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4651" y="1303338"/>
                        <a:ext cx="2853336" cy="890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/>
          <p:nvPr/>
        </p:nvGrpSpPr>
        <p:grpSpPr>
          <a:xfrm>
            <a:off x="1737727" y="805113"/>
            <a:ext cx="9525810" cy="528070"/>
            <a:chOff x="1035084" y="767658"/>
            <a:chExt cx="9525810" cy="52807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8021048"/>
                </p:ext>
              </p:extLst>
            </p:nvPr>
          </p:nvGraphicFramePr>
          <p:xfrm>
            <a:off x="2207568" y="828676"/>
            <a:ext cx="1584176" cy="437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23600" imgH="203040" progId="Equation.DSMT4">
                    <p:embed/>
                  </p:oleObj>
                </mc:Choice>
                <mc:Fallback>
                  <p:oleObj name="Equation" r:id="rId10" imgW="723600" imgH="2030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7568" y="828676"/>
                          <a:ext cx="1584176" cy="43773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7634050"/>
                </p:ext>
              </p:extLst>
            </p:nvPr>
          </p:nvGraphicFramePr>
          <p:xfrm>
            <a:off x="4602163" y="846138"/>
            <a:ext cx="1871662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888840" imgH="203040" progId="Equation.DSMT4">
                    <p:embed/>
                  </p:oleObj>
                </mc:Choice>
                <mc:Fallback>
                  <p:oleObj name="Equation" r:id="rId12" imgW="888840" imgH="20304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2163" y="846138"/>
                          <a:ext cx="1871662" cy="4222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2010026"/>
                </p:ext>
              </p:extLst>
            </p:nvPr>
          </p:nvGraphicFramePr>
          <p:xfrm>
            <a:off x="6600056" y="801395"/>
            <a:ext cx="2375495" cy="489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57120" imgH="228600" progId="Equation.DSMT4">
                    <p:embed/>
                  </p:oleObj>
                </mc:Choice>
                <mc:Fallback>
                  <p:oleObj name="Equation" r:id="rId14" imgW="1257120" imgH="2286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0056" y="801395"/>
                          <a:ext cx="2375495" cy="48948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5355930"/>
                </p:ext>
              </p:extLst>
            </p:nvPr>
          </p:nvGraphicFramePr>
          <p:xfrm>
            <a:off x="9408368" y="866359"/>
            <a:ext cx="1152526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71320" imgH="203040" progId="Equation.DSMT4">
                    <p:embed/>
                  </p:oleObj>
                </mc:Choice>
                <mc:Fallback>
                  <p:oleObj name="Equation" r:id="rId16" imgW="571320" imgH="20304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08368" y="866359"/>
                          <a:ext cx="1152526" cy="4000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1035084" y="772508"/>
              <a:ext cx="141548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设函数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3783800" y="772508"/>
              <a:ext cx="9414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满足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8897934" y="767658"/>
              <a:ext cx="59943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 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2411259" y="1457325"/>
            <a:ext cx="4698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求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145699" y="34808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综合题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093098" y="221316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600012" y="221316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由题设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5776641" y="2180250"/>
            <a:ext cx="1941959" cy="523220"/>
            <a:chOff x="5776641" y="2180250"/>
            <a:chExt cx="1941959" cy="523220"/>
          </a:xfrm>
        </p:grpSpPr>
        <p:sp>
          <p:nvSpPr>
            <p:cNvPr id="31" name="文本框 30"/>
            <p:cNvSpPr txBox="1"/>
            <p:nvPr/>
          </p:nvSpPr>
          <p:spPr>
            <a:xfrm>
              <a:off x="5776641" y="2180250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设</a:t>
              </a:r>
            </a:p>
          </p:txBody>
        </p:sp>
        <p:graphicFrame>
          <p:nvGraphicFramePr>
            <p:cNvPr id="32" name="对象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0414214"/>
                </p:ext>
              </p:extLst>
            </p:nvPr>
          </p:nvGraphicFramePr>
          <p:xfrm>
            <a:off x="6240637" y="2213164"/>
            <a:ext cx="1477963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60240" imgH="203040" progId="Equation.DSMT4">
                    <p:embed/>
                  </p:oleObj>
                </mc:Choice>
                <mc:Fallback>
                  <p:oleObj name="Equation" r:id="rId18" imgW="660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0637" y="2213164"/>
                          <a:ext cx="1477963" cy="4476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" name="组合 52"/>
          <p:cNvGrpSpPr/>
          <p:nvPr/>
        </p:nvGrpSpPr>
        <p:grpSpPr>
          <a:xfrm>
            <a:off x="7718600" y="2150922"/>
            <a:ext cx="3515998" cy="547689"/>
            <a:chOff x="7718600" y="2150922"/>
            <a:chExt cx="3515998" cy="547689"/>
          </a:xfrm>
        </p:grpSpPr>
        <p:sp>
          <p:nvSpPr>
            <p:cNvPr id="33" name="文本框 32"/>
            <p:cNvSpPr txBox="1"/>
            <p:nvPr/>
          </p:nvSpPr>
          <p:spPr>
            <a:xfrm>
              <a:off x="7718600" y="2175391"/>
              <a:ext cx="16145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则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 </a:t>
              </a:r>
              <a:r>
                <a:rPr lang="zh-CN" altLang="en-US" sz="2800" b="1" dirty="0"/>
                <a:t>满足</a:t>
              </a:r>
            </a:p>
          </p:txBody>
        </p:sp>
        <p:graphicFrame>
          <p:nvGraphicFramePr>
            <p:cNvPr id="34" name="对象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7735388"/>
                </p:ext>
              </p:extLst>
            </p:nvPr>
          </p:nvGraphicFramePr>
          <p:xfrm>
            <a:off x="9286736" y="2150922"/>
            <a:ext cx="1947862" cy="506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850680" imgH="228600" progId="Equation.DSMT4">
                    <p:embed/>
                  </p:oleObj>
                </mc:Choice>
                <mc:Fallback>
                  <p:oleObj name="Equation" r:id="rId20" imgW="850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6736" y="2150922"/>
                          <a:ext cx="1947862" cy="5064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Text Box 14"/>
          <p:cNvSpPr txBox="1">
            <a:spLocks noChangeArrowheads="1"/>
          </p:cNvSpPr>
          <p:nvPr/>
        </p:nvSpPr>
        <p:spPr bwMode="auto">
          <a:xfrm>
            <a:off x="1084443" y="2814815"/>
            <a:ext cx="468354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对应的齐方程的特征方程为</a:t>
            </a:r>
          </a:p>
        </p:txBody>
      </p:sp>
      <p:graphicFrame>
        <p:nvGraphicFramePr>
          <p:cNvPr id="3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17789"/>
              </p:ext>
            </p:extLst>
          </p:nvPr>
        </p:nvGraphicFramePr>
        <p:xfrm>
          <a:off x="5423142" y="2796754"/>
          <a:ext cx="2104159" cy="474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01440" imgH="203040" progId="Equation.DSMT4">
                  <p:embed/>
                </p:oleObj>
              </mc:Choice>
              <mc:Fallback>
                <p:oleObj name="Equation" r:id="rId22" imgW="901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3142" y="2796754"/>
                        <a:ext cx="2104159" cy="474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16"/>
          <p:cNvSpPr txBox="1">
            <a:spLocks noChangeArrowheads="1"/>
          </p:cNvSpPr>
          <p:nvPr/>
        </p:nvSpPr>
        <p:spPr bwMode="auto">
          <a:xfrm>
            <a:off x="7139189" y="2811718"/>
            <a:ext cx="1981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特征根为</a:t>
            </a:r>
          </a:p>
        </p:txBody>
      </p:sp>
      <p:graphicFrame>
        <p:nvGraphicFramePr>
          <p:cNvPr id="3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29052"/>
              </p:ext>
            </p:extLst>
          </p:nvPr>
        </p:nvGraphicFramePr>
        <p:xfrm>
          <a:off x="8715870" y="2760036"/>
          <a:ext cx="14319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47640" imgH="241200" progId="Equation.DSMT4">
                  <p:embed/>
                </p:oleObj>
              </mc:Choice>
              <mc:Fallback>
                <p:oleObj name="Equation" r:id="rId24" imgW="647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870" y="2760036"/>
                        <a:ext cx="1431925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18"/>
          <p:cNvSpPr txBox="1">
            <a:spLocks noChangeArrowheads="1"/>
          </p:cNvSpPr>
          <p:nvPr/>
        </p:nvSpPr>
        <p:spPr bwMode="auto">
          <a:xfrm>
            <a:off x="1084443" y="3387920"/>
            <a:ext cx="43434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对应的齐方程的通解为</a:t>
            </a:r>
          </a:p>
        </p:txBody>
      </p:sp>
      <p:graphicFrame>
        <p:nvGraphicFramePr>
          <p:cNvPr id="4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443203"/>
              </p:ext>
            </p:extLst>
          </p:nvPr>
        </p:nvGraphicFramePr>
        <p:xfrm>
          <a:off x="4799856" y="3382276"/>
          <a:ext cx="3456384" cy="522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511280" imgH="228600" progId="Equation.DSMT4">
                  <p:embed/>
                </p:oleObj>
              </mc:Choice>
              <mc:Fallback>
                <p:oleObj name="Equation" r:id="rId26" imgW="1511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856" y="3382276"/>
                        <a:ext cx="3456384" cy="5225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1055242" y="3877179"/>
            <a:ext cx="386947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易看出原方程有一特解</a:t>
            </a:r>
          </a:p>
        </p:txBody>
      </p:sp>
      <p:graphicFrame>
        <p:nvGraphicFramePr>
          <p:cNvPr id="4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048474"/>
              </p:ext>
            </p:extLst>
          </p:nvPr>
        </p:nvGraphicFramePr>
        <p:xfrm>
          <a:off x="4771524" y="3799815"/>
          <a:ext cx="1303236" cy="557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33160" imgH="228600" progId="Equation.DSMT4">
                  <p:embed/>
                </p:oleObj>
              </mc:Choice>
              <mc:Fallback>
                <p:oleObj name="Equation" r:id="rId28" imgW="533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1524" y="3799815"/>
                        <a:ext cx="1303236" cy="5574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915807"/>
              </p:ext>
            </p:extLst>
          </p:nvPr>
        </p:nvGraphicFramePr>
        <p:xfrm>
          <a:off x="6922153" y="3810860"/>
          <a:ext cx="4944676" cy="590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412720" imgH="241200" progId="Equation.DSMT4">
                  <p:embed/>
                </p:oleObj>
              </mc:Choice>
              <mc:Fallback>
                <p:oleObj name="Equation" r:id="rId30" imgW="2412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2153" y="3810860"/>
                        <a:ext cx="4944676" cy="590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43"/>
          <p:cNvSpPr txBox="1"/>
          <p:nvPr/>
        </p:nvSpPr>
        <p:spPr>
          <a:xfrm>
            <a:off x="5909775" y="3834988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1114055" y="435731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从而，</a:t>
            </a:r>
          </a:p>
        </p:txBody>
      </p:sp>
      <p:graphicFrame>
        <p:nvGraphicFramePr>
          <p:cNvPr id="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773070"/>
              </p:ext>
            </p:extLst>
          </p:nvPr>
        </p:nvGraphicFramePr>
        <p:xfrm>
          <a:off x="2076624" y="4323405"/>
          <a:ext cx="83280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4063680" imgH="241200" progId="Equation.DSMT4">
                  <p:embed/>
                </p:oleObj>
              </mc:Choice>
              <mc:Fallback>
                <p:oleObj name="Equation" r:id="rId32" imgW="4063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624" y="4323405"/>
                        <a:ext cx="832802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660528"/>
              </p:ext>
            </p:extLst>
          </p:nvPr>
        </p:nvGraphicFramePr>
        <p:xfrm>
          <a:off x="1129796" y="4936302"/>
          <a:ext cx="4226913" cy="522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854000" imgH="215640" progId="Equation.DSMT4">
                  <p:embed/>
                </p:oleObj>
              </mc:Choice>
              <mc:Fallback>
                <p:oleObj name="Equation" r:id="rId34" imgW="1854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796" y="4936302"/>
                        <a:ext cx="4226913" cy="5229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520440"/>
              </p:ext>
            </p:extLst>
          </p:nvPr>
        </p:nvGraphicFramePr>
        <p:xfrm>
          <a:off x="5350077" y="4956798"/>
          <a:ext cx="2779712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218960" imgH="228600" progId="Equation.DSMT4">
                  <p:embed/>
                </p:oleObj>
              </mc:Choice>
              <mc:Fallback>
                <p:oleObj name="Equation" r:id="rId36" imgW="1218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0077" y="4956798"/>
                        <a:ext cx="2779712" cy="554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514427"/>
              </p:ext>
            </p:extLst>
          </p:nvPr>
        </p:nvGraphicFramePr>
        <p:xfrm>
          <a:off x="8129789" y="4950449"/>
          <a:ext cx="3744416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095200" imgH="228600" progId="Equation.DSMT4">
                  <p:embed/>
                </p:oleObj>
              </mc:Choice>
              <mc:Fallback>
                <p:oleObj name="Equation" r:id="rId38" imgW="2095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9789" y="4950449"/>
                        <a:ext cx="3744416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207627"/>
              </p:ext>
            </p:extLst>
          </p:nvPr>
        </p:nvGraphicFramePr>
        <p:xfrm>
          <a:off x="2782905" y="5569705"/>
          <a:ext cx="5185303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2971800" imgH="431640" progId="Equation.DSMT4">
                  <p:embed/>
                </p:oleObj>
              </mc:Choice>
              <mc:Fallback>
                <p:oleObj name="Equation" r:id="rId40" imgW="2971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905" y="5569705"/>
                        <a:ext cx="5185303" cy="890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804611"/>
              </p:ext>
            </p:extLst>
          </p:nvPr>
        </p:nvGraphicFramePr>
        <p:xfrm>
          <a:off x="8011021" y="5472216"/>
          <a:ext cx="95885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596880" imgH="482400" progId="Equation.DSMT4">
                  <p:embed/>
                </p:oleObj>
              </mc:Choice>
              <mc:Fallback>
                <p:oleObj name="Equation" r:id="rId42" imgW="596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1021" y="5472216"/>
                        <a:ext cx="958850" cy="995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435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5" grpId="0" autoUpdateAnimBg="0"/>
      <p:bldP spid="37" grpId="0" autoUpdateAnimBg="0"/>
      <p:bldP spid="39" grpId="0" autoUpdateAnimBg="0"/>
      <p:bldP spid="41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493" name="Object 5"/>
          <p:cNvGraphicFramePr>
            <a:graphicFrameLocks noChangeAspect="1"/>
          </p:cNvGraphicFramePr>
          <p:nvPr/>
        </p:nvGraphicFramePr>
        <p:xfrm>
          <a:off x="2077461" y="2817722"/>
          <a:ext cx="810418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54280" imgH="241200" progId="Equation.DSMT4">
                  <p:embed/>
                </p:oleObj>
              </mc:Choice>
              <mc:Fallback>
                <p:oleObj name="Equation" r:id="rId3" imgW="2654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7461" y="2817722"/>
                        <a:ext cx="8104187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4" name="Object 6"/>
          <p:cNvGraphicFramePr>
            <a:graphicFrameLocks noChangeAspect="1"/>
          </p:cNvGraphicFramePr>
          <p:nvPr/>
        </p:nvGraphicFramePr>
        <p:xfrm>
          <a:off x="1846552" y="3606246"/>
          <a:ext cx="5653933" cy="603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60440" imgH="241200" progId="Equation.DSMT4">
                  <p:embed/>
                </p:oleObj>
              </mc:Choice>
              <mc:Fallback>
                <p:oleObj name="Equation" r:id="rId5" imgW="2260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552" y="3606246"/>
                        <a:ext cx="5653933" cy="6035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5" name="Object 7"/>
          <p:cNvGraphicFramePr>
            <a:graphicFrameLocks noChangeAspect="1"/>
          </p:cNvGraphicFramePr>
          <p:nvPr/>
        </p:nvGraphicFramePr>
        <p:xfrm>
          <a:off x="7648867" y="3532910"/>
          <a:ext cx="2538168" cy="676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52200" imgH="253800" progId="Equation.DSMT4">
                  <p:embed/>
                </p:oleObj>
              </mc:Choice>
              <mc:Fallback>
                <p:oleObj name="Equation" r:id="rId7" imgW="9522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8867" y="3532910"/>
                        <a:ext cx="2538168" cy="676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6" name="Object 8"/>
          <p:cNvGraphicFramePr>
            <a:graphicFrameLocks noChangeAspect="1"/>
          </p:cNvGraphicFramePr>
          <p:nvPr/>
        </p:nvGraphicFramePr>
        <p:xfrm>
          <a:off x="3792539" y="4581524"/>
          <a:ext cx="3856328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403600" imgH="977900" progId="Equation.3">
                  <p:embed/>
                </p:oleObj>
              </mc:Choice>
              <mc:Fallback>
                <p:oleObj name="Equation" r:id="rId9" imgW="34036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9" y="4581524"/>
                        <a:ext cx="3856328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11"/>
          <p:cNvGraphicFramePr>
            <a:graphicFrameLocks noChangeAspect="1"/>
          </p:cNvGraphicFramePr>
          <p:nvPr/>
        </p:nvGraphicFramePr>
        <p:xfrm>
          <a:off x="1732254" y="1076092"/>
          <a:ext cx="7976898" cy="70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71800" imgH="241200" progId="Equation.DSMT4">
                  <p:embed/>
                </p:oleObj>
              </mc:Choice>
              <mc:Fallback>
                <p:oleObj name="Equation" r:id="rId11" imgW="2971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2254" y="1076092"/>
                        <a:ext cx="7976898" cy="70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00" name="Object 12"/>
          <p:cNvGraphicFramePr>
            <a:graphicFrameLocks noChangeAspect="1"/>
          </p:cNvGraphicFramePr>
          <p:nvPr/>
        </p:nvGraphicFramePr>
        <p:xfrm>
          <a:off x="1846552" y="2154611"/>
          <a:ext cx="4659312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87240" imgH="203040" progId="Equation.DSMT4">
                  <p:embed/>
                </p:oleObj>
              </mc:Choice>
              <mc:Fallback>
                <p:oleObj name="Equation" r:id="rId13" imgW="1587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552" y="2154611"/>
                        <a:ext cx="4659312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081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9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314826"/>
              </p:ext>
            </p:extLst>
          </p:nvPr>
        </p:nvGraphicFramePr>
        <p:xfrm>
          <a:off x="2927648" y="894486"/>
          <a:ext cx="4752528" cy="44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857795" imgH="438004" progId="Equation.3">
                  <p:embed/>
                </p:oleObj>
              </mc:Choice>
              <mc:Fallback>
                <p:oleObj name="公式" r:id="rId3" imgW="4857795" imgH="4380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894486"/>
                        <a:ext cx="4752528" cy="44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39" name="Text Box 3"/>
          <p:cNvSpPr txBox="1">
            <a:spLocks noChangeArrowheads="1"/>
          </p:cNvSpPr>
          <p:nvPr/>
        </p:nvSpPr>
        <p:spPr bwMode="auto">
          <a:xfrm>
            <a:off x="2006304" y="1471431"/>
            <a:ext cx="6858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kumimoji="1" lang="zh-CN" altLang="en-US" sz="40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21540" name="Text Box 4"/>
          <p:cNvSpPr txBox="1">
            <a:spLocks noChangeArrowheads="1"/>
          </p:cNvSpPr>
          <p:nvPr/>
        </p:nvSpPr>
        <p:spPr bwMode="auto">
          <a:xfrm>
            <a:off x="2608258" y="1512555"/>
            <a:ext cx="412432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对应齐次方程的特征方程</a:t>
            </a:r>
          </a:p>
        </p:txBody>
      </p:sp>
      <p:graphicFrame>
        <p:nvGraphicFramePr>
          <p:cNvPr id="3215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861074"/>
              </p:ext>
            </p:extLst>
          </p:nvPr>
        </p:nvGraphicFramePr>
        <p:xfrm>
          <a:off x="5444746" y="2530678"/>
          <a:ext cx="3512416" cy="567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360" imgH="228600" progId="Equation.DSMT4">
                  <p:embed/>
                </p:oleObj>
              </mc:Choice>
              <mc:Fallback>
                <p:oleObj name="Equation" r:id="rId5" imgW="1422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4746" y="2530678"/>
                        <a:ext cx="3512416" cy="5670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8" name="Text Box 19"/>
          <p:cNvSpPr txBox="1">
            <a:spLocks noChangeArrowheads="1"/>
          </p:cNvSpPr>
          <p:nvPr/>
        </p:nvSpPr>
        <p:spPr bwMode="auto">
          <a:xfrm>
            <a:off x="1976294" y="877231"/>
            <a:ext cx="85801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21556" name="Text Box 20"/>
          <p:cNvSpPr txBox="1">
            <a:spLocks noChangeArrowheads="1"/>
          </p:cNvSpPr>
          <p:nvPr/>
        </p:nvSpPr>
        <p:spPr bwMode="auto">
          <a:xfrm>
            <a:off x="1995487" y="2617580"/>
            <a:ext cx="3748088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对应齐次方程的通解</a:t>
            </a:r>
          </a:p>
        </p:txBody>
      </p:sp>
      <p:graphicFrame>
        <p:nvGraphicFramePr>
          <p:cNvPr id="32155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128574"/>
              </p:ext>
            </p:extLst>
          </p:nvPr>
        </p:nvGraphicFramePr>
        <p:xfrm>
          <a:off x="6732583" y="1527549"/>
          <a:ext cx="14859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47640" imgH="203040" progId="Equation.DSMT4">
                  <p:embed/>
                </p:oleObj>
              </mc:Choice>
              <mc:Fallback>
                <p:oleObj name="Equation" r:id="rId7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3" y="1527549"/>
                        <a:ext cx="14859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58" name="Text Box 22"/>
          <p:cNvSpPr txBox="1">
            <a:spLocks noChangeArrowheads="1"/>
          </p:cNvSpPr>
          <p:nvPr/>
        </p:nvSpPr>
        <p:spPr bwMode="auto">
          <a:xfrm>
            <a:off x="2006304" y="2082203"/>
            <a:ext cx="12954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特征根</a:t>
            </a:r>
          </a:p>
        </p:txBody>
      </p:sp>
      <p:graphicFrame>
        <p:nvGraphicFramePr>
          <p:cNvPr id="32155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144030"/>
              </p:ext>
            </p:extLst>
          </p:nvPr>
        </p:nvGraphicFramePr>
        <p:xfrm>
          <a:off x="3245573" y="2107706"/>
          <a:ext cx="1062037" cy="422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240" imgH="177480" progId="Equation.DSMT4">
                  <p:embed/>
                </p:oleObj>
              </mc:Choice>
              <mc:Fallback>
                <p:oleObj name="Equation" r:id="rId9" imgW="4442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5573" y="2107706"/>
                        <a:ext cx="1062037" cy="422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6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81888"/>
              </p:ext>
            </p:extLst>
          </p:nvPr>
        </p:nvGraphicFramePr>
        <p:xfrm>
          <a:off x="2067687" y="3117144"/>
          <a:ext cx="5108434" cy="563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82600" imgH="228600" progId="Equation.DSMT4">
                  <p:embed/>
                </p:oleObj>
              </mc:Choice>
              <mc:Fallback>
                <p:oleObj name="Equation" r:id="rId11" imgW="2082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7687" y="3117144"/>
                        <a:ext cx="5108434" cy="5630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6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111824"/>
              </p:ext>
            </p:extLst>
          </p:nvPr>
        </p:nvGraphicFramePr>
        <p:xfrm>
          <a:off x="1976294" y="3685658"/>
          <a:ext cx="84597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454200" imgH="215640" progId="Equation.DSMT4">
                  <p:embed/>
                </p:oleObj>
              </mc:Choice>
              <mc:Fallback>
                <p:oleObj name="Equation" r:id="rId13" imgW="3454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294" y="3685658"/>
                        <a:ext cx="84597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6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967525"/>
              </p:ext>
            </p:extLst>
          </p:nvPr>
        </p:nvGraphicFramePr>
        <p:xfrm>
          <a:off x="1976294" y="4308575"/>
          <a:ext cx="7628904" cy="529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098520" imgH="215640" progId="Equation.DSMT4">
                  <p:embed/>
                </p:oleObj>
              </mc:Choice>
              <mc:Fallback>
                <p:oleObj name="Equation" r:id="rId15" imgW="3098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294" y="4308575"/>
                        <a:ext cx="7628904" cy="529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6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034676"/>
              </p:ext>
            </p:extLst>
          </p:nvPr>
        </p:nvGraphicFramePr>
        <p:xfrm>
          <a:off x="1976294" y="4892247"/>
          <a:ext cx="5311046" cy="534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81080" imgH="215640" progId="Equation.DSMT4">
                  <p:embed/>
                </p:oleObj>
              </mc:Choice>
              <mc:Fallback>
                <p:oleObj name="Equation" r:id="rId17" imgW="1981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294" y="4892247"/>
                        <a:ext cx="5311046" cy="534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6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360739"/>
              </p:ext>
            </p:extLst>
          </p:nvPr>
        </p:nvGraphicFramePr>
        <p:xfrm>
          <a:off x="7287340" y="4896748"/>
          <a:ext cx="366077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71600" imgH="215640" progId="Equation.DSMT4">
                  <p:embed/>
                </p:oleObj>
              </mc:Choice>
              <mc:Fallback>
                <p:oleObj name="Equation" r:id="rId19" imgW="1371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7340" y="4896748"/>
                        <a:ext cx="366077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66" name="Text Box 30"/>
          <p:cNvSpPr txBox="1">
            <a:spLocks noChangeArrowheads="1"/>
          </p:cNvSpPr>
          <p:nvPr/>
        </p:nvSpPr>
        <p:spPr bwMode="auto">
          <a:xfrm>
            <a:off x="1922759" y="5461603"/>
            <a:ext cx="2362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原方程通解为</a:t>
            </a:r>
          </a:p>
        </p:txBody>
      </p:sp>
      <p:graphicFrame>
        <p:nvGraphicFramePr>
          <p:cNvPr id="32156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480423"/>
              </p:ext>
            </p:extLst>
          </p:nvPr>
        </p:nvGraphicFramePr>
        <p:xfrm>
          <a:off x="4341704" y="5472354"/>
          <a:ext cx="4762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4762500" imgH="419100" progId="Equation.3">
                  <p:embed/>
                </p:oleObj>
              </mc:Choice>
              <mc:Fallback>
                <p:oleObj name="公式" r:id="rId21" imgW="4762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1704" y="5472354"/>
                        <a:ext cx="4762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11001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2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32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0"/>
                                        <p:tgtEl>
                                          <p:spTgt spid="32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0"/>
                                        <p:tgtEl>
                                          <p:spTgt spid="32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000"/>
                                        <p:tgtEl>
                                          <p:spTgt spid="32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0"/>
                                        <p:tgtEl>
                                          <p:spTgt spid="32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3000"/>
                                        <p:tgtEl>
                                          <p:spTgt spid="32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"/>
                                        <p:tgtEl>
                                          <p:spTgt spid="32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autoUpdateAnimBg="0"/>
      <p:bldP spid="321540" grpId="0" autoUpdateAnimBg="0"/>
      <p:bldP spid="321556" grpId="0"/>
      <p:bldP spid="321558" grpId="0" autoUpdateAnimBg="0"/>
      <p:bldP spid="32156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Text Box 2"/>
          <p:cNvSpPr txBox="1">
            <a:spLocks noChangeArrowheads="1"/>
          </p:cNvSpPr>
          <p:nvPr/>
        </p:nvSpPr>
        <p:spPr bwMode="auto">
          <a:xfrm>
            <a:off x="1628741" y="1228021"/>
            <a:ext cx="6858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kumimoji="1" lang="zh-CN" altLang="en-US" sz="40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51235" name="Text Box 3"/>
          <p:cNvSpPr txBox="1">
            <a:spLocks noChangeArrowheads="1"/>
          </p:cNvSpPr>
          <p:nvPr/>
        </p:nvSpPr>
        <p:spPr bwMode="auto">
          <a:xfrm>
            <a:off x="2345749" y="1219892"/>
            <a:ext cx="412432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特征方程</a:t>
            </a:r>
          </a:p>
        </p:txBody>
      </p:sp>
      <p:graphicFrame>
        <p:nvGraphicFramePr>
          <p:cNvPr id="351236" name="Object 4"/>
          <p:cNvGraphicFramePr>
            <a:graphicFrameLocks noChangeAspect="1"/>
          </p:cNvGraphicFramePr>
          <p:nvPr/>
        </p:nvGraphicFramePr>
        <p:xfrm>
          <a:off x="5004114" y="1819087"/>
          <a:ext cx="3443864" cy="556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2360" imgH="228600" progId="Equation.DSMT4">
                  <p:embed/>
                </p:oleObj>
              </mc:Choice>
              <mc:Fallback>
                <p:oleObj name="Equation" r:id="rId3" imgW="1422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114" y="1819087"/>
                        <a:ext cx="3443864" cy="556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2" name="Text Box 5"/>
          <p:cNvSpPr txBox="1">
            <a:spLocks noChangeArrowheads="1"/>
          </p:cNvSpPr>
          <p:nvPr/>
        </p:nvSpPr>
        <p:spPr bwMode="auto">
          <a:xfrm>
            <a:off x="1637404" y="696793"/>
            <a:ext cx="793892" cy="479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351238" name="Text Box 6"/>
          <p:cNvSpPr txBox="1">
            <a:spLocks noChangeArrowheads="1"/>
          </p:cNvSpPr>
          <p:nvPr/>
        </p:nvSpPr>
        <p:spPr bwMode="auto">
          <a:xfrm>
            <a:off x="1662980" y="1841073"/>
            <a:ext cx="360045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对应齐次方程的通解</a:t>
            </a:r>
          </a:p>
        </p:txBody>
      </p:sp>
      <p:graphicFrame>
        <p:nvGraphicFramePr>
          <p:cNvPr id="351239" name="Object 7"/>
          <p:cNvGraphicFramePr>
            <a:graphicFrameLocks noChangeAspect="1"/>
          </p:cNvGraphicFramePr>
          <p:nvPr/>
        </p:nvGraphicFramePr>
        <p:xfrm>
          <a:off x="3964244" y="1178905"/>
          <a:ext cx="15716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85800" imgH="228600" progId="Equation.DSMT4">
                  <p:embed/>
                </p:oleObj>
              </mc:Choice>
              <mc:Fallback>
                <p:oleObj name="Equation" r:id="rId5" imgW="68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4244" y="1178905"/>
                        <a:ext cx="157162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40" name="Text Box 8"/>
          <p:cNvSpPr txBox="1">
            <a:spLocks noChangeArrowheads="1"/>
          </p:cNvSpPr>
          <p:nvPr/>
        </p:nvSpPr>
        <p:spPr bwMode="auto">
          <a:xfrm>
            <a:off x="5549363" y="1200583"/>
            <a:ext cx="12954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特征根</a:t>
            </a:r>
          </a:p>
        </p:txBody>
      </p:sp>
      <p:graphicFrame>
        <p:nvGraphicFramePr>
          <p:cNvPr id="351241" name="Object 9"/>
          <p:cNvGraphicFramePr>
            <a:graphicFrameLocks noChangeAspect="1"/>
          </p:cNvGraphicFramePr>
          <p:nvPr/>
        </p:nvGraphicFramePr>
        <p:xfrm>
          <a:off x="6697305" y="1189033"/>
          <a:ext cx="1110021" cy="443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240" imgH="177480" progId="Equation.DSMT4">
                  <p:embed/>
                </p:oleObj>
              </mc:Choice>
              <mc:Fallback>
                <p:oleObj name="Equation" r:id="rId7" imgW="4442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7305" y="1189033"/>
                        <a:ext cx="1110021" cy="443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42" name="Object 10"/>
          <p:cNvGraphicFramePr>
            <a:graphicFrameLocks noChangeAspect="1"/>
          </p:cNvGraphicFramePr>
          <p:nvPr/>
        </p:nvGraphicFramePr>
        <p:xfrm>
          <a:off x="1662980" y="2364277"/>
          <a:ext cx="564197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60440" imgH="228600" progId="Equation.DSMT4">
                  <p:embed/>
                </p:oleObj>
              </mc:Choice>
              <mc:Fallback>
                <p:oleObj name="Equation" r:id="rId9" imgW="226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980" y="2364277"/>
                        <a:ext cx="564197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43" name="Object 11"/>
          <p:cNvGraphicFramePr>
            <a:graphicFrameLocks noChangeAspect="1"/>
          </p:cNvGraphicFramePr>
          <p:nvPr/>
        </p:nvGraphicFramePr>
        <p:xfrm>
          <a:off x="1666875" y="2951163"/>
          <a:ext cx="88201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517560" imgH="215640" progId="Equation.DSMT4">
                  <p:embed/>
                </p:oleObj>
              </mc:Choice>
              <mc:Fallback>
                <p:oleObj name="Equation" r:id="rId11" imgW="3517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5" y="2951163"/>
                        <a:ext cx="88201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44" name="Object 12"/>
          <p:cNvGraphicFramePr>
            <a:graphicFrameLocks noChangeAspect="1"/>
          </p:cNvGraphicFramePr>
          <p:nvPr/>
        </p:nvGraphicFramePr>
        <p:xfrm>
          <a:off x="1662980" y="3657483"/>
          <a:ext cx="6899129" cy="524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844720" imgH="215640" progId="Equation.DSMT4">
                  <p:embed/>
                </p:oleObj>
              </mc:Choice>
              <mc:Fallback>
                <p:oleObj name="Equation" r:id="rId13" imgW="2844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980" y="3657483"/>
                        <a:ext cx="6899129" cy="5241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45" name="Object 13"/>
          <p:cNvGraphicFramePr>
            <a:graphicFrameLocks noChangeAspect="1"/>
          </p:cNvGraphicFramePr>
          <p:nvPr/>
        </p:nvGraphicFramePr>
        <p:xfrm>
          <a:off x="1662980" y="4114047"/>
          <a:ext cx="4996439" cy="961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70000" imgH="406080" progId="Equation.DSMT4">
                  <p:embed/>
                </p:oleObj>
              </mc:Choice>
              <mc:Fallback>
                <p:oleObj name="Equation" r:id="rId15" imgW="2070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980" y="4114047"/>
                        <a:ext cx="4996439" cy="9618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46" name="Object 14"/>
          <p:cNvGraphicFramePr>
            <a:graphicFrameLocks noChangeAspect="1"/>
          </p:cNvGraphicFramePr>
          <p:nvPr/>
        </p:nvGraphicFramePr>
        <p:xfrm>
          <a:off x="1662980" y="4776904"/>
          <a:ext cx="6682268" cy="955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158920" imgH="406080" progId="Equation.DSMT4">
                  <p:embed/>
                </p:oleObj>
              </mc:Choice>
              <mc:Fallback>
                <p:oleObj name="Equation" r:id="rId17" imgW="2158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980" y="4776904"/>
                        <a:ext cx="6682268" cy="9551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47" name="Text Box 15"/>
          <p:cNvSpPr txBox="1">
            <a:spLocks noChangeArrowheads="1"/>
          </p:cNvSpPr>
          <p:nvPr/>
        </p:nvSpPr>
        <p:spPr bwMode="auto">
          <a:xfrm>
            <a:off x="1652588" y="5732025"/>
            <a:ext cx="2362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原方程通解为</a:t>
            </a:r>
          </a:p>
        </p:txBody>
      </p:sp>
      <p:graphicFrame>
        <p:nvGraphicFramePr>
          <p:cNvPr id="351248" name="Object 16"/>
          <p:cNvGraphicFramePr>
            <a:graphicFrameLocks noChangeAspect="1"/>
          </p:cNvGraphicFramePr>
          <p:nvPr/>
        </p:nvGraphicFramePr>
        <p:xfrm>
          <a:off x="3908933" y="5495518"/>
          <a:ext cx="6482524" cy="923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844720" imgH="406080" progId="Equation.DSMT4">
                  <p:embed/>
                </p:oleObj>
              </mc:Choice>
              <mc:Fallback>
                <p:oleObj name="Equation" r:id="rId19" imgW="2844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933" y="5495518"/>
                        <a:ext cx="6482524" cy="923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144408"/>
              </p:ext>
            </p:extLst>
          </p:nvPr>
        </p:nvGraphicFramePr>
        <p:xfrm>
          <a:off x="2520115" y="651826"/>
          <a:ext cx="4967998" cy="529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108160" imgH="215640" progId="Equation.DSMT4">
                  <p:embed/>
                </p:oleObj>
              </mc:Choice>
              <mc:Fallback>
                <p:oleObj name="Equation" r:id="rId21" imgW="2108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115" y="651826"/>
                        <a:ext cx="4967998" cy="52922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917526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5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35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0"/>
                                        <p:tgtEl>
                                          <p:spTgt spid="35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0"/>
                                        <p:tgtEl>
                                          <p:spTgt spid="35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0"/>
                                        <p:tgtEl>
                                          <p:spTgt spid="35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35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0"/>
                                        <p:tgtEl>
                                          <p:spTgt spid="3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500"/>
                                        <p:tgtEl>
                                          <p:spTgt spid="35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"/>
                                        <p:tgtEl>
                                          <p:spTgt spid="35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3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4" grpId="0" autoUpdateAnimBg="0"/>
      <p:bldP spid="351235" grpId="0" autoUpdateAnimBg="0"/>
      <p:bldP spid="351238" grpId="0"/>
      <p:bldP spid="351240" grpId="0" autoUpdateAnimBg="0"/>
      <p:bldP spid="351247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146564" y="1628344"/>
          <a:ext cx="9252352" cy="1016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38480" imgH="444240" progId="Equation.DSMT4">
                  <p:embed/>
                </p:oleObj>
              </mc:Choice>
              <mc:Fallback>
                <p:oleObj name="Equation" r:id="rId2" imgW="4038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564" y="1628344"/>
                        <a:ext cx="9252352" cy="10163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46564" y="2908886"/>
          <a:ext cx="8783813" cy="874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51080" imgH="406080" progId="Equation.DSMT4">
                  <p:embed/>
                </p:oleObj>
              </mc:Choice>
              <mc:Fallback>
                <p:oleObj name="Equation" r:id="rId4" imgW="4051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564" y="2908886"/>
                        <a:ext cx="8783813" cy="8742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401832" y="2471529"/>
            <a:ext cx="511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变换为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满足的微分方程；</a:t>
            </a:r>
            <a:endParaRPr lang="zh-CN" altLang="en-US" sz="2800" b="1" dirty="0"/>
          </a:p>
        </p:txBody>
      </p:sp>
      <p:grpSp>
        <p:nvGrpSpPr>
          <p:cNvPr id="15" name="组合 14"/>
          <p:cNvGrpSpPr/>
          <p:nvPr/>
        </p:nvGrpSpPr>
        <p:grpSpPr>
          <a:xfrm>
            <a:off x="1926647" y="764986"/>
            <a:ext cx="8143602" cy="542334"/>
            <a:chOff x="1285739" y="369907"/>
            <a:chExt cx="8143602" cy="542334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/>
          </p:nvGraphicFramePr>
          <p:xfrm>
            <a:off x="3732213" y="430213"/>
            <a:ext cx="1352550" cy="446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09480" imgH="203040" progId="Equation.DSMT4">
                    <p:embed/>
                  </p:oleObj>
                </mc:Choice>
                <mc:Fallback>
                  <p:oleObj name="Equation" r:id="rId6" imgW="609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2213" y="430213"/>
                          <a:ext cx="1352550" cy="4460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/>
          </p:nvGraphicFramePr>
          <p:xfrm>
            <a:off x="8300001" y="369907"/>
            <a:ext cx="1129340" cy="506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44240" imgH="203040" progId="Equation.DSMT4">
                    <p:embed/>
                  </p:oleObj>
                </mc:Choice>
                <mc:Fallback>
                  <p:oleObj name="Equation" r:id="rId8" imgW="444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00001" y="369907"/>
                          <a:ext cx="1129340" cy="50639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文本框 11"/>
            <p:cNvSpPr txBox="1"/>
            <p:nvPr/>
          </p:nvSpPr>
          <p:spPr>
            <a:xfrm>
              <a:off x="1285739" y="389021"/>
              <a:ext cx="26019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设函数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</a:t>
              </a:r>
              <a:endParaRPr lang="zh-CN" altLang="en-US" sz="2800" b="1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990454" y="389021"/>
              <a:ext cx="34163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内具有二阶导数，且</a:t>
              </a:r>
              <a:endParaRPr lang="zh-CN" altLang="en-US" sz="2800" b="1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586616" y="1276150"/>
            <a:ext cx="5301388" cy="559263"/>
            <a:chOff x="1398951" y="1184301"/>
            <a:chExt cx="5301388" cy="559263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2532063" y="1184301"/>
              <a:ext cx="416827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indent="2667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2667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是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8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en-US" altLang="zh-CN" sz="28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28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的反函数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/>
          </p:nvGraphicFramePr>
          <p:xfrm>
            <a:off x="1398951" y="1233171"/>
            <a:ext cx="1527130" cy="510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96880" imgH="203040" progId="Equation.DSMT4">
                    <p:embed/>
                  </p:oleObj>
                </mc:Choice>
                <mc:Fallback>
                  <p:oleObj name="Equation" r:id="rId10" imgW="596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8951" y="1233171"/>
                          <a:ext cx="1527130" cy="51039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16"/>
          <p:cNvSpPr txBox="1"/>
          <p:nvPr/>
        </p:nvSpPr>
        <p:spPr>
          <a:xfrm>
            <a:off x="1172575" y="764036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079537" y="3528861"/>
          <a:ext cx="1436234" cy="1036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96880" imgH="431640" progId="Equation.DSMT4">
                  <p:embed/>
                </p:oleObj>
              </mc:Choice>
              <mc:Fallback>
                <p:oleObj name="Equation" r:id="rId12" imgW="596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9537" y="3528861"/>
                        <a:ext cx="1436234" cy="10369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413498" y="4501461"/>
          <a:ext cx="2189071" cy="103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39600" imgH="444240" progId="Equation.DSMT4">
                  <p:embed/>
                </p:oleObj>
              </mc:Choice>
              <mc:Fallback>
                <p:oleObj name="Equation" r:id="rId14" imgW="939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498" y="4501461"/>
                        <a:ext cx="2189071" cy="10353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602569" y="4560110"/>
          <a:ext cx="2088832" cy="1009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88840" imgH="431640" progId="Equation.DSMT4">
                  <p:embed/>
                </p:oleObj>
              </mc:Choice>
              <mc:Fallback>
                <p:oleObj name="Equation" r:id="rId16" imgW="888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2569" y="4560110"/>
                        <a:ext cx="2088832" cy="10091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5726760" y="4585572"/>
          <a:ext cx="15811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60240" imgH="431640" progId="Equation.DSMT4">
                  <p:embed/>
                </p:oleObj>
              </mc:Choice>
              <mc:Fallback>
                <p:oleObj name="Equation" r:id="rId18" imgW="660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760" y="4585572"/>
                        <a:ext cx="1581150" cy="1028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5273608" y="5662025"/>
          <a:ext cx="2487454" cy="538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27000" imgH="203040" progId="Equation.DSMT4">
                  <p:embed/>
                </p:oleObj>
              </mc:Choice>
              <mc:Fallback>
                <p:oleObj name="Equation" r:id="rId20" imgW="927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3608" y="5662025"/>
                        <a:ext cx="2487454" cy="5385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/>
          <p:cNvSpPr txBox="1"/>
          <p:nvPr/>
        </p:nvSpPr>
        <p:spPr>
          <a:xfrm>
            <a:off x="1129161" y="3745338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810853" y="3745338"/>
            <a:ext cx="4285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由反函数的求导公式知</a:t>
            </a:r>
            <a:endParaRPr lang="zh-CN" altLang="en-US" sz="2800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7467382" y="3694445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于是有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800" b="1" dirty="0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7242175" y="4586288"/>
          <a:ext cx="1582738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60240" imgH="431640" progId="Equation.DSMT4">
                  <p:embed/>
                </p:oleObj>
              </mc:Choice>
              <mc:Fallback>
                <p:oleObj name="Equation" r:id="rId22" imgW="660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2175" y="4586288"/>
                        <a:ext cx="1582738" cy="1028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1810853" y="5668661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代入原微分方程得</a:t>
            </a:r>
            <a:endParaRPr lang="zh-CN" altLang="en-US" sz="2800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8336256" y="5668661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(*)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87153" y="3679744"/>
            <a:ext cx="2552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(2003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年考研数一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434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3" grpId="0"/>
      <p:bldP spid="34" grpId="0"/>
      <p:bldP spid="3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815741" y="976407"/>
          <a:ext cx="1628502" cy="495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203040" progId="Equation.DSMT4">
                  <p:embed/>
                </p:oleObj>
              </mc:Choice>
              <mc:Fallback>
                <p:oleObj name="Equation" r:id="rId2" imgW="660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741" y="976407"/>
                        <a:ext cx="1628502" cy="4956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143308" y="2019605"/>
          <a:ext cx="2652399" cy="558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241200" progId="Equation.DSMT4">
                  <p:embed/>
                </p:oleObj>
              </mc:Choice>
              <mc:Fallback>
                <p:oleObj name="Equation" r:id="rId4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308" y="2019605"/>
                        <a:ext cx="2652399" cy="5582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053737" y="2530952"/>
          <a:ext cx="6373969" cy="523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28720" imgH="215640" progId="Equation.DSMT4">
                  <p:embed/>
                </p:oleObj>
              </mc:Choice>
              <mc:Fallback>
                <p:oleObj name="Equation" r:id="rId6" imgW="2628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737" y="2530952"/>
                        <a:ext cx="6373969" cy="5234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034969" y="962613"/>
            <a:ext cx="5207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* 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所对应的齐次方程</a:t>
            </a:r>
            <a:endParaRPr lang="zh-CN" altLang="en-US" sz="28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1034969" y="1981444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故对应齐次方程的通解为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427706" y="952495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的特征方程为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436913" y="1487732"/>
          <a:ext cx="166528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203040" progId="Equation.DSMT4">
                  <p:embed/>
                </p:oleObj>
              </mc:Choice>
              <mc:Fallback>
                <p:oleObj name="Equation" r:id="rId8" imgW="685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36913" y="1487732"/>
                        <a:ext cx="1665288" cy="493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258924" y="1530920"/>
          <a:ext cx="3442270" cy="558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09400" imgH="228600" progId="Equation.DSMT4">
                  <p:embed/>
                </p:oleObj>
              </mc:Choice>
              <mc:Fallback>
                <p:oleObj name="Equation" r:id="rId10" imgW="1409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258924" y="1530920"/>
                        <a:ext cx="3442270" cy="5582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315714" y="2960612"/>
          <a:ext cx="2198687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77760" imgH="406080" progId="Equation.DSMT4">
                  <p:embed/>
                </p:oleObj>
              </mc:Choice>
              <mc:Fallback>
                <p:oleObj name="Equation" r:id="rId12" imgW="977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5714" y="2960612"/>
                        <a:ext cx="2198687" cy="9064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689725" y="2903538"/>
          <a:ext cx="250348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41120" imgH="406080" progId="Equation.DSMT4">
                  <p:embed/>
                </p:oleObj>
              </mc:Choice>
              <mc:Fallback>
                <p:oleObj name="Equation" r:id="rId14" imgW="1041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9725" y="2903538"/>
                        <a:ext cx="2503488" cy="965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132115" y="3818518"/>
          <a:ext cx="4450080" cy="505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66600" imgH="215640" progId="Equation.DSMT4">
                  <p:embed/>
                </p:oleObj>
              </mc:Choice>
              <mc:Fallback>
                <p:oleObj name="Equation" r:id="rId16" imgW="1866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2115" y="3818518"/>
                        <a:ext cx="4450080" cy="5053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1053737" y="3152233"/>
            <a:ext cx="329769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代入方程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)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，求得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003550" y="4078288"/>
          <a:ext cx="5297488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84120" imgH="406080" progId="Equation.DSMT4">
                  <p:embed/>
                </p:oleObj>
              </mc:Choice>
              <mc:Fallback>
                <p:oleObj name="Equation" r:id="rId18" imgW="2184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0" y="4078288"/>
                        <a:ext cx="5297488" cy="976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181310" y="4767155"/>
          <a:ext cx="3465875" cy="924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511280" imgH="406080" progId="Equation.DSMT4">
                  <p:embed/>
                </p:oleObj>
              </mc:Choice>
              <mc:Fallback>
                <p:oleObj name="Equation" r:id="rId20" imgW="1511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310" y="4767155"/>
                        <a:ext cx="3465875" cy="9247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646101" y="4959632"/>
          <a:ext cx="2339280" cy="561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65160" imgH="228600" progId="Equation.DSMT4">
                  <p:embed/>
                </p:oleObj>
              </mc:Choice>
              <mc:Fallback>
                <p:oleObj name="Equation" r:id="rId22" imgW="96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6101" y="4959632"/>
                        <a:ext cx="2339280" cy="5617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047691" y="5364471"/>
          <a:ext cx="3554375" cy="1037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84200" imgH="406080" progId="Equation.DSMT4">
                  <p:embed/>
                </p:oleObj>
              </mc:Choice>
              <mc:Fallback>
                <p:oleObj name="Equation" r:id="rId24" imgW="1384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7691" y="5364471"/>
                        <a:ext cx="3554375" cy="10377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214504" y="5673654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故所求初值问题的解为</a:t>
            </a:r>
            <a:endParaRPr lang="zh-CN" altLang="en-US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152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7" grpId="0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2244483" y="749081"/>
            <a:ext cx="74026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3526970" y="765097"/>
          <a:ext cx="5650881" cy="530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98700" imgH="228600" progId="Equation.3">
                  <p:embed/>
                </p:oleObj>
              </mc:Choice>
              <mc:Fallback>
                <p:oleObj name="Equation" r:id="rId2" imgW="2298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6970" y="765097"/>
                        <a:ext cx="5650881" cy="530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2908109" y="1206113"/>
          <a:ext cx="7462837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8200" imgH="330120" progId="Equation.DSMT4">
                  <p:embed/>
                </p:oleObj>
              </mc:Choice>
              <mc:Fallback>
                <p:oleObj name="Equation" r:id="rId4" imgW="3238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109" y="1206113"/>
                        <a:ext cx="7462837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5"/>
          <p:cNvGraphicFramePr>
            <a:graphicFrameLocks noChangeAspect="1"/>
          </p:cNvGraphicFramePr>
          <p:nvPr/>
        </p:nvGraphicFramePr>
        <p:xfrm>
          <a:off x="2244483" y="1902412"/>
          <a:ext cx="1675105" cy="486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336" imgH="215806" progId="Equation.3">
                  <p:embed/>
                </p:oleObj>
              </mc:Choice>
              <mc:Fallback>
                <p:oleObj name="Equation" r:id="rId6" imgW="609336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483" y="1902412"/>
                        <a:ext cx="1675105" cy="486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2244483" y="2445316"/>
            <a:ext cx="533400" cy="5232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2811491" y="2445316"/>
            <a:ext cx="24631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原方程可化为</a:t>
            </a:r>
          </a:p>
        </p:txBody>
      </p:sp>
      <p:graphicFrame>
        <p:nvGraphicFramePr>
          <p:cNvPr id="327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874868"/>
              </p:ext>
            </p:extLst>
          </p:nvPr>
        </p:nvGraphicFramePr>
        <p:xfrm>
          <a:off x="2811491" y="2913486"/>
          <a:ext cx="666888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73320" imgH="330120" progId="Equation.DSMT4">
                  <p:embed/>
                </p:oleObj>
              </mc:Choice>
              <mc:Fallback>
                <p:oleObj name="Equation" r:id="rId8" imgW="30733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1491" y="2913486"/>
                        <a:ext cx="6668885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2135188" y="3657601"/>
            <a:ext cx="31226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两端对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求导得</a:t>
            </a:r>
          </a:p>
        </p:txBody>
      </p:sp>
      <p:graphicFrame>
        <p:nvGraphicFramePr>
          <p:cNvPr id="327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4057"/>
              </p:ext>
            </p:extLst>
          </p:nvPr>
        </p:nvGraphicFramePr>
        <p:xfrm>
          <a:off x="2500501" y="4123581"/>
          <a:ext cx="681471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65280" imgH="330120" progId="Equation.DSMT4">
                  <p:embed/>
                </p:oleObj>
              </mc:Choice>
              <mc:Fallback>
                <p:oleObj name="Equation" r:id="rId10" imgW="33652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501" y="4123581"/>
                        <a:ext cx="6814715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959636"/>
              </p:ext>
            </p:extLst>
          </p:nvPr>
        </p:nvGraphicFramePr>
        <p:xfrm>
          <a:off x="4039644" y="4846379"/>
          <a:ext cx="63246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84400" imgH="330120" progId="Equation.DSMT4">
                  <p:embed/>
                </p:oleObj>
              </mc:Choice>
              <mc:Fallback>
                <p:oleObj name="Equation" r:id="rId12" imgW="29844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9644" y="4846379"/>
                        <a:ext cx="63246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2135188" y="5024240"/>
            <a:ext cx="13917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整理得</a:t>
            </a:r>
          </a:p>
        </p:txBody>
      </p:sp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2135188" y="5726444"/>
            <a:ext cx="34559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两端再对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求导得</a:t>
            </a:r>
          </a:p>
        </p:txBody>
      </p:sp>
      <p:graphicFrame>
        <p:nvGraphicFramePr>
          <p:cNvPr id="327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758970"/>
              </p:ext>
            </p:extLst>
          </p:nvPr>
        </p:nvGraphicFramePr>
        <p:xfrm>
          <a:off x="5145883" y="5720094"/>
          <a:ext cx="354240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51000" imgH="228600" progId="Equation.3">
                  <p:embed/>
                </p:oleObj>
              </mc:Choice>
              <mc:Fallback>
                <p:oleObj name="公式" r:id="rId14" imgW="1651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5883" y="5720094"/>
                        <a:ext cx="354240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385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/>
      <p:bldP spid="32775" grpId="0"/>
      <p:bldP spid="32777" grpId="0"/>
      <p:bldP spid="32780" grpId="0"/>
      <p:bldP spid="3278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385124"/>
              </p:ext>
            </p:extLst>
          </p:nvPr>
        </p:nvGraphicFramePr>
        <p:xfrm>
          <a:off x="2065273" y="995963"/>
          <a:ext cx="348067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76160" imgH="228600" progId="Equation.DSMT4">
                  <p:embed/>
                </p:oleObj>
              </mc:Choice>
              <mc:Fallback>
                <p:oleObj name="Equation" r:id="rId2" imgW="1676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273" y="995963"/>
                        <a:ext cx="348067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532225"/>
              </p:ext>
            </p:extLst>
          </p:nvPr>
        </p:nvGraphicFramePr>
        <p:xfrm>
          <a:off x="5447928" y="781198"/>
          <a:ext cx="4110069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81080" imgH="406080" progId="Equation.DSMT4">
                  <p:embed/>
                </p:oleObj>
              </mc:Choice>
              <mc:Fallback>
                <p:oleObj name="Equation" r:id="rId4" imgW="1981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928" y="781198"/>
                        <a:ext cx="4110069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1747805" y="1607039"/>
            <a:ext cx="8064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此为常系数线性微分方程，其对应的齐次方程为</a:t>
            </a:r>
          </a:p>
        </p:txBody>
      </p:sp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3334544" y="2050608"/>
          <a:ext cx="3144838" cy="912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06080" progId="Equation.DSMT4">
                  <p:embed/>
                </p:oleObj>
              </mc:Choice>
              <mc:Fallback>
                <p:oleObj name="Equation" r:id="rId6" imgW="1396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4544" y="2050608"/>
                        <a:ext cx="3144838" cy="912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1757441" y="3053066"/>
            <a:ext cx="2135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特征方程为</a:t>
            </a:r>
          </a:p>
        </p:txBody>
      </p:sp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3652773" y="2842795"/>
          <a:ext cx="204946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406080" progId="Equation.DSMT4">
                  <p:embed/>
                </p:oleObj>
              </mc:Choice>
              <mc:Fallback>
                <p:oleObj name="Equation" r:id="rId8" imgW="888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773" y="2842795"/>
                        <a:ext cx="204946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5545948" y="2834430"/>
          <a:ext cx="4604787" cy="922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65080" imgH="406080" progId="Equation.DSMT4">
                  <p:embed/>
                </p:oleObj>
              </mc:Choice>
              <mc:Fallback>
                <p:oleObj name="Equation" r:id="rId10" imgW="1765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948" y="2834430"/>
                        <a:ext cx="4604787" cy="922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1685698" y="3730059"/>
            <a:ext cx="304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故齐次方程通解为</a:t>
            </a:r>
          </a:p>
        </p:txBody>
      </p:sp>
      <p:graphicFrame>
        <p:nvGraphicFramePr>
          <p:cNvPr id="33802" name="Object 10"/>
          <p:cNvGraphicFramePr>
            <a:graphicFrameLocks noChangeAspect="1"/>
          </p:cNvGraphicFramePr>
          <p:nvPr/>
        </p:nvGraphicFramePr>
        <p:xfrm>
          <a:off x="4727348" y="3453286"/>
          <a:ext cx="298450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95400" imgH="342900" progId="Equation.3">
                  <p:embed/>
                </p:oleObj>
              </mc:Choice>
              <mc:Fallback>
                <p:oleObj name="公式" r:id="rId12" imgW="12954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348" y="3453286"/>
                        <a:ext cx="2984500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11"/>
          <p:cNvGraphicFramePr>
            <a:graphicFrameLocks noChangeAspect="1"/>
          </p:cNvGraphicFramePr>
          <p:nvPr/>
        </p:nvGraphicFramePr>
        <p:xfrm>
          <a:off x="1755060" y="4316825"/>
          <a:ext cx="213995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927100" imgH="228600" progId="Equation.3">
                  <p:embed/>
                </p:oleObj>
              </mc:Choice>
              <mc:Fallback>
                <p:oleObj name="公式" r:id="rId14" imgW="927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060" y="4316825"/>
                        <a:ext cx="213995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4" name="Object 12"/>
          <p:cNvGraphicFramePr>
            <a:graphicFrameLocks noChangeAspect="1"/>
          </p:cNvGraphicFramePr>
          <p:nvPr/>
        </p:nvGraphicFramePr>
        <p:xfrm>
          <a:off x="3786089" y="4345635"/>
          <a:ext cx="271621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28520" imgH="203040" progId="Equation.DSMT4">
                  <p:embed/>
                </p:oleObj>
              </mc:Choice>
              <mc:Fallback>
                <p:oleObj name="Equation" r:id="rId16" imgW="1028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089" y="4345635"/>
                        <a:ext cx="2716213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6145782" y="4276153"/>
            <a:ext cx="4203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故自由项为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时原方程的</a:t>
            </a:r>
            <a:endParaRPr kumimoji="1" lang="zh-CN" altLang="en-US" sz="2800" b="1" dirty="0">
              <a:latin typeface="+mn-ea"/>
              <a:ea typeface="+mn-ea"/>
            </a:endParaRPr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1685698" y="4817696"/>
            <a:ext cx="220516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特解可设为</a:t>
            </a:r>
          </a:p>
        </p:txBody>
      </p:sp>
      <p:graphicFrame>
        <p:nvGraphicFramePr>
          <p:cNvPr id="33807" name="Object 15"/>
          <p:cNvGraphicFramePr>
            <a:graphicFrameLocks noChangeAspect="1"/>
          </p:cNvGraphicFramePr>
          <p:nvPr/>
        </p:nvGraphicFramePr>
        <p:xfrm>
          <a:off x="3685867" y="4759164"/>
          <a:ext cx="21336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27000" imgH="241200" progId="Equation.DSMT4">
                  <p:embed/>
                </p:oleObj>
              </mc:Choice>
              <mc:Fallback>
                <p:oleObj name="Equation" r:id="rId18" imgW="927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5867" y="4759164"/>
                        <a:ext cx="21336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8" name="Object 16"/>
          <p:cNvGraphicFramePr>
            <a:graphicFrameLocks noChangeAspect="1"/>
          </p:cNvGraphicFramePr>
          <p:nvPr/>
        </p:nvGraphicFramePr>
        <p:xfrm>
          <a:off x="5640161" y="4799373"/>
          <a:ext cx="311943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80800" imgH="203040" progId="Equation.DSMT4">
                  <p:embed/>
                </p:oleObj>
              </mc:Choice>
              <mc:Fallback>
                <p:oleObj name="Equation" r:id="rId20" imgW="1180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0161" y="4799373"/>
                        <a:ext cx="3119437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9" name="Object 17"/>
          <p:cNvGraphicFramePr>
            <a:graphicFrameLocks noChangeAspect="1"/>
          </p:cNvGraphicFramePr>
          <p:nvPr/>
        </p:nvGraphicFramePr>
        <p:xfrm>
          <a:off x="1755060" y="5231311"/>
          <a:ext cx="35210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33440" imgH="406080" progId="Equation.DSMT4">
                  <p:embed/>
                </p:oleObj>
              </mc:Choice>
              <mc:Fallback>
                <p:oleObj name="Equation" r:id="rId22" imgW="1333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060" y="5231311"/>
                        <a:ext cx="352107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/>
        </p:nvGraphicFramePr>
        <p:xfrm>
          <a:off x="5196341" y="5422104"/>
          <a:ext cx="60706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98600" imgH="241200" progId="Equation.DSMT4">
                  <p:embed/>
                </p:oleObj>
              </mc:Choice>
              <mc:Fallback>
                <p:oleObj name="Equation" r:id="rId24" imgW="229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6341" y="5422104"/>
                        <a:ext cx="60706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695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/>
      <p:bldP spid="33798" grpId="0"/>
      <p:bldP spid="33801" grpId="0"/>
      <p:bldP spid="33805" grpId="0"/>
      <p:bldP spid="3380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8328025" y="333376"/>
          <a:ext cx="20462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9000" imgH="228600" progId="Equation.3">
                  <p:embed/>
                </p:oleObj>
              </mc:Choice>
              <mc:Fallback>
                <p:oleObj name="Equation" r:id="rId2" imgW="889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025" y="333376"/>
                        <a:ext cx="2046288" cy="5254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68462"/>
              </p:ext>
            </p:extLst>
          </p:nvPr>
        </p:nvGraphicFramePr>
        <p:xfrm>
          <a:off x="2201863" y="908050"/>
          <a:ext cx="677445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33640" imgH="228600" progId="Equation.DSMT4">
                  <p:embed/>
                </p:oleObj>
              </mc:Choice>
              <mc:Fallback>
                <p:oleObj name="Equation" r:id="rId4" imgW="2933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3" y="908050"/>
                        <a:ext cx="677445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075526"/>
              </p:ext>
            </p:extLst>
          </p:nvPr>
        </p:nvGraphicFramePr>
        <p:xfrm>
          <a:off x="2492377" y="1484314"/>
          <a:ext cx="295555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700" imgH="228600" progId="Equation.3">
                  <p:embed/>
                </p:oleObj>
              </mc:Choice>
              <mc:Fallback>
                <p:oleObj name="Equation" r:id="rId6" imgW="1282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7" y="1484314"/>
                        <a:ext cx="2955552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11511"/>
              </p:ext>
            </p:extLst>
          </p:nvPr>
        </p:nvGraphicFramePr>
        <p:xfrm>
          <a:off x="5427916" y="1484314"/>
          <a:ext cx="230019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54100" imgH="228600" progId="Equation.3">
                  <p:embed/>
                </p:oleObj>
              </mc:Choice>
              <mc:Fallback>
                <p:oleObj name="Equation" r:id="rId8" imgW="1054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7916" y="1484314"/>
                        <a:ext cx="230019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2063751" y="2205038"/>
            <a:ext cx="25193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代入原方程得</a:t>
            </a:r>
          </a:p>
        </p:txBody>
      </p:sp>
      <p:graphicFrame>
        <p:nvGraphicFramePr>
          <p:cNvPr id="348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226271"/>
              </p:ext>
            </p:extLst>
          </p:nvPr>
        </p:nvGraphicFramePr>
        <p:xfrm>
          <a:off x="7529513" y="1966913"/>
          <a:ext cx="3751063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90640" imgH="406080" progId="Equation.DSMT4">
                  <p:embed/>
                </p:oleObj>
              </mc:Choice>
              <mc:Fallback>
                <p:oleObj name="Equation" r:id="rId10" imgW="1790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9513" y="1966913"/>
                        <a:ext cx="3751063" cy="9350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911046"/>
              </p:ext>
            </p:extLst>
          </p:nvPr>
        </p:nvGraphicFramePr>
        <p:xfrm>
          <a:off x="2632076" y="2709070"/>
          <a:ext cx="4897437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54000" imgH="406080" progId="Equation.DSMT4">
                  <p:embed/>
                </p:oleObj>
              </mc:Choice>
              <mc:Fallback>
                <p:oleObj name="Equation" r:id="rId12" imgW="1854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2076" y="2709070"/>
                        <a:ext cx="4897437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054641"/>
              </p:ext>
            </p:extLst>
          </p:nvPr>
        </p:nvGraphicFramePr>
        <p:xfrm>
          <a:off x="2312988" y="3559175"/>
          <a:ext cx="4143052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50960" imgH="406080" progId="Equation.DSMT4">
                  <p:embed/>
                </p:oleObj>
              </mc:Choice>
              <mc:Fallback>
                <p:oleObj name="Equation" r:id="rId14" imgW="1650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988" y="3559175"/>
                        <a:ext cx="4143052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624538"/>
              </p:ext>
            </p:extLst>
          </p:nvPr>
        </p:nvGraphicFramePr>
        <p:xfrm>
          <a:off x="6310759" y="3563939"/>
          <a:ext cx="2665561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04840" imgH="406080" progId="Equation.DSMT4">
                  <p:embed/>
                </p:oleObj>
              </mc:Choice>
              <mc:Fallback>
                <p:oleObj name="Equation" r:id="rId16" imgW="1104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0759" y="3563939"/>
                        <a:ext cx="2665561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953333"/>
              </p:ext>
            </p:extLst>
          </p:nvPr>
        </p:nvGraphicFramePr>
        <p:xfrm>
          <a:off x="2170635" y="4302922"/>
          <a:ext cx="600027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450880" imgH="406080" progId="Equation.DSMT4">
                  <p:embed/>
                </p:oleObj>
              </mc:Choice>
              <mc:Fallback>
                <p:oleObj name="Equation" r:id="rId18" imgW="2450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635" y="4302922"/>
                        <a:ext cx="6000278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252003"/>
              </p:ext>
            </p:extLst>
          </p:nvPr>
        </p:nvGraphicFramePr>
        <p:xfrm>
          <a:off x="2170635" y="5091366"/>
          <a:ext cx="7638553" cy="1006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175000" imgH="431800" progId="Equation.3">
                  <p:embed/>
                </p:oleObj>
              </mc:Choice>
              <mc:Fallback>
                <p:oleObj name="公式" r:id="rId20" imgW="3175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635" y="5091366"/>
                        <a:ext cx="7638553" cy="1006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690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353868"/>
              </p:ext>
            </p:extLst>
          </p:nvPr>
        </p:nvGraphicFramePr>
        <p:xfrm>
          <a:off x="2188197" y="513976"/>
          <a:ext cx="7220171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69920" imgH="419040" progId="Equation.DSMT4">
                  <p:embed/>
                </p:oleObj>
              </mc:Choice>
              <mc:Fallback>
                <p:oleObj name="Equation" r:id="rId2" imgW="28699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197" y="513976"/>
                        <a:ext cx="7220171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206006"/>
              </p:ext>
            </p:extLst>
          </p:nvPr>
        </p:nvGraphicFramePr>
        <p:xfrm>
          <a:off x="3552197" y="1254923"/>
          <a:ext cx="4176117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92300" imgH="431800" progId="Equation.3">
                  <p:embed/>
                </p:oleObj>
              </mc:Choice>
              <mc:Fallback>
                <p:oleObj name="公式" r:id="rId4" imgW="189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197" y="1254923"/>
                        <a:ext cx="4176117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2104197" y="1510132"/>
            <a:ext cx="1368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由此得</a:t>
            </a:r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3575051" y="5189538"/>
          <a:ext cx="5472113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74900" imgH="330200" progId="Equation.3">
                  <p:embed/>
                </p:oleObj>
              </mc:Choice>
              <mc:Fallback>
                <p:oleObj name="Equation" r:id="rId6" imgW="23749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5189538"/>
                        <a:ext cx="5472113" cy="7604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/>
          <p:cNvGraphicFramePr>
            <a:graphicFrameLocks noChangeAspect="1"/>
          </p:cNvGraphicFramePr>
          <p:nvPr/>
        </p:nvGraphicFramePr>
        <p:xfrm>
          <a:off x="3575051" y="5837238"/>
          <a:ext cx="444817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30400" imgH="330200" progId="Equation.3">
                  <p:embed/>
                </p:oleObj>
              </mc:Choice>
              <mc:Fallback>
                <p:oleObj name="Equation" r:id="rId8" imgW="19304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5837238"/>
                        <a:ext cx="4448175" cy="7604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2108200" y="2188131"/>
            <a:ext cx="66246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注意到由方程（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）、（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）有</a:t>
            </a:r>
          </a:p>
        </p:txBody>
      </p:sp>
      <p:graphicFrame>
        <p:nvGraphicFramePr>
          <p:cNvPr id="358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012446"/>
              </p:ext>
            </p:extLst>
          </p:nvPr>
        </p:nvGraphicFramePr>
        <p:xfrm>
          <a:off x="3717745" y="2603503"/>
          <a:ext cx="3168129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07880" imgH="406080" progId="Equation.DSMT4">
                  <p:embed/>
                </p:oleObj>
              </mc:Choice>
              <mc:Fallback>
                <p:oleObj name="Equation" r:id="rId10" imgW="1307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745" y="2603503"/>
                        <a:ext cx="3168129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2108200" y="3632516"/>
            <a:ext cx="1657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所以有</a:t>
            </a:r>
          </a:p>
        </p:txBody>
      </p:sp>
      <p:graphicFrame>
        <p:nvGraphicFramePr>
          <p:cNvPr id="358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215500"/>
              </p:ext>
            </p:extLst>
          </p:nvPr>
        </p:nvGraphicFramePr>
        <p:xfrm>
          <a:off x="3670301" y="3384103"/>
          <a:ext cx="22096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77476" imgH="406224" progId="Equation.3">
                  <p:embed/>
                </p:oleObj>
              </mc:Choice>
              <mc:Fallback>
                <p:oleObj name="公式" r:id="rId12" imgW="977476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1" y="3384103"/>
                        <a:ext cx="220967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765158"/>
              </p:ext>
            </p:extLst>
          </p:nvPr>
        </p:nvGraphicFramePr>
        <p:xfrm>
          <a:off x="5938507" y="3406776"/>
          <a:ext cx="3221038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18671" imgH="406224" progId="Equation.3">
                  <p:embed/>
                </p:oleObj>
              </mc:Choice>
              <mc:Fallback>
                <p:oleObj name="公式" r:id="rId14" imgW="121867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8507" y="3406776"/>
                        <a:ext cx="3221038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2" name="Text Box 12"/>
          <p:cNvSpPr txBox="1">
            <a:spLocks noChangeArrowheads="1"/>
          </p:cNvSpPr>
          <p:nvPr/>
        </p:nvSpPr>
        <p:spPr bwMode="auto">
          <a:xfrm>
            <a:off x="2108200" y="4356964"/>
            <a:ext cx="1584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解之得</a:t>
            </a:r>
          </a:p>
        </p:txBody>
      </p:sp>
      <p:graphicFrame>
        <p:nvGraphicFramePr>
          <p:cNvPr id="358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170755"/>
              </p:ext>
            </p:extLst>
          </p:nvPr>
        </p:nvGraphicFramePr>
        <p:xfrm>
          <a:off x="3599657" y="4111438"/>
          <a:ext cx="2517775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91726" imgH="406224" progId="Equation.DSMT4">
                  <p:embed/>
                </p:oleObj>
              </mc:Choice>
              <mc:Fallback>
                <p:oleObj name="Equation" r:id="rId16" imgW="109172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9657" y="4111438"/>
                        <a:ext cx="2517775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751963"/>
              </p:ext>
            </p:extLst>
          </p:nvPr>
        </p:nvGraphicFramePr>
        <p:xfrm>
          <a:off x="2108200" y="4960938"/>
          <a:ext cx="7645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819400" imgH="431800" progId="Equation.3">
                  <p:embed/>
                </p:oleObj>
              </mc:Choice>
              <mc:Fallback>
                <p:oleObj name="公式" r:id="rId18" imgW="2819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4960938"/>
                        <a:ext cx="7645400" cy="1016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116898"/>
              </p:ext>
            </p:extLst>
          </p:nvPr>
        </p:nvGraphicFramePr>
        <p:xfrm>
          <a:off x="3216275" y="5908675"/>
          <a:ext cx="63373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4151" imgH="215619" progId="Equation.3">
                  <p:embed/>
                </p:oleObj>
              </mc:Choice>
              <mc:Fallback>
                <p:oleObj name="Equation" r:id="rId20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5908675"/>
                        <a:ext cx="6337300" cy="8334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311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  <p:bldP spid="35847" grpId="0"/>
      <p:bldP spid="35849" grpId="0"/>
      <p:bldP spid="3585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68498" y="445294"/>
            <a:ext cx="6635931" cy="83282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6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高阶常系数线性方程常数变易法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647707" y="1278119"/>
            <a:ext cx="9302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例</a:t>
            </a:r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2337797" y="1061425"/>
          <a:ext cx="4629061" cy="94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440" imgH="419040" progId="Equation.DSMT4">
                  <p:embed/>
                </p:oleObj>
              </mc:Choice>
              <mc:Fallback>
                <p:oleObj name="Equation" r:id="rId2" imgW="20444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7797" y="1061425"/>
                        <a:ext cx="4629061" cy="94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668498" y="2010138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解：</a:t>
            </a:r>
          </a:p>
        </p:txBody>
      </p:sp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2421141" y="2010138"/>
          <a:ext cx="4775200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57400" imgH="469800" progId="Equation.DSMT4">
                  <p:embed/>
                </p:oleObj>
              </mc:Choice>
              <mc:Fallback>
                <p:oleObj name="Equation" r:id="rId4" imgW="20574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1141" y="2010138"/>
                        <a:ext cx="4775200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1668498" y="3009088"/>
          <a:ext cx="78644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1920" imgH="241200" progId="Equation.DSMT4">
                  <p:embed/>
                </p:oleObj>
              </mc:Choice>
              <mc:Fallback>
                <p:oleObj name="Equation" r:id="rId6" imgW="33019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498" y="3009088"/>
                        <a:ext cx="78644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817805"/>
              </p:ext>
            </p:extLst>
          </p:nvPr>
        </p:nvGraphicFramePr>
        <p:xfrm>
          <a:off x="1644732" y="3532308"/>
          <a:ext cx="7748587" cy="307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35160" imgH="1269720" progId="Equation.DSMT4">
                  <p:embed/>
                </p:oleObj>
              </mc:Choice>
              <mc:Fallback>
                <p:oleObj name="Equation" r:id="rId8" imgW="3035160" imgH="1269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732" y="3532308"/>
                        <a:ext cx="7748587" cy="307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76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  <p:bldP spid="215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Text Box 4"/>
          <p:cNvSpPr txBox="1">
            <a:spLocks noChangeArrowheads="1"/>
          </p:cNvSpPr>
          <p:nvPr/>
        </p:nvSpPr>
        <p:spPr bwMode="auto">
          <a:xfrm>
            <a:off x="1981108" y="939178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解之得，</a:t>
            </a:r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3672361" y="1594894"/>
          <a:ext cx="60055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228600" progId="Equation.DSMT4">
                  <p:embed/>
                </p:oleObj>
              </mc:Choice>
              <mc:Fallback>
                <p:oleObj name="Equation" r:id="rId2" imgW="2412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2361" y="1594894"/>
                        <a:ext cx="600551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3746501" y="657287"/>
          <a:ext cx="4271962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406080" progId="Equation.DSMT4">
                  <p:embed/>
                </p:oleObj>
              </mc:Choice>
              <mc:Fallback>
                <p:oleObj name="Equation" r:id="rId4" imgW="1726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1" y="657287"/>
                        <a:ext cx="4271962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1981199" y="1569602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积分得，</a:t>
            </a:r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1981200" y="2236415"/>
            <a:ext cx="30700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故原方程的通解为</a:t>
            </a:r>
          </a:p>
        </p:txBody>
      </p:sp>
      <p:graphicFrame>
        <p:nvGraphicFramePr>
          <p:cNvPr id="25609" name="Object 9"/>
          <p:cNvGraphicFramePr>
            <a:graphicFrameLocks noChangeAspect="1"/>
          </p:cNvGraphicFramePr>
          <p:nvPr/>
        </p:nvGraphicFramePr>
        <p:xfrm>
          <a:off x="3446282" y="2772866"/>
          <a:ext cx="5310187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8920" imgH="241200" progId="Equation.DSMT4">
                  <p:embed/>
                </p:oleObj>
              </mc:Choice>
              <mc:Fallback>
                <p:oleObj name="Equation" r:id="rId6" imgW="21589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282" y="2772866"/>
                        <a:ext cx="5310187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/>
        </p:nvGraphicFramePr>
        <p:xfrm>
          <a:off x="2052638" y="3497264"/>
          <a:ext cx="3471862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85720" imgH="228600" progId="Equation.DSMT4">
                  <p:embed/>
                </p:oleObj>
              </mc:Choice>
              <mc:Fallback>
                <p:oleObj name="Equation" r:id="rId8" imgW="1485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3497264"/>
                        <a:ext cx="3471862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2044992" y="4164512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整理得，</a:t>
            </a:r>
          </a:p>
        </p:txBody>
      </p:sp>
      <p:graphicFrame>
        <p:nvGraphicFramePr>
          <p:cNvPr id="25612" name="Object 12"/>
          <p:cNvGraphicFramePr>
            <a:graphicFrameLocks noChangeAspect="1"/>
          </p:cNvGraphicFramePr>
          <p:nvPr/>
        </p:nvGraphicFramePr>
        <p:xfrm>
          <a:off x="3260725" y="4595813"/>
          <a:ext cx="4757738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41400" imgH="241200" progId="Equation.DSMT4">
                  <p:embed/>
                </p:oleObj>
              </mc:Choice>
              <mc:Fallback>
                <p:oleObj name="Equation" r:id="rId10" imgW="18414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5" y="4595813"/>
                        <a:ext cx="4757738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13"/>
          <p:cNvGraphicFramePr>
            <a:graphicFrameLocks noChangeAspect="1"/>
          </p:cNvGraphicFramePr>
          <p:nvPr/>
        </p:nvGraphicFramePr>
        <p:xfrm>
          <a:off x="2052638" y="5250431"/>
          <a:ext cx="25304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41120" imgH="228600" progId="Equation.DSMT4">
                  <p:embed/>
                </p:oleObj>
              </mc:Choice>
              <mc:Fallback>
                <p:oleObj name="Equation" r:id="rId12" imgW="1041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5250431"/>
                        <a:ext cx="25304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410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7" grpId="0"/>
      <p:bldP spid="25608" grpId="0"/>
      <p:bldP spid="256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9" name="Text Box 2"/>
          <p:cNvSpPr>
            <a:spLocks noGrp="1" noChangeArrowheads="1"/>
          </p:cNvSpPr>
          <p:nvPr>
            <p:ph type="title"/>
          </p:nvPr>
        </p:nvSpPr>
        <p:spPr>
          <a:xfrm>
            <a:off x="2424115" y="1196976"/>
            <a:ext cx="1223614" cy="576263"/>
          </a:xfrm>
          <a:noFill/>
        </p:spPr>
        <p:txBody>
          <a:bodyPr anchor="ctr">
            <a:no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3600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小结</a:t>
            </a:r>
          </a:p>
        </p:txBody>
      </p:sp>
      <p:graphicFrame>
        <p:nvGraphicFramePr>
          <p:cNvPr id="329731" name="Object 3"/>
          <p:cNvGraphicFramePr>
            <a:graphicFrameLocks noChangeAspect="1"/>
          </p:cNvGraphicFramePr>
          <p:nvPr/>
        </p:nvGraphicFramePr>
        <p:xfrm>
          <a:off x="2172855" y="1989828"/>
          <a:ext cx="3673763" cy="646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71600" imgH="241200" progId="Equation.DSMT4">
                  <p:embed/>
                </p:oleObj>
              </mc:Choice>
              <mc:Fallback>
                <p:oleObj name="Equation" r:id="rId3" imgW="1371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2855" y="1989828"/>
                        <a:ext cx="3673763" cy="646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32" name="Object 4"/>
          <p:cNvGraphicFramePr>
            <a:graphicFrameLocks noChangeAspect="1"/>
          </p:cNvGraphicFramePr>
          <p:nvPr/>
        </p:nvGraphicFramePr>
        <p:xfrm>
          <a:off x="2306638" y="2716252"/>
          <a:ext cx="4698999" cy="66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8760" imgH="241200" progId="Equation.DSMT4">
                  <p:embed/>
                </p:oleObj>
              </mc:Choice>
              <mc:Fallback>
                <p:oleObj name="Equation" r:id="rId5" imgW="1688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638" y="2716252"/>
                        <a:ext cx="4698999" cy="66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33" name="Object 5"/>
          <p:cNvGraphicFramePr>
            <a:graphicFrameLocks noChangeAspect="1"/>
          </p:cNvGraphicFramePr>
          <p:nvPr/>
        </p:nvGraphicFramePr>
        <p:xfrm>
          <a:off x="2172855" y="3457627"/>
          <a:ext cx="68945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6654800" imgH="482600" progId="Equation.3">
                  <p:embed/>
                </p:oleObj>
              </mc:Choice>
              <mc:Fallback>
                <p:oleObj name="公式" r:id="rId7" imgW="66548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2855" y="3457627"/>
                        <a:ext cx="6894513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34" name="Object 6"/>
          <p:cNvGraphicFramePr>
            <a:graphicFrameLocks noChangeAspect="1"/>
          </p:cNvGraphicFramePr>
          <p:nvPr/>
        </p:nvGraphicFramePr>
        <p:xfrm>
          <a:off x="2306638" y="4040737"/>
          <a:ext cx="6902017" cy="634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05040" imgH="241200" progId="Equation.DSMT4">
                  <p:embed/>
                </p:oleObj>
              </mc:Choice>
              <mc:Fallback>
                <p:oleObj name="Equation" r:id="rId9" imgW="2705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638" y="4040737"/>
                        <a:ext cx="6902017" cy="6346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35" name="Text Box 7"/>
          <p:cNvSpPr txBox="1">
            <a:spLocks noChangeArrowheads="1"/>
          </p:cNvSpPr>
          <p:nvPr/>
        </p:nvSpPr>
        <p:spPr bwMode="auto">
          <a:xfrm>
            <a:off x="3638872" y="1293108"/>
            <a:ext cx="25908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待定系数法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329737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2698750" y="4794249"/>
          <a:ext cx="1392959" cy="543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20560" imgH="203040" progId="Equation.DSMT4">
                  <p:embed/>
                </p:oleObj>
              </mc:Choice>
              <mc:Fallback>
                <p:oleObj name="Equation" r:id="rId11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4794249"/>
                        <a:ext cx="1392959" cy="543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211524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5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1" name="Text Box 2"/>
          <p:cNvSpPr txBox="1">
            <a:spLocks noChangeArrowheads="1"/>
          </p:cNvSpPr>
          <p:nvPr/>
        </p:nvSpPr>
        <p:spPr bwMode="auto">
          <a:xfrm>
            <a:off x="1559496" y="776853"/>
            <a:ext cx="2491509" cy="5355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3200" b="1" dirty="0"/>
              <a:t>、欧拉方程</a:t>
            </a: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1991544" y="1424763"/>
            <a:ext cx="95827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形如</a:t>
            </a:r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091138"/>
              </p:ext>
            </p:extLst>
          </p:nvPr>
        </p:nvGraphicFramePr>
        <p:xfrm>
          <a:off x="2351807" y="1862720"/>
          <a:ext cx="8117550" cy="632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98520" imgH="241200" progId="Equation.DSMT4">
                  <p:embed/>
                </p:oleObj>
              </mc:Choice>
              <mc:Fallback>
                <p:oleObj name="Equation" r:id="rId3" imgW="30985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807" y="1862720"/>
                        <a:ext cx="8117550" cy="632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430149" y="2549122"/>
            <a:ext cx="9986964" cy="533400"/>
            <a:chOff x="304" y="1206"/>
            <a:chExt cx="6291" cy="336"/>
          </a:xfrm>
        </p:grpSpPr>
        <p:sp>
          <p:nvSpPr>
            <p:cNvPr id="65548" name="Text Box 7"/>
            <p:cNvSpPr txBox="1">
              <a:spLocks noChangeArrowheads="1"/>
            </p:cNvSpPr>
            <p:nvPr/>
          </p:nvSpPr>
          <p:spPr bwMode="auto">
            <a:xfrm>
              <a:off x="304" y="1240"/>
              <a:ext cx="3632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2800" b="1" dirty="0"/>
                <a:t>的方程，称为</a:t>
              </a:r>
              <a:r>
                <a:rPr lang="zh-CN" altLang="en-US" sz="2800" b="1" i="1" dirty="0"/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="1" i="1" dirty="0"/>
                <a:t> </a:t>
              </a:r>
              <a:r>
                <a:rPr lang="zh-CN" altLang="en-US" sz="2800" b="1" dirty="0"/>
                <a:t>阶欧拉方程，其中</a:t>
              </a:r>
            </a:p>
          </p:txBody>
        </p:sp>
        <p:graphicFrame>
          <p:nvGraphicFramePr>
            <p:cNvPr id="65540" name="Object 8"/>
            <p:cNvGraphicFramePr>
              <a:graphicFrameLocks noChangeAspect="1"/>
            </p:cNvGraphicFramePr>
            <p:nvPr/>
          </p:nvGraphicFramePr>
          <p:xfrm>
            <a:off x="3779" y="1206"/>
            <a:ext cx="281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17360" imgH="228600" progId="Equation.DSMT4">
                    <p:embed/>
                  </p:oleObj>
                </mc:Choice>
                <mc:Fallback>
                  <p:oleObj name="Equation" r:id="rId5" imgW="19173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" y="1206"/>
                          <a:ext cx="281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647728" y="3675658"/>
            <a:ext cx="1920892" cy="587891"/>
            <a:chOff x="1392" y="2056"/>
            <a:chExt cx="1237" cy="362"/>
          </a:xfrm>
        </p:grpSpPr>
        <p:sp>
          <p:nvSpPr>
            <p:cNvPr id="65547" name="Rectangle 16"/>
            <p:cNvSpPr>
              <a:spLocks noChangeArrowheads="1"/>
            </p:cNvSpPr>
            <p:nvPr/>
          </p:nvSpPr>
          <p:spPr bwMode="auto">
            <a:xfrm>
              <a:off x="1392" y="2082"/>
              <a:ext cx="1200" cy="33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endParaRPr lang="zh-CN" altLang="en-US"/>
            </a:p>
          </p:txBody>
        </p:sp>
        <p:graphicFrame>
          <p:nvGraphicFramePr>
            <p:cNvPr id="65539" name="Object 14"/>
            <p:cNvGraphicFramePr>
              <a:graphicFrameLocks noChangeAspect="1"/>
            </p:cNvGraphicFramePr>
            <p:nvPr/>
          </p:nvGraphicFramePr>
          <p:xfrm>
            <a:off x="1392" y="2056"/>
            <a:ext cx="1237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736560" imgH="215640" progId="Equation.DSMT4">
                    <p:embed/>
                  </p:oleObj>
                </mc:Choice>
                <mc:Fallback>
                  <p:oleObj name="Equation" r:id="rId7" imgW="7365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056"/>
                          <a:ext cx="1237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431" name="AutoShape 15"/>
          <p:cNvSpPr>
            <a:spLocks noChangeArrowheads="1"/>
          </p:cNvSpPr>
          <p:nvPr/>
        </p:nvSpPr>
        <p:spPr bwMode="auto">
          <a:xfrm>
            <a:off x="5735960" y="3184661"/>
            <a:ext cx="152400" cy="1905000"/>
          </a:xfrm>
          <a:prstGeom prst="downArrow">
            <a:avLst>
              <a:gd name="adj1" fmla="val 50000"/>
              <a:gd name="adj2" fmla="val 312500"/>
            </a:avLst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60434" name="Text Box 18"/>
          <p:cNvSpPr txBox="1">
            <a:spLocks noChangeArrowheads="1"/>
          </p:cNvSpPr>
          <p:nvPr/>
        </p:nvSpPr>
        <p:spPr bwMode="auto">
          <a:xfrm>
            <a:off x="3243019" y="5022212"/>
            <a:ext cx="6112164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关于变量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i="1" dirty="0"/>
              <a:t>  </a:t>
            </a:r>
            <a:r>
              <a:rPr lang="zh-CN" altLang="en-US" sz="2800" b="1" dirty="0"/>
              <a:t>的常系数线性微分方程 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572603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autoUpdateAnimBg="0"/>
      <p:bldP spid="60431" grpId="0" animBg="1"/>
      <p:bldP spid="60434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1618314" y="1042557"/>
            <a:ext cx="2579914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引入算子记号：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8283574" y="722312"/>
            <a:ext cx="1797050" cy="1222375"/>
            <a:chOff x="3264" y="160"/>
            <a:chExt cx="1132" cy="770"/>
          </a:xfrm>
        </p:grpSpPr>
        <p:sp>
          <p:nvSpPr>
            <p:cNvPr id="66578" name="Freeform 6"/>
            <p:cNvSpPr>
              <a:spLocks/>
            </p:cNvSpPr>
            <p:nvPr/>
          </p:nvSpPr>
          <p:spPr bwMode="auto">
            <a:xfrm>
              <a:off x="3264" y="160"/>
              <a:ext cx="1132" cy="770"/>
            </a:xfrm>
            <a:custGeom>
              <a:avLst/>
              <a:gdLst>
                <a:gd name="T0" fmla="*/ 1173 w 962"/>
                <a:gd name="T1" fmla="*/ 708 h 770"/>
                <a:gd name="T2" fmla="*/ 878 w 962"/>
                <a:gd name="T3" fmla="*/ 770 h 770"/>
                <a:gd name="T4" fmla="*/ 585 w 962"/>
                <a:gd name="T5" fmla="*/ 762 h 770"/>
                <a:gd name="T6" fmla="*/ 400 w 962"/>
                <a:gd name="T7" fmla="*/ 717 h 770"/>
                <a:gd name="T8" fmla="*/ 118 w 962"/>
                <a:gd name="T9" fmla="*/ 638 h 770"/>
                <a:gd name="T10" fmla="*/ 179 w 962"/>
                <a:gd name="T11" fmla="*/ 159 h 770"/>
                <a:gd name="T12" fmla="*/ 277 w 962"/>
                <a:gd name="T13" fmla="*/ 106 h 770"/>
                <a:gd name="T14" fmla="*/ 437 w 962"/>
                <a:gd name="T15" fmla="*/ 132 h 770"/>
                <a:gd name="T16" fmla="*/ 620 w 962"/>
                <a:gd name="T17" fmla="*/ 88 h 770"/>
                <a:gd name="T18" fmla="*/ 671 w 962"/>
                <a:gd name="T19" fmla="*/ 62 h 770"/>
                <a:gd name="T20" fmla="*/ 927 w 962"/>
                <a:gd name="T21" fmla="*/ 0 h 770"/>
                <a:gd name="T22" fmla="*/ 1037 w 962"/>
                <a:gd name="T23" fmla="*/ 8 h 770"/>
                <a:gd name="T24" fmla="*/ 1112 w 962"/>
                <a:gd name="T25" fmla="*/ 44 h 770"/>
                <a:gd name="T26" fmla="*/ 1160 w 962"/>
                <a:gd name="T27" fmla="*/ 53 h 770"/>
                <a:gd name="T28" fmla="*/ 1271 w 962"/>
                <a:gd name="T29" fmla="*/ 97 h 770"/>
                <a:gd name="T30" fmla="*/ 1332 w 962"/>
                <a:gd name="T31" fmla="*/ 265 h 770"/>
                <a:gd name="T32" fmla="*/ 1296 w 962"/>
                <a:gd name="T33" fmla="*/ 407 h 770"/>
                <a:gd name="T34" fmla="*/ 1259 w 962"/>
                <a:gd name="T35" fmla="*/ 611 h 770"/>
                <a:gd name="T36" fmla="*/ 1185 w 962"/>
                <a:gd name="T37" fmla="*/ 691 h 770"/>
                <a:gd name="T38" fmla="*/ 1173 w 962"/>
                <a:gd name="T39" fmla="*/ 708 h 77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2"/>
                <a:gd name="T61" fmla="*/ 0 h 770"/>
                <a:gd name="T62" fmla="*/ 962 w 962"/>
                <a:gd name="T63" fmla="*/ 770 h 770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2" h="770">
                  <a:moveTo>
                    <a:pt x="847" y="708"/>
                  </a:moveTo>
                  <a:cubicBezTo>
                    <a:pt x="767" y="735"/>
                    <a:pt x="719" y="760"/>
                    <a:pt x="634" y="770"/>
                  </a:cubicBezTo>
                  <a:cubicBezTo>
                    <a:pt x="563" y="767"/>
                    <a:pt x="493" y="767"/>
                    <a:pt x="422" y="762"/>
                  </a:cubicBezTo>
                  <a:cubicBezTo>
                    <a:pt x="372" y="759"/>
                    <a:pt x="334" y="734"/>
                    <a:pt x="289" y="717"/>
                  </a:cubicBezTo>
                  <a:cubicBezTo>
                    <a:pt x="222" y="692"/>
                    <a:pt x="154" y="659"/>
                    <a:pt x="85" y="638"/>
                  </a:cubicBezTo>
                  <a:cubicBezTo>
                    <a:pt x="4" y="517"/>
                    <a:pt x="0" y="248"/>
                    <a:pt x="129" y="159"/>
                  </a:cubicBezTo>
                  <a:cubicBezTo>
                    <a:pt x="153" y="123"/>
                    <a:pt x="165" y="130"/>
                    <a:pt x="200" y="106"/>
                  </a:cubicBezTo>
                  <a:cubicBezTo>
                    <a:pt x="238" y="116"/>
                    <a:pt x="277" y="123"/>
                    <a:pt x="315" y="132"/>
                  </a:cubicBezTo>
                  <a:cubicBezTo>
                    <a:pt x="362" y="124"/>
                    <a:pt x="407" y="113"/>
                    <a:pt x="448" y="88"/>
                  </a:cubicBezTo>
                  <a:cubicBezTo>
                    <a:pt x="461" y="80"/>
                    <a:pt x="471" y="69"/>
                    <a:pt x="484" y="62"/>
                  </a:cubicBezTo>
                  <a:cubicBezTo>
                    <a:pt x="543" y="33"/>
                    <a:pt x="611" y="28"/>
                    <a:pt x="670" y="0"/>
                  </a:cubicBezTo>
                  <a:cubicBezTo>
                    <a:pt x="696" y="3"/>
                    <a:pt x="724" y="0"/>
                    <a:pt x="749" y="8"/>
                  </a:cubicBezTo>
                  <a:cubicBezTo>
                    <a:pt x="770" y="15"/>
                    <a:pt x="782" y="39"/>
                    <a:pt x="803" y="44"/>
                  </a:cubicBezTo>
                  <a:cubicBezTo>
                    <a:pt x="815" y="47"/>
                    <a:pt x="826" y="50"/>
                    <a:pt x="838" y="53"/>
                  </a:cubicBezTo>
                  <a:cubicBezTo>
                    <a:pt x="865" y="70"/>
                    <a:pt x="892" y="79"/>
                    <a:pt x="918" y="97"/>
                  </a:cubicBezTo>
                  <a:cubicBezTo>
                    <a:pt x="936" y="151"/>
                    <a:pt x="948" y="209"/>
                    <a:pt x="962" y="265"/>
                  </a:cubicBezTo>
                  <a:cubicBezTo>
                    <a:pt x="954" y="313"/>
                    <a:pt x="943" y="359"/>
                    <a:pt x="936" y="407"/>
                  </a:cubicBezTo>
                  <a:cubicBezTo>
                    <a:pt x="933" y="451"/>
                    <a:pt x="938" y="559"/>
                    <a:pt x="909" y="611"/>
                  </a:cubicBezTo>
                  <a:cubicBezTo>
                    <a:pt x="907" y="614"/>
                    <a:pt x="866" y="676"/>
                    <a:pt x="856" y="691"/>
                  </a:cubicBezTo>
                  <a:cubicBezTo>
                    <a:pt x="846" y="706"/>
                    <a:pt x="847" y="731"/>
                    <a:pt x="847" y="70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6572" name="Object 3"/>
            <p:cNvGraphicFramePr>
              <a:graphicFrameLocks noChangeAspect="1"/>
            </p:cNvGraphicFramePr>
            <p:nvPr/>
          </p:nvGraphicFramePr>
          <p:xfrm>
            <a:off x="3336" y="287"/>
            <a:ext cx="1060" cy="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38080" imgH="419040" progId="Equation.DSMT4">
                    <p:embed/>
                  </p:oleObj>
                </mc:Choice>
                <mc:Fallback>
                  <p:oleObj name="Equation" r:id="rId2" imgW="83808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6" y="287"/>
                          <a:ext cx="1060" cy="5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4109309" y="832477"/>
          <a:ext cx="1473200" cy="900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419040" progId="Equation.DSMT4">
                  <p:embed/>
                </p:oleObj>
              </mc:Choice>
              <mc:Fallback>
                <p:oleObj name="Equation" r:id="rId4" imgW="685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9309" y="832477"/>
                        <a:ext cx="1473200" cy="9002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5561540" y="1089094"/>
          <a:ext cx="253007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79280" imgH="203040" progId="Equation.DSMT4">
                  <p:embed/>
                </p:oleObj>
              </mc:Choice>
              <mc:Fallback>
                <p:oleObj name="Equation" r:id="rId6" imgW="1079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540" y="1089094"/>
                        <a:ext cx="2530078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1" name="Object 11"/>
          <p:cNvGraphicFramePr>
            <a:graphicFrameLocks noChangeAspect="1"/>
          </p:cNvGraphicFramePr>
          <p:nvPr/>
        </p:nvGraphicFramePr>
        <p:xfrm>
          <a:off x="1600200" y="1551666"/>
          <a:ext cx="2676236" cy="492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68200" imgH="215640" progId="Equation.DSMT4">
                  <p:embed/>
                </p:oleObj>
              </mc:Choice>
              <mc:Fallback>
                <p:oleObj name="Equation" r:id="rId8" imgW="1168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551666"/>
                        <a:ext cx="2676236" cy="492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2" name="Object 12"/>
          <p:cNvGraphicFramePr>
            <a:graphicFrameLocks noChangeAspect="1"/>
          </p:cNvGraphicFramePr>
          <p:nvPr/>
        </p:nvGraphicFramePr>
        <p:xfrm>
          <a:off x="1789294" y="2042478"/>
          <a:ext cx="4550566" cy="939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68480" imgH="406080" progId="Equation.DSMT4">
                  <p:embed/>
                </p:oleObj>
              </mc:Choice>
              <mc:Fallback>
                <p:oleObj name="Equation" r:id="rId10" imgW="1968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294" y="2042478"/>
                        <a:ext cx="4550566" cy="939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3" name="Object 13"/>
          <p:cNvGraphicFramePr>
            <a:graphicFrameLocks noChangeAspect="1"/>
          </p:cNvGraphicFramePr>
          <p:nvPr/>
        </p:nvGraphicFramePr>
        <p:xfrm>
          <a:off x="1789294" y="2963009"/>
          <a:ext cx="4399973" cy="1019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82600" imgH="482400" progId="Equation.DSMT4">
                  <p:embed/>
                </p:oleObj>
              </mc:Choice>
              <mc:Fallback>
                <p:oleObj name="Equation" r:id="rId12" imgW="20826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294" y="2963009"/>
                        <a:ext cx="4399973" cy="10195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4" name="Object 14"/>
          <p:cNvGraphicFramePr>
            <a:graphicFrameLocks noChangeAspect="1"/>
          </p:cNvGraphicFramePr>
          <p:nvPr/>
        </p:nvGraphicFramePr>
        <p:xfrm>
          <a:off x="1789294" y="3941641"/>
          <a:ext cx="5363268" cy="952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17640" imgH="482400" progId="Equation.DSMT4">
                  <p:embed/>
                </p:oleObj>
              </mc:Choice>
              <mc:Fallback>
                <p:oleObj name="Equation" r:id="rId14" imgW="27176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294" y="3941641"/>
                        <a:ext cx="5363268" cy="952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5" name="AutoShape 15"/>
          <p:cNvSpPr>
            <a:spLocks noChangeArrowheads="1"/>
          </p:cNvSpPr>
          <p:nvPr/>
        </p:nvSpPr>
        <p:spPr bwMode="auto">
          <a:xfrm>
            <a:off x="6477000" y="3373253"/>
            <a:ext cx="1295400" cy="228600"/>
          </a:xfrm>
          <a:prstGeom prst="rightArrow">
            <a:avLst>
              <a:gd name="adj1" fmla="val 50000"/>
              <a:gd name="adj2" fmla="val 141667"/>
            </a:avLst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aphicFrame>
        <p:nvGraphicFramePr>
          <p:cNvPr id="61456" name="Object 16"/>
          <p:cNvGraphicFramePr>
            <a:graphicFrameLocks noChangeAspect="1"/>
          </p:cNvGraphicFramePr>
          <p:nvPr/>
        </p:nvGraphicFramePr>
        <p:xfrm>
          <a:off x="8091618" y="2531401"/>
          <a:ext cx="1504951" cy="472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47640" imgH="203040" progId="Equation.DSMT4">
                  <p:embed/>
                </p:oleObj>
              </mc:Choice>
              <mc:Fallback>
                <p:oleObj name="Equation" r:id="rId16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1618" y="2531401"/>
                        <a:ext cx="1504951" cy="4721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7" name="Object 17"/>
          <p:cNvGraphicFramePr>
            <a:graphicFrameLocks noChangeAspect="1"/>
          </p:cNvGraphicFramePr>
          <p:nvPr/>
        </p:nvGraphicFramePr>
        <p:xfrm>
          <a:off x="7906015" y="3252477"/>
          <a:ext cx="2552167" cy="504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55600" imgH="228600" progId="Equation.DSMT4">
                  <p:embed/>
                </p:oleObj>
              </mc:Choice>
              <mc:Fallback>
                <p:oleObj name="Equation" r:id="rId18" imgW="1155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6015" y="3252477"/>
                        <a:ext cx="2552167" cy="504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8" name="Object 18"/>
          <p:cNvGraphicFramePr>
            <a:graphicFrameLocks noChangeAspect="1"/>
          </p:cNvGraphicFramePr>
          <p:nvPr/>
        </p:nvGraphicFramePr>
        <p:xfrm>
          <a:off x="7590036" y="3989334"/>
          <a:ext cx="3686969" cy="51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25400" imgH="228600" progId="Equation.DSMT4">
                  <p:embed/>
                </p:oleObj>
              </mc:Choice>
              <mc:Fallback>
                <p:oleObj name="Equation" r:id="rId20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0036" y="3989334"/>
                        <a:ext cx="3686969" cy="518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9" name="Text Box 19"/>
          <p:cNvSpPr txBox="1">
            <a:spLocks noChangeArrowheads="1"/>
          </p:cNvSpPr>
          <p:nvPr/>
        </p:nvSpPr>
        <p:spPr bwMode="auto">
          <a:xfrm>
            <a:off x="1600200" y="4902719"/>
            <a:ext cx="44958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由数学归纳法可以证明：</a:t>
            </a:r>
          </a:p>
        </p:txBody>
      </p:sp>
      <p:graphicFrame>
        <p:nvGraphicFramePr>
          <p:cNvPr id="61460" name="Object 20"/>
          <p:cNvGraphicFramePr>
            <a:graphicFrameLocks noChangeAspect="1"/>
          </p:cNvGraphicFramePr>
          <p:nvPr/>
        </p:nvGraphicFramePr>
        <p:xfrm>
          <a:off x="2758478" y="5413775"/>
          <a:ext cx="6675043" cy="580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28720" imgH="228600" progId="Equation.DSMT4">
                  <p:embed/>
                </p:oleObj>
              </mc:Choice>
              <mc:Fallback>
                <p:oleObj name="Equation" r:id="rId22" imgW="2628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8478" y="5413775"/>
                        <a:ext cx="6675043" cy="58043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432623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autoUpdateAnimBg="0"/>
      <p:bldP spid="61455" grpId="0" animBg="1"/>
      <p:bldP spid="61459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3" name="Text Box 8"/>
          <p:cNvSpPr txBox="1">
            <a:spLocks noChangeArrowheads="1"/>
          </p:cNvSpPr>
          <p:nvPr/>
        </p:nvSpPr>
        <p:spPr bwMode="auto">
          <a:xfrm>
            <a:off x="1850289" y="890308"/>
            <a:ext cx="107664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_GB231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62475" name="Object 11"/>
          <p:cNvGraphicFramePr>
            <a:graphicFrameLocks noChangeAspect="1"/>
          </p:cNvGraphicFramePr>
          <p:nvPr/>
        </p:nvGraphicFramePr>
        <p:xfrm>
          <a:off x="2699295" y="821684"/>
          <a:ext cx="6540500" cy="540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68400" imgH="228600" progId="Equation.DSMT4">
                  <p:embed/>
                </p:oleObj>
              </mc:Choice>
              <mc:Fallback>
                <p:oleObj name="Equation" r:id="rId2" imgW="2768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295" y="821684"/>
                        <a:ext cx="6540500" cy="540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603500" y="1343028"/>
            <a:ext cx="7215188" cy="519113"/>
            <a:chOff x="680" y="846"/>
            <a:chExt cx="4545" cy="327"/>
          </a:xfrm>
        </p:grpSpPr>
        <p:sp>
          <p:nvSpPr>
            <p:cNvPr id="67599" name="Text Box 12"/>
            <p:cNvSpPr txBox="1">
              <a:spLocks noChangeArrowheads="1"/>
            </p:cNvSpPr>
            <p:nvPr/>
          </p:nvSpPr>
          <p:spPr bwMode="auto">
            <a:xfrm>
              <a:off x="680" y="871"/>
              <a:ext cx="225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2800" b="1" dirty="0"/>
                <a:t>这是三阶欧拉方程，</a:t>
              </a:r>
            </a:p>
          </p:txBody>
        </p:sp>
        <p:graphicFrame>
          <p:nvGraphicFramePr>
            <p:cNvPr id="67592" name="Object 13"/>
            <p:cNvGraphicFramePr>
              <a:graphicFrameLocks noChangeAspect="1"/>
            </p:cNvGraphicFramePr>
            <p:nvPr/>
          </p:nvGraphicFramePr>
          <p:xfrm>
            <a:off x="2698" y="846"/>
            <a:ext cx="2527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01720" imgH="215640" progId="Equation.DSMT4">
                    <p:embed/>
                  </p:oleObj>
                </mc:Choice>
                <mc:Fallback>
                  <p:oleObj name="Equation" r:id="rId4" imgW="170172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8" y="846"/>
                          <a:ext cx="2527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2479" name="Object 15"/>
          <p:cNvGraphicFramePr>
            <a:graphicFrameLocks noChangeAspect="1"/>
          </p:cNvGraphicFramePr>
          <p:nvPr/>
        </p:nvGraphicFramePr>
        <p:xfrm>
          <a:off x="2895918" y="1895057"/>
          <a:ext cx="7196123" cy="56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20680" imgH="228600" progId="Equation.DSMT4">
                  <p:embed/>
                </p:oleObj>
              </mc:Choice>
              <mc:Fallback>
                <p:oleObj name="Equation" r:id="rId6" imgW="292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918" y="1895057"/>
                        <a:ext cx="7196123" cy="56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0" name="Text Box 16"/>
          <p:cNvSpPr txBox="1">
            <a:spLocks noChangeArrowheads="1"/>
          </p:cNvSpPr>
          <p:nvPr/>
        </p:nvSpPr>
        <p:spPr bwMode="auto">
          <a:xfrm>
            <a:off x="1819275" y="2527340"/>
            <a:ext cx="3505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作代数运算后，得</a:t>
            </a:r>
          </a:p>
        </p:txBody>
      </p:sp>
      <p:graphicFrame>
        <p:nvGraphicFramePr>
          <p:cNvPr id="62481" name="Object 17"/>
          <p:cNvGraphicFramePr>
            <a:graphicFrameLocks noChangeAspect="1"/>
          </p:cNvGraphicFramePr>
          <p:nvPr/>
        </p:nvGraphicFramePr>
        <p:xfrm>
          <a:off x="3664238" y="2955791"/>
          <a:ext cx="4285673" cy="543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03240" imgH="228600" progId="Equation.DSMT4">
                  <p:embed/>
                </p:oleObj>
              </mc:Choice>
              <mc:Fallback>
                <p:oleObj name="Equation" r:id="rId8" imgW="1803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238" y="2955791"/>
                        <a:ext cx="4285673" cy="543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2" name="Text Box 18"/>
          <p:cNvSpPr txBox="1">
            <a:spLocks noChangeArrowheads="1"/>
          </p:cNvSpPr>
          <p:nvPr/>
        </p:nvSpPr>
        <p:spPr bwMode="auto">
          <a:xfrm>
            <a:off x="1819275" y="3720532"/>
            <a:ext cx="65996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即</a:t>
            </a:r>
          </a:p>
        </p:txBody>
      </p:sp>
      <p:graphicFrame>
        <p:nvGraphicFramePr>
          <p:cNvPr id="62483" name="Object 19"/>
          <p:cNvGraphicFramePr>
            <a:graphicFrameLocks noChangeAspect="1"/>
          </p:cNvGraphicFramePr>
          <p:nvPr/>
        </p:nvGraphicFramePr>
        <p:xfrm>
          <a:off x="2926932" y="3443161"/>
          <a:ext cx="5624634" cy="1008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36760" imgH="419040" progId="Equation.DSMT4">
                  <p:embed/>
                </p:oleObj>
              </mc:Choice>
              <mc:Fallback>
                <p:oleObj name="Equation" r:id="rId10" imgW="2336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932" y="3443161"/>
                        <a:ext cx="5624634" cy="1008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4" name="Text Box 20"/>
          <p:cNvSpPr txBox="1">
            <a:spLocks noChangeArrowheads="1"/>
          </p:cNvSpPr>
          <p:nvPr/>
        </p:nvSpPr>
        <p:spPr bwMode="auto">
          <a:xfrm>
            <a:off x="1819275" y="4591912"/>
            <a:ext cx="72390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这是一个三阶常系数线性非齐微分方程，且</a:t>
            </a:r>
          </a:p>
        </p:txBody>
      </p:sp>
      <p:graphicFrame>
        <p:nvGraphicFramePr>
          <p:cNvPr id="62485" name="Object 21"/>
          <p:cNvGraphicFramePr>
            <a:graphicFrameLocks noChangeAspect="1"/>
          </p:cNvGraphicFramePr>
          <p:nvPr/>
        </p:nvGraphicFramePr>
        <p:xfrm>
          <a:off x="1819275" y="5112320"/>
          <a:ext cx="5320877" cy="502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86000" imgH="215640" progId="Equation.DSMT4">
                  <p:embed/>
                </p:oleObj>
              </mc:Choice>
              <mc:Fallback>
                <p:oleObj name="Equation" r:id="rId12" imgW="2286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275" y="5112320"/>
                        <a:ext cx="5320877" cy="5025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6" name="Object 22"/>
          <p:cNvGraphicFramePr>
            <a:graphicFrameLocks noChangeAspect="1"/>
          </p:cNvGraphicFramePr>
          <p:nvPr/>
        </p:nvGraphicFramePr>
        <p:xfrm>
          <a:off x="1874838" y="5614847"/>
          <a:ext cx="6576436" cy="543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68400" imgH="228600" progId="Equation.DSMT4">
                  <p:embed/>
                </p:oleObj>
              </mc:Choice>
              <mc:Fallback>
                <p:oleObj name="Equation" r:id="rId14" imgW="2768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838" y="5614847"/>
                        <a:ext cx="6576436" cy="543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8" name="文本框 1"/>
          <p:cNvSpPr txBox="1">
            <a:spLocks noChangeArrowheads="1"/>
          </p:cNvSpPr>
          <p:nvPr/>
        </p:nvSpPr>
        <p:spPr bwMode="auto">
          <a:xfrm>
            <a:off x="1874838" y="1415632"/>
            <a:ext cx="5461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336338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80" grpId="0" autoUpdateAnimBg="0"/>
      <p:bldP spid="62482" grpId="0" autoUpdateAnimBg="0"/>
      <p:bldP spid="62484" grpId="0" autoUpdateAnimBg="0"/>
      <p:bldP spid="6759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2"/>
          <p:cNvSpPr txBox="1">
            <a:spLocks noChangeArrowheads="1"/>
          </p:cNvSpPr>
          <p:nvPr/>
        </p:nvSpPr>
        <p:spPr bwMode="auto">
          <a:xfrm>
            <a:off x="1460877" y="889273"/>
            <a:ext cx="5410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方程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800" b="1" dirty="0"/>
              <a:t>对应的齐方程的通解为</a:t>
            </a:r>
          </a:p>
        </p:txBody>
      </p:sp>
      <p:graphicFrame>
        <p:nvGraphicFramePr>
          <p:cNvPr id="106499" name="Object 3"/>
          <p:cNvGraphicFramePr>
            <a:graphicFrameLocks noChangeAspect="1"/>
          </p:cNvGraphicFramePr>
          <p:nvPr/>
        </p:nvGraphicFramePr>
        <p:xfrm>
          <a:off x="4109176" y="1224901"/>
          <a:ext cx="39497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7240" imgH="241200" progId="Equation.DSMT4">
                  <p:embed/>
                </p:oleObj>
              </mc:Choice>
              <mc:Fallback>
                <p:oleObj name="Equation" r:id="rId2" imgW="1587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9176" y="1224901"/>
                        <a:ext cx="394970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0" name="Object 4"/>
          <p:cNvGraphicFramePr>
            <a:graphicFrameLocks noChangeAspect="1"/>
          </p:cNvGraphicFramePr>
          <p:nvPr/>
        </p:nvGraphicFramePr>
        <p:xfrm>
          <a:off x="1506506" y="1696334"/>
          <a:ext cx="942375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86200" imgH="228600" progId="Equation.DSMT4">
                  <p:embed/>
                </p:oleObj>
              </mc:Choice>
              <mc:Fallback>
                <p:oleObj name="Equation" r:id="rId4" imgW="3886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06" y="1696334"/>
                        <a:ext cx="9423752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5"/>
          <p:cNvGraphicFramePr>
            <a:graphicFrameLocks noChangeAspect="1"/>
          </p:cNvGraphicFramePr>
          <p:nvPr/>
        </p:nvGraphicFramePr>
        <p:xfrm>
          <a:off x="4832214" y="2197299"/>
          <a:ext cx="16478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6880" imgH="241200" progId="Equation.DSMT4">
                  <p:embed/>
                </p:oleObj>
              </mc:Choice>
              <mc:Fallback>
                <p:oleObj name="Equation" r:id="rId6" imgW="596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2214" y="2197299"/>
                        <a:ext cx="1647825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2" name="Text Box 6"/>
          <p:cNvSpPr txBox="1">
            <a:spLocks noChangeArrowheads="1"/>
          </p:cNvSpPr>
          <p:nvPr/>
        </p:nvSpPr>
        <p:spPr bwMode="auto">
          <a:xfrm>
            <a:off x="1460877" y="2763271"/>
            <a:ext cx="6934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为方程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特解形式，代入方程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中，得</a:t>
            </a:r>
          </a:p>
        </p:txBody>
      </p:sp>
      <p:graphicFrame>
        <p:nvGraphicFramePr>
          <p:cNvPr id="106503" name="Object 7"/>
          <p:cNvGraphicFramePr>
            <a:graphicFrameLocks noChangeAspect="1"/>
          </p:cNvGraphicFramePr>
          <p:nvPr/>
        </p:nvGraphicFramePr>
        <p:xfrm>
          <a:off x="3979693" y="3187894"/>
          <a:ext cx="4604730" cy="591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79560" imgH="241200" progId="Equation.DSMT4">
                  <p:embed/>
                </p:oleObj>
              </mc:Choice>
              <mc:Fallback>
                <p:oleObj name="Equation" r:id="rId8" imgW="1879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9693" y="3187894"/>
                        <a:ext cx="4604730" cy="5911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1570182" y="3967942"/>
            <a:ext cx="960582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从而</a:t>
            </a:r>
          </a:p>
        </p:txBody>
      </p:sp>
      <p:graphicFrame>
        <p:nvGraphicFramePr>
          <p:cNvPr id="106505" name="Object 9"/>
          <p:cNvGraphicFramePr>
            <a:graphicFrameLocks noChangeAspect="1"/>
          </p:cNvGraphicFramePr>
          <p:nvPr/>
        </p:nvGraphicFramePr>
        <p:xfrm>
          <a:off x="4207601" y="3686209"/>
          <a:ext cx="37528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50960" imgH="406080" progId="Equation.DSMT4">
                  <p:embed/>
                </p:oleObj>
              </mc:Choice>
              <mc:Fallback>
                <p:oleObj name="Equation" r:id="rId10" imgW="1650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7601" y="3686209"/>
                        <a:ext cx="375285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6" name="Text Box 10"/>
          <p:cNvSpPr txBox="1">
            <a:spLocks noChangeArrowheads="1"/>
          </p:cNvSpPr>
          <p:nvPr/>
        </p:nvSpPr>
        <p:spPr bwMode="auto">
          <a:xfrm>
            <a:off x="1570182" y="4589812"/>
            <a:ext cx="4648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故原欧拉方程的通解为</a:t>
            </a:r>
          </a:p>
        </p:txBody>
      </p:sp>
      <p:graphicFrame>
        <p:nvGraphicFramePr>
          <p:cNvPr id="106507" name="Object 11"/>
          <p:cNvGraphicFramePr>
            <a:graphicFrameLocks noChangeAspect="1"/>
          </p:cNvGraphicFramePr>
          <p:nvPr/>
        </p:nvGraphicFramePr>
        <p:xfrm>
          <a:off x="3264231" y="4771018"/>
          <a:ext cx="5639590" cy="959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87520" imgH="406080" progId="Equation.DSMT4">
                  <p:embed/>
                </p:oleObj>
              </mc:Choice>
              <mc:Fallback>
                <p:oleObj name="Equation" r:id="rId12" imgW="2387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4231" y="4771018"/>
                        <a:ext cx="5639590" cy="9595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8" name="Object 12"/>
          <p:cNvGraphicFramePr>
            <a:graphicFrameLocks noChangeAspect="1"/>
          </p:cNvGraphicFramePr>
          <p:nvPr/>
        </p:nvGraphicFramePr>
        <p:xfrm>
          <a:off x="3554825" y="5424878"/>
          <a:ext cx="4045530" cy="911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03240" imgH="406080" progId="Equation.DSMT4">
                  <p:embed/>
                </p:oleObj>
              </mc:Choice>
              <mc:Fallback>
                <p:oleObj name="Equation" r:id="rId14" imgW="1803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4825" y="5424878"/>
                        <a:ext cx="4045530" cy="911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714202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6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8" grpId="0" autoUpdateAnimBg="0"/>
      <p:bldP spid="106502" grpId="0" autoUpdateAnimBg="0"/>
      <p:bldP spid="106504" grpId="0" autoUpdateAnimBg="0"/>
      <p:bldP spid="106506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3" name="Text Box 8"/>
          <p:cNvSpPr txBox="1">
            <a:spLocks noChangeArrowheads="1"/>
          </p:cNvSpPr>
          <p:nvPr/>
        </p:nvSpPr>
        <p:spPr bwMode="auto">
          <a:xfrm>
            <a:off x="1341120" y="667914"/>
            <a:ext cx="107664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_GB231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62475" name="Object 11"/>
          <p:cNvGraphicFramePr>
            <a:graphicFrameLocks noChangeAspect="1"/>
          </p:cNvGraphicFramePr>
          <p:nvPr/>
        </p:nvGraphicFramePr>
        <p:xfrm>
          <a:off x="2223083" y="617425"/>
          <a:ext cx="76803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4840" imgH="228600" progId="Equation.DSMT4">
                  <p:embed/>
                </p:oleObj>
              </mc:Choice>
              <mc:Fallback>
                <p:oleObj name="Equation" r:id="rId2" imgW="3174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3083" y="617425"/>
                        <a:ext cx="76803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2" name="Object 13"/>
          <p:cNvGraphicFramePr>
            <a:graphicFrameLocks noChangeAspect="1"/>
          </p:cNvGraphicFramePr>
          <p:nvPr/>
        </p:nvGraphicFramePr>
        <p:xfrm>
          <a:off x="2023256" y="1732707"/>
          <a:ext cx="4011613" cy="508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01720" imgH="215640" progId="Equation.DSMT4">
                  <p:embed/>
                </p:oleObj>
              </mc:Choice>
              <mc:Fallback>
                <p:oleObj name="Equation" r:id="rId4" imgW="1701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3256" y="1732707"/>
                        <a:ext cx="4011613" cy="508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9" name="Object 15"/>
          <p:cNvGraphicFramePr>
            <a:graphicFrameLocks noChangeAspect="1"/>
          </p:cNvGraphicFramePr>
          <p:nvPr/>
        </p:nvGraphicFramePr>
        <p:xfrm>
          <a:off x="5623379" y="1759162"/>
          <a:ext cx="42560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6920" imgH="203040" progId="Equation.DSMT4">
                  <p:embed/>
                </p:oleObj>
              </mc:Choice>
              <mc:Fallback>
                <p:oleObj name="Equation" r:id="rId6" imgW="1726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3379" y="1759162"/>
                        <a:ext cx="425608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0" name="Text Box 16"/>
          <p:cNvSpPr txBox="1">
            <a:spLocks noChangeArrowheads="1"/>
          </p:cNvSpPr>
          <p:nvPr/>
        </p:nvSpPr>
        <p:spPr bwMode="auto">
          <a:xfrm>
            <a:off x="1252450" y="2514761"/>
            <a:ext cx="3505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作代数运算后，得</a:t>
            </a:r>
          </a:p>
        </p:txBody>
      </p:sp>
      <p:graphicFrame>
        <p:nvGraphicFramePr>
          <p:cNvPr id="62481" name="Object 17"/>
          <p:cNvGraphicFramePr>
            <a:graphicFrameLocks noChangeAspect="1"/>
          </p:cNvGraphicFramePr>
          <p:nvPr/>
        </p:nvGraphicFramePr>
        <p:xfrm>
          <a:off x="4219529" y="2446922"/>
          <a:ext cx="24145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5920" imgH="228600" progId="Equation.DSMT4">
                  <p:embed/>
                </p:oleObj>
              </mc:Choice>
              <mc:Fallback>
                <p:oleObj name="Equation" r:id="rId8" imgW="1015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9529" y="2446922"/>
                        <a:ext cx="241458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2" name="Text Box 18"/>
          <p:cNvSpPr txBox="1">
            <a:spLocks noChangeArrowheads="1"/>
          </p:cNvSpPr>
          <p:nvPr/>
        </p:nvSpPr>
        <p:spPr bwMode="auto">
          <a:xfrm>
            <a:off x="6476163" y="2512238"/>
            <a:ext cx="65996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即</a:t>
            </a:r>
          </a:p>
        </p:txBody>
      </p:sp>
      <p:graphicFrame>
        <p:nvGraphicFramePr>
          <p:cNvPr id="62483" name="Object 19"/>
          <p:cNvGraphicFramePr>
            <a:graphicFrameLocks noChangeAspect="1"/>
          </p:cNvGraphicFramePr>
          <p:nvPr/>
        </p:nvGraphicFramePr>
        <p:xfrm>
          <a:off x="7136130" y="2162400"/>
          <a:ext cx="2659063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04840" imgH="419040" progId="Equation.DSMT4">
                  <p:embed/>
                </p:oleObj>
              </mc:Choice>
              <mc:Fallback>
                <p:oleObj name="Equation" r:id="rId10" imgW="1104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6130" y="2162400"/>
                        <a:ext cx="2659063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4" name="Text Box 20"/>
          <p:cNvSpPr txBox="1">
            <a:spLocks noChangeArrowheads="1"/>
          </p:cNvSpPr>
          <p:nvPr/>
        </p:nvSpPr>
        <p:spPr bwMode="auto">
          <a:xfrm>
            <a:off x="1341120" y="3207496"/>
            <a:ext cx="72390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/>
              <a:t>这是一个二阶常系数线性齐微分方程，且</a:t>
            </a:r>
          </a:p>
        </p:txBody>
      </p:sp>
      <p:graphicFrame>
        <p:nvGraphicFramePr>
          <p:cNvPr id="62485" name="Object 21"/>
          <p:cNvGraphicFramePr>
            <a:graphicFrameLocks noChangeAspect="1"/>
          </p:cNvGraphicFramePr>
          <p:nvPr/>
        </p:nvGraphicFramePr>
        <p:xfrm>
          <a:off x="1449822" y="3810111"/>
          <a:ext cx="3915290" cy="512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50960" imgH="215640" progId="Equation.DSMT4">
                  <p:embed/>
                </p:oleObj>
              </mc:Choice>
              <mc:Fallback>
                <p:oleObj name="Equation" r:id="rId12" imgW="1650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822" y="3810111"/>
                        <a:ext cx="3915290" cy="5124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6" name="Object 22"/>
          <p:cNvGraphicFramePr>
            <a:graphicFrameLocks noChangeAspect="1"/>
          </p:cNvGraphicFramePr>
          <p:nvPr/>
        </p:nvGraphicFramePr>
        <p:xfrm>
          <a:off x="5101578" y="3801807"/>
          <a:ext cx="4485769" cy="520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68480" imgH="228600" progId="Equation.DSMT4">
                  <p:embed/>
                </p:oleObj>
              </mc:Choice>
              <mc:Fallback>
                <p:oleObj name="Equation" r:id="rId14" imgW="1968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1578" y="3801807"/>
                        <a:ext cx="4485769" cy="520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8" name="文本框 1"/>
          <p:cNvSpPr txBox="1">
            <a:spLocks noChangeArrowheads="1"/>
          </p:cNvSpPr>
          <p:nvPr/>
        </p:nvSpPr>
        <p:spPr bwMode="auto">
          <a:xfrm>
            <a:off x="1341120" y="1787562"/>
            <a:ext cx="5461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6" name="Object 11"/>
          <p:cNvGraphicFramePr>
            <a:graphicFrameLocks noChangeAspect="1"/>
          </p:cNvGraphicFramePr>
          <p:nvPr/>
        </p:nvGraphicFramePr>
        <p:xfrm>
          <a:off x="2023256" y="1214842"/>
          <a:ext cx="37465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49080" imgH="241200" progId="Equation.DSMT4">
                  <p:embed/>
                </p:oleObj>
              </mc:Choice>
              <mc:Fallback>
                <p:oleObj name="Equation" r:id="rId16" imgW="1549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3256" y="1214842"/>
                        <a:ext cx="37465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469231" y="4520911"/>
          <a:ext cx="2687133" cy="508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43000" imgH="215640" progId="Equation.DSMT4">
                  <p:embed/>
                </p:oleObj>
              </mc:Choice>
              <mc:Fallback>
                <p:oleObj name="Equation" r:id="rId18" imgW="1143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469231" y="4520911"/>
                        <a:ext cx="2687133" cy="508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029063" y="4446894"/>
          <a:ext cx="3188633" cy="582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20480" imgH="241200" progId="Equation.DSMT4">
                  <p:embed/>
                </p:oleObj>
              </mc:Choice>
              <mc:Fallback>
                <p:oleObj name="Equation" r:id="rId20" imgW="13204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029063" y="4446894"/>
                        <a:ext cx="3188633" cy="5822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136130" y="4246629"/>
          <a:ext cx="2268248" cy="93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90360" imgH="406080" progId="Equation.DSMT4">
                  <p:embed/>
                </p:oleObj>
              </mc:Choice>
              <mc:Fallback>
                <p:oleObj name="Equation" r:id="rId22" imgW="990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136130" y="4246629"/>
                        <a:ext cx="2268248" cy="930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350980"/>
              </p:ext>
            </p:extLst>
          </p:nvPr>
        </p:nvGraphicFramePr>
        <p:xfrm>
          <a:off x="1423503" y="5177192"/>
          <a:ext cx="3064994" cy="49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33440" imgH="215640" progId="Equation.DSMT4">
                  <p:embed/>
                </p:oleObj>
              </mc:Choice>
              <mc:Fallback>
                <p:oleObj name="Equation" r:id="rId24" imgW="13334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423503" y="5177192"/>
                        <a:ext cx="3064994" cy="496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702390"/>
              </p:ext>
            </p:extLst>
          </p:nvPr>
        </p:nvGraphicFramePr>
        <p:xfrm>
          <a:off x="4543879" y="5187943"/>
          <a:ext cx="3038735" cy="536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95280" imgH="228600" progId="Equation.DSMT4">
                  <p:embed/>
                </p:oleObj>
              </mc:Choice>
              <mc:Fallback>
                <p:oleObj name="Equation" r:id="rId26" imgW="1295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543879" y="5187943"/>
                        <a:ext cx="3038735" cy="5362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105130"/>
              </p:ext>
            </p:extLst>
          </p:nvPr>
        </p:nvGraphicFramePr>
        <p:xfrm>
          <a:off x="7693378" y="5148859"/>
          <a:ext cx="1544566" cy="524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72840" imgH="228600" progId="Equation.DSMT4">
                  <p:embed/>
                </p:oleObj>
              </mc:Choice>
              <mc:Fallback>
                <p:oleObj name="Equation" r:id="rId28" imgW="672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693378" y="5148859"/>
                        <a:ext cx="1544566" cy="524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543879" y="1181552"/>
          <a:ext cx="10795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69800" imgH="228600" progId="Equation.DSMT4">
                  <p:embed/>
                </p:oleObj>
              </mc:Choice>
              <mc:Fallback>
                <p:oleObj name="Equation" r:id="rId30" imgW="469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543879" y="1181552"/>
                        <a:ext cx="1079500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64431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80" grpId="0" autoUpdateAnimBg="0"/>
      <p:bldP spid="62482" grpId="0" autoUpdateAnimBg="0"/>
      <p:bldP spid="62484" grpId="0" autoUpdateAnimBg="0"/>
      <p:bldP spid="67598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2570</TotalTime>
  <Words>986</Words>
  <Application>Microsoft Office PowerPoint</Application>
  <PresentationFormat>宽屏</PresentationFormat>
  <Paragraphs>270</Paragraphs>
  <Slides>46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46</vt:i4>
      </vt:variant>
    </vt:vector>
  </HeadingPairs>
  <TitlesOfParts>
    <vt:vector size="58" baseType="lpstr">
      <vt:lpstr>等线</vt:lpstr>
      <vt:lpstr>黑体</vt:lpstr>
      <vt:lpstr>华文楷体</vt:lpstr>
      <vt:lpstr>楷体_GB2312</vt:lpstr>
      <vt:lpstr>宋体</vt:lpstr>
      <vt:lpstr>Arial</vt:lpstr>
      <vt:lpstr>Calibri</vt:lpstr>
      <vt:lpstr>Times New Roman</vt:lpstr>
      <vt:lpstr>Office 主题</vt:lpstr>
      <vt:lpstr>Equation</vt:lpstr>
      <vt:lpstr>公式</vt:lpstr>
      <vt:lpstr>Document</vt:lpstr>
      <vt:lpstr>PowerPoint 演示文稿</vt:lpstr>
      <vt:lpstr>解的存在唯一性定理</vt:lpstr>
      <vt:lpstr>定义 (线性相关与线性无关)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2.3、二阶常系数线性微分方程</vt:lpstr>
      <vt:lpstr>1．二阶常系数齐次线性微分方程解法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2．二阶常系数非齐次线性微分方程解法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高阶常系数线性方程常数变易法</vt:lpstr>
      <vt:lpstr>PowerPoint 演示文稿</vt:lpstr>
      <vt:lpstr>小结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90</cp:revision>
  <dcterms:created xsi:type="dcterms:W3CDTF">2009-06-13T01:14:34Z</dcterms:created>
  <dcterms:modified xsi:type="dcterms:W3CDTF">2023-12-16T09:11:30Z</dcterms:modified>
</cp:coreProperties>
</file>